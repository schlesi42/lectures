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1"/>
  </p:notesMasterIdLst>
  <p:sldIdLst>
    <p:sldId id="785" r:id="rId2"/>
    <p:sldId id="792" r:id="rId3"/>
    <p:sldId id="504" r:id="rId4"/>
    <p:sldId id="410" r:id="rId5"/>
    <p:sldId id="796" r:id="rId6"/>
    <p:sldId id="360" r:id="rId7"/>
    <p:sldId id="361" r:id="rId8"/>
    <p:sldId id="362" r:id="rId9"/>
    <p:sldId id="363" r:id="rId10"/>
    <p:sldId id="365" r:id="rId11"/>
    <p:sldId id="794" r:id="rId12"/>
    <p:sldId id="455" r:id="rId13"/>
    <p:sldId id="368" r:id="rId14"/>
    <p:sldId id="369" r:id="rId15"/>
    <p:sldId id="441" r:id="rId16"/>
    <p:sldId id="373" r:id="rId17"/>
    <p:sldId id="795" r:id="rId18"/>
    <p:sldId id="370" r:id="rId19"/>
    <p:sldId id="797" r:id="rId20"/>
    <p:sldId id="386" r:id="rId21"/>
    <p:sldId id="387" r:id="rId22"/>
    <p:sldId id="427" r:id="rId23"/>
    <p:sldId id="428" r:id="rId24"/>
    <p:sldId id="442" r:id="rId25"/>
    <p:sldId id="377" r:id="rId26"/>
    <p:sldId id="388" r:id="rId27"/>
    <p:sldId id="389" r:id="rId28"/>
    <p:sldId id="378" r:id="rId29"/>
    <p:sldId id="379" r:id="rId30"/>
    <p:sldId id="380" r:id="rId31"/>
    <p:sldId id="444" r:id="rId32"/>
    <p:sldId id="393" r:id="rId33"/>
    <p:sldId id="446" r:id="rId34"/>
    <p:sldId id="458" r:id="rId35"/>
    <p:sldId id="392" r:id="rId36"/>
    <p:sldId id="433" r:id="rId37"/>
    <p:sldId id="401" r:id="rId38"/>
    <p:sldId id="375" r:id="rId39"/>
    <p:sldId id="395" r:id="rId40"/>
    <p:sldId id="396" r:id="rId41"/>
    <p:sldId id="448" r:id="rId42"/>
    <p:sldId id="447" r:id="rId43"/>
    <p:sldId id="397" r:id="rId44"/>
    <p:sldId id="382" r:id="rId45"/>
    <p:sldId id="450" r:id="rId46"/>
    <p:sldId id="449" r:id="rId47"/>
    <p:sldId id="435" r:id="rId48"/>
    <p:sldId id="381" r:id="rId49"/>
    <p:sldId id="402" r:id="rId50"/>
    <p:sldId id="385" r:id="rId51"/>
    <p:sldId id="460" r:id="rId52"/>
    <p:sldId id="412" r:id="rId53"/>
    <p:sldId id="413" r:id="rId54"/>
    <p:sldId id="438" r:id="rId55"/>
    <p:sldId id="461" r:id="rId56"/>
    <p:sldId id="462" r:id="rId57"/>
    <p:sldId id="436" r:id="rId58"/>
    <p:sldId id="416" r:id="rId59"/>
    <p:sldId id="429" r:id="rId60"/>
    <p:sldId id="430" r:id="rId61"/>
    <p:sldId id="437" r:id="rId62"/>
    <p:sldId id="384" r:id="rId63"/>
    <p:sldId id="424" r:id="rId64"/>
    <p:sldId id="463" r:id="rId65"/>
    <p:sldId id="431" r:id="rId66"/>
    <p:sldId id="453" r:id="rId67"/>
    <p:sldId id="454" r:id="rId68"/>
    <p:sldId id="452" r:id="rId69"/>
    <p:sldId id="426" r:id="rId70"/>
  </p:sldIdLst>
  <p:sldSz cx="12204700" cy="6858000"/>
  <p:notesSz cx="122047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D48285-A9F2-4E49-A877-6535CF28E4DF}" v="125" dt="2026-02-03T13:14:21.222"/>
    <p1510:client id="{2C2E378C-CAC8-0843-86E2-7214235EA10B}" v="42" dt="2026-02-03T14:31:03.4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06"/>
    <p:restoredTop sz="94499"/>
  </p:normalViewPr>
  <p:slideViewPr>
    <p:cSldViewPr snapToGrid="0">
      <p:cViewPr varScale="1">
        <p:scale>
          <a:sx n="118" d="100"/>
          <a:sy n="118" d="100"/>
        </p:scale>
        <p:origin x="768" y="19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lesinger, Sebastian" userId="d814e6c9-e9fb-4b77-84f7-ccd8aa3529bb" providerId="ADAL" clId="{814D90CD-D400-5612-B49E-CD4DF6BF7C8B}"/>
    <pc:docChg chg="undo custSel addSld delSld modSld sldOrd">
      <pc:chgData name="Schlesinger, Sebastian" userId="d814e6c9-e9fb-4b77-84f7-ccd8aa3529bb" providerId="ADAL" clId="{814D90CD-D400-5612-B49E-CD4DF6BF7C8B}" dt="2026-02-03T14:33:06.723" v="5748" actId="2696"/>
      <pc:docMkLst>
        <pc:docMk/>
      </pc:docMkLst>
      <pc:sldChg chg="modSp add del mod">
        <pc:chgData name="Schlesinger, Sebastian" userId="d814e6c9-e9fb-4b77-84f7-ccd8aa3529bb" providerId="ADAL" clId="{814D90CD-D400-5612-B49E-CD4DF6BF7C8B}" dt="2026-02-02T17:23:42.676" v="5104" actId="2696"/>
        <pc:sldMkLst>
          <pc:docMk/>
          <pc:sldMk cId="0" sldId="257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57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5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3:00:09.172" v="4412" actId="14100"/>
          <ac:spMkLst>
            <pc:docMk/>
            <pc:sldMk cId="0" sldId="257"/>
            <ac:spMk id="512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3:00:44.138" v="4422" actId="1076"/>
          <ac:spMkLst>
            <pc:docMk/>
            <pc:sldMk cId="0" sldId="257"/>
            <ac:spMk id="5126" creationId="{00000000-0000-0000-0000-000000000000}"/>
          </ac:spMkLst>
        </pc:spChg>
      </pc:sldChg>
      <pc:sldChg chg="modSp add del mod modAnim modNotes">
        <pc:chgData name="Schlesinger, Sebastian" userId="d814e6c9-e9fb-4b77-84f7-ccd8aa3529bb" providerId="ADAL" clId="{814D90CD-D400-5612-B49E-CD4DF6BF7C8B}" dt="2026-02-03T13:41:10.737" v="5612" actId="2696"/>
        <pc:sldMkLst>
          <pc:docMk/>
          <pc:sldMk cId="3436761576" sldId="257"/>
        </pc:sldMkLst>
        <pc:spChg chg="mod">
          <ac:chgData name="Schlesinger, Sebastian" userId="d814e6c9-e9fb-4b77-84f7-ccd8aa3529bb" providerId="ADAL" clId="{814D90CD-D400-5612-B49E-CD4DF6BF7C8B}" dt="2026-02-03T11:07:31.534" v="5285" actId="403"/>
          <ac:spMkLst>
            <pc:docMk/>
            <pc:sldMk cId="3436761576" sldId="25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436761576" sldId="257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436761576" sldId="257"/>
            <ac:spMk id="5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3:41:10.957" v="5641" actId="2696"/>
        <pc:sldMkLst>
          <pc:docMk/>
          <pc:sldMk cId="2166100445" sldId="258"/>
        </pc:sldMkLst>
        <pc:spChg chg="mod">
          <ac:chgData name="Schlesinger, Sebastian" userId="d814e6c9-e9fb-4b77-84f7-ccd8aa3529bb" providerId="ADAL" clId="{814D90CD-D400-5612-B49E-CD4DF6BF7C8B}" dt="2026-02-03T11:07:48.814" v="5289" actId="14100"/>
          <ac:spMkLst>
            <pc:docMk/>
            <pc:sldMk cId="2166100445" sldId="258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7:51.736" v="5290" actId="403"/>
          <ac:spMkLst>
            <pc:docMk/>
            <pc:sldMk cId="2166100445" sldId="25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166100445" sldId="258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166100445" sldId="258"/>
            <ac:spMk id="5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3:41:10.551" v="5592" actId="2696"/>
        <pc:sldMkLst>
          <pc:docMk/>
          <pc:sldMk cId="718215917" sldId="259"/>
        </pc:sldMkLst>
        <pc:spChg chg="mod">
          <ac:chgData name="Schlesinger, Sebastian" userId="d814e6c9-e9fb-4b77-84f7-ccd8aa3529bb" providerId="ADAL" clId="{814D90CD-D400-5612-B49E-CD4DF6BF7C8B}" dt="2026-02-03T11:08:09.256" v="5297" actId="12"/>
          <ac:spMkLst>
            <pc:docMk/>
            <pc:sldMk cId="718215917" sldId="25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718215917" sldId="259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718215917" sldId="259"/>
            <ac:spMk id="6" creationId="{00000000-0000-0000-0000-000000000000}"/>
          </ac:spMkLst>
        </pc:spChg>
      </pc:sldChg>
      <pc:sldChg chg="modSp add del mod modNotes">
        <pc:chgData name="Schlesinger, Sebastian" userId="d814e6c9-e9fb-4b77-84f7-ccd8aa3529bb" providerId="ADAL" clId="{814D90CD-D400-5612-B49E-CD4DF6BF7C8B}" dt="2026-02-03T13:41:10.739" v="5614" actId="2696"/>
        <pc:sldMkLst>
          <pc:docMk/>
          <pc:sldMk cId="1636610001" sldId="260"/>
        </pc:sldMkLst>
        <pc:spChg chg="mod">
          <ac:chgData name="Schlesinger, Sebastian" userId="d814e6c9-e9fb-4b77-84f7-ccd8aa3529bb" providerId="ADAL" clId="{814D90CD-D400-5612-B49E-CD4DF6BF7C8B}" dt="2026-02-03T11:08:38.817" v="5308" actId="14100"/>
          <ac:spMkLst>
            <pc:docMk/>
            <pc:sldMk cId="1636610001" sldId="26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636610001" sldId="260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636610001" sldId="260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8:34.170" v="5306" actId="1076"/>
          <ac:spMkLst>
            <pc:docMk/>
            <pc:sldMk cId="1636610001" sldId="260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8:34.170" v="5306" actId="1076"/>
          <ac:spMkLst>
            <pc:docMk/>
            <pc:sldMk cId="1636610001" sldId="260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8:34.170" v="5306" actId="1076"/>
          <ac:spMkLst>
            <pc:docMk/>
            <pc:sldMk cId="1636610001" sldId="260"/>
            <ac:spMk id="1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8:49.517" v="5311" actId="403"/>
          <ac:spMkLst>
            <pc:docMk/>
            <pc:sldMk cId="1636610001" sldId="260"/>
            <ac:spMk id="39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08:34.170" v="5306" actId="1076"/>
          <ac:picMkLst>
            <pc:docMk/>
            <pc:sldMk cId="1636610001" sldId="260"/>
            <ac:picMk id="3074" creationId="{00000000-0000-0000-0000-000000000000}"/>
          </ac:picMkLst>
        </pc:picChg>
        <pc:cxnChg chg="mod">
          <ac:chgData name="Schlesinger, Sebastian" userId="d814e6c9-e9fb-4b77-84f7-ccd8aa3529bb" providerId="ADAL" clId="{814D90CD-D400-5612-B49E-CD4DF6BF7C8B}" dt="2026-02-03T11:08:34.170" v="5306" actId="1076"/>
          <ac:cxnSpMkLst>
            <pc:docMk/>
            <pc:sldMk cId="1636610001" sldId="260"/>
            <ac:cxnSpMk id="16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08:34.170" v="5306" actId="1076"/>
          <ac:cxnSpMkLst>
            <pc:docMk/>
            <pc:sldMk cId="1636610001" sldId="260"/>
            <ac:cxnSpMk id="17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08:34.170" v="5306" actId="1076"/>
          <ac:cxnSpMkLst>
            <pc:docMk/>
            <pc:sldMk cId="1636610001" sldId="260"/>
            <ac:cxnSpMk id="18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08:34.170" v="5306" actId="1076"/>
          <ac:cxnSpMkLst>
            <pc:docMk/>
            <pc:sldMk cId="1636610001" sldId="260"/>
            <ac:cxnSpMk id="19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08:34.170" v="5306" actId="1076"/>
          <ac:cxnSpMkLst>
            <pc:docMk/>
            <pc:sldMk cId="1636610001" sldId="260"/>
            <ac:cxnSpMk id="20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08:34.170" v="5306" actId="1076"/>
          <ac:cxnSpMkLst>
            <pc:docMk/>
            <pc:sldMk cId="1636610001" sldId="260"/>
            <ac:cxnSpMk id="21" creationId="{00000000-0000-0000-0000-000000000000}"/>
          </ac:cxnSpMkLst>
        </pc:cxnChg>
      </pc:sldChg>
      <pc:sldChg chg="modSp add del mod modNotes">
        <pc:chgData name="Schlesinger, Sebastian" userId="d814e6c9-e9fb-4b77-84f7-ccd8aa3529bb" providerId="ADAL" clId="{814D90CD-D400-5612-B49E-CD4DF6BF7C8B}" dt="2026-02-03T13:41:10.939" v="5637" actId="2696"/>
        <pc:sldMkLst>
          <pc:docMk/>
          <pc:sldMk cId="1648512284" sldId="261"/>
        </pc:sldMkLst>
        <pc:spChg chg="mod">
          <ac:chgData name="Schlesinger, Sebastian" userId="d814e6c9-e9fb-4b77-84f7-ccd8aa3529bb" providerId="ADAL" clId="{814D90CD-D400-5612-B49E-CD4DF6BF7C8B}" dt="2026-02-03T11:08:13.038" v="5298" actId="14100"/>
          <ac:spMkLst>
            <pc:docMk/>
            <pc:sldMk cId="1648512284" sldId="261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8:27.999" v="5305" actId="1076"/>
          <ac:spMkLst>
            <pc:docMk/>
            <pc:sldMk cId="1648512284" sldId="26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648512284" sldId="261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648512284" sldId="261"/>
            <ac:spMk id="6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3:41:10.884" v="5624" actId="2696"/>
        <pc:sldMkLst>
          <pc:docMk/>
          <pc:sldMk cId="4097779391" sldId="262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4097779391" sldId="262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4097779391" sldId="262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25.627" v="5317" actId="1076"/>
          <ac:spMkLst>
            <pc:docMk/>
            <pc:sldMk cId="4097779391" sldId="262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25.627" v="5317" actId="1076"/>
          <ac:spMkLst>
            <pc:docMk/>
            <pc:sldMk cId="4097779391" sldId="262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25.627" v="5317" actId="1076"/>
          <ac:spMkLst>
            <pc:docMk/>
            <pc:sldMk cId="4097779391" sldId="262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25.627" v="5317" actId="1076"/>
          <ac:spMkLst>
            <pc:docMk/>
            <pc:sldMk cId="4097779391" sldId="262"/>
            <ac:spMk id="1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25.627" v="5317" actId="1076"/>
          <ac:spMkLst>
            <pc:docMk/>
            <pc:sldMk cId="4097779391" sldId="262"/>
            <ac:spMk id="1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25.627" v="5317" actId="1076"/>
          <ac:spMkLst>
            <pc:docMk/>
            <pc:sldMk cId="4097779391" sldId="262"/>
            <ac:spMk id="2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25.627" v="5317" actId="1076"/>
          <ac:spMkLst>
            <pc:docMk/>
            <pc:sldMk cId="4097779391" sldId="262"/>
            <ac:spMk id="3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25.627" v="5317" actId="1076"/>
          <ac:spMkLst>
            <pc:docMk/>
            <pc:sldMk cId="4097779391" sldId="262"/>
            <ac:spMk id="3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25.627" v="5317" actId="1076"/>
          <ac:spMkLst>
            <pc:docMk/>
            <pc:sldMk cId="4097779391" sldId="262"/>
            <ac:spMk id="5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25.627" v="5317" actId="1076"/>
          <ac:spMkLst>
            <pc:docMk/>
            <pc:sldMk cId="4097779391" sldId="262"/>
            <ac:spMk id="52" creationId="{00000000-0000-0000-0000-000000000000}"/>
          </ac:spMkLst>
        </pc:spChg>
      </pc:sldChg>
      <pc:sldChg chg="modSp add del mod modNotes">
        <pc:chgData name="Schlesinger, Sebastian" userId="d814e6c9-e9fb-4b77-84f7-ccd8aa3529bb" providerId="ADAL" clId="{814D90CD-D400-5612-B49E-CD4DF6BF7C8B}" dt="2026-02-03T13:41:10.593" v="5598" actId="2696"/>
        <pc:sldMkLst>
          <pc:docMk/>
          <pc:sldMk cId="3949021849" sldId="265"/>
        </pc:sldMkLst>
        <pc:spChg chg="mod">
          <ac:chgData name="Schlesinger, Sebastian" userId="d814e6c9-e9fb-4b77-84f7-ccd8aa3529bb" providerId="ADAL" clId="{814D90CD-D400-5612-B49E-CD4DF6BF7C8B}" dt="2026-02-03T11:09:38.711" v="5324" actId="5793"/>
          <ac:spMkLst>
            <pc:docMk/>
            <pc:sldMk cId="3949021849" sldId="265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949021849" sldId="265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949021849" sldId="265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44.078" v="5325" actId="1076"/>
          <ac:spMkLst>
            <pc:docMk/>
            <pc:sldMk cId="3949021849" sldId="265"/>
            <ac:spMk id="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44.078" v="5325" actId="1076"/>
          <ac:spMkLst>
            <pc:docMk/>
            <pc:sldMk cId="3949021849" sldId="265"/>
            <ac:spMk id="2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44.078" v="5325" actId="1076"/>
          <ac:spMkLst>
            <pc:docMk/>
            <pc:sldMk cId="3949021849" sldId="265"/>
            <ac:spMk id="2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44.078" v="5325" actId="1076"/>
          <ac:spMkLst>
            <pc:docMk/>
            <pc:sldMk cId="3949021849" sldId="265"/>
            <ac:spMk id="3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44.078" v="5325" actId="1076"/>
          <ac:spMkLst>
            <pc:docMk/>
            <pc:sldMk cId="3949021849" sldId="265"/>
            <ac:spMk id="6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44.078" v="5325" actId="1076"/>
          <ac:spMkLst>
            <pc:docMk/>
            <pc:sldMk cId="3949021849" sldId="265"/>
            <ac:spMk id="6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44.078" v="5325" actId="1076"/>
          <ac:spMkLst>
            <pc:docMk/>
            <pc:sldMk cId="3949021849" sldId="265"/>
            <ac:spMk id="9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44.078" v="5325" actId="1076"/>
          <ac:spMkLst>
            <pc:docMk/>
            <pc:sldMk cId="3949021849" sldId="265"/>
            <ac:spMk id="9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44.078" v="5325" actId="1076"/>
          <ac:spMkLst>
            <pc:docMk/>
            <pc:sldMk cId="3949021849" sldId="265"/>
            <ac:spMk id="10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44.078" v="5325" actId="1076"/>
          <ac:spMkLst>
            <pc:docMk/>
            <pc:sldMk cId="3949021849" sldId="265"/>
            <ac:spMk id="102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3:41:10.933" v="5632" actId="2696"/>
        <pc:sldMkLst>
          <pc:docMk/>
          <pc:sldMk cId="3344784793" sldId="267"/>
        </pc:sldMkLst>
        <pc:spChg chg="mod">
          <ac:chgData name="Schlesinger, Sebastian" userId="d814e6c9-e9fb-4b77-84f7-ccd8aa3529bb" providerId="ADAL" clId="{814D90CD-D400-5612-B49E-CD4DF6BF7C8B}" dt="2026-02-03T11:10:11.985" v="5332" actId="1076"/>
          <ac:spMkLst>
            <pc:docMk/>
            <pc:sldMk cId="3344784793" sldId="26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344784793" sldId="267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344784793" sldId="267"/>
            <ac:spMk id="6" creationId="{00000000-0000-0000-0000-000000000000}"/>
          </ac:spMkLst>
        </pc:spChg>
      </pc:sldChg>
      <pc:sldChg chg="modSp add del mod modNotes">
        <pc:chgData name="Schlesinger, Sebastian" userId="d814e6c9-e9fb-4b77-84f7-ccd8aa3529bb" providerId="ADAL" clId="{814D90CD-D400-5612-B49E-CD4DF6BF7C8B}" dt="2026-02-03T13:41:10.497" v="5576" actId="2696"/>
        <pc:sldMkLst>
          <pc:docMk/>
          <pc:sldMk cId="404286248" sldId="270"/>
        </pc:sldMkLst>
        <pc:spChg chg="mod">
          <ac:chgData name="Schlesinger, Sebastian" userId="d814e6c9-e9fb-4b77-84f7-ccd8aa3529bb" providerId="ADAL" clId="{814D90CD-D400-5612-B49E-CD4DF6BF7C8B}" dt="2026-02-03T11:10:21.821" v="5334" actId="14100"/>
          <ac:spMkLst>
            <pc:docMk/>
            <pc:sldMk cId="404286248" sldId="27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15:01.913" v="5347" actId="1076"/>
          <ac:spMkLst>
            <pc:docMk/>
            <pc:sldMk cId="404286248" sldId="270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404286248" sldId="270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404286248" sldId="270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14:41.855" v="5338" actId="1076"/>
          <ac:spMkLst>
            <pc:docMk/>
            <pc:sldMk cId="404286248" sldId="270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14:41.855" v="5338" actId="1076"/>
          <ac:spMkLst>
            <pc:docMk/>
            <pc:sldMk cId="404286248" sldId="270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14:41.855" v="5338" actId="1076"/>
          <ac:spMkLst>
            <pc:docMk/>
            <pc:sldMk cId="404286248" sldId="270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14:37.030" v="5337" actId="1076"/>
          <ac:spMkLst>
            <pc:docMk/>
            <pc:sldMk cId="404286248" sldId="270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14:37.030" v="5337" actId="1076"/>
          <ac:spMkLst>
            <pc:docMk/>
            <pc:sldMk cId="404286248" sldId="270"/>
            <ac:spMk id="12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14:41.855" v="5338" actId="1076"/>
          <ac:picMkLst>
            <pc:docMk/>
            <pc:sldMk cId="404286248" sldId="270"/>
            <ac:picMk id="6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1:14:37.030" v="5337" actId="1076"/>
          <ac:picMkLst>
            <pc:docMk/>
            <pc:sldMk cId="404286248" sldId="270"/>
            <ac:picMk id="10" creationId="{00000000-0000-0000-0000-000000000000}"/>
          </ac:picMkLst>
        </pc:picChg>
      </pc:sldChg>
      <pc:sldChg chg="modSp add del mod modNotes">
        <pc:chgData name="Schlesinger, Sebastian" userId="d814e6c9-e9fb-4b77-84f7-ccd8aa3529bb" providerId="ADAL" clId="{814D90CD-D400-5612-B49E-CD4DF6BF7C8B}" dt="2026-02-03T13:41:10.932" v="5631" actId="2696"/>
        <pc:sldMkLst>
          <pc:docMk/>
          <pc:sldMk cId="2122143928" sldId="271"/>
        </pc:sldMkLst>
        <pc:spChg chg="mod">
          <ac:chgData name="Schlesinger, Sebastian" userId="d814e6c9-e9fb-4b77-84f7-ccd8aa3529bb" providerId="ADAL" clId="{814D90CD-D400-5612-B49E-CD4DF6BF7C8B}" dt="2026-02-03T11:15:09.443" v="5350" actId="1076"/>
          <ac:spMkLst>
            <pc:docMk/>
            <pc:sldMk cId="2122143928" sldId="271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15:40.761" v="5366" actId="20577"/>
          <ac:spMkLst>
            <pc:docMk/>
            <pc:sldMk cId="2122143928" sldId="27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122143928" sldId="271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122143928" sldId="271"/>
            <ac:spMk id="5" creationId="{00000000-0000-0000-0000-000000000000}"/>
          </ac:spMkLst>
        </pc:spChg>
      </pc:sldChg>
      <pc:sldChg chg="modSp add del mod modNotes">
        <pc:chgData name="Schlesinger, Sebastian" userId="d814e6c9-e9fb-4b77-84f7-ccd8aa3529bb" providerId="ADAL" clId="{814D90CD-D400-5612-B49E-CD4DF6BF7C8B}" dt="2026-02-03T13:41:10.675" v="5607" actId="2696"/>
        <pc:sldMkLst>
          <pc:docMk/>
          <pc:sldMk cId="2368782280" sldId="272"/>
        </pc:sldMkLst>
        <pc:spChg chg="mod">
          <ac:chgData name="Schlesinger, Sebastian" userId="d814e6c9-e9fb-4b77-84f7-ccd8aa3529bb" providerId="ADAL" clId="{814D90CD-D400-5612-B49E-CD4DF6BF7C8B}" dt="2026-02-03T11:16:17.957" v="5379" actId="14100"/>
          <ac:spMkLst>
            <pc:docMk/>
            <pc:sldMk cId="2368782280" sldId="27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368782280" sldId="272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368782280" sldId="272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16:10.461" v="5376" actId="1076"/>
          <ac:spMkLst>
            <pc:docMk/>
            <pc:sldMk cId="2368782280" sldId="272"/>
            <ac:spMk id="6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3T11:16:08.297" v="5375" actId="1076"/>
          <ac:grpSpMkLst>
            <pc:docMk/>
            <pc:sldMk cId="2368782280" sldId="272"/>
            <ac:grpSpMk id="10" creationId="{00000000-0000-0000-0000-000000000000}"/>
          </ac:grpSpMkLst>
        </pc:grpChg>
      </pc:sldChg>
      <pc:sldChg chg="modSp add del mod modNotes">
        <pc:chgData name="Schlesinger, Sebastian" userId="d814e6c9-e9fb-4b77-84f7-ccd8aa3529bb" providerId="ADAL" clId="{814D90CD-D400-5612-B49E-CD4DF6BF7C8B}" dt="2026-02-03T13:41:10.883" v="5623" actId="2696"/>
        <pc:sldMkLst>
          <pc:docMk/>
          <pc:sldMk cId="2245163039" sldId="273"/>
        </pc:sldMkLst>
        <pc:spChg chg="mod">
          <ac:chgData name="Schlesinger, Sebastian" userId="d814e6c9-e9fb-4b77-84f7-ccd8aa3529bb" providerId="ADAL" clId="{814D90CD-D400-5612-B49E-CD4DF6BF7C8B}" dt="2026-02-03T11:17:00.452" v="5393" actId="1076"/>
          <ac:spMkLst>
            <pc:docMk/>
            <pc:sldMk cId="2245163039" sldId="27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245163039" sldId="273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245163039" sldId="273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16:28.718" v="5382" actId="1076"/>
          <ac:spMkLst>
            <pc:docMk/>
            <pc:sldMk cId="2245163039" sldId="273"/>
            <ac:spMk id="2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16:28.718" v="5382" actId="1076"/>
          <ac:spMkLst>
            <pc:docMk/>
            <pc:sldMk cId="2245163039" sldId="273"/>
            <ac:spMk id="2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16:28.718" v="5382" actId="1076"/>
          <ac:spMkLst>
            <pc:docMk/>
            <pc:sldMk cId="2245163039" sldId="273"/>
            <ac:spMk id="2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16:40.015" v="5386" actId="14100"/>
          <ac:spMkLst>
            <pc:docMk/>
            <pc:sldMk cId="2245163039" sldId="273"/>
            <ac:spMk id="2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16:43.231" v="5387" actId="1076"/>
          <ac:spMkLst>
            <pc:docMk/>
            <pc:sldMk cId="2245163039" sldId="273"/>
            <ac:spMk id="25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16:28.718" v="5382" actId="1076"/>
          <ac:picMkLst>
            <pc:docMk/>
            <pc:sldMk cId="2245163039" sldId="273"/>
            <ac:picMk id="19" creationId="{00000000-0000-0000-0000-000000000000}"/>
          </ac:picMkLst>
        </pc:picChg>
      </pc:sldChg>
      <pc:sldChg chg="modSp add del mod modNotes">
        <pc:chgData name="Schlesinger, Sebastian" userId="d814e6c9-e9fb-4b77-84f7-ccd8aa3529bb" providerId="ADAL" clId="{814D90CD-D400-5612-B49E-CD4DF6BF7C8B}" dt="2026-02-03T13:41:10.546" v="5588" actId="2696"/>
        <pc:sldMkLst>
          <pc:docMk/>
          <pc:sldMk cId="2124043125" sldId="274"/>
        </pc:sldMkLst>
        <pc:spChg chg="mod">
          <ac:chgData name="Schlesinger, Sebastian" userId="d814e6c9-e9fb-4b77-84f7-ccd8aa3529bb" providerId="ADAL" clId="{814D90CD-D400-5612-B49E-CD4DF6BF7C8B}" dt="2026-02-03T11:16:52.867" v="5390" actId="1076"/>
          <ac:spMkLst>
            <pc:docMk/>
            <pc:sldMk cId="2124043125" sldId="274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124043125" sldId="274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124043125" sldId="274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16:49.985" v="5389" actId="1076"/>
          <ac:spMkLst>
            <pc:docMk/>
            <pc:sldMk cId="2124043125" sldId="274"/>
            <ac:spMk id="8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16:47.065" v="5388" actId="1076"/>
          <ac:picMkLst>
            <pc:docMk/>
            <pc:sldMk cId="2124043125" sldId="274"/>
            <ac:picMk id="7" creationId="{00000000-0000-0000-0000-000000000000}"/>
          </ac:picMkLst>
        </pc:picChg>
      </pc:sldChg>
      <pc:sldChg chg="modSp add del mod modNotes">
        <pc:chgData name="Schlesinger, Sebastian" userId="d814e6c9-e9fb-4b77-84f7-ccd8aa3529bb" providerId="ADAL" clId="{814D90CD-D400-5612-B49E-CD4DF6BF7C8B}" dt="2026-02-03T13:41:10.502" v="5579" actId="2696"/>
        <pc:sldMkLst>
          <pc:docMk/>
          <pc:sldMk cId="1809095836" sldId="275"/>
        </pc:sldMkLst>
        <pc:spChg chg="mod">
          <ac:chgData name="Schlesinger, Sebastian" userId="d814e6c9-e9fb-4b77-84f7-ccd8aa3529bb" providerId="ADAL" clId="{814D90CD-D400-5612-B49E-CD4DF6BF7C8B}" dt="2026-02-03T11:17:10.811" v="5395" actId="14100"/>
          <ac:spMkLst>
            <pc:docMk/>
            <pc:sldMk cId="1809095836" sldId="275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809095836" sldId="275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809095836" sldId="275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19:53.990" v="5399" actId="5793"/>
          <ac:spMkLst>
            <pc:docMk/>
            <pc:sldMk cId="1809095836" sldId="275"/>
            <ac:spMk id="6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664" v="5093" actId="2696"/>
        <pc:sldMkLst>
          <pc:docMk/>
          <pc:sldMk cId="0" sldId="277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77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7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3:01:35.061" v="4437" actId="12"/>
          <ac:spMkLst>
            <pc:docMk/>
            <pc:sldMk cId="0" sldId="277"/>
            <ac:spMk id="717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685" v="5112" actId="2696"/>
        <pc:sldMkLst>
          <pc:docMk/>
          <pc:sldMk cId="0" sldId="278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7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78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3:02:55.472" v="4452" actId="1076"/>
          <ac:spMkLst>
            <pc:docMk/>
            <pc:sldMk cId="0" sldId="278"/>
            <ac:spMk id="1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3:02:18.736" v="4445" actId="14100"/>
          <ac:spMkLst>
            <pc:docMk/>
            <pc:sldMk cId="0" sldId="278"/>
            <ac:spMk id="922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3:02:47.828" v="4451" actId="12"/>
          <ac:spMkLst>
            <pc:docMk/>
            <pc:sldMk cId="0" sldId="278"/>
            <ac:spMk id="9222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2T13:02:55.472" v="4452" actId="1076"/>
          <ac:grpSpMkLst>
            <pc:docMk/>
            <pc:sldMk cId="0" sldId="278"/>
            <ac:grpSpMk id="2" creationId="{00000000-0000-0000-0000-000000000000}"/>
          </ac:grpSpMkLst>
        </pc:grpChg>
      </pc:sldChg>
      <pc:sldChg chg="modSp add del mod">
        <pc:chgData name="Schlesinger, Sebastian" userId="d814e6c9-e9fb-4b77-84f7-ccd8aa3529bb" providerId="ADAL" clId="{814D90CD-D400-5612-B49E-CD4DF6BF7C8B}" dt="2026-02-02T17:23:42.689" v="5116" actId="2696"/>
        <pc:sldMkLst>
          <pc:docMk/>
          <pc:sldMk cId="0" sldId="279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79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7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3:03:21.653" v="4456" actId="1076"/>
          <ac:spMkLst>
            <pc:docMk/>
            <pc:sldMk cId="0" sldId="279"/>
            <ac:spMk id="10246" creationId="{00000000-0000-0000-0000-000000000000}"/>
          </ac:spMkLst>
        </pc:spChg>
      </pc:sldChg>
      <pc:sldChg chg="modSp add del mod modNotes">
        <pc:chgData name="Schlesinger, Sebastian" userId="d814e6c9-e9fb-4b77-84f7-ccd8aa3529bb" providerId="ADAL" clId="{814D90CD-D400-5612-B49E-CD4DF6BF7C8B}" dt="2026-02-03T13:41:10.504" v="5580" actId="2696"/>
        <pc:sldMkLst>
          <pc:docMk/>
          <pc:sldMk cId="384763539" sldId="279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84763539" sldId="27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84763539" sldId="279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20:32.282" v="5405" actId="20577"/>
          <ac:spMkLst>
            <pc:docMk/>
            <pc:sldMk cId="384763539" sldId="279"/>
            <ac:spMk id="2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20:30.302" v="5404" actId="1076"/>
          <ac:spMkLst>
            <pc:docMk/>
            <pc:sldMk cId="384763539" sldId="279"/>
            <ac:spMk id="2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20:30.302" v="5404" actId="1076"/>
          <ac:spMkLst>
            <pc:docMk/>
            <pc:sldMk cId="384763539" sldId="279"/>
            <ac:spMk id="28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3T11:20:30.302" v="5404" actId="1076"/>
          <ac:grpSpMkLst>
            <pc:docMk/>
            <pc:sldMk cId="384763539" sldId="279"/>
            <ac:grpSpMk id="6" creationId="{00000000-0000-0000-0000-000000000000}"/>
          </ac:grpSpMkLst>
        </pc:grpChg>
      </pc:sldChg>
      <pc:sldChg chg="modSp add del mod">
        <pc:chgData name="Schlesinger, Sebastian" userId="d814e6c9-e9fb-4b77-84f7-ccd8aa3529bb" providerId="ADAL" clId="{814D90CD-D400-5612-B49E-CD4DF6BF7C8B}" dt="2026-02-02T17:23:42.659" v="5089" actId="2696"/>
        <pc:sldMkLst>
          <pc:docMk/>
          <pc:sldMk cId="0" sldId="281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81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8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06:45.115" v="4489" actId="12"/>
          <ac:spMkLst>
            <pc:docMk/>
            <pc:sldMk cId="0" sldId="281"/>
            <ac:spMk id="11270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3:41:10.934" v="5633" actId="2696"/>
        <pc:sldMkLst>
          <pc:docMk/>
          <pc:sldMk cId="466418485" sldId="281"/>
        </pc:sldMkLst>
        <pc:spChg chg="mod">
          <ac:chgData name="Schlesinger, Sebastian" userId="d814e6c9-e9fb-4b77-84f7-ccd8aa3529bb" providerId="ADAL" clId="{814D90CD-D400-5612-B49E-CD4DF6BF7C8B}" dt="2026-02-03T11:20:40.809" v="5407" actId="14100"/>
          <ac:spMkLst>
            <pc:docMk/>
            <pc:sldMk cId="466418485" sldId="281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466418485" sldId="28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21:00.984" v="5413" actId="1076"/>
          <ac:spMkLst>
            <pc:docMk/>
            <pc:sldMk cId="466418485" sldId="281"/>
            <ac:spMk id="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466418485" sldId="281"/>
            <ac:spMk id="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21:00.984" v="5413" actId="1076"/>
          <ac:spMkLst>
            <pc:docMk/>
            <pc:sldMk cId="466418485" sldId="281"/>
            <ac:spMk id="1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20:54.715" v="5412" actId="5793"/>
          <ac:spMkLst>
            <pc:docMk/>
            <pc:sldMk cId="466418485" sldId="281"/>
            <ac:spMk id="32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21:00.984" v="5413" actId="1076"/>
          <ac:picMkLst>
            <pc:docMk/>
            <pc:sldMk cId="466418485" sldId="281"/>
            <ac:picMk id="1028" creationId="{00000000-0000-0000-0000-000000000000}"/>
          </ac:picMkLst>
        </pc:picChg>
        <pc:cxnChg chg="mod">
          <ac:chgData name="Schlesinger, Sebastian" userId="d814e6c9-e9fb-4b77-84f7-ccd8aa3529bb" providerId="ADAL" clId="{814D90CD-D400-5612-B49E-CD4DF6BF7C8B}" dt="2026-02-03T11:21:00.984" v="5413" actId="1076"/>
          <ac:cxnSpMkLst>
            <pc:docMk/>
            <pc:sldMk cId="466418485" sldId="281"/>
            <ac:cxnSpMk id="14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21:00.984" v="5413" actId="1076"/>
          <ac:cxnSpMkLst>
            <pc:docMk/>
            <pc:sldMk cId="466418485" sldId="281"/>
            <ac:cxnSpMk id="17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21:00.984" v="5413" actId="1076"/>
          <ac:cxnSpMkLst>
            <pc:docMk/>
            <pc:sldMk cId="466418485" sldId="281"/>
            <ac:cxnSpMk id="20" creationId="{00000000-0000-0000-0000-000000000000}"/>
          </ac:cxnSpMkLst>
        </pc:cxnChg>
      </pc:sldChg>
      <pc:sldChg chg="modSp add del mod">
        <pc:chgData name="Schlesinger, Sebastian" userId="d814e6c9-e9fb-4b77-84f7-ccd8aa3529bb" providerId="ADAL" clId="{814D90CD-D400-5612-B49E-CD4DF6BF7C8B}" dt="2026-02-02T17:23:42.643" v="5079" actId="2696"/>
        <pc:sldMkLst>
          <pc:docMk/>
          <pc:sldMk cId="0" sldId="282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82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8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07:05.909" v="4491" actId="14100"/>
          <ac:spMkLst>
            <pc:docMk/>
            <pc:sldMk cId="0" sldId="282"/>
            <ac:spMk id="1331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07:18.252" v="4495" actId="12"/>
          <ac:spMkLst>
            <pc:docMk/>
            <pc:sldMk cId="0" sldId="282"/>
            <ac:spMk id="13318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3:41:10.442" v="5573" actId="2696"/>
        <pc:sldMkLst>
          <pc:docMk/>
          <pc:sldMk cId="2514654928" sldId="282"/>
        </pc:sldMkLst>
        <pc:spChg chg="mod">
          <ac:chgData name="Schlesinger, Sebastian" userId="d814e6c9-e9fb-4b77-84f7-ccd8aa3529bb" providerId="ADAL" clId="{814D90CD-D400-5612-B49E-CD4DF6BF7C8B}" dt="2026-02-03T11:21:04.573" v="5414" actId="14100"/>
          <ac:spMkLst>
            <pc:docMk/>
            <pc:sldMk cId="2514654928" sldId="282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21:27.332" v="5431" actId="20577"/>
          <ac:spMkLst>
            <pc:docMk/>
            <pc:sldMk cId="2514654928" sldId="28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514654928" sldId="282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514654928" sldId="282"/>
            <ac:spMk id="6" creationId="{00000000-0000-0000-0000-000000000000}"/>
          </ac:spMkLst>
        </pc:spChg>
        <pc:graphicFrameChg chg="mod">
          <ac:chgData name="Schlesinger, Sebastian" userId="d814e6c9-e9fb-4b77-84f7-ccd8aa3529bb" providerId="ADAL" clId="{814D90CD-D400-5612-B49E-CD4DF6BF7C8B}" dt="2026-02-03T11:21:30.630" v="5432" actId="1076"/>
          <ac:graphicFrameMkLst>
            <pc:docMk/>
            <pc:sldMk cId="2514654928" sldId="282"/>
            <ac:graphicFrameMk id="20482" creationId="{00000000-0000-0000-0000-000000000000}"/>
          </ac:graphicFrameMkLst>
        </pc:graphicFrameChg>
      </pc:sldChg>
      <pc:sldChg chg="modSp add del mod">
        <pc:chgData name="Schlesinger, Sebastian" userId="d814e6c9-e9fb-4b77-84f7-ccd8aa3529bb" providerId="ADAL" clId="{814D90CD-D400-5612-B49E-CD4DF6BF7C8B}" dt="2026-02-02T17:23:42.661" v="5091" actId="2696"/>
        <pc:sldMkLst>
          <pc:docMk/>
          <pc:sldMk cId="0" sldId="283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8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83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08:06.306" v="4501" actId="403"/>
          <ac:spMkLst>
            <pc:docMk/>
            <pc:sldMk cId="0" sldId="283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08:00.392" v="4498" actId="1076"/>
          <ac:spMkLst>
            <pc:docMk/>
            <pc:sldMk cId="0" sldId="283"/>
            <ac:spMk id="4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08:08.918" v="4502" actId="14100"/>
          <ac:spMkLst>
            <pc:docMk/>
            <pc:sldMk cId="0" sldId="283"/>
            <ac:spMk id="15365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2T14:08:00.392" v="4498" actId="1076"/>
          <ac:grpSpMkLst>
            <pc:docMk/>
            <pc:sldMk cId="0" sldId="283"/>
            <ac:grpSpMk id="28" creationId="{00000000-0000-0000-0000-000000000000}"/>
          </ac:grpSpMkLst>
        </pc:grpChg>
        <pc:grpChg chg="mod">
          <ac:chgData name="Schlesinger, Sebastian" userId="d814e6c9-e9fb-4b77-84f7-ccd8aa3529bb" providerId="ADAL" clId="{814D90CD-D400-5612-B49E-CD4DF6BF7C8B}" dt="2026-02-02T14:08:00.392" v="4498" actId="1076"/>
          <ac:grpSpMkLst>
            <pc:docMk/>
            <pc:sldMk cId="0" sldId="283"/>
            <ac:grpSpMk id="35" creationId="{00000000-0000-0000-0000-000000000000}"/>
          </ac:grpSpMkLst>
        </pc:grpChg>
        <pc:grpChg chg="mod">
          <ac:chgData name="Schlesinger, Sebastian" userId="d814e6c9-e9fb-4b77-84f7-ccd8aa3529bb" providerId="ADAL" clId="{814D90CD-D400-5612-B49E-CD4DF6BF7C8B}" dt="2026-02-02T14:08:00.392" v="4498" actId="1076"/>
          <ac:grpSpMkLst>
            <pc:docMk/>
            <pc:sldMk cId="0" sldId="283"/>
            <ac:grpSpMk id="44" creationId="{00000000-0000-0000-0000-000000000000}"/>
          </ac:grpSpMkLst>
        </pc:grpChg>
        <pc:cxnChg chg="mod">
          <ac:chgData name="Schlesinger, Sebastian" userId="d814e6c9-e9fb-4b77-84f7-ccd8aa3529bb" providerId="ADAL" clId="{814D90CD-D400-5612-B49E-CD4DF6BF7C8B}" dt="2026-02-02T14:08:00.392" v="4498" actId="1076"/>
          <ac:cxnSpMkLst>
            <pc:docMk/>
            <pc:sldMk cId="0" sldId="283"/>
            <ac:cxnSpMk id="38" creationId="{00000000-0000-0000-0000-000000000000}"/>
          </ac:cxnSpMkLst>
        </pc:cxnChg>
      </pc:sldChg>
      <pc:sldChg chg="modSp add del mod">
        <pc:chgData name="Schlesinger, Sebastian" userId="d814e6c9-e9fb-4b77-84f7-ccd8aa3529bb" providerId="ADAL" clId="{814D90CD-D400-5612-B49E-CD4DF6BF7C8B}" dt="2026-02-03T13:41:10.553" v="5593" actId="2696"/>
        <pc:sldMkLst>
          <pc:docMk/>
          <pc:sldMk cId="427156739" sldId="283"/>
        </pc:sldMkLst>
        <pc:spChg chg="mod">
          <ac:chgData name="Schlesinger, Sebastian" userId="d814e6c9-e9fb-4b77-84f7-ccd8aa3529bb" providerId="ADAL" clId="{814D90CD-D400-5612-B49E-CD4DF6BF7C8B}" dt="2026-02-03T11:21:52.607" v="5433" actId="14100"/>
          <ac:spMkLst>
            <pc:docMk/>
            <pc:sldMk cId="427156739" sldId="28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21:58.271" v="5436" actId="1076"/>
          <ac:spMkLst>
            <pc:docMk/>
            <pc:sldMk cId="427156739" sldId="283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427156739" sldId="283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427156739" sldId="283"/>
            <ac:spMk id="22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645" v="5081" actId="2696"/>
        <pc:sldMkLst>
          <pc:docMk/>
          <pc:sldMk cId="0" sldId="284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84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84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06:06.957" v="4483" actId="1076"/>
          <ac:spMkLst>
            <pc:docMk/>
            <pc:sldMk cId="0" sldId="284"/>
            <ac:spMk id="2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05:59.141" v="4482" actId="403"/>
          <ac:spMkLst>
            <pc:docMk/>
            <pc:sldMk cId="0" sldId="284"/>
            <ac:spMk id="12294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2T14:06:06.957" v="4483" actId="1076"/>
          <ac:grpSpMkLst>
            <pc:docMk/>
            <pc:sldMk cId="0" sldId="284"/>
            <ac:grpSpMk id="13" creationId="{00000000-0000-0000-0000-000000000000}"/>
          </ac:grpSpMkLst>
        </pc:grpChg>
      </pc:sldChg>
      <pc:sldChg chg="modSp add del mod modNotes">
        <pc:chgData name="Schlesinger, Sebastian" userId="d814e6c9-e9fb-4b77-84f7-ccd8aa3529bb" providerId="ADAL" clId="{814D90CD-D400-5612-B49E-CD4DF6BF7C8B}" dt="2026-02-03T13:41:10.554" v="5594" actId="2696"/>
        <pc:sldMkLst>
          <pc:docMk/>
          <pc:sldMk cId="4258950339" sldId="284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4258950339" sldId="284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4258950339" sldId="284"/>
            <ac:spMk id="5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22:10.225" v="5437" actId="1076"/>
          <ac:picMkLst>
            <pc:docMk/>
            <pc:sldMk cId="4258950339" sldId="284"/>
            <ac:picMk id="3074" creationId="{00000000-0000-0000-0000-000000000000}"/>
          </ac:picMkLst>
        </pc:picChg>
      </pc:sldChg>
      <pc:sldChg chg="modSp add del mod">
        <pc:chgData name="Schlesinger, Sebastian" userId="d814e6c9-e9fb-4b77-84f7-ccd8aa3529bb" providerId="ADAL" clId="{814D90CD-D400-5612-B49E-CD4DF6BF7C8B}" dt="2026-02-02T17:23:42.687" v="5114" actId="2696"/>
        <pc:sldMkLst>
          <pc:docMk/>
          <pc:sldMk cId="0" sldId="285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85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85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09:24.206" v="4514" actId="14100"/>
          <ac:spMkLst>
            <pc:docMk/>
            <pc:sldMk cId="0" sldId="285"/>
            <ac:spMk id="1638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1:44.180" v="4542" actId="12"/>
          <ac:spMkLst>
            <pc:docMk/>
            <pc:sldMk cId="0" sldId="285"/>
            <ac:spMk id="16390" creationId="{00000000-0000-0000-0000-000000000000}"/>
          </ac:spMkLst>
        </pc:spChg>
      </pc:sldChg>
      <pc:sldChg chg="modSp add del mod modNotes">
        <pc:chgData name="Schlesinger, Sebastian" userId="d814e6c9-e9fb-4b77-84f7-ccd8aa3529bb" providerId="ADAL" clId="{814D90CD-D400-5612-B49E-CD4DF6BF7C8B}" dt="2026-02-03T13:41:10.888" v="5627" actId="2696"/>
        <pc:sldMkLst>
          <pc:docMk/>
          <pc:sldMk cId="772366863" sldId="285"/>
        </pc:sldMkLst>
        <pc:spChg chg="mod">
          <ac:chgData name="Schlesinger, Sebastian" userId="d814e6c9-e9fb-4b77-84f7-ccd8aa3529bb" providerId="ADAL" clId="{814D90CD-D400-5612-B49E-CD4DF6BF7C8B}" dt="2026-02-03T11:22:31.995" v="5441" actId="1076"/>
          <ac:spMkLst>
            <pc:docMk/>
            <pc:sldMk cId="772366863" sldId="285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34:43.440" v="5448" actId="1076"/>
          <ac:spMkLst>
            <pc:docMk/>
            <pc:sldMk cId="772366863" sldId="285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22:37.520" v="5442" actId="1076"/>
          <ac:spMkLst>
            <pc:docMk/>
            <pc:sldMk cId="772366863" sldId="285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22:40.679" v="5443" actId="1076"/>
          <ac:spMkLst>
            <pc:docMk/>
            <pc:sldMk cId="772366863" sldId="285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22:37.520" v="5442" actId="1076"/>
          <ac:spMkLst>
            <pc:docMk/>
            <pc:sldMk cId="772366863" sldId="285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22:37.520" v="5442" actId="1076"/>
          <ac:spMkLst>
            <pc:docMk/>
            <pc:sldMk cId="772366863" sldId="285"/>
            <ac:spMk id="1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772366863" sldId="285"/>
            <ac:spMk id="1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22:37.520" v="5442" actId="1076"/>
          <ac:spMkLst>
            <pc:docMk/>
            <pc:sldMk cId="772366863" sldId="285"/>
            <ac:spMk id="45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22:37.520" v="5442" actId="1076"/>
          <ac:picMkLst>
            <pc:docMk/>
            <pc:sldMk cId="772366863" sldId="285"/>
            <ac:picMk id="4098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1:22:37.520" v="5442" actId="1076"/>
          <ac:picMkLst>
            <pc:docMk/>
            <pc:sldMk cId="772366863" sldId="285"/>
            <ac:picMk id="4101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1:22:37.520" v="5442" actId="1076"/>
          <ac:picMkLst>
            <pc:docMk/>
            <pc:sldMk cId="772366863" sldId="285"/>
            <ac:picMk id="21507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1:22:37.520" v="5442" actId="1076"/>
          <ac:picMkLst>
            <pc:docMk/>
            <pc:sldMk cId="772366863" sldId="285"/>
            <ac:picMk id="40963" creationId="{00000000-0000-0000-0000-000000000000}"/>
          </ac:picMkLst>
        </pc:picChg>
        <pc:cxnChg chg="mod">
          <ac:chgData name="Schlesinger, Sebastian" userId="d814e6c9-e9fb-4b77-84f7-ccd8aa3529bb" providerId="ADAL" clId="{814D90CD-D400-5612-B49E-CD4DF6BF7C8B}" dt="2026-02-03T11:22:37.520" v="5442" actId="1076"/>
          <ac:cxnSpMkLst>
            <pc:docMk/>
            <pc:sldMk cId="772366863" sldId="285"/>
            <ac:cxnSpMk id="24" creationId="{00000000-0000-0000-0000-000000000000}"/>
          </ac:cxnSpMkLst>
        </pc:cxnChg>
      </pc:sldChg>
      <pc:sldChg chg="modSp add del mod">
        <pc:chgData name="Schlesinger, Sebastian" userId="d814e6c9-e9fb-4b77-84f7-ccd8aa3529bb" providerId="ADAL" clId="{814D90CD-D400-5612-B49E-CD4DF6BF7C8B}" dt="2026-02-03T13:41:10.889" v="5628" actId="2696"/>
        <pc:sldMkLst>
          <pc:docMk/>
          <pc:sldMk cId="3350554379" sldId="286"/>
        </pc:sldMkLst>
        <pc:spChg chg="mod">
          <ac:chgData name="Schlesinger, Sebastian" userId="d814e6c9-e9fb-4b77-84f7-ccd8aa3529bb" providerId="ADAL" clId="{814D90CD-D400-5612-B49E-CD4DF6BF7C8B}" dt="2026-02-03T11:22:49.913" v="5445" actId="14100"/>
          <ac:spMkLst>
            <pc:docMk/>
            <pc:sldMk cId="3350554379" sldId="286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34:48.680" v="5449" actId="12"/>
          <ac:spMkLst>
            <pc:docMk/>
            <pc:sldMk cId="3350554379" sldId="28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350554379" sldId="286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350554379" sldId="286"/>
            <ac:spMk id="7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22:54.501" v="5446" actId="1076"/>
          <ac:picMkLst>
            <pc:docMk/>
            <pc:sldMk cId="3350554379" sldId="286"/>
            <ac:picMk id="5122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1:22:54.501" v="5446" actId="1076"/>
          <ac:picMkLst>
            <pc:docMk/>
            <pc:sldMk cId="3350554379" sldId="286"/>
            <ac:picMk id="5123" creationId="{00000000-0000-0000-0000-000000000000}"/>
          </ac:picMkLst>
        </pc:picChg>
      </pc:sldChg>
      <pc:sldChg chg="modSp add del mod">
        <pc:chgData name="Schlesinger, Sebastian" userId="d814e6c9-e9fb-4b77-84f7-ccd8aa3529bb" providerId="ADAL" clId="{814D90CD-D400-5612-B49E-CD4DF6BF7C8B}" dt="2026-02-02T17:23:42.684" v="5111" actId="2696"/>
        <pc:sldMkLst>
          <pc:docMk/>
          <pc:sldMk cId="0" sldId="287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87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8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07:34.301" v="4497" actId="12"/>
          <ac:spMkLst>
            <pc:docMk/>
            <pc:sldMk cId="0" sldId="287"/>
            <ac:spMk id="14342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641" v="5078" actId="2696"/>
        <pc:sldMkLst>
          <pc:docMk/>
          <pc:sldMk cId="0" sldId="288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88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8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26:59.829" v="4749" actId="14100"/>
          <ac:spMkLst>
            <pc:docMk/>
            <pc:sldMk cId="0" sldId="288"/>
            <ac:spMk id="40966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660" v="5090" actId="2696"/>
        <pc:sldMkLst>
          <pc:docMk/>
          <pc:sldMk cId="0" sldId="289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89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8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3:16.694" v="4559" actId="14100"/>
          <ac:spMkLst>
            <pc:docMk/>
            <pc:sldMk cId="0" sldId="289"/>
            <ac:spMk id="2048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3:58.969" v="4569" actId="14100"/>
          <ac:spMkLst>
            <pc:docMk/>
            <pc:sldMk cId="0" sldId="289"/>
            <ac:spMk id="2048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3:56.470" v="4568" actId="1076"/>
          <ac:spMkLst>
            <pc:docMk/>
            <pc:sldMk cId="0" sldId="289"/>
            <ac:spMk id="20488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2T14:13:28.574" v="4564" actId="1076"/>
          <ac:picMkLst>
            <pc:docMk/>
            <pc:sldMk cId="0" sldId="289"/>
            <ac:picMk id="20487" creationId="{00000000-0000-0000-0000-000000000000}"/>
          </ac:picMkLst>
        </pc:picChg>
      </pc:sldChg>
      <pc:sldChg chg="modSp add del mod">
        <pc:chgData name="Schlesinger, Sebastian" userId="d814e6c9-e9fb-4b77-84f7-ccd8aa3529bb" providerId="ADAL" clId="{814D90CD-D400-5612-B49E-CD4DF6BF7C8B}" dt="2026-02-02T17:23:42.665" v="5094" actId="2696"/>
        <pc:sldMkLst>
          <pc:docMk/>
          <pc:sldMk cId="0" sldId="290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9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90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08.735" v="4570" actId="1076"/>
          <ac:spMkLst>
            <pc:docMk/>
            <pc:sldMk cId="0" sldId="290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08.735" v="4570" actId="1076"/>
          <ac:spMkLst>
            <pc:docMk/>
            <pc:sldMk cId="0" sldId="290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08.735" v="4570" actId="1076"/>
          <ac:spMkLst>
            <pc:docMk/>
            <pc:sldMk cId="0" sldId="290"/>
            <ac:spMk id="1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08.735" v="4570" actId="1076"/>
          <ac:spMkLst>
            <pc:docMk/>
            <pc:sldMk cId="0" sldId="290"/>
            <ac:spMk id="1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14.007" v="4572" actId="1076"/>
          <ac:spMkLst>
            <pc:docMk/>
            <pc:sldMk cId="0" sldId="290"/>
            <ac:spMk id="215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08.735" v="4570" actId="1076"/>
          <ac:spMkLst>
            <pc:docMk/>
            <pc:sldMk cId="0" sldId="290"/>
            <ac:spMk id="2152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08.735" v="4570" actId="1076"/>
          <ac:spMkLst>
            <pc:docMk/>
            <pc:sldMk cId="0" sldId="290"/>
            <ac:spMk id="2152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08.735" v="4570" actId="1076"/>
          <ac:spMkLst>
            <pc:docMk/>
            <pc:sldMk cId="0" sldId="290"/>
            <ac:spMk id="2152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08.735" v="4570" actId="1076"/>
          <ac:spMkLst>
            <pc:docMk/>
            <pc:sldMk cId="0" sldId="290"/>
            <ac:spMk id="2152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08.735" v="4570" actId="1076"/>
          <ac:spMkLst>
            <pc:docMk/>
            <pc:sldMk cId="0" sldId="290"/>
            <ac:spMk id="21524" creationId="{00000000-0000-0000-0000-000000000000}"/>
          </ac:spMkLst>
        </pc:spChg>
        <pc:cxnChg chg="mod">
          <ac:chgData name="Schlesinger, Sebastian" userId="d814e6c9-e9fb-4b77-84f7-ccd8aa3529bb" providerId="ADAL" clId="{814D90CD-D400-5612-B49E-CD4DF6BF7C8B}" dt="2026-02-02T14:14:08.735" v="4570" actId="1076"/>
          <ac:cxnSpMkLst>
            <pc:docMk/>
            <pc:sldMk cId="0" sldId="290"/>
            <ac:cxnSpMk id="19" creationId="{00000000-0000-0000-0000-000000000000}"/>
          </ac:cxnSpMkLst>
        </pc:cxnChg>
      </pc:sldChg>
      <pc:sldChg chg="modSp add del mod modNotes">
        <pc:chgData name="Schlesinger, Sebastian" userId="d814e6c9-e9fb-4b77-84f7-ccd8aa3529bb" providerId="ADAL" clId="{814D90CD-D400-5612-B49E-CD4DF6BF7C8B}" dt="2026-02-03T13:41:10.549" v="5590" actId="2696"/>
        <pc:sldMkLst>
          <pc:docMk/>
          <pc:sldMk cId="2170652245" sldId="290"/>
        </pc:sldMkLst>
        <pc:spChg chg="mod">
          <ac:chgData name="Schlesinger, Sebastian" userId="d814e6c9-e9fb-4b77-84f7-ccd8aa3529bb" providerId="ADAL" clId="{814D90CD-D400-5612-B49E-CD4DF6BF7C8B}" dt="2026-02-03T11:35:17.748" v="5455" actId="1076"/>
          <ac:spMkLst>
            <pc:docMk/>
            <pc:sldMk cId="2170652245" sldId="29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170652245" sldId="290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170652245" sldId="290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35:30.032" v="5456" actId="1076"/>
          <ac:spMkLst>
            <pc:docMk/>
            <pc:sldMk cId="2170652245" sldId="290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35:30.032" v="5456" actId="1076"/>
          <ac:spMkLst>
            <pc:docMk/>
            <pc:sldMk cId="2170652245" sldId="290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35:30.032" v="5456" actId="1076"/>
          <ac:spMkLst>
            <pc:docMk/>
            <pc:sldMk cId="2170652245" sldId="290"/>
            <ac:spMk id="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35:30.032" v="5456" actId="1076"/>
          <ac:spMkLst>
            <pc:docMk/>
            <pc:sldMk cId="2170652245" sldId="290"/>
            <ac:spMk id="1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35:30.032" v="5456" actId="1076"/>
          <ac:spMkLst>
            <pc:docMk/>
            <pc:sldMk cId="2170652245" sldId="290"/>
            <ac:spMk id="1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35:30.032" v="5456" actId="1076"/>
          <ac:spMkLst>
            <pc:docMk/>
            <pc:sldMk cId="2170652245" sldId="290"/>
            <ac:spMk id="4100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35:30.032" v="5456" actId="1076"/>
          <ac:picMkLst>
            <pc:docMk/>
            <pc:sldMk cId="2170652245" sldId="290"/>
            <ac:picMk id="4098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1:35:30.032" v="5456" actId="1076"/>
          <ac:picMkLst>
            <pc:docMk/>
            <pc:sldMk cId="2170652245" sldId="290"/>
            <ac:picMk id="5123" creationId="{00000000-0000-0000-0000-000000000000}"/>
          </ac:picMkLst>
        </pc:picChg>
        <pc:cxnChg chg="mod">
          <ac:chgData name="Schlesinger, Sebastian" userId="d814e6c9-e9fb-4b77-84f7-ccd8aa3529bb" providerId="ADAL" clId="{814D90CD-D400-5612-B49E-CD4DF6BF7C8B}" dt="2026-02-03T11:35:30.032" v="5456" actId="1076"/>
          <ac:cxnSpMkLst>
            <pc:docMk/>
            <pc:sldMk cId="2170652245" sldId="290"/>
            <ac:cxnSpMk id="13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35:30.032" v="5456" actId="1076"/>
          <ac:cxnSpMkLst>
            <pc:docMk/>
            <pc:sldMk cId="2170652245" sldId="290"/>
            <ac:cxnSpMk id="29" creationId="{00000000-0000-0000-0000-000000000000}"/>
          </ac:cxnSpMkLst>
        </pc:cxnChg>
      </pc:sldChg>
      <pc:sldChg chg="modSp add del mod">
        <pc:chgData name="Schlesinger, Sebastian" userId="d814e6c9-e9fb-4b77-84f7-ccd8aa3529bb" providerId="ADAL" clId="{814D90CD-D400-5612-B49E-CD4DF6BF7C8B}" dt="2026-02-02T17:23:42.637" v="5075" actId="2696"/>
        <pc:sldMkLst>
          <pc:docMk/>
          <pc:sldMk cId="0" sldId="291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9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91"/>
            <ac:spMk id="4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2T14:15:14.163" v="4583" actId="1076"/>
          <ac:grpSpMkLst>
            <pc:docMk/>
            <pc:sldMk cId="0" sldId="291"/>
            <ac:grpSpMk id="24582" creationId="{00000000-0000-0000-0000-000000000000}"/>
          </ac:grpSpMkLst>
        </pc:grpChg>
        <pc:grpChg chg="mod">
          <ac:chgData name="Schlesinger, Sebastian" userId="d814e6c9-e9fb-4b77-84f7-ccd8aa3529bb" providerId="ADAL" clId="{814D90CD-D400-5612-B49E-CD4DF6BF7C8B}" dt="2026-02-02T14:15:14.163" v="4583" actId="1076"/>
          <ac:grpSpMkLst>
            <pc:docMk/>
            <pc:sldMk cId="0" sldId="291"/>
            <ac:grpSpMk id="24583" creationId="{00000000-0000-0000-0000-000000000000}"/>
          </ac:grpSpMkLst>
        </pc:grpChg>
        <pc:grpChg chg="mod">
          <ac:chgData name="Schlesinger, Sebastian" userId="d814e6c9-e9fb-4b77-84f7-ccd8aa3529bb" providerId="ADAL" clId="{814D90CD-D400-5612-B49E-CD4DF6BF7C8B}" dt="2026-02-02T14:15:14.163" v="4583" actId="1076"/>
          <ac:grpSpMkLst>
            <pc:docMk/>
            <pc:sldMk cId="0" sldId="291"/>
            <ac:grpSpMk id="24584" creationId="{00000000-0000-0000-0000-000000000000}"/>
          </ac:grpSpMkLst>
        </pc:grpChg>
      </pc:sldChg>
      <pc:sldChg chg="modSp add del mod">
        <pc:chgData name="Schlesinger, Sebastian" userId="d814e6c9-e9fb-4b77-84f7-ccd8aa3529bb" providerId="ADAL" clId="{814D90CD-D400-5612-B49E-CD4DF6BF7C8B}" dt="2026-02-03T13:41:10.890" v="5629" actId="2696"/>
        <pc:sldMkLst>
          <pc:docMk/>
          <pc:sldMk cId="3040342169" sldId="292"/>
        </pc:sldMkLst>
        <pc:spChg chg="mod">
          <ac:chgData name="Schlesinger, Sebastian" userId="d814e6c9-e9fb-4b77-84f7-ccd8aa3529bb" providerId="ADAL" clId="{814D90CD-D400-5612-B49E-CD4DF6BF7C8B}" dt="2026-02-03T11:56:46.049" v="5477" actId="1076"/>
          <ac:spMkLst>
            <pc:docMk/>
            <pc:sldMk cId="3040342169" sldId="292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040342169" sldId="292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040342169" sldId="292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57:06.663" v="5483" actId="12"/>
          <ac:spMkLst>
            <pc:docMk/>
            <pc:sldMk cId="3040342169" sldId="292"/>
            <ac:spMk id="38" creationId="{00000000-0000-0000-0000-000000000000}"/>
          </ac:spMkLst>
        </pc:spChg>
      </pc:sldChg>
      <pc:sldChg chg="modSp add del mod modNotes">
        <pc:chgData name="Schlesinger, Sebastian" userId="d814e6c9-e9fb-4b77-84f7-ccd8aa3529bb" providerId="ADAL" clId="{814D90CD-D400-5612-B49E-CD4DF6BF7C8B}" dt="2026-02-02T17:23:42.723" v="5117" actId="2696"/>
        <pc:sldMkLst>
          <pc:docMk/>
          <pc:sldMk cId="0" sldId="293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9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93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7:55.405" v="4391" actId="14100"/>
          <ac:spMkLst>
            <pc:docMk/>
            <pc:sldMk cId="0" sldId="293"/>
            <ac:spMk id="410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8:17.359" v="4394" actId="12"/>
          <ac:spMkLst>
            <pc:docMk/>
            <pc:sldMk cId="0" sldId="293"/>
            <ac:spMk id="4102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3:41:10.500" v="5578" actId="2696"/>
        <pc:sldMkLst>
          <pc:docMk/>
          <pc:sldMk cId="3730356808" sldId="293"/>
        </pc:sldMkLst>
        <pc:spChg chg="mod">
          <ac:chgData name="Schlesinger, Sebastian" userId="d814e6c9-e9fb-4b77-84f7-ccd8aa3529bb" providerId="ADAL" clId="{814D90CD-D400-5612-B49E-CD4DF6BF7C8B}" dt="2026-02-03T11:58:15.445" v="5485" actId="1076"/>
          <ac:spMkLst>
            <pc:docMk/>
            <pc:sldMk cId="3730356808" sldId="29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58:22.267" v="5486" actId="1076"/>
          <ac:spMkLst>
            <pc:docMk/>
            <pc:sldMk cId="3730356808" sldId="293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730356808" sldId="293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730356808" sldId="293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58:22.267" v="5486" actId="1076"/>
          <ac:spMkLst>
            <pc:docMk/>
            <pc:sldMk cId="3730356808" sldId="293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58:22.267" v="5486" actId="1076"/>
          <ac:spMkLst>
            <pc:docMk/>
            <pc:sldMk cId="3730356808" sldId="293"/>
            <ac:spMk id="1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58:22.267" v="5486" actId="1076"/>
          <ac:spMkLst>
            <pc:docMk/>
            <pc:sldMk cId="3730356808" sldId="293"/>
            <ac:spMk id="1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58:24.304" v="5487" actId="1076"/>
          <ac:spMkLst>
            <pc:docMk/>
            <pc:sldMk cId="3730356808" sldId="293"/>
            <ac:spMk id="28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58:22.267" v="5486" actId="1076"/>
          <ac:picMkLst>
            <pc:docMk/>
            <pc:sldMk cId="3730356808" sldId="293"/>
            <ac:picMk id="1026" creationId="{00000000-0000-0000-0000-000000000000}"/>
          </ac:picMkLst>
        </pc:picChg>
        <pc:cxnChg chg="mod">
          <ac:chgData name="Schlesinger, Sebastian" userId="d814e6c9-e9fb-4b77-84f7-ccd8aa3529bb" providerId="ADAL" clId="{814D90CD-D400-5612-B49E-CD4DF6BF7C8B}" dt="2026-02-03T11:58:22.267" v="5486" actId="1076"/>
          <ac:cxnSpMkLst>
            <pc:docMk/>
            <pc:sldMk cId="3730356808" sldId="293"/>
            <ac:cxnSpMk id="9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58:22.267" v="5486" actId="1076"/>
          <ac:cxnSpMkLst>
            <pc:docMk/>
            <pc:sldMk cId="3730356808" sldId="293"/>
            <ac:cxnSpMk id="15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58:22.267" v="5486" actId="1076"/>
          <ac:cxnSpMkLst>
            <pc:docMk/>
            <pc:sldMk cId="3730356808" sldId="293"/>
            <ac:cxnSpMk id="19" creationId="{00000000-0000-0000-0000-000000000000}"/>
          </ac:cxnSpMkLst>
        </pc:cxnChg>
      </pc:sldChg>
      <pc:sldChg chg="modSp add del mod">
        <pc:chgData name="Schlesinger, Sebastian" userId="d814e6c9-e9fb-4b77-84f7-ccd8aa3529bb" providerId="ADAL" clId="{814D90CD-D400-5612-B49E-CD4DF6BF7C8B}" dt="2026-02-03T13:41:10.613" v="5604" actId="2696"/>
        <pc:sldMkLst>
          <pc:docMk/>
          <pc:sldMk cId="3602297389" sldId="294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602297389" sldId="294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602297389" sldId="294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58:47.330" v="5494" actId="1076"/>
          <ac:spMkLst>
            <pc:docMk/>
            <pc:sldMk cId="3602297389" sldId="294"/>
            <ac:spMk id="38" creationId="{00000000-0000-0000-0000-000000000000}"/>
          </ac:spMkLst>
        </pc:spChg>
      </pc:sldChg>
      <pc:sldChg chg="modSp add del mod modNotes">
        <pc:chgData name="Schlesinger, Sebastian" userId="d814e6c9-e9fb-4b77-84f7-ccd8aa3529bb" providerId="ADAL" clId="{814D90CD-D400-5612-B49E-CD4DF6BF7C8B}" dt="2026-02-03T13:41:10.544" v="5586" actId="2696"/>
        <pc:sldMkLst>
          <pc:docMk/>
          <pc:sldMk cId="3765841763" sldId="295"/>
        </pc:sldMkLst>
        <pc:spChg chg="mod">
          <ac:chgData name="Schlesinger, Sebastian" userId="d814e6c9-e9fb-4b77-84f7-ccd8aa3529bb" providerId="ADAL" clId="{814D90CD-D400-5612-B49E-CD4DF6BF7C8B}" dt="2026-02-03T11:59:10.674" v="5499" actId="14100"/>
          <ac:spMkLst>
            <pc:docMk/>
            <pc:sldMk cId="3765841763" sldId="295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58:58.384" v="5495" actId="1076"/>
          <ac:spMkLst>
            <pc:docMk/>
            <pc:sldMk cId="3765841763" sldId="295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765841763" sldId="295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765841763" sldId="295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58:58.384" v="5495" actId="1076"/>
          <ac:spMkLst>
            <pc:docMk/>
            <pc:sldMk cId="3765841763" sldId="295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59:07.796" v="5498" actId="1076"/>
          <ac:spMkLst>
            <pc:docMk/>
            <pc:sldMk cId="3765841763" sldId="295"/>
            <ac:spMk id="1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58:58.384" v="5495" actId="1076"/>
          <ac:spMkLst>
            <pc:docMk/>
            <pc:sldMk cId="3765841763" sldId="295"/>
            <ac:spMk id="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59:01.411" v="5496" actId="1076"/>
          <ac:spMkLst>
            <pc:docMk/>
            <pc:sldMk cId="3765841763" sldId="295"/>
            <ac:spMk id="18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58:58.384" v="5495" actId="1076"/>
          <ac:picMkLst>
            <pc:docMk/>
            <pc:sldMk cId="3765841763" sldId="295"/>
            <ac:picMk id="3074" creationId="{00000000-0000-0000-0000-000000000000}"/>
          </ac:picMkLst>
        </pc:picChg>
        <pc:cxnChg chg="mod">
          <ac:chgData name="Schlesinger, Sebastian" userId="d814e6c9-e9fb-4b77-84f7-ccd8aa3529bb" providerId="ADAL" clId="{814D90CD-D400-5612-B49E-CD4DF6BF7C8B}" dt="2026-02-03T11:58:58.384" v="5495" actId="1076"/>
          <ac:cxnSpMkLst>
            <pc:docMk/>
            <pc:sldMk cId="3765841763" sldId="295"/>
            <ac:cxnSpMk id="11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58:58.384" v="5495" actId="1076"/>
          <ac:cxnSpMkLst>
            <pc:docMk/>
            <pc:sldMk cId="3765841763" sldId="295"/>
            <ac:cxnSpMk id="14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59:04.738" v="5497" actId="14100"/>
          <ac:cxnSpMkLst>
            <pc:docMk/>
            <pc:sldMk cId="3765841763" sldId="295"/>
            <ac:cxnSpMk id="15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58:58.384" v="5495" actId="1076"/>
          <ac:cxnSpMkLst>
            <pc:docMk/>
            <pc:sldMk cId="3765841763" sldId="295"/>
            <ac:cxnSpMk id="17" creationId="{00000000-0000-0000-0000-000000000000}"/>
          </ac:cxnSpMkLst>
        </pc:cxnChg>
      </pc:sldChg>
      <pc:sldChg chg="modSp add del mod">
        <pc:chgData name="Schlesinger, Sebastian" userId="d814e6c9-e9fb-4b77-84f7-ccd8aa3529bb" providerId="ADAL" clId="{814D90CD-D400-5612-B49E-CD4DF6BF7C8B}" dt="2026-02-02T17:23:42.725" v="5118" actId="2696"/>
        <pc:sldMkLst>
          <pc:docMk/>
          <pc:sldMk cId="0" sldId="296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96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9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47.753" v="4578" actId="1076"/>
          <ac:spMkLst>
            <pc:docMk/>
            <pc:sldMk cId="0" sldId="296"/>
            <ac:spMk id="22534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2T14:14:38.092" v="4576" actId="1076"/>
          <ac:grpSpMkLst>
            <pc:docMk/>
            <pc:sldMk cId="0" sldId="296"/>
            <ac:grpSpMk id="20" creationId="{00000000-0000-0000-0000-000000000000}"/>
          </ac:grpSpMkLst>
        </pc:grpChg>
        <pc:grpChg chg="mod">
          <ac:chgData name="Schlesinger, Sebastian" userId="d814e6c9-e9fb-4b77-84f7-ccd8aa3529bb" providerId="ADAL" clId="{814D90CD-D400-5612-B49E-CD4DF6BF7C8B}" dt="2026-02-02T14:14:38.092" v="4576" actId="1076"/>
          <ac:grpSpMkLst>
            <pc:docMk/>
            <pc:sldMk cId="0" sldId="296"/>
            <ac:grpSpMk id="35" creationId="{00000000-0000-0000-0000-000000000000}"/>
          </ac:grpSpMkLst>
        </pc:grpChg>
      </pc:sldChg>
      <pc:sldChg chg="modSp add del mod">
        <pc:chgData name="Schlesinger, Sebastian" userId="d814e6c9-e9fb-4b77-84f7-ccd8aa3529bb" providerId="ADAL" clId="{814D90CD-D400-5612-B49E-CD4DF6BF7C8B}" dt="2026-02-03T13:41:10.612" v="5603" actId="2696"/>
        <pc:sldMkLst>
          <pc:docMk/>
          <pc:sldMk cId="3148096559" sldId="296"/>
        </pc:sldMkLst>
        <pc:spChg chg="mod">
          <ac:chgData name="Schlesinger, Sebastian" userId="d814e6c9-e9fb-4b77-84f7-ccd8aa3529bb" providerId="ADAL" clId="{814D90CD-D400-5612-B49E-CD4DF6BF7C8B}" dt="2026-02-03T11:59:15.490" v="5500" actId="14100"/>
          <ac:spMkLst>
            <pc:docMk/>
            <pc:sldMk cId="3148096559" sldId="296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148096559" sldId="296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148096559" sldId="296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59:21.479" v="5501" actId="1076"/>
          <ac:spMkLst>
            <pc:docMk/>
            <pc:sldMk cId="3148096559" sldId="296"/>
            <ac:spMk id="2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59:21.479" v="5501" actId="1076"/>
          <ac:spMkLst>
            <pc:docMk/>
            <pc:sldMk cId="3148096559" sldId="296"/>
            <ac:spMk id="2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59:21.479" v="5501" actId="1076"/>
          <ac:spMkLst>
            <pc:docMk/>
            <pc:sldMk cId="3148096559" sldId="296"/>
            <ac:spMk id="55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59:21.479" v="5501" actId="1076"/>
          <ac:picMkLst>
            <pc:docMk/>
            <pc:sldMk cId="3148096559" sldId="296"/>
            <ac:picMk id="1026" creationId="{00000000-0000-0000-0000-000000000000}"/>
          </ac:picMkLst>
        </pc:picChg>
        <pc:cxnChg chg="mod">
          <ac:chgData name="Schlesinger, Sebastian" userId="d814e6c9-e9fb-4b77-84f7-ccd8aa3529bb" providerId="ADAL" clId="{814D90CD-D400-5612-B49E-CD4DF6BF7C8B}" dt="2026-02-03T11:59:21.479" v="5501" actId="1076"/>
          <ac:cxnSpMkLst>
            <pc:docMk/>
            <pc:sldMk cId="3148096559" sldId="296"/>
            <ac:cxnSpMk id="23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59:21.479" v="5501" actId="1076"/>
          <ac:cxnSpMkLst>
            <pc:docMk/>
            <pc:sldMk cId="3148096559" sldId="296"/>
            <ac:cxnSpMk id="56" creationId="{00000000-0000-0000-0000-000000000000}"/>
          </ac:cxnSpMkLst>
        </pc:cxnChg>
      </pc:sldChg>
      <pc:sldChg chg="modSp add del mod">
        <pc:chgData name="Schlesinger, Sebastian" userId="d814e6c9-e9fb-4b77-84f7-ccd8aa3529bb" providerId="ADAL" clId="{814D90CD-D400-5612-B49E-CD4DF6BF7C8B}" dt="2026-02-02T17:23:42.674" v="5102" actId="2696"/>
        <pc:sldMkLst>
          <pc:docMk/>
          <pc:sldMk cId="0" sldId="297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97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29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21.569" v="4573" actId="1076"/>
          <ac:spMkLst>
            <pc:docMk/>
            <pc:sldMk cId="0" sldId="297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21.569" v="4573" actId="1076"/>
          <ac:spMkLst>
            <pc:docMk/>
            <pc:sldMk cId="0" sldId="297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21.569" v="4573" actId="1076"/>
          <ac:spMkLst>
            <pc:docMk/>
            <pc:sldMk cId="0" sldId="297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21.569" v="4573" actId="1076"/>
          <ac:spMkLst>
            <pc:docMk/>
            <pc:sldMk cId="0" sldId="297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25.815" v="4575" actId="1076"/>
          <ac:spMkLst>
            <pc:docMk/>
            <pc:sldMk cId="0" sldId="297"/>
            <ac:spMk id="2355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21.569" v="4573" actId="1076"/>
          <ac:spMkLst>
            <pc:docMk/>
            <pc:sldMk cId="0" sldId="297"/>
            <ac:spMk id="2356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21.569" v="4573" actId="1076"/>
          <ac:spMkLst>
            <pc:docMk/>
            <pc:sldMk cId="0" sldId="297"/>
            <ac:spMk id="2356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21.569" v="4573" actId="1076"/>
          <ac:spMkLst>
            <pc:docMk/>
            <pc:sldMk cId="0" sldId="297"/>
            <ac:spMk id="2357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21.569" v="4573" actId="1076"/>
          <ac:spMkLst>
            <pc:docMk/>
            <pc:sldMk cId="0" sldId="297"/>
            <ac:spMk id="2357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21.569" v="4573" actId="1076"/>
          <ac:spMkLst>
            <pc:docMk/>
            <pc:sldMk cId="0" sldId="297"/>
            <ac:spMk id="23572" creationId="{00000000-0000-0000-0000-000000000000}"/>
          </ac:spMkLst>
        </pc:spChg>
        <pc:cxnChg chg="mod">
          <ac:chgData name="Schlesinger, Sebastian" userId="d814e6c9-e9fb-4b77-84f7-ccd8aa3529bb" providerId="ADAL" clId="{814D90CD-D400-5612-B49E-CD4DF6BF7C8B}" dt="2026-02-02T14:14:21.569" v="4573" actId="1076"/>
          <ac:cxnSpMkLst>
            <pc:docMk/>
            <pc:sldMk cId="0" sldId="297"/>
            <ac:cxnSpMk id="11" creationId="{00000000-0000-0000-0000-000000000000}"/>
          </ac:cxnSpMkLst>
        </pc:cxnChg>
      </pc:sldChg>
      <pc:sldChg chg="modSp add del mod">
        <pc:chgData name="Schlesinger, Sebastian" userId="d814e6c9-e9fb-4b77-84f7-ccd8aa3529bb" providerId="ADAL" clId="{814D90CD-D400-5612-B49E-CD4DF6BF7C8B}" dt="2026-02-03T13:41:10.559" v="5597" actId="2696"/>
        <pc:sldMkLst>
          <pc:docMk/>
          <pc:sldMk cId="2303549242" sldId="297"/>
        </pc:sldMkLst>
        <pc:spChg chg="mod">
          <ac:chgData name="Schlesinger, Sebastian" userId="d814e6c9-e9fb-4b77-84f7-ccd8aa3529bb" providerId="ADAL" clId="{814D90CD-D400-5612-B49E-CD4DF6BF7C8B}" dt="2026-02-03T11:59:27.167" v="5503" actId="1076"/>
          <ac:spMkLst>
            <pc:docMk/>
            <pc:sldMk cId="2303549242" sldId="297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59:51.593" v="5510" actId="1076"/>
          <ac:spMkLst>
            <pc:docMk/>
            <pc:sldMk cId="2303549242" sldId="29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303549242" sldId="297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303549242" sldId="297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59:32.666" v="5504" actId="1076"/>
          <ac:spMkLst>
            <pc:docMk/>
            <pc:sldMk cId="2303549242" sldId="297"/>
            <ac:spMk id="8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59:32.666" v="5504" actId="1076"/>
          <ac:picMkLst>
            <pc:docMk/>
            <pc:sldMk cId="2303549242" sldId="297"/>
            <ac:picMk id="7" creationId="{00000000-0000-0000-0000-000000000000}"/>
          </ac:picMkLst>
        </pc:picChg>
      </pc:sldChg>
      <pc:sldChg chg="modSp add del mod modNotes">
        <pc:chgData name="Schlesinger, Sebastian" userId="d814e6c9-e9fb-4b77-84f7-ccd8aa3529bb" providerId="ADAL" clId="{814D90CD-D400-5612-B49E-CD4DF6BF7C8B}" dt="2026-02-03T13:41:10.738" v="5613" actId="2696"/>
        <pc:sldMkLst>
          <pc:docMk/>
          <pc:sldMk cId="984134327" sldId="300"/>
        </pc:sldMkLst>
        <pc:spChg chg="mod">
          <ac:chgData name="Schlesinger, Sebastian" userId="d814e6c9-e9fb-4b77-84f7-ccd8aa3529bb" providerId="ADAL" clId="{814D90CD-D400-5612-B49E-CD4DF6BF7C8B}" dt="2026-02-03T12:00:09.655" v="5512" actId="14100"/>
          <ac:spMkLst>
            <pc:docMk/>
            <pc:sldMk cId="984134327" sldId="30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984134327" sldId="300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984134327" sldId="300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2:00:07.457" v="5511" actId="1076"/>
          <ac:spMkLst>
            <pc:docMk/>
            <pc:sldMk cId="984134327" sldId="300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2:00:07.457" v="5511" actId="1076"/>
          <ac:spMkLst>
            <pc:docMk/>
            <pc:sldMk cId="984134327" sldId="300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2:00:07.457" v="5511" actId="1076"/>
          <ac:spMkLst>
            <pc:docMk/>
            <pc:sldMk cId="984134327" sldId="300"/>
            <ac:spMk id="11" creationId="{00000000-0000-0000-0000-000000000000}"/>
          </ac:spMkLst>
        </pc:spChg>
        <pc:cxnChg chg="mod">
          <ac:chgData name="Schlesinger, Sebastian" userId="d814e6c9-e9fb-4b77-84f7-ccd8aa3529bb" providerId="ADAL" clId="{814D90CD-D400-5612-B49E-CD4DF6BF7C8B}" dt="2026-02-03T12:00:07.457" v="5511" actId="1076"/>
          <ac:cxnSpMkLst>
            <pc:docMk/>
            <pc:sldMk cId="984134327" sldId="300"/>
            <ac:cxnSpMk id="13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2:00:07.457" v="5511" actId="1076"/>
          <ac:cxnSpMkLst>
            <pc:docMk/>
            <pc:sldMk cId="984134327" sldId="300"/>
            <ac:cxnSpMk id="17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2:00:07.457" v="5511" actId="1076"/>
          <ac:cxnSpMkLst>
            <pc:docMk/>
            <pc:sldMk cId="984134327" sldId="300"/>
            <ac:cxnSpMk id="19" creationId="{00000000-0000-0000-0000-000000000000}"/>
          </ac:cxnSpMkLst>
        </pc:cxnChg>
      </pc:sldChg>
      <pc:sldChg chg="modSp add del mod">
        <pc:chgData name="Schlesinger, Sebastian" userId="d814e6c9-e9fb-4b77-84f7-ccd8aa3529bb" providerId="ADAL" clId="{814D90CD-D400-5612-B49E-CD4DF6BF7C8B}" dt="2026-02-03T13:41:10.936" v="5634" actId="2696"/>
        <pc:sldMkLst>
          <pc:docMk/>
          <pc:sldMk cId="337592500" sldId="301"/>
        </pc:sldMkLst>
        <pc:spChg chg="mod">
          <ac:chgData name="Schlesinger, Sebastian" userId="d814e6c9-e9fb-4b77-84f7-ccd8aa3529bb" providerId="ADAL" clId="{814D90CD-D400-5612-B49E-CD4DF6BF7C8B}" dt="2026-02-03T12:00:52.822" v="5514" actId="14100"/>
          <ac:spMkLst>
            <pc:docMk/>
            <pc:sldMk cId="337592500" sldId="301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12:39.370" v="5521" actId="404"/>
          <ac:spMkLst>
            <pc:docMk/>
            <pc:sldMk cId="337592500" sldId="30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37592500" sldId="301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37592500" sldId="301"/>
            <ac:spMk id="6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3T12:00:50.314" v="5513" actId="1076"/>
          <ac:grpSpMkLst>
            <pc:docMk/>
            <pc:sldMk cId="337592500" sldId="301"/>
            <ac:grpSpMk id="7" creationId="{00000000-0000-0000-0000-000000000000}"/>
          </ac:grpSpMkLst>
        </pc:grpChg>
      </pc:sldChg>
      <pc:sldChg chg="modSp add del mod">
        <pc:chgData name="Schlesinger, Sebastian" userId="d814e6c9-e9fb-4b77-84f7-ccd8aa3529bb" providerId="ADAL" clId="{814D90CD-D400-5612-B49E-CD4DF6BF7C8B}" dt="2026-02-03T13:41:10.743" v="5617" actId="2696"/>
        <pc:sldMkLst>
          <pc:docMk/>
          <pc:sldMk cId="3734317981" sldId="302"/>
        </pc:sldMkLst>
        <pc:spChg chg="mod">
          <ac:chgData name="Schlesinger, Sebastian" userId="d814e6c9-e9fb-4b77-84f7-ccd8aa3529bb" providerId="ADAL" clId="{814D90CD-D400-5612-B49E-CD4DF6BF7C8B}" dt="2026-02-03T13:12:49.145" v="5523" actId="14100"/>
          <ac:spMkLst>
            <pc:docMk/>
            <pc:sldMk cId="3734317981" sldId="302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734317981" sldId="302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734317981" sldId="302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12:46.639" v="5522" actId="1076"/>
          <ac:spMkLst>
            <pc:docMk/>
            <pc:sldMk cId="3734317981" sldId="302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12:46.639" v="5522" actId="1076"/>
          <ac:spMkLst>
            <pc:docMk/>
            <pc:sldMk cId="3734317981" sldId="302"/>
            <ac:spMk id="2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12:46.639" v="5522" actId="1076"/>
          <ac:spMkLst>
            <pc:docMk/>
            <pc:sldMk cId="3734317981" sldId="302"/>
            <ac:spMk id="2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12:46.639" v="5522" actId="1076"/>
          <ac:spMkLst>
            <pc:docMk/>
            <pc:sldMk cId="3734317981" sldId="302"/>
            <ac:spMk id="2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12:46.639" v="5522" actId="1076"/>
          <ac:spMkLst>
            <pc:docMk/>
            <pc:sldMk cId="3734317981" sldId="302"/>
            <ac:spMk id="26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3:12:46.639" v="5522" actId="1076"/>
          <ac:picMkLst>
            <pc:docMk/>
            <pc:sldMk cId="3734317981" sldId="302"/>
            <ac:picMk id="3074" creationId="{00000000-0000-0000-0000-000000000000}"/>
          </ac:picMkLst>
        </pc:picChg>
        <pc:cxnChg chg="mod">
          <ac:chgData name="Schlesinger, Sebastian" userId="d814e6c9-e9fb-4b77-84f7-ccd8aa3529bb" providerId="ADAL" clId="{814D90CD-D400-5612-B49E-CD4DF6BF7C8B}" dt="2026-02-03T13:12:46.639" v="5522" actId="1076"/>
          <ac:cxnSpMkLst>
            <pc:docMk/>
            <pc:sldMk cId="3734317981" sldId="302"/>
            <ac:cxnSpMk id="21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3:12:46.639" v="5522" actId="1076"/>
          <ac:cxnSpMkLst>
            <pc:docMk/>
            <pc:sldMk cId="3734317981" sldId="302"/>
            <ac:cxnSpMk id="23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3:12:46.639" v="5522" actId="1076"/>
          <ac:cxnSpMkLst>
            <pc:docMk/>
            <pc:sldMk cId="3734317981" sldId="302"/>
            <ac:cxnSpMk id="25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3:12:46.639" v="5522" actId="1076"/>
          <ac:cxnSpMkLst>
            <pc:docMk/>
            <pc:sldMk cId="3734317981" sldId="302"/>
            <ac:cxnSpMk id="27" creationId="{00000000-0000-0000-0000-000000000000}"/>
          </ac:cxnSpMkLst>
        </pc:cxnChg>
      </pc:sldChg>
      <pc:sldChg chg="modSp add del mod">
        <pc:chgData name="Schlesinger, Sebastian" userId="d814e6c9-e9fb-4b77-84f7-ccd8aa3529bb" providerId="ADAL" clId="{814D90CD-D400-5612-B49E-CD4DF6BF7C8B}" dt="2026-02-02T17:23:42.663" v="5092" actId="2696"/>
        <pc:sldMkLst>
          <pc:docMk/>
          <pc:sldMk cId="0" sldId="303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30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303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2:12.121" v="4549" actId="403"/>
          <ac:spMkLst>
            <pc:docMk/>
            <pc:sldMk cId="0" sldId="303"/>
            <ac:spMk id="343043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059" v="4333" actId="2696"/>
        <pc:sldMkLst>
          <pc:docMk/>
          <pc:sldMk cId="0" sldId="304"/>
        </pc:sldMkLst>
      </pc:sldChg>
      <pc:sldChg chg="modSp add del mod modNotes">
        <pc:chgData name="Schlesinger, Sebastian" userId="d814e6c9-e9fb-4b77-84f7-ccd8aa3529bb" providerId="ADAL" clId="{814D90CD-D400-5612-B49E-CD4DF6BF7C8B}" dt="2026-02-03T13:41:10.706" v="5609" actId="2696"/>
        <pc:sldMkLst>
          <pc:docMk/>
          <pc:sldMk cId="2772155255" sldId="306"/>
        </pc:sldMkLst>
        <pc:spChg chg="mod">
          <ac:chgData name="Schlesinger, Sebastian" userId="d814e6c9-e9fb-4b77-84f7-ccd8aa3529bb" providerId="ADAL" clId="{814D90CD-D400-5612-B49E-CD4DF6BF7C8B}" dt="2026-02-03T13:13:07.479" v="5528" actId="1076"/>
          <ac:spMkLst>
            <pc:docMk/>
            <pc:sldMk cId="2772155255" sldId="306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13:16.971" v="5535" actId="1076"/>
          <ac:spMkLst>
            <pc:docMk/>
            <pc:sldMk cId="2772155255" sldId="30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772155255" sldId="306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772155255" sldId="306"/>
            <ac:spMk id="6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3:41:10.547" v="5589" actId="2696"/>
        <pc:sldMkLst>
          <pc:docMk/>
          <pc:sldMk cId="3352483973" sldId="307"/>
        </pc:sldMkLst>
        <pc:spChg chg="mod">
          <ac:chgData name="Schlesinger, Sebastian" userId="d814e6c9-e9fb-4b77-84f7-ccd8aa3529bb" providerId="ADAL" clId="{814D90CD-D400-5612-B49E-CD4DF6BF7C8B}" dt="2026-02-03T13:13:22.498" v="5537" actId="1076"/>
          <ac:spMkLst>
            <pc:docMk/>
            <pc:sldMk cId="3352483973" sldId="307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13:38.316" v="5544" actId="403"/>
          <ac:spMkLst>
            <pc:docMk/>
            <pc:sldMk cId="3352483973" sldId="30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352483973" sldId="307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352483973" sldId="307"/>
            <ac:spMk id="6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052" v="4328" actId="2696"/>
        <pc:sldMkLst>
          <pc:docMk/>
          <pc:sldMk cId="0" sldId="308"/>
        </pc:sldMkLst>
      </pc:sldChg>
      <pc:sldChg chg="modSp add del mod">
        <pc:chgData name="Schlesinger, Sebastian" userId="d814e6c9-e9fb-4b77-84f7-ccd8aa3529bb" providerId="ADAL" clId="{814D90CD-D400-5612-B49E-CD4DF6BF7C8B}" dt="2026-02-02T12:56:48.055" v="4330" actId="2696"/>
        <pc:sldMkLst>
          <pc:docMk/>
          <pc:sldMk cId="0" sldId="309"/>
        </pc:sldMkLst>
      </pc:sldChg>
      <pc:sldChg chg="modSp add del mod">
        <pc:chgData name="Schlesinger, Sebastian" userId="d814e6c9-e9fb-4b77-84f7-ccd8aa3529bb" providerId="ADAL" clId="{814D90CD-D400-5612-B49E-CD4DF6BF7C8B}" dt="2026-02-03T13:41:10.766" v="5619" actId="2696"/>
        <pc:sldMkLst>
          <pc:docMk/>
          <pc:sldMk cId="1532343274" sldId="309"/>
        </pc:sldMkLst>
        <pc:spChg chg="mod">
          <ac:chgData name="Schlesinger, Sebastian" userId="d814e6c9-e9fb-4b77-84f7-ccd8aa3529bb" providerId="ADAL" clId="{814D90CD-D400-5612-B49E-CD4DF6BF7C8B}" dt="2026-02-03T13:13:51.604" v="5547" actId="1076"/>
          <ac:spMkLst>
            <pc:docMk/>
            <pc:sldMk cId="1532343274" sldId="309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532343274" sldId="309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532343274" sldId="309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13:47.400" v="5545" actId="1076"/>
          <ac:spMkLst>
            <pc:docMk/>
            <pc:sldMk cId="1532343274" sldId="309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13:47.400" v="5545" actId="1076"/>
          <ac:spMkLst>
            <pc:docMk/>
            <pc:sldMk cId="1532343274" sldId="309"/>
            <ac:spMk id="3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13:47.400" v="5545" actId="1076"/>
          <ac:spMkLst>
            <pc:docMk/>
            <pc:sldMk cId="1532343274" sldId="309"/>
            <ac:spMk id="3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13:47.400" v="5545" actId="1076"/>
          <ac:spMkLst>
            <pc:docMk/>
            <pc:sldMk cId="1532343274" sldId="309"/>
            <ac:spMk id="4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13:47.400" v="5545" actId="1076"/>
          <ac:spMkLst>
            <pc:docMk/>
            <pc:sldMk cId="1532343274" sldId="309"/>
            <ac:spMk id="4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13:47.400" v="5545" actId="1076"/>
          <ac:spMkLst>
            <pc:docMk/>
            <pc:sldMk cId="1532343274" sldId="309"/>
            <ac:spMk id="42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3T13:13:47.400" v="5545" actId="1076"/>
          <ac:grpSpMkLst>
            <pc:docMk/>
            <pc:sldMk cId="1532343274" sldId="309"/>
            <ac:grpSpMk id="4104" creationId="{00000000-0000-0000-0000-000000000000}"/>
          </ac:grpSpMkLst>
        </pc:grpChg>
        <pc:picChg chg="mod">
          <ac:chgData name="Schlesinger, Sebastian" userId="d814e6c9-e9fb-4b77-84f7-ccd8aa3529bb" providerId="ADAL" clId="{814D90CD-D400-5612-B49E-CD4DF6BF7C8B}" dt="2026-02-03T13:13:47.400" v="5545" actId="1076"/>
          <ac:picMkLst>
            <pc:docMk/>
            <pc:sldMk cId="1532343274" sldId="309"/>
            <ac:picMk id="4098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3:13:47.400" v="5545" actId="1076"/>
          <ac:picMkLst>
            <pc:docMk/>
            <pc:sldMk cId="1532343274" sldId="309"/>
            <ac:picMk id="4099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3:13:47.400" v="5545" actId="1076"/>
          <ac:picMkLst>
            <pc:docMk/>
            <pc:sldMk cId="1532343274" sldId="309"/>
            <ac:picMk id="4129" creationId="{00000000-0000-0000-0000-000000000000}"/>
          </ac:picMkLst>
        </pc:picChg>
      </pc:sldChg>
      <pc:sldChg chg="modSp add del mod">
        <pc:chgData name="Schlesinger, Sebastian" userId="d814e6c9-e9fb-4b77-84f7-ccd8aa3529bb" providerId="ADAL" clId="{814D90CD-D400-5612-B49E-CD4DF6BF7C8B}" dt="2026-02-02T12:56:48.102" v="4345" actId="2696"/>
        <pc:sldMkLst>
          <pc:docMk/>
          <pc:sldMk cId="0" sldId="310"/>
        </pc:sldMkLst>
      </pc:sldChg>
      <pc:sldChg chg="modSp add del mod">
        <pc:chgData name="Schlesinger, Sebastian" userId="d814e6c9-e9fb-4b77-84f7-ccd8aa3529bb" providerId="ADAL" clId="{814D90CD-D400-5612-B49E-CD4DF6BF7C8B}" dt="2026-02-03T13:41:10.505" v="5581" actId="2696"/>
        <pc:sldMkLst>
          <pc:docMk/>
          <pc:sldMk cId="860254805" sldId="310"/>
        </pc:sldMkLst>
        <pc:spChg chg="mod">
          <ac:chgData name="Schlesinger, Sebastian" userId="d814e6c9-e9fb-4b77-84f7-ccd8aa3529bb" providerId="ADAL" clId="{814D90CD-D400-5612-B49E-CD4DF6BF7C8B}" dt="2026-02-03T13:13:57.043" v="5549" actId="1076"/>
          <ac:spMkLst>
            <pc:docMk/>
            <pc:sldMk cId="860254805" sldId="31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860254805" sldId="310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860254805" sldId="310"/>
            <ac:spMk id="6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3:14:02.212" v="5550" actId="1076"/>
          <ac:picMkLst>
            <pc:docMk/>
            <pc:sldMk cId="860254805" sldId="310"/>
            <ac:picMk id="3074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3:14:02.212" v="5550" actId="1076"/>
          <ac:picMkLst>
            <pc:docMk/>
            <pc:sldMk cId="860254805" sldId="310"/>
            <ac:picMk id="3075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3:14:02.212" v="5550" actId="1076"/>
          <ac:picMkLst>
            <pc:docMk/>
            <pc:sldMk cId="860254805" sldId="310"/>
            <ac:picMk id="5124" creationId="{00000000-0000-0000-0000-000000000000}"/>
          </ac:picMkLst>
        </pc:picChg>
      </pc:sldChg>
      <pc:sldChg chg="modSp add del mod">
        <pc:chgData name="Schlesinger, Sebastian" userId="d814e6c9-e9fb-4b77-84f7-ccd8aa3529bb" providerId="ADAL" clId="{814D90CD-D400-5612-B49E-CD4DF6BF7C8B}" dt="2026-02-02T12:56:48.067" v="4339" actId="2696"/>
        <pc:sldMkLst>
          <pc:docMk/>
          <pc:sldMk cId="0" sldId="311"/>
        </pc:sldMkLst>
      </pc:sldChg>
      <pc:sldChg chg="modSp add del mod">
        <pc:chgData name="Schlesinger, Sebastian" userId="d814e6c9-e9fb-4b77-84f7-ccd8aa3529bb" providerId="ADAL" clId="{814D90CD-D400-5612-B49E-CD4DF6BF7C8B}" dt="2026-02-03T13:41:10.891" v="5630" actId="2696"/>
        <pc:sldMkLst>
          <pc:docMk/>
          <pc:sldMk cId="2033306342" sldId="311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033306342" sldId="311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033306342" sldId="311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14:21.222" v="5558" actId="403"/>
          <ac:spMkLst>
            <pc:docMk/>
            <pc:sldMk cId="2033306342" sldId="311"/>
            <ac:spMk id="38" creationId="{00000000-0000-0000-0000-000000000000}"/>
          </ac:spMkLst>
        </pc:spChg>
      </pc:sldChg>
      <pc:sldChg chg="addSp modSp add del mod">
        <pc:chgData name="Schlesinger, Sebastian" userId="d814e6c9-e9fb-4b77-84f7-ccd8aa3529bb" providerId="ADAL" clId="{814D90CD-D400-5612-B49E-CD4DF6BF7C8B}" dt="2026-02-02T17:23:42.634" v="5074" actId="2696"/>
        <pc:sldMkLst>
          <pc:docMk/>
          <pc:sldMk cId="0" sldId="313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31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313"/>
            <ac:spMk id="3" creationId="{00000000-0000-0000-0000-000000000000}"/>
          </ac:spMkLst>
        </pc:spChg>
        <pc:spChg chg="add mod">
          <ac:chgData name="Schlesinger, Sebastian" userId="d814e6c9-e9fb-4b77-84f7-ccd8aa3529bb" providerId="ADAL" clId="{814D90CD-D400-5612-B49E-CD4DF6BF7C8B}" dt="2026-02-02T12:57:38.634" v="4388"/>
          <ac:spMkLst>
            <pc:docMk/>
            <pc:sldMk cId="0" sldId="313"/>
            <ac:spMk id="4" creationId="{F3AAD5AC-2BC3-2B79-F775-6781DE77FF82}"/>
          </ac:spMkLst>
        </pc:spChg>
        <pc:spChg chg="mod">
          <ac:chgData name="Schlesinger, Sebastian" userId="d814e6c9-e9fb-4b77-84f7-ccd8aa3529bb" providerId="ADAL" clId="{814D90CD-D400-5612-B49E-CD4DF6BF7C8B}" dt="2026-02-02T12:57:03.786" v="4384" actId="14100"/>
          <ac:spMkLst>
            <pc:docMk/>
            <pc:sldMk cId="0" sldId="313"/>
            <ac:spMk id="307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7:08.870" v="4386" actId="1076"/>
          <ac:spMkLst>
            <pc:docMk/>
            <pc:sldMk cId="0" sldId="313"/>
            <ac:spMk id="3078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675" v="5103" actId="2696"/>
        <pc:sldMkLst>
          <pc:docMk/>
          <pc:sldMk cId="0" sldId="314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314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314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3:01:58.572" v="4441" actId="1076"/>
          <ac:spMkLst>
            <pc:docMk/>
            <pc:sldMk cId="0" sldId="314"/>
            <ac:spMk id="819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3:02:08.497" v="4443" actId="12"/>
          <ac:spMkLst>
            <pc:docMk/>
            <pc:sldMk cId="0" sldId="314"/>
            <ac:spMk id="8198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53" v="4380" actId="2696"/>
        <pc:sldMkLst>
          <pc:docMk/>
          <pc:sldMk cId="0" sldId="315"/>
        </pc:sldMkLst>
      </pc:sldChg>
      <pc:sldChg chg="modSp add del mod">
        <pc:chgData name="Schlesinger, Sebastian" userId="d814e6c9-e9fb-4b77-84f7-ccd8aa3529bb" providerId="ADAL" clId="{814D90CD-D400-5612-B49E-CD4DF6BF7C8B}" dt="2026-02-02T12:56:48.129" v="4369" actId="2696"/>
        <pc:sldMkLst>
          <pc:docMk/>
          <pc:sldMk cId="0" sldId="316"/>
        </pc:sldMkLst>
      </pc:sldChg>
      <pc:sldChg chg="modSp add del mod">
        <pc:chgData name="Schlesinger, Sebastian" userId="d814e6c9-e9fb-4b77-84f7-ccd8aa3529bb" providerId="ADAL" clId="{814D90CD-D400-5612-B49E-CD4DF6BF7C8B}" dt="2026-02-02T12:56:48.072" v="4343" actId="2696"/>
        <pc:sldMkLst>
          <pc:docMk/>
          <pc:sldMk cId="0" sldId="317"/>
        </pc:sldMkLst>
      </pc:sldChg>
      <pc:sldChg chg="modSp add del mod">
        <pc:chgData name="Schlesinger, Sebastian" userId="d814e6c9-e9fb-4b77-84f7-ccd8aa3529bb" providerId="ADAL" clId="{814D90CD-D400-5612-B49E-CD4DF6BF7C8B}" dt="2026-02-02T12:56:48.137" v="4373" actId="2696"/>
        <pc:sldMkLst>
          <pc:docMk/>
          <pc:sldMk cId="0" sldId="318"/>
        </pc:sldMkLst>
      </pc:sldChg>
      <pc:sldChg chg="modSp add del mod">
        <pc:chgData name="Schlesinger, Sebastian" userId="d814e6c9-e9fb-4b77-84f7-ccd8aa3529bb" providerId="ADAL" clId="{814D90CD-D400-5612-B49E-CD4DF6BF7C8B}" dt="2026-02-03T13:41:10.595" v="5599" actId="2696"/>
        <pc:sldMkLst>
          <pc:docMk/>
          <pc:sldMk cId="212931707" sldId="318"/>
        </pc:sldMkLst>
        <pc:spChg chg="mod">
          <ac:chgData name="Schlesinger, Sebastian" userId="d814e6c9-e9fb-4b77-84f7-ccd8aa3529bb" providerId="ADAL" clId="{814D90CD-D400-5612-B49E-CD4DF6BF7C8B}" dt="2026-02-03T09:55:44.655" v="5185" actId="1076"/>
          <ac:spMkLst>
            <pc:docMk/>
            <pc:sldMk cId="212931707" sldId="31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12931707" sldId="318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12931707" sldId="318"/>
            <ac:spMk id="6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20" v="4361" actId="2696"/>
        <pc:sldMkLst>
          <pc:docMk/>
          <pc:sldMk cId="0" sldId="319"/>
        </pc:sldMkLst>
      </pc:sldChg>
      <pc:sldChg chg="modSp add del mod">
        <pc:chgData name="Schlesinger, Sebastian" userId="d814e6c9-e9fb-4b77-84f7-ccd8aa3529bb" providerId="ADAL" clId="{814D90CD-D400-5612-B49E-CD4DF6BF7C8B}" dt="2026-02-02T12:56:48.121" v="4362" actId="2696"/>
        <pc:sldMkLst>
          <pc:docMk/>
          <pc:sldMk cId="0" sldId="320"/>
        </pc:sldMkLst>
      </pc:sldChg>
      <pc:sldChg chg="modSp add del mod">
        <pc:chgData name="Schlesinger, Sebastian" userId="d814e6c9-e9fb-4b77-84f7-ccd8aa3529bb" providerId="ADAL" clId="{814D90CD-D400-5612-B49E-CD4DF6BF7C8B}" dt="2026-02-03T13:41:10.951" v="5640" actId="2696"/>
        <pc:sldMkLst>
          <pc:docMk/>
          <pc:sldMk cId="587601630" sldId="320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587601630" sldId="320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587601630" sldId="320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09:55:57.859" v="5188" actId="12"/>
          <ac:spMkLst>
            <pc:docMk/>
            <pc:sldMk cId="587601630" sldId="320"/>
            <ac:spMk id="38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40" v="4375" actId="2696"/>
        <pc:sldMkLst>
          <pc:docMk/>
          <pc:sldMk cId="0" sldId="321"/>
        </pc:sldMkLst>
      </pc:sldChg>
      <pc:sldChg chg="modSp add del mod modNotes">
        <pc:chgData name="Schlesinger, Sebastian" userId="d814e6c9-e9fb-4b77-84f7-ccd8aa3529bb" providerId="ADAL" clId="{814D90CD-D400-5612-B49E-CD4DF6BF7C8B}" dt="2026-02-03T13:41:10.742" v="5616" actId="2696"/>
        <pc:sldMkLst>
          <pc:docMk/>
          <pc:sldMk cId="1162866682" sldId="321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162866682" sldId="321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162866682" sldId="321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09:56:30.857" v="5191" actId="1076"/>
          <ac:spMkLst>
            <pc:docMk/>
            <pc:sldMk cId="1162866682" sldId="321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09:56:30.857" v="5191" actId="1076"/>
          <ac:spMkLst>
            <pc:docMk/>
            <pc:sldMk cId="1162866682" sldId="321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09:56:30.857" v="5191" actId="1076"/>
          <ac:spMkLst>
            <pc:docMk/>
            <pc:sldMk cId="1162866682" sldId="321"/>
            <ac:spMk id="1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09:56:30.857" v="5191" actId="1076"/>
          <ac:spMkLst>
            <pc:docMk/>
            <pc:sldMk cId="1162866682" sldId="321"/>
            <ac:spMk id="19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09:56:30.857" v="5191" actId="1076"/>
          <ac:picMkLst>
            <pc:docMk/>
            <pc:sldMk cId="1162866682" sldId="321"/>
            <ac:picMk id="6" creationId="{00000000-0000-0000-0000-000000000000}"/>
          </ac:picMkLst>
        </pc:picChg>
        <pc:cxnChg chg="mod">
          <ac:chgData name="Schlesinger, Sebastian" userId="d814e6c9-e9fb-4b77-84f7-ccd8aa3529bb" providerId="ADAL" clId="{814D90CD-D400-5612-B49E-CD4DF6BF7C8B}" dt="2026-02-03T09:56:30.857" v="5191" actId="1076"/>
          <ac:cxnSpMkLst>
            <pc:docMk/>
            <pc:sldMk cId="1162866682" sldId="321"/>
            <ac:cxnSpMk id="10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09:56:30.857" v="5191" actId="1076"/>
          <ac:cxnSpMkLst>
            <pc:docMk/>
            <pc:sldMk cId="1162866682" sldId="321"/>
            <ac:cxnSpMk id="12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09:56:30.857" v="5191" actId="1076"/>
          <ac:cxnSpMkLst>
            <pc:docMk/>
            <pc:sldMk cId="1162866682" sldId="321"/>
            <ac:cxnSpMk id="14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09:56:30.857" v="5191" actId="1076"/>
          <ac:cxnSpMkLst>
            <pc:docMk/>
            <pc:sldMk cId="1162866682" sldId="321"/>
            <ac:cxnSpMk id="15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09:56:30.857" v="5191" actId="1076"/>
          <ac:cxnSpMkLst>
            <pc:docMk/>
            <pc:sldMk cId="1162866682" sldId="321"/>
            <ac:cxnSpMk id="16" creationId="{00000000-0000-0000-0000-000000000000}"/>
          </ac:cxnSpMkLst>
        </pc:cxnChg>
      </pc:sldChg>
      <pc:sldChg chg="modSp add del mod">
        <pc:chgData name="Schlesinger, Sebastian" userId="d814e6c9-e9fb-4b77-84f7-ccd8aa3529bb" providerId="ADAL" clId="{814D90CD-D400-5612-B49E-CD4DF6BF7C8B}" dt="2026-02-02T12:56:48.156" v="4381" actId="2696"/>
        <pc:sldMkLst>
          <pc:docMk/>
          <pc:sldMk cId="0" sldId="322"/>
        </pc:sldMkLst>
      </pc:sldChg>
      <pc:sldChg chg="modSp add del mod">
        <pc:chgData name="Schlesinger, Sebastian" userId="d814e6c9-e9fb-4b77-84f7-ccd8aa3529bb" providerId="ADAL" clId="{814D90CD-D400-5612-B49E-CD4DF6BF7C8B}" dt="2026-02-03T13:41:10.762" v="5618" actId="2696"/>
        <pc:sldMkLst>
          <pc:docMk/>
          <pc:sldMk cId="3190331377" sldId="322"/>
        </pc:sldMkLst>
        <pc:spChg chg="mod">
          <ac:chgData name="Schlesinger, Sebastian" userId="d814e6c9-e9fb-4b77-84f7-ccd8aa3529bb" providerId="ADAL" clId="{814D90CD-D400-5612-B49E-CD4DF6BF7C8B}" dt="2026-02-03T09:56:46.985" v="5196" actId="1076"/>
          <ac:spMkLst>
            <pc:docMk/>
            <pc:sldMk cId="3190331377" sldId="32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190331377" sldId="322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190331377" sldId="322"/>
            <ac:spMk id="5" creationId="{00000000-0000-0000-0000-000000000000}"/>
          </ac:spMkLst>
        </pc:spChg>
      </pc:sldChg>
      <pc:sldChg chg="modSp add del mod modNotes">
        <pc:chgData name="Schlesinger, Sebastian" userId="d814e6c9-e9fb-4b77-84f7-ccd8aa3529bb" providerId="ADAL" clId="{814D90CD-D400-5612-B49E-CD4DF6BF7C8B}" dt="2026-02-03T13:41:10.609" v="5601" actId="2696"/>
        <pc:sldMkLst>
          <pc:docMk/>
          <pc:sldMk cId="1139795560" sldId="323"/>
        </pc:sldMkLst>
        <pc:spChg chg="mod">
          <ac:chgData name="Schlesinger, Sebastian" userId="d814e6c9-e9fb-4b77-84f7-ccd8aa3529bb" providerId="ADAL" clId="{814D90CD-D400-5612-B49E-CD4DF6BF7C8B}" dt="2026-02-03T09:56:52.013" v="5198" actId="27636"/>
          <ac:spMkLst>
            <pc:docMk/>
            <pc:sldMk cId="1139795560" sldId="32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139795560" sldId="323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139795560" sldId="323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09:57:00.713" v="5199" actId="1076"/>
          <ac:spMkLst>
            <pc:docMk/>
            <pc:sldMk cId="1139795560" sldId="323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09:57:00.713" v="5199" actId="1076"/>
          <ac:spMkLst>
            <pc:docMk/>
            <pc:sldMk cId="1139795560" sldId="323"/>
            <ac:spMk id="1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09:57:00.713" v="5199" actId="1076"/>
          <ac:spMkLst>
            <pc:docMk/>
            <pc:sldMk cId="1139795560" sldId="323"/>
            <ac:spMk id="15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3T09:57:00.713" v="5199" actId="1076"/>
          <ac:grpSpMkLst>
            <pc:docMk/>
            <pc:sldMk cId="1139795560" sldId="323"/>
            <ac:grpSpMk id="3" creationId="{00000000-0000-0000-0000-000000000000}"/>
          </ac:grpSpMkLst>
        </pc:grpChg>
        <pc:picChg chg="mod">
          <ac:chgData name="Schlesinger, Sebastian" userId="d814e6c9-e9fb-4b77-84f7-ccd8aa3529bb" providerId="ADAL" clId="{814D90CD-D400-5612-B49E-CD4DF6BF7C8B}" dt="2026-02-03T09:57:00.713" v="5199" actId="1076"/>
          <ac:picMkLst>
            <pc:docMk/>
            <pc:sldMk cId="1139795560" sldId="323"/>
            <ac:picMk id="12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09:57:00.713" v="5199" actId="1076"/>
          <ac:picMkLst>
            <pc:docMk/>
            <pc:sldMk cId="1139795560" sldId="323"/>
            <ac:picMk id="13" creationId="{00000000-0000-0000-0000-000000000000}"/>
          </ac:picMkLst>
        </pc:picChg>
      </pc:sldChg>
      <pc:sldChg chg="modSp add del mod modNotes">
        <pc:chgData name="Schlesinger, Sebastian" userId="d814e6c9-e9fb-4b77-84f7-ccd8aa3529bb" providerId="ADAL" clId="{814D90CD-D400-5612-B49E-CD4DF6BF7C8B}" dt="2026-02-03T13:41:10.446" v="5575" actId="2696"/>
        <pc:sldMkLst>
          <pc:docMk/>
          <pc:sldMk cId="1319801020" sldId="324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319801020" sldId="324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319801020" sldId="324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23:47.713" v="5200" actId="1076"/>
          <ac:spMkLst>
            <pc:docMk/>
            <pc:sldMk cId="1319801020" sldId="324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23:47.713" v="5200" actId="1076"/>
          <ac:spMkLst>
            <pc:docMk/>
            <pc:sldMk cId="1319801020" sldId="324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23:47.713" v="5200" actId="1076"/>
          <ac:spMkLst>
            <pc:docMk/>
            <pc:sldMk cId="1319801020" sldId="324"/>
            <ac:spMk id="12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3T10:23:47.713" v="5200" actId="1076"/>
          <ac:grpSpMkLst>
            <pc:docMk/>
            <pc:sldMk cId="1319801020" sldId="324"/>
            <ac:grpSpMk id="3" creationId="{00000000-0000-0000-0000-000000000000}"/>
          </ac:grpSpMkLst>
        </pc:grpChg>
        <pc:grpChg chg="mod">
          <ac:chgData name="Schlesinger, Sebastian" userId="d814e6c9-e9fb-4b77-84f7-ccd8aa3529bb" providerId="ADAL" clId="{814D90CD-D400-5612-B49E-CD4DF6BF7C8B}" dt="2026-02-03T10:23:47.713" v="5200" actId="1076"/>
          <ac:grpSpMkLst>
            <pc:docMk/>
            <pc:sldMk cId="1319801020" sldId="324"/>
            <ac:grpSpMk id="14" creationId="{00000000-0000-0000-0000-000000000000}"/>
          </ac:grpSpMkLst>
        </pc:grpChg>
        <pc:picChg chg="mod">
          <ac:chgData name="Schlesinger, Sebastian" userId="d814e6c9-e9fb-4b77-84f7-ccd8aa3529bb" providerId="ADAL" clId="{814D90CD-D400-5612-B49E-CD4DF6BF7C8B}" dt="2026-02-03T10:23:47.713" v="5200" actId="1076"/>
          <ac:picMkLst>
            <pc:docMk/>
            <pc:sldMk cId="1319801020" sldId="324"/>
            <ac:picMk id="6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0:23:47.713" v="5200" actId="1076"/>
          <ac:picMkLst>
            <pc:docMk/>
            <pc:sldMk cId="1319801020" sldId="324"/>
            <ac:picMk id="7" creationId="{00000000-0000-0000-0000-000000000000}"/>
          </ac:picMkLst>
        </pc:picChg>
      </pc:sldChg>
      <pc:sldChg chg="modSp add del mod modNotes">
        <pc:chgData name="Schlesinger, Sebastian" userId="d814e6c9-e9fb-4b77-84f7-ccd8aa3529bb" providerId="ADAL" clId="{814D90CD-D400-5612-B49E-CD4DF6BF7C8B}" dt="2026-02-03T13:41:10.641" v="5606" actId="2696"/>
        <pc:sldMkLst>
          <pc:docMk/>
          <pc:sldMk cId="2672726241" sldId="325"/>
        </pc:sldMkLst>
        <pc:spChg chg="mod">
          <ac:chgData name="Schlesinger, Sebastian" userId="d814e6c9-e9fb-4b77-84f7-ccd8aa3529bb" providerId="ADAL" clId="{814D90CD-D400-5612-B49E-CD4DF6BF7C8B}" dt="2026-02-03T10:24:02.510" v="5203" actId="27636"/>
          <ac:spMkLst>
            <pc:docMk/>
            <pc:sldMk cId="2672726241" sldId="325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672726241" sldId="325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672726241" sldId="325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23:59.159" v="5201" actId="1076"/>
          <ac:spMkLst>
            <pc:docMk/>
            <pc:sldMk cId="2672726241" sldId="325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23:59.159" v="5201" actId="1076"/>
          <ac:spMkLst>
            <pc:docMk/>
            <pc:sldMk cId="2672726241" sldId="325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23:59.159" v="5201" actId="1076"/>
          <ac:spMkLst>
            <pc:docMk/>
            <pc:sldMk cId="2672726241" sldId="325"/>
            <ac:spMk id="12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3T10:23:59.159" v="5201" actId="1076"/>
          <ac:grpSpMkLst>
            <pc:docMk/>
            <pc:sldMk cId="2672726241" sldId="325"/>
            <ac:grpSpMk id="10" creationId="{00000000-0000-0000-0000-000000000000}"/>
          </ac:grpSpMkLst>
        </pc:grpChg>
        <pc:picChg chg="mod">
          <ac:chgData name="Schlesinger, Sebastian" userId="d814e6c9-e9fb-4b77-84f7-ccd8aa3529bb" providerId="ADAL" clId="{814D90CD-D400-5612-B49E-CD4DF6BF7C8B}" dt="2026-02-03T10:23:59.159" v="5201" actId="1076"/>
          <ac:picMkLst>
            <pc:docMk/>
            <pc:sldMk cId="2672726241" sldId="325"/>
            <ac:picMk id="8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0:23:59.159" v="5201" actId="1076"/>
          <ac:picMkLst>
            <pc:docMk/>
            <pc:sldMk cId="2672726241" sldId="325"/>
            <ac:picMk id="9" creationId="{00000000-0000-0000-0000-000000000000}"/>
          </ac:picMkLst>
        </pc:picChg>
      </pc:sldChg>
      <pc:sldChg chg="modSp add del mod">
        <pc:chgData name="Schlesinger, Sebastian" userId="d814e6c9-e9fb-4b77-84f7-ccd8aa3529bb" providerId="ADAL" clId="{814D90CD-D400-5612-B49E-CD4DF6BF7C8B}" dt="2026-02-02T17:23:42.650" v="5085" actId="2696"/>
        <pc:sldMkLst>
          <pc:docMk/>
          <pc:sldMk cId="0" sldId="328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328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32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26:44.941" v="4743" actId="1076"/>
          <ac:spMkLst>
            <pc:docMk/>
            <pc:sldMk cId="0" sldId="328"/>
            <ac:spMk id="37894" creationId="{00000000-0000-0000-0000-000000000000}"/>
          </ac:spMkLst>
        </pc:spChg>
      </pc:sldChg>
      <pc:sldChg chg="modSp add del mod modNotes">
        <pc:chgData name="Schlesinger, Sebastian" userId="d814e6c9-e9fb-4b77-84f7-ccd8aa3529bb" providerId="ADAL" clId="{814D90CD-D400-5612-B49E-CD4DF6BF7C8B}" dt="2026-02-03T13:41:10.509" v="5583" actId="2696"/>
        <pc:sldMkLst>
          <pc:docMk/>
          <pc:sldMk cId="3406484815" sldId="329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406484815" sldId="329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406484815" sldId="329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48:46.261" v="5227" actId="1076"/>
          <ac:spMkLst>
            <pc:docMk/>
            <pc:sldMk cId="3406484815" sldId="329"/>
            <ac:spMk id="12" creationId="{6B6535DF-5F93-49C3-A985-2E3442033160}"/>
          </ac:spMkLst>
        </pc:spChg>
        <pc:spChg chg="mod">
          <ac:chgData name="Schlesinger, Sebastian" userId="d814e6c9-e9fb-4b77-84f7-ccd8aa3529bb" providerId="ADAL" clId="{814D90CD-D400-5612-B49E-CD4DF6BF7C8B}" dt="2026-02-03T10:48:53.610" v="5228" actId="12"/>
          <ac:spMkLst>
            <pc:docMk/>
            <pc:sldMk cId="3406484815" sldId="329"/>
            <ac:spMk id="3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47:49.815" v="5221" actId="14100"/>
          <ac:spMkLst>
            <pc:docMk/>
            <pc:sldMk cId="3406484815" sldId="329"/>
            <ac:spMk id="174082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0:47:50.988" v="5222" actId="1076"/>
          <ac:picMkLst>
            <pc:docMk/>
            <pc:sldMk cId="3406484815" sldId="329"/>
            <ac:picMk id="3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0:48:46.261" v="5227" actId="1076"/>
          <ac:picMkLst>
            <pc:docMk/>
            <pc:sldMk cId="3406484815" sldId="329"/>
            <ac:picMk id="7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0:48:46.261" v="5227" actId="1076"/>
          <ac:picMkLst>
            <pc:docMk/>
            <pc:sldMk cId="3406484815" sldId="329"/>
            <ac:picMk id="8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0:48:46.261" v="5227" actId="1076"/>
          <ac:picMkLst>
            <pc:docMk/>
            <pc:sldMk cId="3406484815" sldId="329"/>
            <ac:picMk id="11" creationId="{AD6755AF-D34C-4E1C-90D2-9D24C838647D}"/>
          </ac:picMkLst>
        </pc:picChg>
        <pc:cxnChg chg="mod">
          <ac:chgData name="Schlesinger, Sebastian" userId="d814e6c9-e9fb-4b77-84f7-ccd8aa3529bb" providerId="ADAL" clId="{814D90CD-D400-5612-B49E-CD4DF6BF7C8B}" dt="2026-02-03T10:48:46.261" v="5227" actId="1076"/>
          <ac:cxnSpMkLst>
            <pc:docMk/>
            <pc:sldMk cId="3406484815" sldId="329"/>
            <ac:cxnSpMk id="13" creationId="{2219FDE9-CCDB-4261-B6E4-A8BC4EF1090D}"/>
          </ac:cxnSpMkLst>
        </pc:cxnChg>
      </pc:sldChg>
      <pc:sldChg chg="modSp add del mod modNotes">
        <pc:chgData name="Schlesinger, Sebastian" userId="d814e6c9-e9fb-4b77-84f7-ccd8aa3529bb" providerId="ADAL" clId="{814D90CD-D400-5612-B49E-CD4DF6BF7C8B}" dt="2026-02-02T17:23:42.688" v="5115" actId="2696"/>
        <pc:sldMkLst>
          <pc:docMk/>
          <pc:sldMk cId="0" sldId="330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33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330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7:44.551" v="4642" actId="14100"/>
          <ac:spMkLst>
            <pc:docMk/>
            <pc:sldMk cId="0" sldId="330"/>
            <ac:spMk id="3789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8:00.288" v="4645" actId="12"/>
          <ac:spMkLst>
            <pc:docMk/>
            <pc:sldMk cId="0" sldId="330"/>
            <ac:spMk id="37894" creationId="{00000000-0000-0000-0000-000000000000}"/>
          </ac:spMkLst>
        </pc:spChg>
      </pc:sldChg>
      <pc:sldChg chg="modSp add del mod modNotes">
        <pc:chgData name="Schlesinger, Sebastian" userId="d814e6c9-e9fb-4b77-84f7-ccd8aa3529bb" providerId="ADAL" clId="{814D90CD-D400-5612-B49E-CD4DF6BF7C8B}" dt="2026-02-03T13:41:10.556" v="5595" actId="2696"/>
        <pc:sldMkLst>
          <pc:docMk/>
          <pc:sldMk cId="2408608958" sldId="330"/>
        </pc:sldMkLst>
        <pc:spChg chg="mod">
          <ac:chgData name="Schlesinger, Sebastian" userId="d814e6c9-e9fb-4b77-84f7-ccd8aa3529bb" providerId="ADAL" clId="{814D90CD-D400-5612-B49E-CD4DF6BF7C8B}" dt="2026-02-03T10:49:16.708" v="5231" actId="1076"/>
          <ac:spMkLst>
            <pc:docMk/>
            <pc:sldMk cId="2408608958" sldId="33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408608958" sldId="330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408608958" sldId="330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49:12.768" v="5230" actId="1076"/>
          <ac:spMkLst>
            <pc:docMk/>
            <pc:sldMk cId="2408608958" sldId="330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49:12.768" v="5230" actId="1076"/>
          <ac:spMkLst>
            <pc:docMk/>
            <pc:sldMk cId="2408608958" sldId="330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49:12.768" v="5230" actId="1076"/>
          <ac:spMkLst>
            <pc:docMk/>
            <pc:sldMk cId="2408608958" sldId="330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49:12.768" v="5230" actId="1076"/>
          <ac:spMkLst>
            <pc:docMk/>
            <pc:sldMk cId="2408608958" sldId="330"/>
            <ac:spMk id="1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49:12.768" v="5230" actId="1076"/>
          <ac:spMkLst>
            <pc:docMk/>
            <pc:sldMk cId="2408608958" sldId="330"/>
            <ac:spMk id="2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49:12.768" v="5230" actId="1076"/>
          <ac:spMkLst>
            <pc:docMk/>
            <pc:sldMk cId="2408608958" sldId="330"/>
            <ac:spMk id="2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49:12.768" v="5230" actId="1076"/>
          <ac:spMkLst>
            <pc:docMk/>
            <pc:sldMk cId="2408608958" sldId="330"/>
            <ac:spMk id="29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0:49:12.768" v="5230" actId="1076"/>
          <ac:picMkLst>
            <pc:docMk/>
            <pc:sldMk cId="2408608958" sldId="330"/>
            <ac:picMk id="6" creationId="{00000000-0000-0000-0000-000000000000}"/>
          </ac:picMkLst>
        </pc:picChg>
        <pc:cxnChg chg="mod">
          <ac:chgData name="Schlesinger, Sebastian" userId="d814e6c9-e9fb-4b77-84f7-ccd8aa3529bb" providerId="ADAL" clId="{814D90CD-D400-5612-B49E-CD4DF6BF7C8B}" dt="2026-02-03T10:49:12.768" v="5230" actId="1076"/>
          <ac:cxnSpMkLst>
            <pc:docMk/>
            <pc:sldMk cId="2408608958" sldId="330"/>
            <ac:cxnSpMk id="13" creationId="{00000000-0000-0000-0000-000000000000}"/>
          </ac:cxnSpMkLst>
        </pc:cxnChg>
      </pc:sldChg>
      <pc:sldChg chg="modSp add del mod modNotes">
        <pc:chgData name="Schlesinger, Sebastian" userId="d814e6c9-e9fb-4b77-84f7-ccd8aa3529bb" providerId="ADAL" clId="{814D90CD-D400-5612-B49E-CD4DF6BF7C8B}" dt="2026-02-03T13:41:10.707" v="5610" actId="2696"/>
        <pc:sldMkLst>
          <pc:docMk/>
          <pc:sldMk cId="2993694230" sldId="331"/>
        </pc:sldMkLst>
        <pc:spChg chg="mod">
          <ac:chgData name="Schlesinger, Sebastian" userId="d814e6c9-e9fb-4b77-84f7-ccd8aa3529bb" providerId="ADAL" clId="{814D90CD-D400-5612-B49E-CD4DF6BF7C8B}" dt="2026-02-03T10:49:48.994" v="5234" actId="14100"/>
          <ac:spMkLst>
            <pc:docMk/>
            <pc:sldMk cId="2993694230" sldId="331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50:12.933" v="5239" actId="12"/>
          <ac:spMkLst>
            <pc:docMk/>
            <pc:sldMk cId="2993694230" sldId="33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993694230" sldId="331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993694230" sldId="331"/>
            <ac:spMk id="6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0:50:03.660" v="5237" actId="1076"/>
          <ac:picMkLst>
            <pc:docMk/>
            <pc:sldMk cId="2993694230" sldId="331"/>
            <ac:picMk id="4" creationId="{00000000-0000-0000-0000-000000000000}"/>
          </ac:picMkLst>
        </pc:picChg>
      </pc:sldChg>
      <pc:sldChg chg="modSp add del mod">
        <pc:chgData name="Schlesinger, Sebastian" userId="d814e6c9-e9fb-4b77-84f7-ccd8aa3529bb" providerId="ADAL" clId="{814D90CD-D400-5612-B49E-CD4DF6BF7C8B}" dt="2026-02-02T17:23:42.670" v="5098" actId="2696"/>
        <pc:sldMkLst>
          <pc:docMk/>
          <pc:sldMk cId="0" sldId="332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332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33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8:31.083" v="4650" actId="14100"/>
          <ac:spMkLst>
            <pc:docMk/>
            <pc:sldMk cId="0" sldId="332"/>
            <ac:spMk id="3789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8:24.747" v="4649" actId="12"/>
          <ac:spMkLst>
            <pc:docMk/>
            <pc:sldMk cId="0" sldId="332"/>
            <ac:spMk id="37894" creationId="{00000000-0000-0000-0000-000000000000}"/>
          </ac:spMkLst>
        </pc:spChg>
      </pc:sldChg>
      <pc:sldChg chg="modSp add del mod modNotes">
        <pc:chgData name="Schlesinger, Sebastian" userId="d814e6c9-e9fb-4b77-84f7-ccd8aa3529bb" providerId="ADAL" clId="{814D90CD-D400-5612-B49E-CD4DF6BF7C8B}" dt="2026-02-02T17:23:42.658" v="5088" actId="2696"/>
        <pc:sldMkLst>
          <pc:docMk/>
          <pc:sldMk cId="0" sldId="333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33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0" sldId="333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8:34.631" v="4651" actId="14100"/>
          <ac:spMkLst>
            <pc:docMk/>
            <pc:sldMk cId="0" sldId="333"/>
            <ac:spMk id="3789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8:46.587" v="4655" actId="12"/>
          <ac:spMkLst>
            <pc:docMk/>
            <pc:sldMk cId="0" sldId="333"/>
            <ac:spMk id="37894" creationId="{00000000-0000-0000-0000-000000000000}"/>
          </ac:spMkLst>
        </pc:spChg>
      </pc:sldChg>
      <pc:sldChg chg="modSp add del mod modNotes">
        <pc:chgData name="Schlesinger, Sebastian" userId="d814e6c9-e9fb-4b77-84f7-ccd8aa3529bb" providerId="ADAL" clId="{814D90CD-D400-5612-B49E-CD4DF6BF7C8B}" dt="2026-02-03T13:41:10.767" v="5620" actId="2696"/>
        <pc:sldMkLst>
          <pc:docMk/>
          <pc:sldMk cId="4104347451" sldId="333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4104347451" sldId="333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4104347451" sldId="333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50:21.617" v="5240" actId="1076"/>
          <ac:spMkLst>
            <pc:docMk/>
            <pc:sldMk cId="4104347451" sldId="333"/>
            <ac:spMk id="2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50:26.834" v="5241" actId="1076"/>
          <ac:spMkLst>
            <pc:docMk/>
            <pc:sldMk cId="4104347451" sldId="333"/>
            <ac:spMk id="30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0:50:21.617" v="5240" actId="1076"/>
          <ac:picMkLst>
            <pc:docMk/>
            <pc:sldMk cId="4104347451" sldId="333"/>
            <ac:picMk id="2054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0:50:21.617" v="5240" actId="1076"/>
          <ac:picMkLst>
            <pc:docMk/>
            <pc:sldMk cId="4104347451" sldId="333"/>
            <ac:picMk id="2056" creationId="{00000000-0000-0000-0000-000000000000}"/>
          </ac:picMkLst>
        </pc:picChg>
      </pc:sldChg>
      <pc:sldChg chg="modSp add del mod modNotes">
        <pc:chgData name="Schlesinger, Sebastian" userId="d814e6c9-e9fb-4b77-84f7-ccd8aa3529bb" providerId="ADAL" clId="{814D90CD-D400-5612-B49E-CD4DF6BF7C8B}" dt="2026-02-03T13:41:10.947" v="5639" actId="2696"/>
        <pc:sldMkLst>
          <pc:docMk/>
          <pc:sldMk cId="2993396013" sldId="334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993396013" sldId="334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993396013" sldId="334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5:37.758" v="5243" actId="1076"/>
          <ac:spMkLst>
            <pc:docMk/>
            <pc:sldMk cId="2993396013" sldId="334"/>
            <ac:spMk id="1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5:42.515" v="5244" actId="1076"/>
          <ac:spMkLst>
            <pc:docMk/>
            <pc:sldMk cId="2993396013" sldId="334"/>
            <ac:spMk id="28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05:42.515" v="5244" actId="1076"/>
          <ac:picMkLst>
            <pc:docMk/>
            <pc:sldMk cId="2993396013" sldId="334"/>
            <ac:picMk id="2055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1:05:37.758" v="5243" actId="1076"/>
          <ac:picMkLst>
            <pc:docMk/>
            <pc:sldMk cId="2993396013" sldId="334"/>
            <ac:picMk id="3074" creationId="{00000000-0000-0000-0000-000000000000}"/>
          </ac:picMkLst>
        </pc:picChg>
      </pc:sldChg>
      <pc:sldChg chg="modSp add del mod">
        <pc:chgData name="Schlesinger, Sebastian" userId="d814e6c9-e9fb-4b77-84f7-ccd8aa3529bb" providerId="ADAL" clId="{814D90CD-D400-5612-B49E-CD4DF6BF7C8B}" dt="2026-02-03T13:41:10.499" v="5577" actId="2696"/>
        <pc:sldMkLst>
          <pc:docMk/>
          <pc:sldMk cId="1028143759" sldId="335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028143759" sldId="335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028143759" sldId="335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5:46.744" v="5245" actId="1076"/>
          <ac:spMkLst>
            <pc:docMk/>
            <pc:sldMk cId="1028143759" sldId="335"/>
            <ac:spMk id="11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05:46.744" v="5245" actId="1076"/>
          <ac:picMkLst>
            <pc:docMk/>
            <pc:sldMk cId="1028143759" sldId="335"/>
            <ac:picMk id="1028" creationId="{00000000-0000-0000-0000-000000000000}"/>
          </ac:picMkLst>
        </pc:picChg>
      </pc:sldChg>
      <pc:sldChg chg="modSp add del mod modNotes">
        <pc:chgData name="Schlesinger, Sebastian" userId="d814e6c9-e9fb-4b77-84f7-ccd8aa3529bb" providerId="ADAL" clId="{814D90CD-D400-5612-B49E-CD4DF6BF7C8B}" dt="2026-02-03T13:41:10.507" v="5582" actId="2696"/>
        <pc:sldMkLst>
          <pc:docMk/>
          <pc:sldMk cId="3263076401" sldId="336"/>
        </pc:sldMkLst>
        <pc:spChg chg="mod">
          <ac:chgData name="Schlesinger, Sebastian" userId="d814e6c9-e9fb-4b77-84f7-ccd8aa3529bb" providerId="ADAL" clId="{814D90CD-D400-5612-B49E-CD4DF6BF7C8B}" dt="2026-02-03T11:06:19.509" v="5260" actId="14100"/>
          <ac:spMkLst>
            <pc:docMk/>
            <pc:sldMk cId="3263076401" sldId="336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6:16.977" v="5259" actId="1076"/>
          <ac:spMkLst>
            <pc:docMk/>
            <pc:sldMk cId="3263076401" sldId="33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263076401" sldId="336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263076401" sldId="336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5:55.782" v="5247" actId="1076"/>
          <ac:spMkLst>
            <pc:docMk/>
            <pc:sldMk cId="3263076401" sldId="336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5:55.782" v="5247" actId="1076"/>
          <ac:spMkLst>
            <pc:docMk/>
            <pc:sldMk cId="3263076401" sldId="336"/>
            <ac:spMk id="12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05:55.782" v="5247" actId="1076"/>
          <ac:picMkLst>
            <pc:docMk/>
            <pc:sldMk cId="3263076401" sldId="336"/>
            <ac:picMk id="1026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1:05:55.782" v="5247" actId="1076"/>
          <ac:picMkLst>
            <pc:docMk/>
            <pc:sldMk cId="3263076401" sldId="336"/>
            <ac:picMk id="1028" creationId="{00000000-0000-0000-0000-000000000000}"/>
          </ac:picMkLst>
        </pc:picChg>
        <pc:cxnChg chg="mod">
          <ac:chgData name="Schlesinger, Sebastian" userId="d814e6c9-e9fb-4b77-84f7-ccd8aa3529bb" providerId="ADAL" clId="{814D90CD-D400-5612-B49E-CD4DF6BF7C8B}" dt="2026-02-03T11:05:55.782" v="5247" actId="1076"/>
          <ac:cxnSpMkLst>
            <pc:docMk/>
            <pc:sldMk cId="3263076401" sldId="336"/>
            <ac:cxnSpMk id="10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05:55.782" v="5247" actId="1076"/>
          <ac:cxnSpMkLst>
            <pc:docMk/>
            <pc:sldMk cId="3263076401" sldId="336"/>
            <ac:cxnSpMk id="13" creationId="{00000000-0000-0000-0000-000000000000}"/>
          </ac:cxnSpMkLst>
        </pc:cxnChg>
      </pc:sldChg>
      <pc:sldChg chg="modSp add mod">
        <pc:chgData name="Schlesinger, Sebastian" userId="d814e6c9-e9fb-4b77-84f7-ccd8aa3529bb" providerId="ADAL" clId="{814D90CD-D400-5612-B49E-CD4DF6BF7C8B}" dt="2026-02-03T13:41:55.589" v="5654" actId="1076"/>
        <pc:sldMkLst>
          <pc:docMk/>
          <pc:sldMk cId="0" sldId="360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60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60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55.589" v="5654" actId="1076"/>
          <ac:spMkLst>
            <pc:docMk/>
            <pc:sldMk cId="0" sldId="360"/>
            <ac:spMk id="174083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669" v="5097" actId="2696"/>
        <pc:sldMkLst>
          <pc:docMk/>
          <pc:sldMk cId="280018172" sldId="360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280018172" sldId="36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280018172" sldId="360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9:12.687" v="4662" actId="1076"/>
          <ac:spMkLst>
            <pc:docMk/>
            <pc:sldMk cId="280018172" sldId="360"/>
            <ac:spMk id="1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9:12.687" v="4662" actId="1076"/>
          <ac:spMkLst>
            <pc:docMk/>
            <pc:sldMk cId="280018172" sldId="360"/>
            <ac:spMk id="2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9:12.687" v="4662" actId="1076"/>
          <ac:spMkLst>
            <pc:docMk/>
            <pc:sldMk cId="280018172" sldId="360"/>
            <ac:spMk id="2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9:12.687" v="4662" actId="1076"/>
          <ac:spMkLst>
            <pc:docMk/>
            <pc:sldMk cId="280018172" sldId="360"/>
            <ac:spMk id="2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9:12.687" v="4662" actId="1076"/>
          <ac:spMkLst>
            <pc:docMk/>
            <pc:sldMk cId="280018172" sldId="360"/>
            <ac:spMk id="2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9:12.687" v="4662" actId="1076"/>
          <ac:spMkLst>
            <pc:docMk/>
            <pc:sldMk cId="280018172" sldId="360"/>
            <ac:spMk id="2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9:12.687" v="4662" actId="1076"/>
          <ac:spMkLst>
            <pc:docMk/>
            <pc:sldMk cId="280018172" sldId="360"/>
            <ac:spMk id="2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9:12.687" v="4662" actId="1076"/>
          <ac:spMkLst>
            <pc:docMk/>
            <pc:sldMk cId="280018172" sldId="360"/>
            <ac:spMk id="3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9:12.687" v="4662" actId="1076"/>
          <ac:spMkLst>
            <pc:docMk/>
            <pc:sldMk cId="280018172" sldId="360"/>
            <ac:spMk id="3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9:19.043" v="4663" actId="1076"/>
          <ac:spMkLst>
            <pc:docMk/>
            <pc:sldMk cId="280018172" sldId="360"/>
            <ac:spMk id="3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9:27.954" v="4674" actId="1035"/>
          <ac:spMkLst>
            <pc:docMk/>
            <pc:sldMk cId="280018172" sldId="360"/>
            <ac:spMk id="3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8:59.532" v="4659" actId="14100"/>
          <ac:spMkLst>
            <pc:docMk/>
            <pc:sldMk cId="280018172" sldId="360"/>
            <ac:spMk id="2662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9:04.209" v="4661" actId="12"/>
          <ac:spMkLst>
            <pc:docMk/>
            <pc:sldMk cId="280018172" sldId="360"/>
            <ac:spMk id="26630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2-03T14:13:04.003" v="5657" actId="207"/>
        <pc:sldMkLst>
          <pc:docMk/>
          <pc:sldMk cId="0" sldId="361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61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61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2:29.784" v="5656" actId="1076"/>
          <ac:spMkLst>
            <pc:docMk/>
            <pc:sldMk cId="0" sldId="361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2:29.784" v="5656" actId="1076"/>
          <ac:spMkLst>
            <pc:docMk/>
            <pc:sldMk cId="0" sldId="361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2:29.784" v="5656" actId="1076"/>
          <ac:spMkLst>
            <pc:docMk/>
            <pc:sldMk cId="0" sldId="361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2:29.784" v="5656" actId="1076"/>
          <ac:spMkLst>
            <pc:docMk/>
            <pc:sldMk cId="0" sldId="361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2:29.784" v="5656" actId="1076"/>
          <ac:spMkLst>
            <pc:docMk/>
            <pc:sldMk cId="0" sldId="361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2:29.784" v="5656" actId="1076"/>
          <ac:spMkLst>
            <pc:docMk/>
            <pc:sldMk cId="0" sldId="361"/>
            <ac:spMk id="1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2:29.784" v="5656" actId="1076"/>
          <ac:spMkLst>
            <pc:docMk/>
            <pc:sldMk cId="0" sldId="361"/>
            <ac:spMk id="1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13:04.003" v="5657" actId="207"/>
          <ac:spMkLst>
            <pc:docMk/>
            <pc:sldMk cId="0" sldId="361"/>
            <ac:spMk id="6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2:29.784" v="5656" actId="1076"/>
          <ac:spMkLst>
            <pc:docMk/>
            <pc:sldMk cId="0" sldId="361"/>
            <ac:spMk id="7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2:23.600" v="5655" actId="14100"/>
          <ac:spMkLst>
            <pc:docMk/>
            <pc:sldMk cId="0" sldId="361"/>
            <ac:spMk id="174082" creationId="{00000000-0000-0000-0000-000000000000}"/>
          </ac:spMkLst>
        </pc:spChg>
        <pc:cxnChg chg="mod">
          <ac:chgData name="Schlesinger, Sebastian" userId="d814e6c9-e9fb-4b77-84f7-ccd8aa3529bb" providerId="ADAL" clId="{814D90CD-D400-5612-B49E-CD4DF6BF7C8B}" dt="2026-02-03T13:42:29.784" v="5656" actId="1076"/>
          <ac:cxnSpMkLst>
            <pc:docMk/>
            <pc:sldMk cId="0" sldId="361"/>
            <ac:cxnSpMk id="56" creationId="{00000000-0000-0000-0000-000000000000}"/>
          </ac:cxnSpMkLst>
        </pc:cxnChg>
      </pc:sldChg>
      <pc:sldChg chg="modSp add mod">
        <pc:chgData name="Schlesinger, Sebastian" userId="d814e6c9-e9fb-4b77-84f7-ccd8aa3529bb" providerId="ADAL" clId="{814D90CD-D400-5612-B49E-CD4DF6BF7C8B}" dt="2026-02-03T14:13:28.861" v="5663" actId="1076"/>
        <pc:sldMkLst>
          <pc:docMk/>
          <pc:sldMk cId="0" sldId="362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6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62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13:28.861" v="5663" actId="1076"/>
          <ac:spMkLst>
            <pc:docMk/>
            <pc:sldMk cId="0" sldId="362"/>
            <ac:spMk id="174083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2-03T14:14:02.262" v="5671" actId="403"/>
        <pc:sldMkLst>
          <pc:docMk/>
          <pc:sldMk cId="0" sldId="363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63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63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13:37.389" v="5664" actId="14100"/>
          <ac:spMkLst>
            <pc:docMk/>
            <pc:sldMk cId="0" sldId="363"/>
            <ac:spMk id="17408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14:02.262" v="5671" actId="403"/>
          <ac:spMkLst>
            <pc:docMk/>
            <pc:sldMk cId="0" sldId="363"/>
            <ac:spMk id="174083" creationId="{00000000-0000-0000-0000-000000000000}"/>
          </ac:spMkLst>
        </pc:spChg>
      </pc:sldChg>
      <pc:sldChg chg="addSp delSp modSp add del mod">
        <pc:chgData name="Schlesinger, Sebastian" userId="d814e6c9-e9fb-4b77-84f7-ccd8aa3529bb" providerId="ADAL" clId="{814D90CD-D400-5612-B49E-CD4DF6BF7C8B}" dt="2026-02-03T14:14:49.396" v="5678" actId="2696"/>
        <pc:sldMkLst>
          <pc:docMk/>
          <pc:sldMk cId="0" sldId="364"/>
        </pc:sldMkLst>
        <pc:spChg chg="add mod">
          <ac:chgData name="Schlesinger, Sebastian" userId="d814e6c9-e9fb-4b77-84f7-ccd8aa3529bb" providerId="ADAL" clId="{814D90CD-D400-5612-B49E-CD4DF6BF7C8B}" dt="2026-02-03T14:14:34.930" v="5674"/>
          <ac:spMkLst>
            <pc:docMk/>
            <pc:sldMk cId="0" sldId="364"/>
            <ac:spMk id="3" creationId="{B07DEFCB-4486-E80C-12B2-2ACF0DA82F6E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64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64"/>
            <ac:spMk id="5" creationId="{00000000-0000-0000-0000-000000000000}"/>
          </ac:spMkLst>
        </pc:spChg>
        <pc:spChg chg="add mod">
          <ac:chgData name="Schlesinger, Sebastian" userId="d814e6c9-e9fb-4b77-84f7-ccd8aa3529bb" providerId="ADAL" clId="{814D90CD-D400-5612-B49E-CD4DF6BF7C8B}" dt="2026-02-03T14:14:34.930" v="5674"/>
          <ac:spMkLst>
            <pc:docMk/>
            <pc:sldMk cId="0" sldId="364"/>
            <ac:spMk id="7" creationId="{DE6E85F9-87F9-F5C7-CED9-6100CB9B7176}"/>
          </ac:spMkLst>
        </pc:spChg>
        <pc:spChg chg="del">
          <ac:chgData name="Schlesinger, Sebastian" userId="d814e6c9-e9fb-4b77-84f7-ccd8aa3529bb" providerId="ADAL" clId="{814D90CD-D400-5612-B49E-CD4DF6BF7C8B}" dt="2026-02-03T14:14:29.225" v="5673" actId="21"/>
          <ac:spMkLst>
            <pc:docMk/>
            <pc:sldMk cId="0" sldId="364"/>
            <ac:spMk id="22" creationId="{00000000-0000-0000-0000-000000000000}"/>
          </ac:spMkLst>
        </pc:spChg>
        <pc:spChg chg="del">
          <ac:chgData name="Schlesinger, Sebastian" userId="d814e6c9-e9fb-4b77-84f7-ccd8aa3529bb" providerId="ADAL" clId="{814D90CD-D400-5612-B49E-CD4DF6BF7C8B}" dt="2026-02-03T14:14:29.225" v="5673" actId="21"/>
          <ac:spMkLst>
            <pc:docMk/>
            <pc:sldMk cId="0" sldId="364"/>
            <ac:spMk id="28" creationId="{00000000-0000-0000-0000-000000000000}"/>
          </ac:spMkLst>
        </pc:spChg>
        <pc:cxnChg chg="add mod">
          <ac:chgData name="Schlesinger, Sebastian" userId="d814e6c9-e9fb-4b77-84f7-ccd8aa3529bb" providerId="ADAL" clId="{814D90CD-D400-5612-B49E-CD4DF6BF7C8B}" dt="2026-02-03T14:14:34.930" v="5674"/>
          <ac:cxnSpMkLst>
            <pc:docMk/>
            <pc:sldMk cId="0" sldId="364"/>
            <ac:cxnSpMk id="6" creationId="{AA377CB7-1921-DCC6-E454-C9E73A611532}"/>
          </ac:cxnSpMkLst>
        </pc:cxnChg>
        <pc:cxnChg chg="del mod">
          <ac:chgData name="Schlesinger, Sebastian" userId="d814e6c9-e9fb-4b77-84f7-ccd8aa3529bb" providerId="ADAL" clId="{814D90CD-D400-5612-B49E-CD4DF6BF7C8B}" dt="2026-02-03T14:14:29.225" v="5673" actId="21"/>
          <ac:cxnSpMkLst>
            <pc:docMk/>
            <pc:sldMk cId="0" sldId="364"/>
            <ac:cxnSpMk id="25" creationId="{00000000-0000-0000-0000-000000000000}"/>
          </ac:cxnSpMkLst>
        </pc:cxnChg>
      </pc:sldChg>
      <pc:sldChg chg="modSp add mod">
        <pc:chgData name="Schlesinger, Sebastian" userId="d814e6c9-e9fb-4b77-84f7-ccd8aa3529bb" providerId="ADAL" clId="{814D90CD-D400-5612-B49E-CD4DF6BF7C8B}" dt="2026-02-03T14:14:12.758" v="5672" actId="1076"/>
        <pc:sldMkLst>
          <pc:docMk/>
          <pc:sldMk cId="0" sldId="365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65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65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14:12.758" v="5672" actId="1076"/>
          <ac:spMkLst>
            <pc:docMk/>
            <pc:sldMk cId="0" sldId="365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14:12.758" v="5672" actId="1076"/>
          <ac:spMkLst>
            <pc:docMk/>
            <pc:sldMk cId="0" sldId="365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14:12.758" v="5672" actId="1076"/>
          <ac:spMkLst>
            <pc:docMk/>
            <pc:sldMk cId="0" sldId="365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14:12.758" v="5672" actId="1076"/>
          <ac:spMkLst>
            <pc:docMk/>
            <pc:sldMk cId="0" sldId="365"/>
            <ac:spMk id="1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14:12.758" v="5672" actId="1076"/>
          <ac:spMkLst>
            <pc:docMk/>
            <pc:sldMk cId="0" sldId="365"/>
            <ac:spMk id="3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14:12.758" v="5672" actId="1076"/>
          <ac:spMkLst>
            <pc:docMk/>
            <pc:sldMk cId="0" sldId="365"/>
            <ac:spMk id="4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14:12.758" v="5672" actId="1076"/>
          <ac:spMkLst>
            <pc:docMk/>
            <pc:sldMk cId="0" sldId="365"/>
            <ac:spMk id="4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14:12.758" v="5672" actId="1076"/>
          <ac:spMkLst>
            <pc:docMk/>
            <pc:sldMk cId="0" sldId="365"/>
            <ac:spMk id="6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14:12.758" v="5672" actId="1076"/>
          <ac:spMkLst>
            <pc:docMk/>
            <pc:sldMk cId="0" sldId="365"/>
            <ac:spMk id="8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14:12.758" v="5672" actId="1076"/>
          <ac:spMkLst>
            <pc:docMk/>
            <pc:sldMk cId="0" sldId="365"/>
            <ac:spMk id="8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4:15:25.456" v="5690" actId="403"/>
        <pc:sldMkLst>
          <pc:docMk/>
          <pc:sldMk cId="0" sldId="368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6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68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15:25.456" v="5690" actId="403"/>
          <ac:spMkLst>
            <pc:docMk/>
            <pc:sldMk cId="0" sldId="368"/>
            <ac:spMk id="174083" creationId="{00000000-0000-0000-0000-000000000000}"/>
          </ac:spMkLst>
        </pc:spChg>
      </pc:sldChg>
      <pc:sldChg chg="modSp add del mod modNotes">
        <pc:chgData name="Schlesinger, Sebastian" userId="d814e6c9-e9fb-4b77-84f7-ccd8aa3529bb" providerId="ADAL" clId="{814D90CD-D400-5612-B49E-CD4DF6BF7C8B}" dt="2026-02-03T14:26:19.235" v="5696" actId="12"/>
        <pc:sldMkLst>
          <pc:docMk/>
          <pc:sldMk cId="0" sldId="369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6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69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26:19.235" v="5696" actId="12"/>
          <ac:spMkLst>
            <pc:docMk/>
            <pc:sldMk cId="0" sldId="369"/>
            <ac:spMk id="38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2-03T14:27:37.423" v="5715" actId="12"/>
        <pc:sldMkLst>
          <pc:docMk/>
          <pc:sldMk cId="0" sldId="370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70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70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27:37.423" v="5715" actId="12"/>
          <ac:spMkLst>
            <pc:docMk/>
            <pc:sldMk cId="0" sldId="370"/>
            <ac:spMk id="38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2-03T14:26:52.858" v="5704" actId="1076"/>
        <pc:sldMkLst>
          <pc:docMk/>
          <pc:sldMk cId="0" sldId="373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73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73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26:52.858" v="5704" actId="1076"/>
          <ac:spMkLst>
            <pc:docMk/>
            <pc:sldMk cId="0" sldId="373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26:52.858" v="5704" actId="1076"/>
          <ac:spMkLst>
            <pc:docMk/>
            <pc:sldMk cId="0" sldId="373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26:52.858" v="5704" actId="1076"/>
          <ac:spMkLst>
            <pc:docMk/>
            <pc:sldMk cId="0" sldId="373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26:52.858" v="5704" actId="1076"/>
          <ac:spMkLst>
            <pc:docMk/>
            <pc:sldMk cId="0" sldId="373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26:52.858" v="5704" actId="1076"/>
          <ac:spMkLst>
            <pc:docMk/>
            <pc:sldMk cId="0" sldId="373"/>
            <ac:spMk id="12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375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75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75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726" v="5119" actId="2696"/>
        <pc:sldMkLst>
          <pc:docMk/>
          <pc:sldMk cId="3036033715" sldId="375"/>
        </pc:sldMkLst>
        <pc:spChg chg="mod">
          <ac:chgData name="Schlesinger, Sebastian" userId="d814e6c9-e9fb-4b77-84f7-ccd8aa3529bb" providerId="ADAL" clId="{814D90CD-D400-5612-B49E-CD4DF6BF7C8B}" dt="2026-02-02T14:24:39.491" v="4721" actId="6549"/>
          <ac:spMkLst>
            <pc:docMk/>
            <pc:sldMk cId="3036033715" sldId="375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036033715" sldId="375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036033715" sldId="375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24:10.234" v="4705" actId="403"/>
          <ac:spMkLst>
            <pc:docMk/>
            <pc:sldMk cId="3036033715" sldId="375"/>
            <ac:spMk id="7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18" v="4358" actId="2696"/>
        <pc:sldMkLst>
          <pc:docMk/>
          <pc:sldMk cId="0" sldId="376"/>
        </pc:sldMkLst>
      </pc:sldChg>
      <pc:sldChg chg="modSp add del mod modNotes">
        <pc:chgData name="Schlesinger, Sebastian" userId="d814e6c9-e9fb-4b77-84f7-ccd8aa3529bb" providerId="ADAL" clId="{814D90CD-D400-5612-B49E-CD4DF6BF7C8B}" dt="2026-02-02T17:23:42.672" v="5100" actId="2696"/>
        <pc:sldMkLst>
          <pc:docMk/>
          <pc:sldMk cId="3699202812" sldId="376"/>
        </pc:sldMkLst>
        <pc:spChg chg="mod">
          <ac:chgData name="Schlesinger, Sebastian" userId="d814e6c9-e9fb-4b77-84f7-ccd8aa3529bb" providerId="ADAL" clId="{814D90CD-D400-5612-B49E-CD4DF6BF7C8B}" dt="2026-02-02T14:25:35.540" v="4729" actId="1076"/>
          <ac:spMkLst>
            <pc:docMk/>
            <pc:sldMk cId="3699202812" sldId="37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699202812" sldId="376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699202812" sldId="376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25:03.424" v="4722" actId="1076"/>
          <ac:spMkLst>
            <pc:docMk/>
            <pc:sldMk cId="3699202812" sldId="376"/>
            <ac:spMk id="7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377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7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77"/>
            <ac:spMk id="4" creationId="{00000000-0000-0000-0000-000000000000}"/>
          </ac:spMkLst>
        </pc:spChg>
      </pc:sldChg>
      <pc:sldChg chg="modSp add del">
        <pc:chgData name="Schlesinger, Sebastian" userId="d814e6c9-e9fb-4b77-84f7-ccd8aa3529bb" providerId="ADAL" clId="{814D90CD-D400-5612-B49E-CD4DF6BF7C8B}" dt="2026-02-02T13:01:02.696" v="4424" actId="2696"/>
        <pc:sldMkLst>
          <pc:docMk/>
          <pc:sldMk cId="1435136207" sldId="377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1435136207" sldId="377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1435136207" sldId="377"/>
            <ac:spMk id="3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378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7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78"/>
            <ac:spMk id="4" creationId="{00000000-0000-0000-0000-000000000000}"/>
          </ac:spMkLst>
        </pc:spChg>
      </pc:sldChg>
      <pc:sldChg chg="modSp add del">
        <pc:chgData name="Schlesinger, Sebastian" userId="d814e6c9-e9fb-4b77-84f7-ccd8aa3529bb" providerId="ADAL" clId="{814D90CD-D400-5612-B49E-CD4DF6BF7C8B}" dt="2026-02-02T14:12:31.425" v="4551" actId="2696"/>
        <pc:sldMkLst>
          <pc:docMk/>
          <pc:sldMk cId="2514518567" sldId="378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2514518567" sldId="378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2514518567" sldId="378"/>
            <ac:spMk id="3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379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7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79"/>
            <ac:spMk id="4" creationId="{00000000-0000-0000-0000-000000000000}"/>
          </ac:spMkLst>
        </pc:spChg>
      </pc:sldChg>
      <pc:sldChg chg="modSp add del">
        <pc:chgData name="Schlesinger, Sebastian" userId="d814e6c9-e9fb-4b77-84f7-ccd8aa3529bb" providerId="ADAL" clId="{814D90CD-D400-5612-B49E-CD4DF6BF7C8B}" dt="2026-02-02T14:17:24.954" v="4638" actId="2696"/>
        <pc:sldMkLst>
          <pc:docMk/>
          <pc:sldMk cId="2135160603" sldId="379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2135160603" sldId="379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2135160603" sldId="379"/>
            <ac:spMk id="3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380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0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0"/>
            <ac:spMk id="4" creationId="{00000000-0000-0000-0000-000000000000}"/>
          </ac:spMkLst>
        </pc:spChg>
      </pc:sldChg>
      <pc:sldChg chg="modSp add del">
        <pc:chgData name="Schlesinger, Sebastian" userId="d814e6c9-e9fb-4b77-84f7-ccd8aa3529bb" providerId="ADAL" clId="{814D90CD-D400-5612-B49E-CD4DF6BF7C8B}" dt="2026-02-02T14:18:51.384" v="4657" actId="2696"/>
        <pc:sldMkLst>
          <pc:docMk/>
          <pc:sldMk cId="2391742986" sldId="380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2391742986" sldId="38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2391742986" sldId="380"/>
            <ac:spMk id="3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381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1"/>
            <ac:spMk id="4" creationId="{00000000-0000-0000-0000-000000000000}"/>
          </ac:spMkLst>
        </pc:spChg>
      </pc:sldChg>
      <pc:sldChg chg="modSp add del">
        <pc:chgData name="Schlesinger, Sebastian" userId="d814e6c9-e9fb-4b77-84f7-ccd8aa3529bb" providerId="ADAL" clId="{814D90CD-D400-5612-B49E-CD4DF6BF7C8B}" dt="2026-02-02T17:23:42.679" v="5106" actId="2696"/>
        <pc:sldMkLst>
          <pc:docMk/>
          <pc:sldMk cId="2816348785" sldId="381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2816348785" sldId="381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2816348785" sldId="381"/>
            <ac:spMk id="3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382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2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681" v="5108" actId="2696"/>
        <pc:sldMkLst>
          <pc:docMk/>
          <pc:sldMk cId="97729594" sldId="382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97729594" sldId="382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26:15.598" v="4736" actId="1076"/>
          <ac:spMkLst>
            <pc:docMk/>
            <pc:sldMk cId="97729594" sldId="38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97729594" sldId="382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26:01.653" v="4731" actId="1076"/>
          <ac:spMkLst>
            <pc:docMk/>
            <pc:sldMk cId="97729594" sldId="382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26:13.023" v="4735" actId="1076"/>
          <ac:spMkLst>
            <pc:docMk/>
            <pc:sldMk cId="97729594" sldId="382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26:18.891" v="4737" actId="1076"/>
          <ac:spMkLst>
            <pc:docMk/>
            <pc:sldMk cId="97729594" sldId="382"/>
            <ac:spMk id="12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2T14:26:05.951" v="4732" actId="1076"/>
          <ac:picMkLst>
            <pc:docMk/>
            <pc:sldMk cId="97729594" sldId="382"/>
            <ac:picMk id="1026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2T14:26:10.739" v="4734" actId="1076"/>
          <ac:picMkLst>
            <pc:docMk/>
            <pc:sldMk cId="97729594" sldId="382"/>
            <ac:picMk id="2050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2T14:26:07.998" v="4733" actId="1076"/>
          <ac:picMkLst>
            <pc:docMk/>
            <pc:sldMk cId="97729594" sldId="382"/>
            <ac:picMk id="2051" creationId="{00000000-0000-0000-0000-000000000000}"/>
          </ac:picMkLst>
        </pc:pic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384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4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4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683" v="5110" actId="2696"/>
        <pc:sldMkLst>
          <pc:docMk/>
          <pc:sldMk cId="1074497967" sldId="384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1074497967" sldId="384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1074497967" sldId="384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3:03:43.322" v="4461" actId="1076"/>
          <ac:spMkLst>
            <pc:docMk/>
            <pc:sldMk cId="1074497967" sldId="384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3:04:12.662" v="4467" actId="12"/>
          <ac:spMkLst>
            <pc:docMk/>
            <pc:sldMk cId="1074497967" sldId="384"/>
            <ac:spMk id="10246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385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5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5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639" v="5076" actId="2696"/>
        <pc:sldMkLst>
          <pc:docMk/>
          <pc:sldMk cId="13820262" sldId="385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13820262" sldId="385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13820262" sldId="385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3:04:54.820" v="4478" actId="1035"/>
          <ac:spMkLst>
            <pc:docMk/>
            <pc:sldMk cId="13820262" sldId="385"/>
            <ac:spMk id="10246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2-03T14:30:20.461" v="5725" actId="14100"/>
        <pc:sldMkLst>
          <pc:docMk/>
          <pc:sldMk cId="0" sldId="386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6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30:20.461" v="5725" actId="14100"/>
          <ac:spMkLst>
            <pc:docMk/>
            <pc:sldMk cId="0" sldId="386"/>
            <ac:spMk id="38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652" v="5086" actId="2696"/>
        <pc:sldMkLst>
          <pc:docMk/>
          <pc:sldMk cId="3760040573" sldId="386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760040573" sldId="386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760040573" sldId="38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3:04:34.193" v="4472" actId="12"/>
          <ac:spMkLst>
            <pc:docMk/>
            <pc:sldMk cId="3760040573" sldId="386"/>
            <ac:spMk id="10246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2-03T14:31:53.992" v="5741" actId="14100"/>
        <pc:sldMkLst>
          <pc:docMk/>
          <pc:sldMk cId="0" sldId="387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7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31:43.439" v="5738" actId="1076"/>
          <ac:spMkLst>
            <pc:docMk/>
            <pc:sldMk cId="0" sldId="387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31:21.130" v="5735" actId="1076"/>
          <ac:spMkLst>
            <pc:docMk/>
            <pc:sldMk cId="0" sldId="387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31:50.975" v="5740" actId="1076"/>
          <ac:spMkLst>
            <pc:docMk/>
            <pc:sldMk cId="0" sldId="387"/>
            <ac:spMk id="1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31:03.407" v="5731" actId="167"/>
          <ac:spMkLst>
            <pc:docMk/>
            <pc:sldMk cId="0" sldId="387"/>
            <ac:spMk id="38" creationId="{00000000-0000-0000-0000-000000000000}"/>
          </ac:spMkLst>
        </pc:spChg>
        <pc:cxnChg chg="mod">
          <ac:chgData name="Schlesinger, Sebastian" userId="d814e6c9-e9fb-4b77-84f7-ccd8aa3529bb" providerId="ADAL" clId="{814D90CD-D400-5612-B49E-CD4DF6BF7C8B}" dt="2026-02-03T14:31:46.208" v="5739" actId="14100"/>
          <ac:cxnSpMkLst>
            <pc:docMk/>
            <pc:sldMk cId="0" sldId="387"/>
            <ac:cxnSpMk id="9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4:31:24.618" v="5736" actId="14100"/>
          <ac:cxnSpMkLst>
            <pc:docMk/>
            <pc:sldMk cId="0" sldId="387"/>
            <ac:cxnSpMk id="13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4:31:53.992" v="5741" actId="14100"/>
          <ac:cxnSpMkLst>
            <pc:docMk/>
            <pc:sldMk cId="0" sldId="387"/>
            <ac:cxnSpMk id="16" creationId="{00000000-0000-0000-0000-000000000000}"/>
          </ac:cxnSpMkLst>
        </pc:cxnChg>
      </pc:sldChg>
      <pc:sldChg chg="modSp add del mo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388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8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673" v="5101" actId="2696"/>
        <pc:sldMkLst>
          <pc:docMk/>
          <pc:sldMk cId="2946880963" sldId="388"/>
        </pc:sldMkLst>
        <pc:spChg chg="mod">
          <ac:chgData name="Schlesinger, Sebastian" userId="d814e6c9-e9fb-4b77-84f7-ccd8aa3529bb" providerId="ADAL" clId="{814D90CD-D400-5612-B49E-CD4DF6BF7C8B}" dt="2026-02-02T14:12:52.444" v="4555" actId="14100"/>
          <ac:spMkLst>
            <pc:docMk/>
            <pc:sldMk cId="2946880963" sldId="388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3:03.993" v="4558" actId="12"/>
          <ac:spMkLst>
            <pc:docMk/>
            <pc:sldMk cId="2946880963" sldId="38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2946880963" sldId="388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2946880963" sldId="388"/>
            <ac:spMk id="5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389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89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19" v="4360" actId="2696"/>
        <pc:sldMkLst>
          <pc:docMk/>
          <pc:sldMk cId="635529319" sldId="389"/>
        </pc:sldMkLst>
      </pc:sldChg>
      <pc:sldChg chg="modSp add del mod">
        <pc:chgData name="Schlesinger, Sebastian" userId="d814e6c9-e9fb-4b77-84f7-ccd8aa3529bb" providerId="ADAL" clId="{814D90CD-D400-5612-B49E-CD4DF6BF7C8B}" dt="2026-02-02T17:23:42.648" v="5083" actId="2696"/>
        <pc:sldMkLst>
          <pc:docMk/>
          <pc:sldMk cId="3628557732" sldId="389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628557732" sldId="389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628557732" sldId="38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08:20.390" v="4505" actId="14100"/>
          <ac:spMkLst>
            <pc:docMk/>
            <pc:sldMk cId="3628557732" sldId="389"/>
            <ac:spMk id="1536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08:48.563" v="4511" actId="404"/>
          <ac:spMkLst>
            <pc:docMk/>
            <pc:sldMk cId="3628557732" sldId="389"/>
            <ac:spMk id="15366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10" v="4352" actId="2696"/>
        <pc:sldMkLst>
          <pc:docMk/>
          <pc:sldMk cId="1537626224" sldId="390"/>
        </pc:sldMkLst>
      </pc:sldChg>
      <pc:sldChg chg="modSp add del">
        <pc:chgData name="Schlesinger, Sebastian" userId="d814e6c9-e9fb-4b77-84f7-ccd8aa3529bb" providerId="ADAL" clId="{814D90CD-D400-5612-B49E-CD4DF6BF7C8B}" dt="2026-02-02T12:57:00.351" v="4383" actId="2696"/>
        <pc:sldMkLst>
          <pc:docMk/>
          <pc:sldMk cId="3954641514" sldId="390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954641514" sldId="39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954641514" sldId="390"/>
            <ac:spMk id="3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08" v="4350" actId="2696"/>
        <pc:sldMkLst>
          <pc:docMk/>
          <pc:sldMk cId="1005141994" sldId="391"/>
        </pc:sldMkLst>
      </pc:sldChg>
      <pc:sldChg chg="modSp add del mod">
        <pc:chgData name="Schlesinger, Sebastian" userId="d814e6c9-e9fb-4b77-84f7-ccd8aa3529bb" providerId="ADAL" clId="{814D90CD-D400-5612-B49E-CD4DF6BF7C8B}" dt="2026-02-02T17:23:42.682" v="5109" actId="2696"/>
        <pc:sldMkLst>
          <pc:docMk/>
          <pc:sldMk cId="2627380539" sldId="391"/>
        </pc:sldMkLst>
        <pc:spChg chg="mod">
          <ac:chgData name="Schlesinger, Sebastian" userId="d814e6c9-e9fb-4b77-84f7-ccd8aa3529bb" providerId="ADAL" clId="{814D90CD-D400-5612-B49E-CD4DF6BF7C8B}" dt="2026-02-02T12:58:48.271" v="4397" actId="14100"/>
          <ac:spMkLst>
            <pc:docMk/>
            <pc:sldMk cId="2627380539" sldId="391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9:57.270" v="4411" actId="12"/>
          <ac:spMkLst>
            <pc:docMk/>
            <pc:sldMk cId="2627380539" sldId="39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2627380539" sldId="391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2627380539" sldId="391"/>
            <ac:spMk id="5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392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9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92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649" v="5084" actId="2696"/>
        <pc:sldMkLst>
          <pc:docMk/>
          <pc:sldMk cId="2181584682" sldId="392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2181584682" sldId="392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2181584682" sldId="39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59.738" v="4579" actId="1076"/>
          <ac:spMkLst>
            <pc:docMk/>
            <pc:sldMk cId="2181584682" sldId="392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59.738" v="4579" actId="1076"/>
          <ac:spMkLst>
            <pc:docMk/>
            <pc:sldMk cId="2181584682" sldId="392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59.738" v="4579" actId="1076"/>
          <ac:spMkLst>
            <pc:docMk/>
            <pc:sldMk cId="2181584682" sldId="392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59.738" v="4579" actId="1076"/>
          <ac:spMkLst>
            <pc:docMk/>
            <pc:sldMk cId="2181584682" sldId="392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5:07.032" v="4582" actId="14100"/>
          <ac:spMkLst>
            <pc:docMk/>
            <pc:sldMk cId="2181584682" sldId="392"/>
            <ac:spMk id="2253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5:04.707" v="4581" actId="1076"/>
          <ac:spMkLst>
            <pc:docMk/>
            <pc:sldMk cId="2181584682" sldId="392"/>
            <ac:spMk id="2253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59.738" v="4579" actId="1076"/>
          <ac:spMkLst>
            <pc:docMk/>
            <pc:sldMk cId="2181584682" sldId="392"/>
            <ac:spMk id="2254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59.738" v="4579" actId="1076"/>
          <ac:spMkLst>
            <pc:docMk/>
            <pc:sldMk cId="2181584682" sldId="392"/>
            <ac:spMk id="2254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59.738" v="4579" actId="1076"/>
          <ac:spMkLst>
            <pc:docMk/>
            <pc:sldMk cId="2181584682" sldId="392"/>
            <ac:spMk id="2254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59.738" v="4579" actId="1076"/>
          <ac:spMkLst>
            <pc:docMk/>
            <pc:sldMk cId="2181584682" sldId="392"/>
            <ac:spMk id="2254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4:59.738" v="4579" actId="1076"/>
          <ac:spMkLst>
            <pc:docMk/>
            <pc:sldMk cId="2181584682" sldId="392"/>
            <ac:spMk id="22548" creationId="{00000000-0000-0000-0000-000000000000}"/>
          </ac:spMkLst>
        </pc:spChg>
        <pc:cxnChg chg="mod">
          <ac:chgData name="Schlesinger, Sebastian" userId="d814e6c9-e9fb-4b77-84f7-ccd8aa3529bb" providerId="ADAL" clId="{814D90CD-D400-5612-B49E-CD4DF6BF7C8B}" dt="2026-02-02T14:14:59.738" v="4579" actId="1076"/>
          <ac:cxnSpMkLst>
            <pc:docMk/>
            <pc:sldMk cId="2181584682" sldId="392"/>
            <ac:cxnSpMk id="11" creationId="{00000000-0000-0000-0000-000000000000}"/>
          </ac:cxnSpMkLst>
        </pc:cxnChg>
      </pc:sldChg>
      <pc:sldChg chg="modSp add del mod">
        <pc:chgData name="Schlesinger, Sebastian" userId="d814e6c9-e9fb-4b77-84f7-ccd8aa3529bb" providerId="ADAL" clId="{814D90CD-D400-5612-B49E-CD4DF6BF7C8B}" dt="2026-02-02T12:56:48.071" v="4342" actId="2696"/>
        <pc:sldMkLst>
          <pc:docMk/>
          <pc:sldMk cId="4143955894" sldId="392"/>
        </pc:sldMkLst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393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93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93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680" v="5107" actId="2696"/>
        <pc:sldMkLst>
          <pc:docMk/>
          <pc:sldMk cId="3259020024" sldId="393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259020024" sldId="39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259020024" sldId="393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6:34.303" v="4625" actId="1076"/>
          <ac:spMkLst>
            <pc:docMk/>
            <pc:sldMk cId="3259020024" sldId="393"/>
            <ac:spMk id="19462" creationId="{00000000-0000-0000-0000-000000000000}"/>
          </ac:spMkLst>
        </pc:spChg>
      </pc:sldChg>
      <pc:sldChg chg="addSp delSp modSp add del mod">
        <pc:chgData name="Schlesinger, Sebastian" userId="d814e6c9-e9fb-4b77-84f7-ccd8aa3529bb" providerId="ADAL" clId="{814D90CD-D400-5612-B49E-CD4DF6BF7C8B}" dt="2026-02-02T17:23:42.666" v="5095" actId="2696"/>
        <pc:sldMkLst>
          <pc:docMk/>
          <pc:sldMk cId="983465598" sldId="394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983465598" sldId="394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983465598" sldId="394"/>
            <ac:spMk id="3" creationId="{00000000-0000-0000-0000-000000000000}"/>
          </ac:spMkLst>
        </pc:spChg>
        <pc:spChg chg="add del mod">
          <ac:chgData name="Schlesinger, Sebastian" userId="d814e6c9-e9fb-4b77-84f7-ccd8aa3529bb" providerId="ADAL" clId="{814D90CD-D400-5612-B49E-CD4DF6BF7C8B}" dt="2026-02-02T14:17:05.991" v="4632"/>
          <ac:spMkLst>
            <pc:docMk/>
            <pc:sldMk cId="983465598" sldId="394"/>
            <ac:spMk id="4" creationId="{85EA6912-0AE1-5C4B-18AB-557E519B8319}"/>
          </ac:spMkLst>
        </pc:spChg>
        <pc:spChg chg="mod">
          <ac:chgData name="Schlesinger, Sebastian" userId="d814e6c9-e9fb-4b77-84f7-ccd8aa3529bb" providerId="ADAL" clId="{814D90CD-D400-5612-B49E-CD4DF6BF7C8B}" dt="2026-02-02T14:16:46.771" v="4628" actId="14100"/>
          <ac:spMkLst>
            <pc:docMk/>
            <pc:sldMk cId="983465598" sldId="394"/>
            <ac:spMk id="1843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6:44.378" v="4627" actId="1076"/>
          <ac:spMkLst>
            <pc:docMk/>
            <pc:sldMk cId="983465598" sldId="394"/>
            <ac:spMk id="18438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2T14:17:00.424" v="4630" actId="1076"/>
          <ac:grpSpMkLst>
            <pc:docMk/>
            <pc:sldMk cId="983465598" sldId="394"/>
            <ac:grpSpMk id="7" creationId="{00000000-0000-0000-0000-000000000000}"/>
          </ac:grpSpMkLst>
        </pc:grpChg>
        <pc:grpChg chg="mod">
          <ac:chgData name="Schlesinger, Sebastian" userId="d814e6c9-e9fb-4b77-84f7-ccd8aa3529bb" providerId="ADAL" clId="{814D90CD-D400-5612-B49E-CD4DF6BF7C8B}" dt="2026-02-02T14:17:00.424" v="4630" actId="1076"/>
          <ac:grpSpMkLst>
            <pc:docMk/>
            <pc:sldMk cId="983465598" sldId="394"/>
            <ac:grpSpMk id="14" creationId="{00000000-0000-0000-0000-000000000000}"/>
          </ac:grpSpMkLst>
        </pc:grpChg>
      </pc:sldChg>
      <pc:sldChg chg="modSp add del mod modAnim">
        <pc:chgData name="Schlesinger, Sebastian" userId="d814e6c9-e9fb-4b77-84f7-ccd8aa3529bb" providerId="ADAL" clId="{814D90CD-D400-5612-B49E-CD4DF6BF7C8B}" dt="2026-02-02T12:56:48.148" v="4377" actId="2696"/>
        <pc:sldMkLst>
          <pc:docMk/>
          <pc:sldMk cId="2001897770" sldId="394"/>
        </pc:sldMkLst>
      </pc:sldChg>
      <pc:sldChg chg="modSp add modNotes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395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95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95"/>
            <ac:spMk id="5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640" v="5077" actId="2696"/>
        <pc:sldMkLst>
          <pc:docMk/>
          <pc:sldMk cId="3903245992" sldId="395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903245992" sldId="395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903245992" sldId="395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7:20.269" v="4636" actId="14100"/>
          <ac:spMkLst>
            <pc:docMk/>
            <pc:sldMk cId="3903245992" sldId="395"/>
            <ac:spMk id="1843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7:11.399" v="4634" actId="1076"/>
          <ac:spMkLst>
            <pc:docMk/>
            <pc:sldMk cId="3903245992" sldId="395"/>
            <ac:spMk id="18438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2T14:17:17.971" v="4635" actId="1076"/>
          <ac:grpSpMkLst>
            <pc:docMk/>
            <pc:sldMk cId="3903245992" sldId="395"/>
            <ac:grpSpMk id="2" creationId="{00000000-0000-0000-0000-000000000000}"/>
          </ac:grpSpMkLst>
        </pc:grpChg>
        <pc:grpChg chg="mod">
          <ac:chgData name="Schlesinger, Sebastian" userId="d814e6c9-e9fb-4b77-84f7-ccd8aa3529bb" providerId="ADAL" clId="{814D90CD-D400-5612-B49E-CD4DF6BF7C8B}" dt="2026-02-02T14:17:17.971" v="4635" actId="1076"/>
          <ac:grpSpMkLst>
            <pc:docMk/>
            <pc:sldMk cId="3903245992" sldId="395"/>
            <ac:grpSpMk id="27" creationId="{00000000-0000-0000-0000-000000000000}"/>
          </ac:grpSpMkLst>
        </pc:grpChg>
        <pc:grpChg chg="mod">
          <ac:chgData name="Schlesinger, Sebastian" userId="d814e6c9-e9fb-4b77-84f7-ccd8aa3529bb" providerId="ADAL" clId="{814D90CD-D400-5612-B49E-CD4DF6BF7C8B}" dt="2026-02-02T14:17:17.971" v="4635" actId="1076"/>
          <ac:grpSpMkLst>
            <pc:docMk/>
            <pc:sldMk cId="3903245992" sldId="395"/>
            <ac:grpSpMk id="34" creationId="{00000000-0000-0000-0000-000000000000}"/>
          </ac:grpSpMkLst>
        </pc:gr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396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9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96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776" v="5120" actId="2696"/>
        <pc:sldMkLst>
          <pc:docMk/>
          <pc:sldMk cId="3055718978" sldId="396"/>
        </pc:sldMkLst>
        <pc:spChg chg="mod">
          <ac:chgData name="Schlesinger, Sebastian" userId="d814e6c9-e9fb-4b77-84f7-ccd8aa3529bb" providerId="ADAL" clId="{814D90CD-D400-5612-B49E-CD4DF6BF7C8B}" dt="2026-02-02T14:10:47.839" v="4525" actId="1076"/>
          <ac:spMkLst>
            <pc:docMk/>
            <pc:sldMk cId="3055718978" sldId="396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4:10:28.838" v="4522" actId="255"/>
          <ac:spMkLst>
            <pc:docMk/>
            <pc:sldMk cId="3055718978" sldId="39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055718978" sldId="396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055718978" sldId="396"/>
            <ac:spMk id="5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397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97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397"/>
            <ac:spMk id="5" creationId="{00000000-0000-0000-0000-000000000000}"/>
          </ac:spMkLst>
        </pc:spChg>
      </pc:sldChg>
      <pc:sldChg chg="modSp add del">
        <pc:chgData name="Schlesinger, Sebastian" userId="d814e6c9-e9fb-4b77-84f7-ccd8aa3529bb" providerId="ADAL" clId="{814D90CD-D400-5612-B49E-CD4DF6BF7C8B}" dt="2026-02-02T14:23:43.493" v="4699" actId="2696"/>
        <pc:sldMkLst>
          <pc:docMk/>
          <pc:sldMk cId="3761387282" sldId="397"/>
        </pc:sldMkLst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761387282" sldId="397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2:56:49.360" v="4382"/>
          <ac:spMkLst>
            <pc:docMk/>
            <pc:sldMk cId="3761387282" sldId="397"/>
            <ac:spMk id="3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01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0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01"/>
            <ac:spMk id="4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02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0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02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03" v="4346" actId="2696"/>
        <pc:sldMkLst>
          <pc:docMk/>
          <pc:sldMk cId="2391716811" sldId="403"/>
        </pc:sldMkLst>
      </pc:sldChg>
      <pc:sldChg chg="modSp add del mod">
        <pc:chgData name="Schlesinger, Sebastian" userId="d814e6c9-e9fb-4b77-84f7-ccd8aa3529bb" providerId="ADAL" clId="{814D90CD-D400-5612-B49E-CD4DF6BF7C8B}" dt="2026-02-02T12:56:48.122" v="4363" actId="2696"/>
        <pc:sldMkLst>
          <pc:docMk/>
          <pc:sldMk cId="1748203783" sldId="404"/>
        </pc:sldMkLst>
      </pc:sldChg>
      <pc:sldChg chg="modSp add del mod">
        <pc:chgData name="Schlesinger, Sebastian" userId="d814e6c9-e9fb-4b77-84f7-ccd8aa3529bb" providerId="ADAL" clId="{814D90CD-D400-5612-B49E-CD4DF6BF7C8B}" dt="2026-02-02T12:56:48.070" v="4341" actId="2696"/>
        <pc:sldMkLst>
          <pc:docMk/>
          <pc:sldMk cId="569390803" sldId="406"/>
        </pc:sldMkLst>
      </pc:sldChg>
      <pc:sldChg chg="modSp add mod">
        <pc:chgData name="Schlesinger, Sebastian" userId="d814e6c9-e9fb-4b77-84f7-ccd8aa3529bb" providerId="ADAL" clId="{814D90CD-D400-5612-B49E-CD4DF6BF7C8B}" dt="2026-02-03T13:41:37.121" v="5648" actId="1076"/>
        <pc:sldMkLst>
          <pc:docMk/>
          <pc:sldMk cId="0" sldId="410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10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10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37.121" v="5648" actId="1076"/>
          <ac:spMkLst>
            <pc:docMk/>
            <pc:sldMk cId="0" sldId="410"/>
            <ac:spMk id="38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12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1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12"/>
            <ac:spMk id="4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13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13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13"/>
            <ac:spMk id="4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16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1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16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19" v="4359" actId="2696"/>
        <pc:sldMkLst>
          <pc:docMk/>
          <pc:sldMk cId="954819880" sldId="417"/>
        </pc:sldMkLst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24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24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24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12" v="4354" actId="2696"/>
        <pc:sldMkLst>
          <pc:docMk/>
          <pc:sldMk cId="3227489081" sldId="425"/>
        </pc:sldMkLst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26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2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26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056" v="4331" actId="2696"/>
        <pc:sldMkLst>
          <pc:docMk/>
          <pc:sldMk cId="131595572" sldId="426"/>
        </pc:sldMkLst>
      </pc:sldChg>
      <pc:sldChg chg="modSp add mod">
        <pc:chgData name="Schlesinger, Sebastian" userId="d814e6c9-e9fb-4b77-84f7-ccd8aa3529bb" providerId="ADAL" clId="{814D90CD-D400-5612-B49E-CD4DF6BF7C8B}" dt="2026-02-03T14:32:06.204" v="5746" actId="5793"/>
        <pc:sldMkLst>
          <pc:docMk/>
          <pc:sldMk cId="0" sldId="427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2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27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32:06.204" v="5746" actId="5793"/>
          <ac:spMkLst>
            <pc:docMk/>
            <pc:sldMk cId="0" sldId="427"/>
            <ac:spMk id="38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062" v="4335" actId="2696"/>
        <pc:sldMkLst>
          <pc:docMk/>
          <pc:sldMk cId="1609162793" sldId="427"/>
        </pc:sldMkLst>
      </pc:sldChg>
      <pc:sldChg chg="modSp add mod">
        <pc:chgData name="Schlesinger, Sebastian" userId="d814e6c9-e9fb-4b77-84f7-ccd8aa3529bb" providerId="ADAL" clId="{814D90CD-D400-5612-B49E-CD4DF6BF7C8B}" dt="2026-02-03T14:32:29.581" v="5747" actId="14100"/>
        <pc:sldMkLst>
          <pc:docMk/>
          <pc:sldMk cId="0" sldId="428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2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28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32:29.581" v="5747" actId="14100"/>
          <ac:spMkLst>
            <pc:docMk/>
            <pc:sldMk cId="0" sldId="428"/>
            <ac:spMk id="38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06" v="4348" actId="2696"/>
        <pc:sldMkLst>
          <pc:docMk/>
          <pc:sldMk cId="143033172" sldId="428"/>
        </pc:sldMkLst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29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2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29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36" v="4371" actId="2696"/>
        <pc:sldMkLst>
          <pc:docMk/>
          <pc:sldMk cId="2178715599" sldId="429"/>
        </pc:sldMkLst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30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0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0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27" v="4367" actId="2696"/>
        <pc:sldMkLst>
          <pc:docMk/>
          <pc:sldMk cId="1954699769" sldId="430"/>
        </pc:sldMkLst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31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1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065" v="4337" actId="2696"/>
        <pc:sldMkLst>
          <pc:docMk/>
          <pc:sldMk cId="1178689329" sldId="431"/>
        </pc:sldMkLst>
      </pc:sldChg>
      <pc:sldChg chg="modSp add del">
        <pc:chgData name="Schlesinger, Sebastian" userId="d814e6c9-e9fb-4b77-84f7-ccd8aa3529bb" providerId="ADAL" clId="{814D90CD-D400-5612-B49E-CD4DF6BF7C8B}" dt="2026-02-03T14:27:04.354" v="5706" actId="2696"/>
        <pc:sldMkLst>
          <pc:docMk/>
          <pc:sldMk cId="0" sldId="432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2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07" v="4349" actId="2696"/>
        <pc:sldMkLst>
          <pc:docMk/>
          <pc:sldMk cId="2208827932" sldId="432"/>
        </pc:sldMkLst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33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3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3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05" v="4347" actId="2696"/>
        <pc:sldMkLst>
          <pc:docMk/>
          <pc:sldMk cId="2603084995" sldId="433"/>
        </pc:sldMkLst>
      </pc:sldChg>
      <pc:sldChg chg="modSp add del">
        <pc:chgData name="Schlesinger, Sebastian" userId="d814e6c9-e9fb-4b77-84f7-ccd8aa3529bb" providerId="ADAL" clId="{814D90CD-D400-5612-B49E-CD4DF6BF7C8B}" dt="2026-02-03T14:27:44.721" v="5717" actId="2696"/>
        <pc:sldMkLst>
          <pc:docMk/>
          <pc:sldMk cId="0" sldId="434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4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4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45" v="4376" actId="2696"/>
        <pc:sldMkLst>
          <pc:docMk/>
          <pc:sldMk cId="2634275297" sldId="434"/>
        </pc:sldMkLst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35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5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5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01" v="4344" actId="2696"/>
        <pc:sldMkLst>
          <pc:docMk/>
          <pc:sldMk cId="791013356" sldId="435"/>
        </pc:sldMkLst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36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6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066" v="4338" actId="2696"/>
        <pc:sldMkLst>
          <pc:docMk/>
          <pc:sldMk cId="891368310" sldId="436"/>
        </pc:sldMkLst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37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7"/>
            <ac:spMk id="4" creationId="{00000000-0000-0000-0000-000000000000}"/>
          </ac:spMkLst>
        </pc:spChg>
      </pc:sldChg>
      <pc:sldChg chg="modSp add del mod modAnim">
        <pc:chgData name="Schlesinger, Sebastian" userId="d814e6c9-e9fb-4b77-84f7-ccd8aa3529bb" providerId="ADAL" clId="{814D90CD-D400-5612-B49E-CD4DF6BF7C8B}" dt="2026-02-02T12:56:48.126" v="4365" actId="2696"/>
        <pc:sldMkLst>
          <pc:docMk/>
          <pc:sldMk cId="361405261" sldId="437"/>
        </pc:sldMkLst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38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8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38"/>
            <ac:spMk id="5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26" v="4366" actId="2696"/>
        <pc:sldMkLst>
          <pc:docMk/>
          <pc:sldMk cId="2793182041" sldId="438"/>
        </pc:sldMkLst>
      </pc:sldChg>
      <pc:sldChg chg="modSp add del mod">
        <pc:chgData name="Schlesinger, Sebastian" userId="d814e6c9-e9fb-4b77-84f7-ccd8aa3529bb" providerId="ADAL" clId="{814D90CD-D400-5612-B49E-CD4DF6BF7C8B}" dt="2026-02-02T12:56:48.114" v="4355" actId="2696"/>
        <pc:sldMkLst>
          <pc:docMk/>
          <pc:sldMk cId="3185633987" sldId="439"/>
        </pc:sldMkLst>
      </pc:sldChg>
      <pc:sldChg chg="modSp add del mod">
        <pc:chgData name="Schlesinger, Sebastian" userId="d814e6c9-e9fb-4b77-84f7-ccd8aa3529bb" providerId="ADAL" clId="{814D90CD-D400-5612-B49E-CD4DF6BF7C8B}" dt="2026-02-02T12:56:48.125" v="4364" actId="2696"/>
        <pc:sldMkLst>
          <pc:docMk/>
          <pc:sldMk cId="1285656608" sldId="440"/>
        </pc:sldMkLst>
      </pc:sldChg>
      <pc:sldChg chg="modSp add mod">
        <pc:chgData name="Schlesinger, Sebastian" userId="d814e6c9-e9fb-4b77-84f7-ccd8aa3529bb" providerId="ADAL" clId="{814D90CD-D400-5612-B49E-CD4DF6BF7C8B}" dt="2026-02-03T14:26:42.082" v="5703" actId="403"/>
        <pc:sldMkLst>
          <pc:docMk/>
          <pc:sldMk cId="0" sldId="441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4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41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26:42.082" v="5703" actId="403"/>
          <ac:spMkLst>
            <pc:docMk/>
            <pc:sldMk cId="0" sldId="441"/>
            <ac:spMk id="3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26:25.875" v="5697" actId="14100"/>
          <ac:spMkLst>
            <pc:docMk/>
            <pc:sldMk cId="0" sldId="441"/>
            <ac:spMk id="174082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42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42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42"/>
            <ac:spMk id="6" creationId="{00000000-0000-0000-0000-000000000000}"/>
          </ac:spMkLst>
        </pc:spChg>
      </pc:sldChg>
      <pc:sldChg chg="addSp delSp modSp add del mod">
        <pc:chgData name="Schlesinger, Sebastian" userId="d814e6c9-e9fb-4b77-84f7-ccd8aa3529bb" providerId="ADAL" clId="{814D90CD-D400-5612-B49E-CD4DF6BF7C8B}" dt="2026-02-02T12:56:48.051" v="4327" actId="2696"/>
        <pc:sldMkLst>
          <pc:docMk/>
          <pc:sldMk cId="2840759115" sldId="443"/>
        </pc:sldMkLst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44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44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44"/>
            <ac:spMk id="6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46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4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46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09" v="4351" actId="2696"/>
        <pc:sldMkLst>
          <pc:docMk/>
          <pc:sldMk cId="1796004096" sldId="446"/>
        </pc:sldMkLst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47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47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47"/>
            <ac:spMk id="5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068" v="4340" actId="2696"/>
        <pc:sldMkLst>
          <pc:docMk/>
          <pc:sldMk cId="3489217631" sldId="447"/>
        </pc:sldMkLst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48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48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48"/>
            <ac:spMk id="5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49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4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49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061" v="4334" actId="2696"/>
        <pc:sldMkLst>
          <pc:docMk/>
          <pc:sldMk cId="3382537529" sldId="449"/>
        </pc:sldMkLst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0" sldId="450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50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0" sldId="450"/>
            <ac:spMk id="4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16" v="4357" actId="2696"/>
        <pc:sldMkLst>
          <pc:docMk/>
          <pc:sldMk cId="1409814674" sldId="450"/>
        </pc:sldMkLst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1387387017" sldId="452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1387387017" sldId="45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1387387017" sldId="452"/>
            <ac:spMk id="4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1244148341" sldId="453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1244148341" sldId="45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1244148341" sldId="453"/>
            <ac:spMk id="6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777628526" sldId="454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777628526" sldId="454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777628526" sldId="454"/>
            <ac:spMk id="6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2-03T14:15:02.556" v="5684" actId="1076"/>
        <pc:sldMkLst>
          <pc:docMk/>
          <pc:sldMk cId="878182028" sldId="455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878182028" sldId="455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878182028" sldId="455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15:02.556" v="5684" actId="1076"/>
          <ac:spMkLst>
            <pc:docMk/>
            <pc:sldMk cId="878182028" sldId="455"/>
            <ac:spMk id="17408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4:14:58.375" v="5683" actId="403"/>
          <ac:spMkLst>
            <pc:docMk/>
            <pc:sldMk cId="878182028" sldId="455"/>
            <ac:spMk id="174083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3351969512" sldId="458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3351969512" sldId="45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3351969512" sldId="458"/>
            <ac:spMk id="4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3258816169" sldId="460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3258816169" sldId="460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3258816169" sldId="460"/>
            <ac:spMk id="4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506976109" sldId="461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506976109" sldId="46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506976109" sldId="461"/>
            <ac:spMk id="4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3198415207" sldId="462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3198415207" sldId="46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3198415207" sldId="462"/>
            <ac:spMk id="4" creationId="{00000000-0000-0000-0000-000000000000}"/>
          </ac:spMkLst>
        </pc:spChg>
      </pc:sldChg>
      <pc:sldChg chg="modSp add">
        <pc:chgData name="Schlesinger, Sebastian" userId="d814e6c9-e9fb-4b77-84f7-ccd8aa3529bb" providerId="ADAL" clId="{814D90CD-D400-5612-B49E-CD4DF6BF7C8B}" dt="2026-02-03T13:41:22.074" v="5643"/>
        <pc:sldMkLst>
          <pc:docMk/>
          <pc:sldMk cId="385277476" sldId="463"/>
        </pc:sldMkLst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385277476" sldId="463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41:22.074" v="5643"/>
          <ac:spMkLst>
            <pc:docMk/>
            <pc:sldMk cId="385277476" sldId="463"/>
            <ac:spMk id="4" creationId="{00000000-0000-0000-0000-000000000000}"/>
          </ac:spMkLst>
        </pc:spChg>
      </pc:sldChg>
      <pc:sldChg chg="addSp modSp add mod">
        <pc:chgData name="Schlesinger, Sebastian" userId="d814e6c9-e9fb-4b77-84f7-ccd8aa3529bb" providerId="ADAL" clId="{814D90CD-D400-5612-B49E-CD4DF6BF7C8B}" dt="2026-02-03T13:40:58.449" v="5571" actId="1076"/>
        <pc:sldMkLst>
          <pc:docMk/>
          <pc:sldMk cId="4022119539" sldId="504"/>
        </pc:sldMkLst>
        <pc:spChg chg="add mod">
          <ac:chgData name="Schlesinger, Sebastian" userId="d814e6c9-e9fb-4b77-84f7-ccd8aa3529bb" providerId="ADAL" clId="{814D90CD-D400-5612-B49E-CD4DF6BF7C8B}" dt="2026-02-03T13:40:58.449" v="5571" actId="1076"/>
          <ac:spMkLst>
            <pc:docMk/>
            <pc:sldMk cId="4022119539" sldId="504"/>
            <ac:spMk id="3" creationId="{7DADCAC2-0C63-3AC6-509C-AA9022F0AA7B}"/>
          </ac:spMkLst>
        </pc:spChg>
        <pc:grpChg chg="mod">
          <ac:chgData name="Schlesinger, Sebastian" userId="d814e6c9-e9fb-4b77-84f7-ccd8aa3529bb" providerId="ADAL" clId="{814D90CD-D400-5612-B49E-CD4DF6BF7C8B}" dt="2026-02-02T17:23:20.767" v="5070" actId="167"/>
          <ac:grpSpMkLst>
            <pc:docMk/>
            <pc:sldMk cId="4022119539" sldId="504"/>
            <ac:grpSpMk id="49" creationId="{933563F5-F378-428C-81A2-34D1FE930F03}"/>
          </ac:grpSpMkLst>
        </pc:grpChg>
        <pc:grpChg chg="mod">
          <ac:chgData name="Schlesinger, Sebastian" userId="d814e6c9-e9fb-4b77-84f7-ccd8aa3529bb" providerId="ADAL" clId="{814D90CD-D400-5612-B49E-CD4DF6BF7C8B}" dt="2026-02-02T17:23:20.767" v="5070" actId="167"/>
          <ac:grpSpMkLst>
            <pc:docMk/>
            <pc:sldMk cId="4022119539" sldId="504"/>
            <ac:grpSpMk id="76" creationId="{58CB1ADC-AE65-405F-BB06-069BFAB7A68C}"/>
          </ac:grpSpMkLst>
        </pc:grpChg>
        <pc:grpChg chg="mod">
          <ac:chgData name="Schlesinger, Sebastian" userId="d814e6c9-e9fb-4b77-84f7-ccd8aa3529bb" providerId="ADAL" clId="{814D90CD-D400-5612-B49E-CD4DF6BF7C8B}" dt="2026-02-02T17:23:20.767" v="5070" actId="167"/>
          <ac:grpSpMkLst>
            <pc:docMk/>
            <pc:sldMk cId="4022119539" sldId="504"/>
            <ac:grpSpMk id="82" creationId="{7B19A32B-1F54-4FC2-A501-CD345C0C92BB}"/>
          </ac:grpSpMkLst>
        </pc:grpChg>
        <pc:grpChg chg="mod">
          <ac:chgData name="Schlesinger, Sebastian" userId="d814e6c9-e9fb-4b77-84f7-ccd8aa3529bb" providerId="ADAL" clId="{814D90CD-D400-5612-B49E-CD4DF6BF7C8B}" dt="2026-02-02T17:23:20.767" v="5070" actId="167"/>
          <ac:grpSpMkLst>
            <pc:docMk/>
            <pc:sldMk cId="4022119539" sldId="504"/>
            <ac:grpSpMk id="88" creationId="{C24C9434-09C9-47A7-8531-EA4AF01529AD}"/>
          </ac:grpSpMkLst>
        </pc:grpChg>
        <pc:grpChg chg="mod">
          <ac:chgData name="Schlesinger, Sebastian" userId="d814e6c9-e9fb-4b77-84f7-ccd8aa3529bb" providerId="ADAL" clId="{814D90CD-D400-5612-B49E-CD4DF6BF7C8B}" dt="2026-02-02T17:23:20.767" v="5070" actId="167"/>
          <ac:grpSpMkLst>
            <pc:docMk/>
            <pc:sldMk cId="4022119539" sldId="504"/>
            <ac:grpSpMk id="91" creationId="{E5203C6F-8288-475C-B7CD-4072E3D6F0A8}"/>
          </ac:grpSpMkLst>
        </pc:grpChg>
        <pc:grpChg chg="mod">
          <ac:chgData name="Schlesinger, Sebastian" userId="d814e6c9-e9fb-4b77-84f7-ccd8aa3529bb" providerId="ADAL" clId="{814D90CD-D400-5612-B49E-CD4DF6BF7C8B}" dt="2026-02-02T17:23:20.767" v="5070" actId="167"/>
          <ac:grpSpMkLst>
            <pc:docMk/>
            <pc:sldMk cId="4022119539" sldId="504"/>
            <ac:grpSpMk id="94" creationId="{CAC052B4-6720-41BC-8662-71F2EDF5D888}"/>
          </ac:grpSpMkLst>
        </pc:grpChg>
        <pc:grpChg chg="mod">
          <ac:chgData name="Schlesinger, Sebastian" userId="d814e6c9-e9fb-4b77-84f7-ccd8aa3529bb" providerId="ADAL" clId="{814D90CD-D400-5612-B49E-CD4DF6BF7C8B}" dt="2026-02-02T17:23:06.817" v="5069" actId="167"/>
          <ac:grpSpMkLst>
            <pc:docMk/>
            <pc:sldMk cId="4022119539" sldId="504"/>
            <ac:grpSpMk id="97" creationId="{C24C9434-09C9-47A7-8531-EA4AF01529AD}"/>
          </ac:grpSpMkLst>
        </pc:grpChg>
        <pc:grpChg chg="mod">
          <ac:chgData name="Schlesinger, Sebastian" userId="d814e6c9-e9fb-4b77-84f7-ccd8aa3529bb" providerId="ADAL" clId="{814D90CD-D400-5612-B49E-CD4DF6BF7C8B}" dt="2026-02-02T17:23:06.817" v="5069" actId="167"/>
          <ac:grpSpMkLst>
            <pc:docMk/>
            <pc:sldMk cId="4022119539" sldId="504"/>
            <ac:grpSpMk id="110" creationId="{E5203C6F-8288-475C-B7CD-4072E3D6F0A8}"/>
          </ac:grpSpMkLst>
        </pc:grpChg>
        <pc:grpChg chg="mod">
          <ac:chgData name="Schlesinger, Sebastian" userId="d814e6c9-e9fb-4b77-84f7-ccd8aa3529bb" providerId="ADAL" clId="{814D90CD-D400-5612-B49E-CD4DF6BF7C8B}" dt="2026-02-02T17:23:06.817" v="5069" actId="167"/>
          <ac:grpSpMkLst>
            <pc:docMk/>
            <pc:sldMk cId="4022119539" sldId="504"/>
            <ac:grpSpMk id="113" creationId="{CAC052B4-6720-41BC-8662-71F2EDF5D888}"/>
          </ac:grpSpMkLst>
        </pc:grpChg>
      </pc:sldChg>
      <pc:sldChg chg="modSp add del mod">
        <pc:chgData name="Schlesinger, Sebastian" userId="d814e6c9-e9fb-4b77-84f7-ccd8aa3529bb" providerId="ADAL" clId="{814D90CD-D400-5612-B49E-CD4DF6BF7C8B}" dt="2026-02-03T13:41:10.946" v="5638" actId="2696"/>
        <pc:sldMkLst>
          <pc:docMk/>
          <pc:sldMk cId="985038673" sldId="563"/>
        </pc:sldMkLst>
        <pc:spChg chg="mod">
          <ac:chgData name="Schlesinger, Sebastian" userId="d814e6c9-e9fb-4b77-84f7-ccd8aa3529bb" providerId="ADAL" clId="{814D90CD-D400-5612-B49E-CD4DF6BF7C8B}" dt="2026-02-02T17:25:20.883" v="5148" actId="14100"/>
          <ac:spMkLst>
            <pc:docMk/>
            <pc:sldMk cId="985038673" sldId="563"/>
            <ac:spMk id="2" creationId="{427162E2-E5DC-4055-94A1-63F8784359A2}"/>
          </ac:spMkLst>
        </pc:spChg>
        <pc:spChg chg="mod">
          <ac:chgData name="Schlesinger, Sebastian" userId="d814e6c9-e9fb-4b77-84f7-ccd8aa3529bb" providerId="ADAL" clId="{814D90CD-D400-5612-B49E-CD4DF6BF7C8B}" dt="2026-02-02T17:25:18.839" v="5147" actId="1076"/>
          <ac:spMkLst>
            <pc:docMk/>
            <pc:sldMk cId="985038673" sldId="563"/>
            <ac:spMk id="3" creationId="{EA280E59-29A6-4D64-A53B-A00327A5A2E9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985038673" sldId="563"/>
            <ac:spMk id="5" creationId="{995BCFAD-5879-411C-AD78-B1A5ADC54CF5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985038673" sldId="563"/>
            <ac:spMk id="6" creationId="{87978380-09C9-464D-8374-111EC07E88B8}"/>
          </ac:spMkLst>
        </pc:spChg>
        <pc:graphicFrameChg chg="mod">
          <ac:chgData name="Schlesinger, Sebastian" userId="d814e6c9-e9fb-4b77-84f7-ccd8aa3529bb" providerId="ADAL" clId="{814D90CD-D400-5612-B49E-CD4DF6BF7C8B}" dt="2026-02-02T17:25:18.839" v="5147" actId="1076"/>
          <ac:graphicFrameMkLst>
            <pc:docMk/>
            <pc:sldMk cId="985038673" sldId="563"/>
            <ac:graphicFrameMk id="8" creationId="{16937321-5EA6-48F2-A43D-5EC9FCE22DE4}"/>
          </ac:graphicFrameMkLst>
        </pc:graphicFrameChg>
      </pc:sldChg>
      <pc:sldChg chg="addSp modSp add del mod modNotes">
        <pc:chgData name="Schlesinger, Sebastian" userId="d814e6c9-e9fb-4b77-84f7-ccd8aa3529bb" providerId="ADAL" clId="{814D90CD-D400-5612-B49E-CD4DF6BF7C8B}" dt="2026-02-03T13:41:10.597" v="5600" actId="2696"/>
        <pc:sldMkLst>
          <pc:docMk/>
          <pc:sldMk cId="2129629495" sldId="565"/>
        </pc:sldMkLst>
        <pc:spChg chg="add mod">
          <ac:chgData name="Schlesinger, Sebastian" userId="d814e6c9-e9fb-4b77-84f7-ccd8aa3529bb" providerId="ADAL" clId="{814D90CD-D400-5612-B49E-CD4DF6BF7C8B}" dt="2026-02-03T09:55:00.702" v="5169"/>
          <ac:spMkLst>
            <pc:docMk/>
            <pc:sldMk cId="2129629495" sldId="565"/>
            <ac:spMk id="2" creationId="{19AB9B39-F6EA-4A32-4ACE-74D08BAA46EA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129629495" sldId="565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129629495" sldId="565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09:54:57.310" v="5167" actId="14100"/>
          <ac:spMkLst>
            <pc:docMk/>
            <pc:sldMk cId="2129629495" sldId="565"/>
            <ac:spMk id="9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3:41:10.440" v="5572" actId="2696"/>
        <pc:sldMkLst>
          <pc:docMk/>
          <pc:sldMk cId="3982440664" sldId="658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982440664" sldId="658"/>
            <ac:spMk id="4" creationId="{38165421-FC2A-43E1-BFF4-0A514A3F6CAC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982440664" sldId="658"/>
            <ac:spMk id="5" creationId="{1024815A-72C5-45F4-93A8-17679071E1FF}"/>
          </ac:spMkLst>
        </pc:spChg>
        <pc:spChg chg="mod">
          <ac:chgData name="Schlesinger, Sebastian" userId="d814e6c9-e9fb-4b77-84f7-ccd8aa3529bb" providerId="ADAL" clId="{814D90CD-D400-5612-B49E-CD4DF6BF7C8B}" dt="2026-02-02T17:24:20.062" v="5137" actId="14100"/>
          <ac:spMkLst>
            <pc:docMk/>
            <pc:sldMk cId="3982440664" sldId="658"/>
            <ac:spMk id="7" creationId="{898321CD-AA1B-40EC-BAF3-285DC1443990}"/>
          </ac:spMkLst>
        </pc:spChg>
        <pc:spChg chg="mod">
          <ac:chgData name="Schlesinger, Sebastian" userId="d814e6c9-e9fb-4b77-84f7-ccd8aa3529bb" providerId="ADAL" clId="{814D90CD-D400-5612-B49E-CD4DF6BF7C8B}" dt="2026-02-02T17:25:09.606" v="5146" actId="12"/>
          <ac:spMkLst>
            <pc:docMk/>
            <pc:sldMk cId="3982440664" sldId="658"/>
            <ac:spMk id="8" creationId="{6ADFBDFA-4432-4CF0-B154-A124BA285CDC}"/>
          </ac:spMkLst>
        </pc:spChg>
        <pc:grpChg chg="mod">
          <ac:chgData name="Schlesinger, Sebastian" userId="d814e6c9-e9fb-4b77-84f7-ccd8aa3529bb" providerId="ADAL" clId="{814D90CD-D400-5612-B49E-CD4DF6BF7C8B}" dt="2026-02-02T17:24:23.913" v="5138" actId="1076"/>
          <ac:grpSpMkLst>
            <pc:docMk/>
            <pc:sldMk cId="3982440664" sldId="658"/>
            <ac:grpSpMk id="2" creationId="{00000000-0000-0000-0000-000000000000}"/>
          </ac:grpSpMkLst>
        </pc:grpChg>
        <pc:picChg chg="mod">
          <ac:chgData name="Schlesinger, Sebastian" userId="d814e6c9-e9fb-4b77-84f7-ccd8aa3529bb" providerId="ADAL" clId="{814D90CD-D400-5612-B49E-CD4DF6BF7C8B}" dt="2026-02-02T17:24:23.913" v="5138" actId="1076"/>
          <ac:picMkLst>
            <pc:docMk/>
            <pc:sldMk cId="3982440664" sldId="658"/>
            <ac:picMk id="6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2T17:24:23.913" v="5138" actId="1076"/>
          <ac:picMkLst>
            <pc:docMk/>
            <pc:sldMk cId="3982440664" sldId="658"/>
            <ac:picMk id="10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2T17:24:23.913" v="5138" actId="1076"/>
          <ac:picMkLst>
            <pc:docMk/>
            <pc:sldMk cId="3982440664" sldId="658"/>
            <ac:picMk id="11" creationId="{00000000-0000-0000-0000-000000000000}"/>
          </ac:picMkLst>
        </pc:picChg>
      </pc:sldChg>
      <pc:sldChg chg="modSp add del mod">
        <pc:chgData name="Schlesinger, Sebastian" userId="d814e6c9-e9fb-4b77-84f7-ccd8aa3529bb" providerId="ADAL" clId="{814D90CD-D400-5612-B49E-CD4DF6BF7C8B}" dt="2026-02-03T13:41:10.614" v="5605" actId="2696"/>
        <pc:sldMkLst>
          <pc:docMk/>
          <pc:sldMk cId="2710684535" sldId="659"/>
        </pc:sldMkLst>
        <pc:spChg chg="mod">
          <ac:chgData name="Schlesinger, Sebastian" userId="d814e6c9-e9fb-4b77-84f7-ccd8aa3529bb" providerId="ADAL" clId="{814D90CD-D400-5612-B49E-CD4DF6BF7C8B}" dt="2026-02-03T09:55:28.863" v="5178" actId="12"/>
          <ac:spMkLst>
            <pc:docMk/>
            <pc:sldMk cId="2710684535" sldId="659"/>
            <ac:spMk id="3" creationId="{AA283663-8D56-41CA-8EC2-F5A017B42DFA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710684535" sldId="659"/>
            <ac:spMk id="4" creationId="{67C61893-D00C-42AC-BED9-04FA06C38396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710684535" sldId="659"/>
            <ac:spMk id="5" creationId="{A971C04D-CF8F-4AE7-AB37-8A4A96799B6F}"/>
          </ac:spMkLst>
        </pc:spChg>
      </pc:sldChg>
      <pc:sldChg chg="modSp add del modNotes">
        <pc:chgData name="Schlesinger, Sebastian" userId="d814e6c9-e9fb-4b77-84f7-ccd8aa3529bb" providerId="ADAL" clId="{814D90CD-D400-5612-B49E-CD4DF6BF7C8B}" dt="2026-02-03T09:55:04.059" v="5171" actId="2696"/>
        <pc:sldMkLst>
          <pc:docMk/>
          <pc:sldMk cId="3859084667" sldId="660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859084667" sldId="660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859084667" sldId="660"/>
            <ac:spMk id="6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3:41:10.769" v="5621" actId="2696"/>
        <pc:sldMkLst>
          <pc:docMk/>
          <pc:sldMk cId="1029102683" sldId="661"/>
        </pc:sldMkLst>
        <pc:spChg chg="mod">
          <ac:chgData name="Schlesinger, Sebastian" userId="d814e6c9-e9fb-4b77-84f7-ccd8aa3529bb" providerId="ADAL" clId="{814D90CD-D400-5612-B49E-CD4DF6BF7C8B}" dt="2026-02-03T09:56:11.910" v="5190" actId="1076"/>
          <ac:spMkLst>
            <pc:docMk/>
            <pc:sldMk cId="1029102683" sldId="661"/>
            <ac:spMk id="4" creationId="{9820B318-0786-4B10-BD86-BE4DA404BF66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029102683" sldId="661"/>
            <ac:spMk id="5" creationId="{A62BCF7E-4D87-47E2-85E3-842F9C0A1904}"/>
          </ac:spMkLst>
        </pc:spChg>
        <pc:spChg chg="mod">
          <ac:chgData name="Schlesinger, Sebastian" userId="d814e6c9-e9fb-4b77-84f7-ccd8aa3529bb" providerId="ADAL" clId="{814D90CD-D400-5612-B49E-CD4DF6BF7C8B}" dt="2026-02-03T09:56:08.631" v="5189" actId="1076"/>
          <ac:spMkLst>
            <pc:docMk/>
            <pc:sldMk cId="1029102683" sldId="661"/>
            <ac:spMk id="7" creationId="{9FF46BE8-DB90-45C0-A4D2-8FD325CBAE54}"/>
          </ac:spMkLst>
        </pc:spChg>
        <pc:spChg chg="mod">
          <ac:chgData name="Schlesinger, Sebastian" userId="d814e6c9-e9fb-4b77-84f7-ccd8aa3529bb" providerId="ADAL" clId="{814D90CD-D400-5612-B49E-CD4DF6BF7C8B}" dt="2026-02-03T09:56:08.631" v="5189" actId="1076"/>
          <ac:spMkLst>
            <pc:docMk/>
            <pc:sldMk cId="1029102683" sldId="661"/>
            <ac:spMk id="8" creationId="{1AAADA24-650D-4D52-A7B8-D93E047BA8FC}"/>
          </ac:spMkLst>
        </pc:spChg>
        <pc:spChg chg="mod">
          <ac:chgData name="Schlesinger, Sebastian" userId="d814e6c9-e9fb-4b77-84f7-ccd8aa3529bb" providerId="ADAL" clId="{814D90CD-D400-5612-B49E-CD4DF6BF7C8B}" dt="2026-02-03T09:56:08.631" v="5189" actId="1076"/>
          <ac:spMkLst>
            <pc:docMk/>
            <pc:sldMk cId="1029102683" sldId="661"/>
            <ac:spMk id="9" creationId="{A2DA2904-68B3-470E-A75D-4F9ECD68272D}"/>
          </ac:spMkLst>
        </pc:spChg>
        <pc:spChg chg="mod">
          <ac:chgData name="Schlesinger, Sebastian" userId="d814e6c9-e9fb-4b77-84f7-ccd8aa3529bb" providerId="ADAL" clId="{814D90CD-D400-5612-B49E-CD4DF6BF7C8B}" dt="2026-02-03T09:56:08.631" v="5189" actId="1076"/>
          <ac:spMkLst>
            <pc:docMk/>
            <pc:sldMk cId="1029102683" sldId="661"/>
            <ac:spMk id="10" creationId="{D7BF3D44-4E6E-4D07-8486-57437D5968F6}"/>
          </ac:spMkLst>
        </pc:spChg>
        <pc:spChg chg="mod">
          <ac:chgData name="Schlesinger, Sebastian" userId="d814e6c9-e9fb-4b77-84f7-ccd8aa3529bb" providerId="ADAL" clId="{814D90CD-D400-5612-B49E-CD4DF6BF7C8B}" dt="2026-02-03T09:56:08.631" v="5189" actId="1076"/>
          <ac:spMkLst>
            <pc:docMk/>
            <pc:sldMk cId="1029102683" sldId="661"/>
            <ac:spMk id="11" creationId="{A41CC732-BC84-4169-8B52-2CB17937BBC9}"/>
          </ac:spMkLst>
        </pc:spChg>
        <pc:spChg chg="mod">
          <ac:chgData name="Schlesinger, Sebastian" userId="d814e6c9-e9fb-4b77-84f7-ccd8aa3529bb" providerId="ADAL" clId="{814D90CD-D400-5612-B49E-CD4DF6BF7C8B}" dt="2026-02-03T09:56:08.631" v="5189" actId="1076"/>
          <ac:spMkLst>
            <pc:docMk/>
            <pc:sldMk cId="1029102683" sldId="661"/>
            <ac:spMk id="12" creationId="{3C5B11A1-2F2E-41DA-B93B-9A6085A6D208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3:41:10.541" v="5584" actId="2696"/>
        <pc:sldMkLst>
          <pc:docMk/>
          <pc:sldMk cId="3258464776" sldId="662"/>
        </pc:sldMkLst>
        <pc:spChg chg="mod">
          <ac:chgData name="Schlesinger, Sebastian" userId="d814e6c9-e9fb-4b77-84f7-ccd8aa3529bb" providerId="ADAL" clId="{814D90CD-D400-5612-B49E-CD4DF6BF7C8B}" dt="2026-02-03T10:24:06.340" v="5204" actId="14100"/>
          <ac:spMkLst>
            <pc:docMk/>
            <pc:sldMk cId="3258464776" sldId="662"/>
            <ac:spMk id="2" creationId="{75BCD11E-31D3-44C7-99DA-D18ABC0E1C77}"/>
          </ac:spMkLst>
        </pc:spChg>
        <pc:spChg chg="mod">
          <ac:chgData name="Schlesinger, Sebastian" userId="d814e6c9-e9fb-4b77-84f7-ccd8aa3529bb" providerId="ADAL" clId="{814D90CD-D400-5612-B49E-CD4DF6BF7C8B}" dt="2026-02-03T10:24:12.667" v="5205" actId="1076"/>
          <ac:spMkLst>
            <pc:docMk/>
            <pc:sldMk cId="3258464776" sldId="66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258464776" sldId="662"/>
            <ac:spMk id="5" creationId="{CEB1C004-4B1E-41A2-9D3E-462F72A906BB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258464776" sldId="662"/>
            <ac:spMk id="6" creationId="{B3E20D16-609E-4347-A8B6-B0D673879A64}"/>
          </ac:spMkLst>
        </pc:spChg>
        <pc:spChg chg="mod">
          <ac:chgData name="Schlesinger, Sebastian" userId="d814e6c9-e9fb-4b77-84f7-ccd8aa3529bb" providerId="ADAL" clId="{814D90CD-D400-5612-B49E-CD4DF6BF7C8B}" dt="2026-02-03T10:24:12.667" v="5205" actId="1076"/>
          <ac:spMkLst>
            <pc:docMk/>
            <pc:sldMk cId="3258464776" sldId="662"/>
            <ac:spMk id="7" creationId="{2D3FC02C-2FB8-4900-8955-1F8D65417350}"/>
          </ac:spMkLst>
        </pc:spChg>
        <pc:picChg chg="mod">
          <ac:chgData name="Schlesinger, Sebastian" userId="d814e6c9-e9fb-4b77-84f7-ccd8aa3529bb" providerId="ADAL" clId="{814D90CD-D400-5612-B49E-CD4DF6BF7C8B}" dt="2026-02-03T10:24:12.667" v="5205" actId="1076"/>
          <ac:picMkLst>
            <pc:docMk/>
            <pc:sldMk cId="3258464776" sldId="662"/>
            <ac:picMk id="8" creationId="{C7B83A5A-4D77-4C9C-9A5E-AD255089D007}"/>
          </ac:picMkLst>
        </pc:picChg>
      </pc:sldChg>
      <pc:sldChg chg="modSp add del modNotes">
        <pc:chgData name="Schlesinger, Sebastian" userId="d814e6c9-e9fb-4b77-84f7-ccd8aa3529bb" providerId="ADAL" clId="{814D90CD-D400-5612-B49E-CD4DF6BF7C8B}" dt="2026-02-03T10:24:49.647" v="5210" actId="2696"/>
        <pc:sldMkLst>
          <pc:docMk/>
          <pc:sldMk cId="787130407" sldId="663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787130407" sldId="663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787130407" sldId="663"/>
            <ac:spMk id="6" creationId="{00000000-0000-0000-0000-000000000000}"/>
          </ac:spMkLst>
        </pc:spChg>
      </pc:sldChg>
      <pc:sldChg chg="modSp add del mod modNotes">
        <pc:chgData name="Schlesinger, Sebastian" userId="d814e6c9-e9fb-4b77-84f7-ccd8aa3529bb" providerId="ADAL" clId="{814D90CD-D400-5612-B49E-CD4DF6BF7C8B}" dt="2026-02-03T13:41:10.558" v="5596" actId="2696"/>
        <pc:sldMkLst>
          <pc:docMk/>
          <pc:sldMk cId="823264197" sldId="664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823264197" sldId="664"/>
            <ac:spMk id="5" creationId="{C4F5AC51-E3FD-41C8-8A72-0456BFC5752C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823264197" sldId="664"/>
            <ac:spMk id="6" creationId="{C0A30FB8-3B9A-4724-B6F8-A208AF0216D3}"/>
          </ac:spMkLst>
        </pc:spChg>
        <pc:spChg chg="mod">
          <ac:chgData name="Schlesinger, Sebastian" userId="d814e6c9-e9fb-4b77-84f7-ccd8aa3529bb" providerId="ADAL" clId="{814D90CD-D400-5612-B49E-CD4DF6BF7C8B}" dt="2026-02-03T10:47:25.547" v="5215" actId="14100"/>
          <ac:spMkLst>
            <pc:docMk/>
            <pc:sldMk cId="823264197" sldId="664"/>
            <ac:spMk id="7" creationId="{F362BEE3-2AF0-449A-8DDA-7B68DD0C39FA}"/>
          </ac:spMkLst>
        </pc:spChg>
        <pc:grpChg chg="mod">
          <ac:chgData name="Schlesinger, Sebastian" userId="d814e6c9-e9fb-4b77-84f7-ccd8aa3529bb" providerId="ADAL" clId="{814D90CD-D400-5612-B49E-CD4DF6BF7C8B}" dt="2026-02-03T10:47:22.408" v="5214" actId="1076"/>
          <ac:grpSpMkLst>
            <pc:docMk/>
            <pc:sldMk cId="823264197" sldId="664"/>
            <ac:grpSpMk id="20" creationId="{26500193-189F-45E0-8B4C-DF54EC9978A0}"/>
          </ac:grpSpMkLst>
        </pc:grpChg>
        <pc:graphicFrameChg chg="mod">
          <ac:chgData name="Schlesinger, Sebastian" userId="d814e6c9-e9fb-4b77-84f7-ccd8aa3529bb" providerId="ADAL" clId="{814D90CD-D400-5612-B49E-CD4DF6BF7C8B}" dt="2026-02-03T10:47:22.408" v="5214" actId="1076"/>
          <ac:graphicFrameMkLst>
            <pc:docMk/>
            <pc:sldMk cId="823264197" sldId="664"/>
            <ac:graphicFrameMk id="19" creationId="{5C2C60C0-CA97-45AD-B56D-AB9B8634FE9F}"/>
          </ac:graphicFrameMkLst>
        </pc:graphicFrameChg>
        <pc:picChg chg="mod">
          <ac:chgData name="Schlesinger, Sebastian" userId="d814e6c9-e9fb-4b77-84f7-ccd8aa3529bb" providerId="ADAL" clId="{814D90CD-D400-5612-B49E-CD4DF6BF7C8B}" dt="2026-02-03T10:47:22.408" v="5214" actId="1076"/>
          <ac:picMkLst>
            <pc:docMk/>
            <pc:sldMk cId="823264197" sldId="664"/>
            <ac:picMk id="9" creationId="{58A7C990-7080-4D99-BC4E-9F797FDE3ADE}"/>
          </ac:picMkLst>
        </pc:picChg>
        <pc:picChg chg="mod">
          <ac:chgData name="Schlesinger, Sebastian" userId="d814e6c9-e9fb-4b77-84f7-ccd8aa3529bb" providerId="ADAL" clId="{814D90CD-D400-5612-B49E-CD4DF6BF7C8B}" dt="2026-02-03T10:47:22.408" v="5214" actId="1076"/>
          <ac:picMkLst>
            <pc:docMk/>
            <pc:sldMk cId="823264197" sldId="664"/>
            <ac:picMk id="14" creationId="{0C4D65FA-FD54-4E6C-BF4F-006BA7C035F7}"/>
          </ac:picMkLst>
        </pc:picChg>
        <pc:picChg chg="mod">
          <ac:chgData name="Schlesinger, Sebastian" userId="d814e6c9-e9fb-4b77-84f7-ccd8aa3529bb" providerId="ADAL" clId="{814D90CD-D400-5612-B49E-CD4DF6BF7C8B}" dt="2026-02-03T10:47:22.408" v="5214" actId="1076"/>
          <ac:picMkLst>
            <pc:docMk/>
            <pc:sldMk cId="823264197" sldId="664"/>
            <ac:picMk id="15" creationId="{F0086009-95C2-4A93-878E-1F5BDC0FB349}"/>
          </ac:picMkLst>
        </pc:picChg>
        <pc:picChg chg="mod">
          <ac:chgData name="Schlesinger, Sebastian" userId="d814e6c9-e9fb-4b77-84f7-ccd8aa3529bb" providerId="ADAL" clId="{814D90CD-D400-5612-B49E-CD4DF6BF7C8B}" dt="2026-02-03T10:47:22.408" v="5214" actId="1076"/>
          <ac:picMkLst>
            <pc:docMk/>
            <pc:sldMk cId="823264197" sldId="664"/>
            <ac:picMk id="16" creationId="{596BEAF2-104B-4725-A1AB-3FF8B90288E8}"/>
          </ac:picMkLst>
        </pc:picChg>
        <pc:picChg chg="mod">
          <ac:chgData name="Schlesinger, Sebastian" userId="d814e6c9-e9fb-4b77-84f7-ccd8aa3529bb" providerId="ADAL" clId="{814D90CD-D400-5612-B49E-CD4DF6BF7C8B}" dt="2026-02-03T10:47:22.408" v="5214" actId="1076"/>
          <ac:picMkLst>
            <pc:docMk/>
            <pc:sldMk cId="823264197" sldId="664"/>
            <ac:picMk id="17" creationId="{F3A6FCF8-FB4F-468C-AB0C-4557C60D47DC}"/>
          </ac:picMkLst>
        </pc:picChg>
        <pc:picChg chg="mod">
          <ac:chgData name="Schlesinger, Sebastian" userId="d814e6c9-e9fb-4b77-84f7-ccd8aa3529bb" providerId="ADAL" clId="{814D90CD-D400-5612-B49E-CD4DF6BF7C8B}" dt="2026-02-03T10:47:22.408" v="5214" actId="1076"/>
          <ac:picMkLst>
            <pc:docMk/>
            <pc:sldMk cId="823264197" sldId="664"/>
            <ac:picMk id="18" creationId="{E67D6886-271F-405F-973C-86416DDAC6D7}"/>
          </ac:picMkLst>
        </pc:picChg>
      </pc:sldChg>
      <pc:sldChg chg="modSp add del mod modNotes">
        <pc:chgData name="Schlesinger, Sebastian" userId="d814e6c9-e9fb-4b77-84f7-ccd8aa3529bb" providerId="ADAL" clId="{814D90CD-D400-5612-B49E-CD4DF6BF7C8B}" dt="2026-02-03T13:41:10.709" v="5611" actId="2696"/>
        <pc:sldMkLst>
          <pc:docMk/>
          <pc:sldMk cId="4227598705" sldId="665"/>
        </pc:sldMkLst>
        <pc:spChg chg="mod">
          <ac:chgData name="Schlesinger, Sebastian" userId="d814e6c9-e9fb-4b77-84f7-ccd8aa3529bb" providerId="ADAL" clId="{814D90CD-D400-5612-B49E-CD4DF6BF7C8B}" dt="2026-02-03T10:47:33.303" v="5216" actId="14100"/>
          <ac:spMkLst>
            <pc:docMk/>
            <pc:sldMk cId="4227598705" sldId="665"/>
            <ac:spMk id="2" creationId="{3FEEC176-93E6-4EFC-B929-636351D852A0}"/>
          </ac:spMkLst>
        </pc:spChg>
        <pc:spChg chg="mod">
          <ac:chgData name="Schlesinger, Sebastian" userId="d814e6c9-e9fb-4b77-84f7-ccd8aa3529bb" providerId="ADAL" clId="{814D90CD-D400-5612-B49E-CD4DF6BF7C8B}" dt="2026-02-03T10:48:29.074" v="5224" actId="14100"/>
          <ac:spMkLst>
            <pc:docMk/>
            <pc:sldMk cId="4227598705" sldId="665"/>
            <ac:spMk id="3" creationId="{3A339206-C1E4-4F55-8481-A552D3F308D2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4227598705" sldId="665"/>
            <ac:spMk id="5" creationId="{8C1A217D-5C66-4BA1-AFDD-3AE2D7C1BAAE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4227598705" sldId="665"/>
            <ac:spMk id="6" creationId="{2EF8BF59-AEF5-4DA5-A15B-C059B137667D}"/>
          </ac:spMkLst>
        </pc:spChg>
        <pc:picChg chg="mod">
          <ac:chgData name="Schlesinger, Sebastian" userId="d814e6c9-e9fb-4b77-84f7-ccd8aa3529bb" providerId="ADAL" clId="{814D90CD-D400-5612-B49E-CD4DF6BF7C8B}" dt="2026-02-03T10:47:38.809" v="5218" actId="1076"/>
          <ac:picMkLst>
            <pc:docMk/>
            <pc:sldMk cId="4227598705" sldId="665"/>
            <ac:picMk id="7" creationId="{241A2F05-7B97-4D3C-8D07-FA576CD536F6}"/>
          </ac:picMkLst>
        </pc:picChg>
        <pc:picChg chg="mod">
          <ac:chgData name="Schlesinger, Sebastian" userId="d814e6c9-e9fb-4b77-84f7-ccd8aa3529bb" providerId="ADAL" clId="{814D90CD-D400-5612-B49E-CD4DF6BF7C8B}" dt="2026-02-03T10:48:31.634" v="5225" actId="1076"/>
          <ac:picMkLst>
            <pc:docMk/>
            <pc:sldMk cId="4227598705" sldId="665"/>
            <ac:picMk id="8" creationId="{DCE2B4F2-D7B2-49C0-AC45-8006765F85F1}"/>
          </ac:picMkLst>
        </pc:picChg>
      </pc:sldChg>
      <pc:sldChg chg="modSp add del modNotes">
        <pc:chgData name="Schlesinger, Sebastian" userId="d814e6c9-e9fb-4b77-84f7-ccd8aa3529bb" providerId="ADAL" clId="{814D90CD-D400-5612-B49E-CD4DF6BF7C8B}" dt="2026-02-03T11:20:17.400" v="5401" actId="2696"/>
        <pc:sldMkLst>
          <pc:docMk/>
          <pc:sldMk cId="909176600" sldId="666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909176600" sldId="666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909176600" sldId="666"/>
            <ac:spMk id="6" creationId="{00000000-0000-0000-0000-000000000000}"/>
          </ac:spMkLst>
        </pc:spChg>
      </pc:sldChg>
      <pc:sldChg chg="modSp add del modNotes">
        <pc:chgData name="Schlesinger, Sebastian" userId="d814e6c9-e9fb-4b77-84f7-ccd8aa3529bb" providerId="ADAL" clId="{814D90CD-D400-5612-B49E-CD4DF6BF7C8B}" dt="2026-02-03T11:35:01.176" v="5451" actId="2696"/>
        <pc:sldMkLst>
          <pc:docMk/>
          <pc:sldMk cId="2794185064" sldId="667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794185064" sldId="667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794185064" sldId="667"/>
            <ac:spMk id="6" creationId="{00000000-0000-0000-0000-000000000000}"/>
          </ac:spMkLst>
        </pc:spChg>
      </pc:sldChg>
      <pc:sldChg chg="modSp add del modNotes">
        <pc:chgData name="Schlesinger, Sebastian" userId="d814e6c9-e9fb-4b77-84f7-ccd8aa3529bb" providerId="ADAL" clId="{814D90CD-D400-5612-B49E-CD4DF6BF7C8B}" dt="2026-02-03T11:37:40.419" v="5473" actId="2696"/>
        <pc:sldMkLst>
          <pc:docMk/>
          <pc:sldMk cId="2197556131" sldId="668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197556131" sldId="668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197556131" sldId="668"/>
            <ac:spMk id="6" creationId="{00000000-0000-0000-0000-000000000000}"/>
          </ac:spMkLst>
        </pc:spChg>
      </pc:sldChg>
      <pc:sldChg chg="modSp add del modNotes">
        <pc:chgData name="Schlesinger, Sebastian" userId="d814e6c9-e9fb-4b77-84f7-ccd8aa3529bb" providerId="ADAL" clId="{814D90CD-D400-5612-B49E-CD4DF6BF7C8B}" dt="2026-02-03T13:12:55.341" v="5525" actId="2696"/>
        <pc:sldMkLst>
          <pc:docMk/>
          <pc:sldMk cId="1244680655" sldId="669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244680655" sldId="669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244680655" sldId="669"/>
            <ac:spMk id="6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3:41:10.705" v="5608" actId="2696"/>
        <pc:sldMkLst>
          <pc:docMk/>
          <pc:sldMk cId="3124861549" sldId="672"/>
        </pc:sldMkLst>
        <pc:spChg chg="mod">
          <ac:chgData name="Schlesinger, Sebastian" userId="d814e6c9-e9fb-4b77-84f7-ccd8aa3529bb" providerId="ADAL" clId="{814D90CD-D400-5612-B49E-CD4DF6BF7C8B}" dt="2026-02-03T10:24:27.117" v="5206" actId="14100"/>
          <ac:spMkLst>
            <pc:docMk/>
            <pc:sldMk cId="3124861549" sldId="672"/>
            <ac:spMk id="2" creationId="{75BCD11E-31D3-44C7-99DA-D18ABC0E1C77}"/>
          </ac:spMkLst>
        </pc:spChg>
        <pc:spChg chg="mod">
          <ac:chgData name="Schlesinger, Sebastian" userId="d814e6c9-e9fb-4b77-84f7-ccd8aa3529bb" providerId="ADAL" clId="{814D90CD-D400-5612-B49E-CD4DF6BF7C8B}" dt="2026-02-03T10:24:39.537" v="5208" actId="1076"/>
          <ac:spMkLst>
            <pc:docMk/>
            <pc:sldMk cId="3124861549" sldId="67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124861549" sldId="672"/>
            <ac:spMk id="5" creationId="{CEB1C004-4B1E-41A2-9D3E-462F72A906BB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124861549" sldId="672"/>
            <ac:spMk id="6" creationId="{B3E20D16-609E-4347-A8B6-B0D673879A64}"/>
          </ac:spMkLst>
        </pc:spChg>
        <pc:spChg chg="mod">
          <ac:chgData name="Schlesinger, Sebastian" userId="d814e6c9-e9fb-4b77-84f7-ccd8aa3529bb" providerId="ADAL" clId="{814D90CD-D400-5612-B49E-CD4DF6BF7C8B}" dt="2026-02-03T10:24:39.537" v="5208" actId="1076"/>
          <ac:spMkLst>
            <pc:docMk/>
            <pc:sldMk cId="3124861549" sldId="672"/>
            <ac:spMk id="11" creationId="{19A55A45-8698-4DA0-B67D-9362C0F6A4C2}"/>
          </ac:spMkLst>
        </pc:spChg>
        <pc:spChg chg="mod">
          <ac:chgData name="Schlesinger, Sebastian" userId="d814e6c9-e9fb-4b77-84f7-ccd8aa3529bb" providerId="ADAL" clId="{814D90CD-D400-5612-B49E-CD4DF6BF7C8B}" dt="2026-02-03T10:24:39.537" v="5208" actId="1076"/>
          <ac:spMkLst>
            <pc:docMk/>
            <pc:sldMk cId="3124861549" sldId="672"/>
            <ac:spMk id="12" creationId="{2D3FC02C-2FB8-4900-8955-1F8D65417350}"/>
          </ac:spMkLst>
        </pc:spChg>
        <pc:picChg chg="mod">
          <ac:chgData name="Schlesinger, Sebastian" userId="d814e6c9-e9fb-4b77-84f7-ccd8aa3529bb" providerId="ADAL" clId="{814D90CD-D400-5612-B49E-CD4DF6BF7C8B}" dt="2026-02-03T10:24:39.537" v="5208" actId="1076"/>
          <ac:picMkLst>
            <pc:docMk/>
            <pc:sldMk cId="3124861549" sldId="672"/>
            <ac:picMk id="8" creationId="{C7B83A5A-4D77-4C9C-9A5E-AD255089D007}"/>
          </ac:picMkLst>
        </pc:picChg>
        <pc:picChg chg="mod">
          <ac:chgData name="Schlesinger, Sebastian" userId="d814e6c9-e9fb-4b77-84f7-ccd8aa3529bb" providerId="ADAL" clId="{814D90CD-D400-5612-B49E-CD4DF6BF7C8B}" dt="2026-02-03T10:24:39.537" v="5208" actId="1076"/>
          <ac:picMkLst>
            <pc:docMk/>
            <pc:sldMk cId="3124861549" sldId="672"/>
            <ac:picMk id="9" creationId="{32C96C06-EF5A-4DA1-90ED-C3E1DCC585AC}"/>
          </ac:picMkLst>
        </pc:picChg>
        <pc:picChg chg="mod">
          <ac:chgData name="Schlesinger, Sebastian" userId="d814e6c9-e9fb-4b77-84f7-ccd8aa3529bb" providerId="ADAL" clId="{814D90CD-D400-5612-B49E-CD4DF6BF7C8B}" dt="2026-02-03T10:24:39.537" v="5208" actId="1076"/>
          <ac:picMkLst>
            <pc:docMk/>
            <pc:sldMk cId="3124861549" sldId="672"/>
            <ac:picMk id="10" creationId="{8CFDE584-8F89-4B00-9DFC-BB75E40F9164}"/>
          </ac:picMkLst>
        </pc:picChg>
      </pc:sldChg>
      <pc:sldChg chg="modSp add del mod modNotes">
        <pc:chgData name="Schlesinger, Sebastian" userId="d814e6c9-e9fb-4b77-84f7-ccd8aa3529bb" providerId="ADAL" clId="{814D90CD-D400-5612-B49E-CD4DF6BF7C8B}" dt="2026-02-03T13:41:10.937" v="5635" actId="2696"/>
        <pc:sldMkLst>
          <pc:docMk/>
          <pc:sldMk cId="532103354" sldId="673"/>
        </pc:sldMkLst>
        <pc:spChg chg="mod">
          <ac:chgData name="Schlesinger, Sebastian" userId="d814e6c9-e9fb-4b77-84f7-ccd8aa3529bb" providerId="ADAL" clId="{814D90CD-D400-5612-B49E-CD4DF6BF7C8B}" dt="2026-02-03T11:08:59.402" v="5313" actId="14100"/>
          <ac:spMkLst>
            <pc:docMk/>
            <pc:sldMk cId="532103354" sldId="67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532103354" sldId="673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532103354" sldId="673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06.769" v="5316" actId="1076"/>
          <ac:spMkLst>
            <pc:docMk/>
            <pc:sldMk cId="532103354" sldId="673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06.769" v="5316" actId="1076"/>
          <ac:spMkLst>
            <pc:docMk/>
            <pc:sldMk cId="532103354" sldId="673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06.769" v="5316" actId="1076"/>
          <ac:spMkLst>
            <pc:docMk/>
            <pc:sldMk cId="532103354" sldId="673"/>
            <ac:spMk id="1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09:03.019" v="5315" actId="403"/>
          <ac:spMkLst>
            <pc:docMk/>
            <pc:sldMk cId="532103354" sldId="673"/>
            <ac:spMk id="39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09:06.769" v="5316" actId="1076"/>
          <ac:picMkLst>
            <pc:docMk/>
            <pc:sldMk cId="532103354" sldId="673"/>
            <ac:picMk id="3074" creationId="{00000000-0000-0000-0000-000000000000}"/>
          </ac:picMkLst>
        </pc:picChg>
        <pc:cxnChg chg="mod">
          <ac:chgData name="Schlesinger, Sebastian" userId="d814e6c9-e9fb-4b77-84f7-ccd8aa3529bb" providerId="ADAL" clId="{814D90CD-D400-5612-B49E-CD4DF6BF7C8B}" dt="2026-02-03T11:09:06.769" v="5316" actId="1076"/>
          <ac:cxnSpMkLst>
            <pc:docMk/>
            <pc:sldMk cId="532103354" sldId="673"/>
            <ac:cxnSpMk id="16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09:06.769" v="5316" actId="1076"/>
          <ac:cxnSpMkLst>
            <pc:docMk/>
            <pc:sldMk cId="532103354" sldId="673"/>
            <ac:cxnSpMk id="17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09:06.769" v="5316" actId="1076"/>
          <ac:cxnSpMkLst>
            <pc:docMk/>
            <pc:sldMk cId="532103354" sldId="673"/>
            <ac:cxnSpMk id="18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09:06.769" v="5316" actId="1076"/>
          <ac:cxnSpMkLst>
            <pc:docMk/>
            <pc:sldMk cId="532103354" sldId="673"/>
            <ac:cxnSpMk id="19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09:06.769" v="5316" actId="1076"/>
          <ac:cxnSpMkLst>
            <pc:docMk/>
            <pc:sldMk cId="532103354" sldId="673"/>
            <ac:cxnSpMk id="20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09:06.769" v="5316" actId="1076"/>
          <ac:cxnSpMkLst>
            <pc:docMk/>
            <pc:sldMk cId="532103354" sldId="673"/>
            <ac:cxnSpMk id="21" creationId="{00000000-0000-0000-0000-000000000000}"/>
          </ac:cxnSpMkLst>
        </pc:cxnChg>
      </pc:sldChg>
      <pc:sldChg chg="modSp add del mod modNotes">
        <pc:chgData name="Schlesinger, Sebastian" userId="d814e6c9-e9fb-4b77-84f7-ccd8aa3529bb" providerId="ADAL" clId="{814D90CD-D400-5612-B49E-CD4DF6BF7C8B}" dt="2026-02-03T13:41:10.887" v="5626" actId="2696"/>
        <pc:sldMkLst>
          <pc:docMk/>
          <pc:sldMk cId="2012412472" sldId="674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012412472" sldId="674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012412472" sldId="674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0:49:35.418" v="5233" actId="1076"/>
          <ac:spMkLst>
            <pc:docMk/>
            <pc:sldMk cId="2012412472" sldId="674"/>
            <ac:spMk id="27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3T10:49:31.938" v="5232" actId="1076"/>
          <ac:grpSpMkLst>
            <pc:docMk/>
            <pc:sldMk cId="2012412472" sldId="674"/>
            <ac:grpSpMk id="40" creationId="{00000000-0000-0000-0000-000000000000}"/>
          </ac:grpSpMkLst>
        </pc:grpChg>
        <pc:grpChg chg="mod">
          <ac:chgData name="Schlesinger, Sebastian" userId="d814e6c9-e9fb-4b77-84f7-ccd8aa3529bb" providerId="ADAL" clId="{814D90CD-D400-5612-B49E-CD4DF6BF7C8B}" dt="2026-02-03T10:49:31.938" v="5232" actId="1076"/>
          <ac:grpSpMkLst>
            <pc:docMk/>
            <pc:sldMk cId="2012412472" sldId="674"/>
            <ac:grpSpMk id="41" creationId="{00000000-0000-0000-0000-000000000000}"/>
          </ac:grpSpMkLst>
        </pc:grpChg>
        <pc:cxnChg chg="mod">
          <ac:chgData name="Schlesinger, Sebastian" userId="d814e6c9-e9fb-4b77-84f7-ccd8aa3529bb" providerId="ADAL" clId="{814D90CD-D400-5612-B49E-CD4DF6BF7C8B}" dt="2026-02-03T10:49:31.938" v="5232" actId="1076"/>
          <ac:cxnSpMkLst>
            <pc:docMk/>
            <pc:sldMk cId="2012412472" sldId="674"/>
            <ac:cxnSpMk id="22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0:49:31.938" v="5232" actId="1076"/>
          <ac:cxnSpMkLst>
            <pc:docMk/>
            <pc:sldMk cId="2012412472" sldId="674"/>
            <ac:cxnSpMk id="23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0:49:31.938" v="5232" actId="1076"/>
          <ac:cxnSpMkLst>
            <pc:docMk/>
            <pc:sldMk cId="2012412472" sldId="674"/>
            <ac:cxnSpMk id="24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0:49:31.938" v="5232" actId="1076"/>
          <ac:cxnSpMkLst>
            <pc:docMk/>
            <pc:sldMk cId="2012412472" sldId="674"/>
            <ac:cxnSpMk id="26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0:49:31.938" v="5232" actId="1076"/>
          <ac:cxnSpMkLst>
            <pc:docMk/>
            <pc:sldMk cId="2012412472" sldId="674"/>
            <ac:cxnSpMk id="35" creationId="{00000000-0000-0000-0000-000000000000}"/>
          </ac:cxnSpMkLst>
        </pc:cxnChg>
      </pc:sldChg>
      <pc:sldChg chg="modSp add del mod modNotes">
        <pc:chgData name="Schlesinger, Sebastian" userId="d814e6c9-e9fb-4b77-84f7-ccd8aa3529bb" providerId="ADAL" clId="{814D90CD-D400-5612-B49E-CD4DF6BF7C8B}" dt="2026-02-03T13:41:10.741" v="5615" actId="2696"/>
        <pc:sldMkLst>
          <pc:docMk/>
          <pc:sldMk cId="1339574856" sldId="675"/>
        </pc:sldMkLst>
        <pc:spChg chg="mod">
          <ac:chgData name="Schlesinger, Sebastian" userId="d814e6c9-e9fb-4b77-84f7-ccd8aa3529bb" providerId="ADAL" clId="{814D90CD-D400-5612-B49E-CD4DF6BF7C8B}" dt="2026-02-03T11:35:39.903" v="5457" actId="1076"/>
          <ac:spMkLst>
            <pc:docMk/>
            <pc:sldMk cId="1339574856" sldId="675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37:11.908" v="5468" actId="20577"/>
          <ac:spMkLst>
            <pc:docMk/>
            <pc:sldMk cId="1339574856" sldId="675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339574856" sldId="675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1339574856" sldId="675"/>
            <ac:spMk id="6" creationId="{00000000-0000-0000-0000-000000000000}"/>
          </ac:spMkLst>
        </pc:spChg>
      </pc:sldChg>
      <pc:sldChg chg="modSp add del mod modNotes">
        <pc:chgData name="Schlesinger, Sebastian" userId="d814e6c9-e9fb-4b77-84f7-ccd8aa3529bb" providerId="ADAL" clId="{814D90CD-D400-5612-B49E-CD4DF6BF7C8B}" dt="2026-02-03T13:41:10.542" v="5585" actId="2696"/>
        <pc:sldMkLst>
          <pc:docMk/>
          <pc:sldMk cId="2650955730" sldId="676"/>
        </pc:sldMkLst>
        <pc:spChg chg="mod">
          <ac:chgData name="Schlesinger, Sebastian" userId="d814e6c9-e9fb-4b77-84f7-ccd8aa3529bb" providerId="ADAL" clId="{814D90CD-D400-5612-B49E-CD4DF6BF7C8B}" dt="2026-02-03T11:37:25.898" v="5469" actId="1076"/>
          <ac:spMkLst>
            <pc:docMk/>
            <pc:sldMk cId="2650955730" sldId="676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650955730" sldId="676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2650955730" sldId="676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37:35.020" v="5471" actId="1076"/>
          <ac:spMkLst>
            <pc:docMk/>
            <pc:sldMk cId="2650955730" sldId="676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37:32.821" v="5470" actId="1076"/>
          <ac:spMkLst>
            <pc:docMk/>
            <pc:sldMk cId="2650955730" sldId="676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37:32.821" v="5470" actId="1076"/>
          <ac:spMkLst>
            <pc:docMk/>
            <pc:sldMk cId="2650955730" sldId="676"/>
            <ac:spMk id="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37:32.821" v="5470" actId="1076"/>
          <ac:spMkLst>
            <pc:docMk/>
            <pc:sldMk cId="2650955730" sldId="676"/>
            <ac:spMk id="1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1:37:32.821" v="5470" actId="1076"/>
          <ac:spMkLst>
            <pc:docMk/>
            <pc:sldMk cId="2650955730" sldId="676"/>
            <ac:spMk id="18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3T11:37:32.821" v="5470" actId="1076"/>
          <ac:picMkLst>
            <pc:docMk/>
            <pc:sldMk cId="2650955730" sldId="676"/>
            <ac:picMk id="4098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3T11:37:32.821" v="5470" actId="1076"/>
          <ac:picMkLst>
            <pc:docMk/>
            <pc:sldMk cId="2650955730" sldId="676"/>
            <ac:picMk id="5123" creationId="{00000000-0000-0000-0000-000000000000}"/>
          </ac:picMkLst>
        </pc:picChg>
        <pc:cxnChg chg="mod">
          <ac:chgData name="Schlesinger, Sebastian" userId="d814e6c9-e9fb-4b77-84f7-ccd8aa3529bb" providerId="ADAL" clId="{814D90CD-D400-5612-B49E-CD4DF6BF7C8B}" dt="2026-02-03T11:37:32.821" v="5470" actId="1076"/>
          <ac:cxnSpMkLst>
            <pc:docMk/>
            <pc:sldMk cId="2650955730" sldId="676"/>
            <ac:cxnSpMk id="19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37:32.821" v="5470" actId="1076"/>
          <ac:cxnSpMkLst>
            <pc:docMk/>
            <pc:sldMk cId="2650955730" sldId="676"/>
            <ac:cxnSpMk id="22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37:32.821" v="5470" actId="1076"/>
          <ac:cxnSpMkLst>
            <pc:docMk/>
            <pc:sldMk cId="2650955730" sldId="676"/>
            <ac:cxnSpMk id="25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2-03T11:37:32.821" v="5470" actId="1076"/>
          <ac:cxnSpMkLst>
            <pc:docMk/>
            <pc:sldMk cId="2650955730" sldId="676"/>
            <ac:cxnSpMk id="29" creationId="{00000000-0000-0000-0000-000000000000}"/>
          </ac:cxnSpMkLst>
        </pc:cxnChg>
      </pc:sldChg>
      <pc:sldChg chg="modSp add del mod">
        <pc:chgData name="Schlesinger, Sebastian" userId="d814e6c9-e9fb-4b77-84f7-ccd8aa3529bb" providerId="ADAL" clId="{814D90CD-D400-5612-B49E-CD4DF6BF7C8B}" dt="2026-02-03T13:41:10.770" v="5622" actId="2696"/>
        <pc:sldMkLst>
          <pc:docMk/>
          <pc:sldMk cId="397340334" sldId="677"/>
        </pc:sldMkLst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97340334" sldId="677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2T17:24:05.211" v="5125"/>
          <ac:spMkLst>
            <pc:docMk/>
            <pc:sldMk cId="397340334" sldId="677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3T13:14:30.321" v="5562" actId="14100"/>
          <ac:spMkLst>
            <pc:docMk/>
            <pc:sldMk cId="397340334" sldId="677"/>
            <ac:spMk id="38" creationId="{00000000-0000-0000-0000-000000000000}"/>
          </ac:spMkLst>
        </pc:spChg>
      </pc:sldChg>
      <pc:sldChg chg="addSp modSp mod">
        <pc:chgData name="Schlesinger, Sebastian" userId="d814e6c9-e9fb-4b77-84f7-ccd8aa3529bb" providerId="ADAL" clId="{814D90CD-D400-5612-B49E-CD4DF6BF7C8B}" dt="2026-02-03T13:40:04.597" v="5569" actId="20577"/>
        <pc:sldMkLst>
          <pc:docMk/>
          <pc:sldMk cId="2039478384" sldId="785"/>
        </pc:sldMkLst>
        <pc:spChg chg="add mod">
          <ac:chgData name="Schlesinger, Sebastian" userId="d814e6c9-e9fb-4b77-84f7-ccd8aa3529bb" providerId="ADAL" clId="{814D90CD-D400-5612-B49E-CD4DF6BF7C8B}" dt="2026-01-22T18:13:24.320" v="1715"/>
          <ac:spMkLst>
            <pc:docMk/>
            <pc:sldMk cId="2039478384" sldId="785"/>
            <ac:spMk id="2" creationId="{F16F884C-11E3-EEBA-FB5D-886B3FF7FAE6}"/>
          </ac:spMkLst>
        </pc:spChg>
        <pc:spChg chg="mod">
          <ac:chgData name="Schlesinger, Sebastian" userId="d814e6c9-e9fb-4b77-84f7-ccd8aa3529bb" providerId="ADAL" clId="{814D90CD-D400-5612-B49E-CD4DF6BF7C8B}" dt="2026-02-03T13:40:04.597" v="5569" actId="20577"/>
          <ac:spMkLst>
            <pc:docMk/>
            <pc:sldMk cId="2039478384" sldId="785"/>
            <ac:spMk id="4" creationId="{1E39F0E3-8C0D-B9FB-C5FC-26F66EBAD397}"/>
          </ac:spMkLst>
        </pc:spChg>
        <pc:spChg chg="add mod">
          <ac:chgData name="Schlesinger, Sebastian" userId="d814e6c9-e9fb-4b77-84f7-ccd8aa3529bb" providerId="ADAL" clId="{814D90CD-D400-5612-B49E-CD4DF6BF7C8B}" dt="2026-01-22T18:13:24.320" v="1715"/>
          <ac:spMkLst>
            <pc:docMk/>
            <pc:sldMk cId="2039478384" sldId="785"/>
            <ac:spMk id="6" creationId="{544A7715-BA0F-DB10-A552-EBA003592AE6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35" v="4370" actId="2696"/>
        <pc:sldMkLst>
          <pc:docMk/>
          <pc:sldMk cId="204516584" sldId="786"/>
        </pc:sldMkLst>
      </pc:sldChg>
      <pc:sldChg chg="modSp add del mod">
        <pc:chgData name="Schlesinger, Sebastian" userId="d814e6c9-e9fb-4b77-84f7-ccd8aa3529bb" providerId="ADAL" clId="{814D90CD-D400-5612-B49E-CD4DF6BF7C8B}" dt="2026-02-03T13:41:10.938" v="5636" actId="2696"/>
        <pc:sldMkLst>
          <pc:docMk/>
          <pc:sldMk cId="988579897" sldId="786"/>
        </pc:sldMkLst>
        <pc:spChg chg="mod">
          <ac:chgData name="Schlesinger, Sebastian" userId="d814e6c9-e9fb-4b77-84f7-ccd8aa3529bb" providerId="ADAL" clId="{814D90CD-D400-5612-B49E-CD4DF6BF7C8B}" dt="2026-02-03T09:55:09.517" v="5172" actId="207"/>
          <ac:spMkLst>
            <pc:docMk/>
            <pc:sldMk cId="988579897" sldId="786"/>
            <ac:spMk id="9" creationId="{4D8FE83F-1E22-51B6-8BC0-C52F666369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656" v="5087" actId="2696"/>
        <pc:sldMkLst>
          <pc:docMk/>
          <pc:sldMk cId="3608486199" sldId="786"/>
        </pc:sldMkLst>
        <pc:spChg chg="mod">
          <ac:chgData name="Schlesinger, Sebastian" userId="d814e6c9-e9fb-4b77-84f7-ccd8aa3529bb" providerId="ADAL" clId="{814D90CD-D400-5612-B49E-CD4DF6BF7C8B}" dt="2026-02-02T12:57:47.194" v="4390" actId="207"/>
          <ac:spMkLst>
            <pc:docMk/>
            <pc:sldMk cId="3608486199" sldId="786"/>
            <ac:spMk id="3078" creationId="{BADA0C72-3DB5-B34A-B8DA-BD816A5D3065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37" v="4372" actId="2696"/>
        <pc:sldMkLst>
          <pc:docMk/>
          <pc:sldMk cId="889159236" sldId="787"/>
        </pc:sldMkLst>
      </pc:sldChg>
      <pc:sldChg chg="modSp add del mod">
        <pc:chgData name="Schlesinger, Sebastian" userId="d814e6c9-e9fb-4b77-84f7-ccd8aa3529bb" providerId="ADAL" clId="{814D90CD-D400-5612-B49E-CD4DF6BF7C8B}" dt="2026-02-02T17:23:42.646" v="5082" actId="2696"/>
        <pc:sldMkLst>
          <pc:docMk/>
          <pc:sldMk cId="2208504222" sldId="787"/>
        </pc:sldMkLst>
        <pc:spChg chg="mod">
          <ac:chgData name="Schlesinger, Sebastian" userId="d814e6c9-e9fb-4b77-84f7-ccd8aa3529bb" providerId="ADAL" clId="{814D90CD-D400-5612-B49E-CD4DF6BF7C8B}" dt="2026-02-02T13:01:09.767" v="4426" actId="207"/>
          <ac:spMkLst>
            <pc:docMk/>
            <pc:sldMk cId="2208504222" sldId="787"/>
            <ac:spMk id="3078" creationId="{A6E072D5-4973-AAFF-0F7E-C2D13B1B4997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3:41:10.444" v="5574" actId="2696"/>
        <pc:sldMkLst>
          <pc:docMk/>
          <pc:sldMk cId="2665571256" sldId="787"/>
        </pc:sldMkLst>
        <pc:spChg chg="mod">
          <ac:chgData name="Schlesinger, Sebastian" userId="d814e6c9-e9fb-4b77-84f7-ccd8aa3529bb" providerId="ADAL" clId="{814D90CD-D400-5612-B49E-CD4DF6BF7C8B}" dt="2026-02-03T10:24:57.443" v="5213" actId="207"/>
          <ac:spMkLst>
            <pc:docMk/>
            <pc:sldMk cId="2665571256" sldId="787"/>
            <ac:spMk id="9" creationId="{8D723356-E0E4-F673-4395-498D29612D2D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7:23:42.667" v="5096" actId="2696"/>
        <pc:sldMkLst>
          <pc:docMk/>
          <pc:sldMk cId="8607213" sldId="788"/>
        </pc:sldMkLst>
        <pc:spChg chg="mod">
          <ac:chgData name="Schlesinger, Sebastian" userId="d814e6c9-e9fb-4b77-84f7-ccd8aa3529bb" providerId="ADAL" clId="{814D90CD-D400-5612-B49E-CD4DF6BF7C8B}" dt="2026-02-02T14:12:42.107" v="4553" actId="207"/>
          <ac:spMkLst>
            <pc:docMk/>
            <pc:sldMk cId="8607213" sldId="788"/>
            <ac:spMk id="3078" creationId="{BFDB8FB2-1A61-78C9-3204-94D1ABDA487A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3:41:10.545" v="5587" actId="2696"/>
        <pc:sldMkLst>
          <pc:docMk/>
          <pc:sldMk cId="1523595087" sldId="788"/>
        </pc:sldMkLst>
        <pc:spChg chg="mod">
          <ac:chgData name="Schlesinger, Sebastian" userId="d814e6c9-e9fb-4b77-84f7-ccd8aa3529bb" providerId="ADAL" clId="{814D90CD-D400-5612-B49E-CD4DF6BF7C8B}" dt="2026-02-03T11:20:22.889" v="5403" actId="207"/>
          <ac:spMkLst>
            <pc:docMk/>
            <pc:sldMk cId="1523595087" sldId="788"/>
            <ac:spMk id="9" creationId="{F40ADB2E-C0C1-F62C-EDF5-A6712B24B336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2T12:56:48.111" v="4353" actId="2696"/>
        <pc:sldMkLst>
          <pc:docMk/>
          <pc:sldMk cId="2826191136" sldId="788"/>
        </pc:sldMkLst>
      </pc:sldChg>
      <pc:sldChg chg="modSp add del mod">
        <pc:chgData name="Schlesinger, Sebastian" userId="d814e6c9-e9fb-4b77-84f7-ccd8aa3529bb" providerId="ADAL" clId="{814D90CD-D400-5612-B49E-CD4DF6BF7C8B}" dt="2026-02-02T17:23:42.644" v="5080" actId="2696"/>
        <pc:sldMkLst>
          <pc:docMk/>
          <pc:sldMk cId="3129638199" sldId="789"/>
        </pc:sldMkLst>
        <pc:spChg chg="mod">
          <ac:chgData name="Schlesinger, Sebastian" userId="d814e6c9-e9fb-4b77-84f7-ccd8aa3529bb" providerId="ADAL" clId="{814D90CD-D400-5612-B49E-CD4DF6BF7C8B}" dt="2026-02-02T14:17:36.628" v="4640" actId="207"/>
          <ac:spMkLst>
            <pc:docMk/>
            <pc:sldMk cId="3129638199" sldId="789"/>
            <ac:spMk id="3078" creationId="{3BF92683-5741-DE8D-FC9D-D7291BF6C619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3:41:10.550" v="5591" actId="2696"/>
        <pc:sldMkLst>
          <pc:docMk/>
          <pc:sldMk cId="3289764414" sldId="789"/>
        </pc:sldMkLst>
        <pc:spChg chg="mod">
          <ac:chgData name="Schlesinger, Sebastian" userId="d814e6c9-e9fb-4b77-84f7-ccd8aa3529bb" providerId="ADAL" clId="{814D90CD-D400-5612-B49E-CD4DF6BF7C8B}" dt="2026-02-03T11:35:10.285" v="5454" actId="207"/>
          <ac:spMkLst>
            <pc:docMk/>
            <pc:sldMk cId="3289764414" sldId="789"/>
            <ac:spMk id="9" creationId="{A27A5205-5DDA-6C47-3FCD-5C8C3C358220}"/>
          </ac:spMkLst>
        </pc:spChg>
      </pc:sldChg>
      <pc:sldChg chg="addSp delSp modSp add del mod delAnim modAnim">
        <pc:chgData name="Schlesinger, Sebastian" userId="d814e6c9-e9fb-4b77-84f7-ccd8aa3529bb" providerId="ADAL" clId="{814D90CD-D400-5612-B49E-CD4DF6BF7C8B}" dt="2026-02-02T12:56:48.054" v="4329" actId="2696"/>
        <pc:sldMkLst>
          <pc:docMk/>
          <pc:sldMk cId="4045331320" sldId="789"/>
        </pc:sldMkLst>
      </pc:sldChg>
      <pc:sldChg chg="modSp add del mod">
        <pc:chgData name="Schlesinger, Sebastian" userId="d814e6c9-e9fb-4b77-84f7-ccd8aa3529bb" providerId="ADAL" clId="{814D90CD-D400-5612-B49E-CD4DF6BF7C8B}" dt="2026-02-02T17:23:42.671" v="5099" actId="2696"/>
        <pc:sldMkLst>
          <pc:docMk/>
          <pc:sldMk cId="1240307828" sldId="790"/>
        </pc:sldMkLst>
        <pc:spChg chg="mod">
          <ac:chgData name="Schlesinger, Sebastian" userId="d814e6c9-e9fb-4b77-84f7-ccd8aa3529bb" providerId="ADAL" clId="{814D90CD-D400-5612-B49E-CD4DF6BF7C8B}" dt="2026-02-02T14:18:54.427" v="4658" actId="207"/>
          <ac:spMkLst>
            <pc:docMk/>
            <pc:sldMk cId="1240307828" sldId="790"/>
            <ac:spMk id="3078" creationId="{34AD1FBF-0BEB-CF6C-4AC9-15093C2A88DB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2-03T13:41:10.610" v="5602" actId="2696"/>
        <pc:sldMkLst>
          <pc:docMk/>
          <pc:sldMk cId="1584308492" sldId="790"/>
        </pc:sldMkLst>
        <pc:spChg chg="mod">
          <ac:chgData name="Schlesinger, Sebastian" userId="d814e6c9-e9fb-4b77-84f7-ccd8aa3529bb" providerId="ADAL" clId="{814D90CD-D400-5612-B49E-CD4DF6BF7C8B}" dt="2026-02-03T11:37:50.112" v="5476" actId="207"/>
          <ac:spMkLst>
            <pc:docMk/>
            <pc:sldMk cId="1584308492" sldId="790"/>
            <ac:spMk id="9" creationId="{8DCC1723-2884-B9B6-F50D-19D836032664}"/>
          </ac:spMkLst>
        </pc:spChg>
      </pc:sldChg>
      <pc:sldChg chg="add del">
        <pc:chgData name="Schlesinger, Sebastian" userId="d814e6c9-e9fb-4b77-84f7-ccd8aa3529bb" providerId="ADAL" clId="{814D90CD-D400-5612-B49E-CD4DF6BF7C8B}" dt="2026-02-02T12:56:48.115" v="4356" actId="2696"/>
        <pc:sldMkLst>
          <pc:docMk/>
          <pc:sldMk cId="1613588326" sldId="790"/>
        </pc:sldMkLst>
      </pc:sldChg>
      <pc:sldChg chg="addSp delSp modSp add del mod">
        <pc:chgData name="Schlesinger, Sebastian" userId="d814e6c9-e9fb-4b77-84f7-ccd8aa3529bb" providerId="ADAL" clId="{814D90CD-D400-5612-B49E-CD4DF6BF7C8B}" dt="2026-02-02T17:23:42.677" v="5105" actId="2696"/>
        <pc:sldMkLst>
          <pc:docMk/>
          <pc:sldMk cId="1065000680" sldId="791"/>
        </pc:sldMkLst>
        <pc:spChg chg="mod">
          <ac:chgData name="Schlesinger, Sebastian" userId="d814e6c9-e9fb-4b77-84f7-ccd8aa3529bb" providerId="ADAL" clId="{814D90CD-D400-5612-B49E-CD4DF6BF7C8B}" dt="2026-02-02T14:20:48.642" v="4678" actId="207"/>
          <ac:spMkLst>
            <pc:docMk/>
            <pc:sldMk cId="1065000680" sldId="791"/>
            <ac:spMk id="5" creationId="{B71DDA2A-C77D-1931-C457-E92C67D3A431}"/>
          </ac:spMkLst>
        </pc:spChg>
        <pc:spChg chg="mod">
          <ac:chgData name="Schlesinger, Sebastian" userId="d814e6c9-e9fb-4b77-84f7-ccd8aa3529bb" providerId="ADAL" clId="{814D90CD-D400-5612-B49E-CD4DF6BF7C8B}" dt="2026-02-02T14:20:52.885" v="4679" actId="207"/>
          <ac:spMkLst>
            <pc:docMk/>
            <pc:sldMk cId="1065000680" sldId="791"/>
            <ac:spMk id="11" creationId="{BDF135EC-B52E-60BA-A9BB-E9A70150058E}"/>
          </ac:spMkLst>
        </pc:spChg>
        <pc:spChg chg="del">
          <ac:chgData name="Schlesinger, Sebastian" userId="d814e6c9-e9fb-4b77-84f7-ccd8aa3529bb" providerId="ADAL" clId="{814D90CD-D400-5612-B49E-CD4DF6BF7C8B}" dt="2026-02-02T14:23:24.652" v="4685" actId="478"/>
          <ac:spMkLst>
            <pc:docMk/>
            <pc:sldMk cId="1065000680" sldId="791"/>
            <ac:spMk id="19" creationId="{0EA6419F-FDF6-E53C-92AF-8C43685114B1}"/>
          </ac:spMkLst>
        </pc:spChg>
        <pc:spChg chg="mod">
          <ac:chgData name="Schlesinger, Sebastian" userId="d814e6c9-e9fb-4b77-84f7-ccd8aa3529bb" providerId="ADAL" clId="{814D90CD-D400-5612-B49E-CD4DF6BF7C8B}" dt="2026-02-02T14:22:37.260" v="4681" actId="207"/>
          <ac:spMkLst>
            <pc:docMk/>
            <pc:sldMk cId="1065000680" sldId="791"/>
            <ac:spMk id="21" creationId="{9F1FBD50-82C4-17C6-EE3E-7CA5764C26A7}"/>
          </ac:spMkLst>
        </pc:spChg>
        <pc:spChg chg="mod">
          <ac:chgData name="Schlesinger, Sebastian" userId="d814e6c9-e9fb-4b77-84f7-ccd8aa3529bb" providerId="ADAL" clId="{814D90CD-D400-5612-B49E-CD4DF6BF7C8B}" dt="2026-02-02T14:22:55.514" v="4683" actId="692"/>
          <ac:spMkLst>
            <pc:docMk/>
            <pc:sldMk cId="1065000680" sldId="791"/>
            <ac:spMk id="27" creationId="{12793CA6-BBE4-EB80-91FE-923A9DC37E2D}"/>
          </ac:spMkLst>
        </pc:spChg>
        <pc:spChg chg="mod">
          <ac:chgData name="Schlesinger, Sebastian" userId="d814e6c9-e9fb-4b77-84f7-ccd8aa3529bb" providerId="ADAL" clId="{814D90CD-D400-5612-B49E-CD4DF6BF7C8B}" dt="2026-02-02T14:22:55.514" v="4683" actId="692"/>
          <ac:spMkLst>
            <pc:docMk/>
            <pc:sldMk cId="1065000680" sldId="791"/>
            <ac:spMk id="29" creationId="{725B5B9D-DEDF-2024-B55D-5E1FD03DE0BD}"/>
          </ac:spMkLst>
        </pc:spChg>
        <pc:spChg chg="mod">
          <ac:chgData name="Schlesinger, Sebastian" userId="d814e6c9-e9fb-4b77-84f7-ccd8aa3529bb" providerId="ADAL" clId="{814D90CD-D400-5612-B49E-CD4DF6BF7C8B}" dt="2026-02-02T14:22:55.514" v="4683" actId="692"/>
          <ac:spMkLst>
            <pc:docMk/>
            <pc:sldMk cId="1065000680" sldId="791"/>
            <ac:spMk id="31" creationId="{90EDD2D9-5CF6-1284-D049-E8EA68EC6693}"/>
          </ac:spMkLst>
        </pc:spChg>
        <pc:spChg chg="mod">
          <ac:chgData name="Schlesinger, Sebastian" userId="d814e6c9-e9fb-4b77-84f7-ccd8aa3529bb" providerId="ADAL" clId="{814D90CD-D400-5612-B49E-CD4DF6BF7C8B}" dt="2026-02-02T14:22:55.514" v="4683" actId="692"/>
          <ac:spMkLst>
            <pc:docMk/>
            <pc:sldMk cId="1065000680" sldId="791"/>
            <ac:spMk id="33" creationId="{7342E61F-8887-863F-835C-13C6E13D15BA}"/>
          </ac:spMkLst>
        </pc:spChg>
        <pc:spChg chg="del">
          <ac:chgData name="Schlesinger, Sebastian" userId="d814e6c9-e9fb-4b77-84f7-ccd8aa3529bb" providerId="ADAL" clId="{814D90CD-D400-5612-B49E-CD4DF6BF7C8B}" dt="2026-02-02T14:23:27.503" v="4686" actId="478"/>
          <ac:spMkLst>
            <pc:docMk/>
            <pc:sldMk cId="1065000680" sldId="791"/>
            <ac:spMk id="35" creationId="{CB526A36-C486-987A-4235-07032783CB47}"/>
          </ac:spMkLst>
        </pc:spChg>
        <pc:spChg chg="del">
          <ac:chgData name="Schlesinger, Sebastian" userId="d814e6c9-e9fb-4b77-84f7-ccd8aa3529bb" providerId="ADAL" clId="{814D90CD-D400-5612-B49E-CD4DF6BF7C8B}" dt="2026-02-02T14:23:24.652" v="4685" actId="478"/>
          <ac:spMkLst>
            <pc:docMk/>
            <pc:sldMk cId="1065000680" sldId="791"/>
            <ac:spMk id="36" creationId="{114DC952-BE76-BB25-B666-3BF9BDE3FB0E}"/>
          </ac:spMkLst>
        </pc:spChg>
        <pc:spChg chg="add mod">
          <ac:chgData name="Schlesinger, Sebastian" userId="d814e6c9-e9fb-4b77-84f7-ccd8aa3529bb" providerId="ADAL" clId="{814D90CD-D400-5612-B49E-CD4DF6BF7C8B}" dt="2026-02-02T14:23:30.573" v="4688" actId="1076"/>
          <ac:spMkLst>
            <pc:docMk/>
            <pc:sldMk cId="1065000680" sldId="791"/>
            <ac:spMk id="37" creationId="{6FB92D24-6A33-D64D-CF8E-30AFC1691FD8}"/>
          </ac:spMkLst>
        </pc:spChg>
        <pc:spChg chg="add mod">
          <ac:chgData name="Schlesinger, Sebastian" userId="d814e6c9-e9fb-4b77-84f7-ccd8aa3529bb" providerId="ADAL" clId="{814D90CD-D400-5612-B49E-CD4DF6BF7C8B}" dt="2026-02-02T14:23:30.573" v="4688" actId="1076"/>
          <ac:spMkLst>
            <pc:docMk/>
            <pc:sldMk cId="1065000680" sldId="791"/>
            <ac:spMk id="38" creationId="{FE483AA5-4197-19F2-4860-5497167CA8F3}"/>
          </ac:spMkLst>
        </pc:spChg>
        <pc:spChg chg="add mod">
          <ac:chgData name="Schlesinger, Sebastian" userId="d814e6c9-e9fb-4b77-84f7-ccd8aa3529bb" providerId="ADAL" clId="{814D90CD-D400-5612-B49E-CD4DF6BF7C8B}" dt="2026-02-02T14:23:38.550" v="4698" actId="1035"/>
          <ac:spMkLst>
            <pc:docMk/>
            <pc:sldMk cId="1065000680" sldId="791"/>
            <ac:spMk id="39" creationId="{5E4781E3-3362-C951-EDC0-94DFFF07CFC1}"/>
          </ac:spMkLst>
        </pc:spChg>
        <pc:cxnChg chg="mod">
          <ac:chgData name="Schlesinger, Sebastian" userId="d814e6c9-e9fb-4b77-84f7-ccd8aa3529bb" providerId="ADAL" clId="{814D90CD-D400-5612-B49E-CD4DF6BF7C8B}" dt="2026-02-02T14:23:03.476" v="4684" actId="692"/>
          <ac:cxnSpMkLst>
            <pc:docMk/>
            <pc:sldMk cId="1065000680" sldId="791"/>
            <ac:cxnSpMk id="22" creationId="{0B5D9838-AEF8-34D6-C0DC-11A6D658EA1F}"/>
          </ac:cxnSpMkLst>
        </pc:cxnChg>
        <pc:cxnChg chg="mod">
          <ac:chgData name="Schlesinger, Sebastian" userId="d814e6c9-e9fb-4b77-84f7-ccd8aa3529bb" providerId="ADAL" clId="{814D90CD-D400-5612-B49E-CD4DF6BF7C8B}" dt="2026-02-02T14:23:03.476" v="4684" actId="692"/>
          <ac:cxnSpMkLst>
            <pc:docMk/>
            <pc:sldMk cId="1065000680" sldId="791"/>
            <ac:cxnSpMk id="28" creationId="{0EE29097-E93C-C02D-B079-D970A33A2696}"/>
          </ac:cxnSpMkLst>
        </pc:cxnChg>
        <pc:cxnChg chg="mod">
          <ac:chgData name="Schlesinger, Sebastian" userId="d814e6c9-e9fb-4b77-84f7-ccd8aa3529bb" providerId="ADAL" clId="{814D90CD-D400-5612-B49E-CD4DF6BF7C8B}" dt="2026-02-02T14:23:03.476" v="4684" actId="692"/>
          <ac:cxnSpMkLst>
            <pc:docMk/>
            <pc:sldMk cId="1065000680" sldId="791"/>
            <ac:cxnSpMk id="30" creationId="{A1F1E34F-9260-2389-2682-1804A01FA922}"/>
          </ac:cxnSpMkLst>
        </pc:cxnChg>
        <pc:cxnChg chg="mod">
          <ac:chgData name="Schlesinger, Sebastian" userId="d814e6c9-e9fb-4b77-84f7-ccd8aa3529bb" providerId="ADAL" clId="{814D90CD-D400-5612-B49E-CD4DF6BF7C8B}" dt="2026-02-02T14:23:03.476" v="4684" actId="692"/>
          <ac:cxnSpMkLst>
            <pc:docMk/>
            <pc:sldMk cId="1065000680" sldId="791"/>
            <ac:cxnSpMk id="32" creationId="{1E77FDC0-91E8-4730-2B6D-0046F45AF79D}"/>
          </ac:cxnSpMkLst>
        </pc:cxnChg>
        <pc:cxnChg chg="mod">
          <ac:chgData name="Schlesinger, Sebastian" userId="d814e6c9-e9fb-4b77-84f7-ccd8aa3529bb" providerId="ADAL" clId="{814D90CD-D400-5612-B49E-CD4DF6BF7C8B}" dt="2026-02-02T14:23:03.476" v="4684" actId="692"/>
          <ac:cxnSpMkLst>
            <pc:docMk/>
            <pc:sldMk cId="1065000680" sldId="791"/>
            <ac:cxnSpMk id="34" creationId="{4808B99F-EAE2-51D0-1362-C93E12DA9C96}"/>
          </ac:cxnSpMkLst>
        </pc:cxnChg>
      </pc:sldChg>
      <pc:sldChg chg="modSp add del mod">
        <pc:chgData name="Schlesinger, Sebastian" userId="d814e6c9-e9fb-4b77-84f7-ccd8aa3529bb" providerId="ADAL" clId="{814D90CD-D400-5612-B49E-CD4DF6BF7C8B}" dt="2026-02-03T13:41:10.885" v="5625" actId="2696"/>
        <pc:sldMkLst>
          <pc:docMk/>
          <pc:sldMk cId="1647607266" sldId="791"/>
        </pc:sldMkLst>
        <pc:spChg chg="mod">
          <ac:chgData name="Schlesinger, Sebastian" userId="d814e6c9-e9fb-4b77-84f7-ccd8aa3529bb" providerId="ADAL" clId="{814D90CD-D400-5612-B49E-CD4DF6BF7C8B}" dt="2026-02-03T13:13:01.134" v="5526" actId="207"/>
          <ac:spMkLst>
            <pc:docMk/>
            <pc:sldMk cId="1647607266" sldId="791"/>
            <ac:spMk id="9" creationId="{435A96C7-229A-85B0-F41D-98AC70122118}"/>
          </ac:spMkLst>
        </pc:spChg>
      </pc:sldChg>
      <pc:sldChg chg="add del">
        <pc:chgData name="Schlesinger, Sebastian" userId="d814e6c9-e9fb-4b77-84f7-ccd8aa3529bb" providerId="ADAL" clId="{814D90CD-D400-5612-B49E-CD4DF6BF7C8B}" dt="2026-02-02T14:19:57.490" v="4676" actId="2696"/>
        <pc:sldMkLst>
          <pc:docMk/>
          <pc:sldMk cId="2722648933" sldId="791"/>
        </pc:sldMkLst>
      </pc:sldChg>
      <pc:sldChg chg="add">
        <pc:chgData name="Schlesinger, Sebastian" userId="d814e6c9-e9fb-4b77-84f7-ccd8aa3529bb" providerId="ADAL" clId="{814D90CD-D400-5612-B49E-CD4DF6BF7C8B}" dt="2026-02-03T13:40:47.271" v="5570"/>
        <pc:sldMkLst>
          <pc:docMk/>
          <pc:sldMk cId="2985359316" sldId="792"/>
        </pc:sldMkLst>
      </pc:sldChg>
      <pc:sldChg chg="addSp modSp new del mod ord">
        <pc:chgData name="Schlesinger, Sebastian" userId="d814e6c9-e9fb-4b77-84f7-ccd8aa3529bb" providerId="ADAL" clId="{814D90CD-D400-5612-B49E-CD4DF6BF7C8B}" dt="2026-02-02T17:23:42.686" v="5113" actId="2696"/>
        <pc:sldMkLst>
          <pc:docMk/>
          <pc:sldMk cId="3107772165" sldId="792"/>
        </pc:sldMkLst>
        <pc:spChg chg="mod">
          <ac:chgData name="Schlesinger, Sebastian" userId="d814e6c9-e9fb-4b77-84f7-ccd8aa3529bb" providerId="ADAL" clId="{814D90CD-D400-5612-B49E-CD4DF6BF7C8B}" dt="2026-02-02T14:31:35.076" v="4798" actId="14100"/>
          <ac:spMkLst>
            <pc:docMk/>
            <pc:sldMk cId="3107772165" sldId="792"/>
            <ac:spMk id="2" creationId="{A4D611E3-8C38-721C-69AC-FB9519E1F79B}"/>
          </ac:spMkLst>
        </pc:spChg>
        <pc:spChg chg="mod">
          <ac:chgData name="Schlesinger, Sebastian" userId="d814e6c9-e9fb-4b77-84f7-ccd8aa3529bb" providerId="ADAL" clId="{814D90CD-D400-5612-B49E-CD4DF6BF7C8B}" dt="2026-02-02T14:37:43.604" v="5058" actId="1076"/>
          <ac:spMkLst>
            <pc:docMk/>
            <pc:sldMk cId="3107772165" sldId="792"/>
            <ac:spMk id="3" creationId="{7D23EA1C-0EE5-80C2-D4A4-A15272DD071E}"/>
          </ac:spMkLst>
        </pc:spChg>
        <pc:spChg chg="add mod">
          <ac:chgData name="Schlesinger, Sebastian" userId="d814e6c9-e9fb-4b77-84f7-ccd8aa3529bb" providerId="ADAL" clId="{814D90CD-D400-5612-B49E-CD4DF6BF7C8B}" dt="2026-02-02T14:37:47.719" v="5059" actId="14100"/>
          <ac:spMkLst>
            <pc:docMk/>
            <pc:sldMk cId="3107772165" sldId="792"/>
            <ac:spMk id="6" creationId="{D69CC652-C0CD-D80A-5A60-22C72ABCA21D}"/>
          </ac:spMkLst>
        </pc:spChg>
      </pc:sldChg>
      <pc:sldChg chg="new del">
        <pc:chgData name="Schlesinger, Sebastian" userId="d814e6c9-e9fb-4b77-84f7-ccd8aa3529bb" providerId="ADAL" clId="{814D90CD-D400-5612-B49E-CD4DF6BF7C8B}" dt="2026-02-03T14:33:06.723" v="5748" actId="2696"/>
        <pc:sldMkLst>
          <pc:docMk/>
          <pc:sldMk cId="3120865246" sldId="793"/>
        </pc:sldMkLst>
      </pc:sldChg>
      <pc:sldChg chg="addSp modSp add mod">
        <pc:chgData name="Schlesinger, Sebastian" userId="d814e6c9-e9fb-4b77-84f7-ccd8aa3529bb" providerId="ADAL" clId="{814D90CD-D400-5612-B49E-CD4DF6BF7C8B}" dt="2026-02-03T14:14:46.339" v="5677" actId="1076"/>
        <pc:sldMkLst>
          <pc:docMk/>
          <pc:sldMk cId="588264345" sldId="794"/>
        </pc:sldMkLst>
        <pc:spChg chg="add mod">
          <ac:chgData name="Schlesinger, Sebastian" userId="d814e6c9-e9fb-4b77-84f7-ccd8aa3529bb" providerId="ADAL" clId="{814D90CD-D400-5612-B49E-CD4DF6BF7C8B}" dt="2026-02-03T14:14:46.339" v="5677" actId="1076"/>
          <ac:spMkLst>
            <pc:docMk/>
            <pc:sldMk cId="588264345" sldId="794"/>
            <ac:spMk id="3" creationId="{0F5C9023-10D7-9BA6-7E92-88421F66486A}"/>
          </ac:spMkLst>
        </pc:spChg>
        <pc:spChg chg="add mod">
          <ac:chgData name="Schlesinger, Sebastian" userId="d814e6c9-e9fb-4b77-84f7-ccd8aa3529bb" providerId="ADAL" clId="{814D90CD-D400-5612-B49E-CD4DF6BF7C8B}" dt="2026-02-03T14:14:46.339" v="5677" actId="1076"/>
          <ac:spMkLst>
            <pc:docMk/>
            <pc:sldMk cId="588264345" sldId="794"/>
            <ac:spMk id="7" creationId="{12356DF7-7AEE-089D-DCF5-ABF42B91A35F}"/>
          </ac:spMkLst>
        </pc:spChg>
        <pc:cxnChg chg="add mod">
          <ac:chgData name="Schlesinger, Sebastian" userId="d814e6c9-e9fb-4b77-84f7-ccd8aa3529bb" providerId="ADAL" clId="{814D90CD-D400-5612-B49E-CD4DF6BF7C8B}" dt="2026-02-03T14:14:46.339" v="5677" actId="1076"/>
          <ac:cxnSpMkLst>
            <pc:docMk/>
            <pc:sldMk cId="588264345" sldId="794"/>
            <ac:cxnSpMk id="6" creationId="{31D2E233-C16A-7857-FD79-F7B466AB88D6}"/>
          </ac:cxnSpMkLst>
        </pc:cxnChg>
      </pc:sldChg>
      <pc:sldChg chg="modSp add mod">
        <pc:chgData name="Schlesinger, Sebastian" userId="d814e6c9-e9fb-4b77-84f7-ccd8aa3529bb" providerId="ADAL" clId="{814D90CD-D400-5612-B49E-CD4DF6BF7C8B}" dt="2026-02-03T14:27:20.553" v="5710" actId="207"/>
        <pc:sldMkLst>
          <pc:docMk/>
          <pc:sldMk cId="2338813391" sldId="795"/>
        </pc:sldMkLst>
        <pc:spChg chg="mod">
          <ac:chgData name="Schlesinger, Sebastian" userId="d814e6c9-e9fb-4b77-84f7-ccd8aa3529bb" providerId="ADAL" clId="{814D90CD-D400-5612-B49E-CD4DF6BF7C8B}" dt="2026-02-03T14:27:20.553" v="5710" actId="207"/>
          <ac:spMkLst>
            <pc:docMk/>
            <pc:sldMk cId="2338813391" sldId="795"/>
            <ac:spMk id="38" creationId="{F0C2A8BA-66F4-40F5-702C-19CB418180F5}"/>
          </ac:spMkLst>
        </pc:spChg>
      </pc:sldChg>
      <pc:sldChg chg="modSp add mod">
        <pc:chgData name="Schlesinger, Sebastian" userId="d814e6c9-e9fb-4b77-84f7-ccd8aa3529bb" providerId="ADAL" clId="{814D90CD-D400-5612-B49E-CD4DF6BF7C8B}" dt="2026-02-03T14:27:12.061" v="5708" actId="207"/>
        <pc:sldMkLst>
          <pc:docMk/>
          <pc:sldMk cId="1084648021" sldId="796"/>
        </pc:sldMkLst>
        <pc:spChg chg="mod">
          <ac:chgData name="Schlesinger, Sebastian" userId="d814e6c9-e9fb-4b77-84f7-ccd8aa3529bb" providerId="ADAL" clId="{814D90CD-D400-5612-B49E-CD4DF6BF7C8B}" dt="2026-02-03T14:27:12.061" v="5708" actId="207"/>
          <ac:spMkLst>
            <pc:docMk/>
            <pc:sldMk cId="1084648021" sldId="796"/>
            <ac:spMk id="38" creationId="{F1D19715-7102-5166-43F2-1F130887F419}"/>
          </ac:spMkLst>
        </pc:spChg>
      </pc:sldChg>
      <pc:sldChg chg="modSp add mod">
        <pc:chgData name="Schlesinger, Sebastian" userId="d814e6c9-e9fb-4b77-84f7-ccd8aa3529bb" providerId="ADAL" clId="{814D90CD-D400-5612-B49E-CD4DF6BF7C8B}" dt="2026-02-03T14:27:56.108" v="5720" actId="207"/>
        <pc:sldMkLst>
          <pc:docMk/>
          <pc:sldMk cId="1588203651" sldId="797"/>
        </pc:sldMkLst>
        <pc:spChg chg="mod">
          <ac:chgData name="Schlesinger, Sebastian" userId="d814e6c9-e9fb-4b77-84f7-ccd8aa3529bb" providerId="ADAL" clId="{814D90CD-D400-5612-B49E-CD4DF6BF7C8B}" dt="2026-02-03T14:27:56.108" v="5720" actId="207"/>
          <ac:spMkLst>
            <pc:docMk/>
            <pc:sldMk cId="1588203651" sldId="797"/>
            <ac:spMk id="38" creationId="{78F6C023-024A-E034-5E1D-E156E030602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7963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13563" y="0"/>
            <a:ext cx="5287962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45AE8-00EA-A144-98E2-750A331B48B7}" type="datetimeFigureOut">
              <a:rPr lang="en-DE" smtClean="0"/>
              <a:t>03.02.26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43363" y="857250"/>
            <a:ext cx="41179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20788" y="3300413"/>
            <a:ext cx="9763125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7963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13563" y="6513513"/>
            <a:ext cx="5287962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A5A92-C89D-CC45-A26D-4CE9A4E8794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17627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1650"/>
            <a:ext cx="4446588" cy="25003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8F12D4-772A-4DEF-8428-628D5B678F69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415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duty</a:t>
            </a:r>
            <a:r>
              <a:rPr lang="de-DE" baseline="0" dirty="0"/>
              <a:t> </a:t>
            </a:r>
            <a:r>
              <a:rPr lang="de-DE" baseline="0" dirty="0" err="1"/>
              <a:t>ratio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percentage</a:t>
            </a:r>
            <a:r>
              <a:rPr lang="de-DE" baseline="0" dirty="0"/>
              <a:t> at high </a:t>
            </a:r>
            <a:r>
              <a:rPr lang="de-DE" baseline="0" dirty="0" err="1"/>
              <a:t>level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8F12D4-772A-4DEF-8428-628D5B678F69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72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duty</a:t>
            </a:r>
            <a:r>
              <a:rPr lang="de-DE" baseline="0" dirty="0"/>
              <a:t> </a:t>
            </a:r>
            <a:r>
              <a:rPr lang="de-DE" baseline="0" dirty="0" err="1"/>
              <a:t>ratio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percentage</a:t>
            </a:r>
            <a:r>
              <a:rPr lang="de-DE" baseline="0" dirty="0"/>
              <a:t> at high </a:t>
            </a:r>
            <a:r>
              <a:rPr lang="de-DE" baseline="0" dirty="0" err="1"/>
              <a:t>level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8F12D4-772A-4DEF-8428-628D5B678F69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32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68" y="2427223"/>
            <a:ext cx="576961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66033" y="5197736"/>
            <a:ext cx="6805295" cy="1311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75E77-0C39-3141-B8B8-690315C87B8B}" type="datetime1">
              <a:rPr lang="de-DE" smtClean="0"/>
              <a:t>03.02.26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6803FE-B66A-E2D2-240B-5C71AF3007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FF0B5-0889-834A-8A15-4D277E6E6A90}" type="datetime1">
              <a:rPr lang="de-DE" smtClean="0"/>
              <a:t>03.02.26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7573" y="1475240"/>
            <a:ext cx="4175125" cy="3618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5420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78EDF-03FC-CD42-985A-8207B3B34E4E}" type="datetime1">
              <a:rPr lang="de-DE" smtClean="0"/>
              <a:t>03.02.26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41999-B2DA-ED48-B011-0B34AAB70FC1}" type="datetime1">
              <a:rPr lang="de-DE" smtClean="0"/>
              <a:t>03.02.26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597395"/>
            <a:ext cx="12204700" cy="17145"/>
          </a:xfrm>
          <a:custGeom>
            <a:avLst/>
            <a:gdLst/>
            <a:ahLst/>
            <a:cxnLst/>
            <a:rect l="l" t="t" r="r" b="b"/>
            <a:pathLst>
              <a:path w="12204700" h="17145">
                <a:moveTo>
                  <a:pt x="12204192" y="0"/>
                </a:moveTo>
                <a:lnTo>
                  <a:pt x="0" y="0"/>
                </a:lnTo>
                <a:lnTo>
                  <a:pt x="0" y="16763"/>
                </a:lnTo>
                <a:lnTo>
                  <a:pt x="12204192" y="16763"/>
                </a:lnTo>
                <a:lnTo>
                  <a:pt x="1220419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539239"/>
            <a:ext cx="12197080" cy="18415"/>
          </a:xfrm>
          <a:custGeom>
            <a:avLst/>
            <a:gdLst/>
            <a:ahLst/>
            <a:cxnLst/>
            <a:rect l="l" t="t" r="r" b="b"/>
            <a:pathLst>
              <a:path w="12197080" h="18415">
                <a:moveTo>
                  <a:pt x="12196572" y="0"/>
                </a:moveTo>
                <a:lnTo>
                  <a:pt x="0" y="0"/>
                </a:lnTo>
                <a:lnTo>
                  <a:pt x="0" y="18287"/>
                </a:lnTo>
                <a:lnTo>
                  <a:pt x="12196572" y="18287"/>
                </a:lnTo>
                <a:lnTo>
                  <a:pt x="1219657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 userDrawn="1"/>
        </p:nvSpPr>
        <p:spPr>
          <a:xfrm>
            <a:off x="965267" y="3361274"/>
            <a:ext cx="1317625" cy="1075055"/>
          </a:xfrm>
          <a:custGeom>
            <a:avLst/>
            <a:gdLst/>
            <a:ahLst/>
            <a:cxnLst/>
            <a:rect l="l" t="t" r="r" b="b"/>
            <a:pathLst>
              <a:path w="1317625" h="1075054">
                <a:moveTo>
                  <a:pt x="1204250" y="745778"/>
                </a:moveTo>
                <a:lnTo>
                  <a:pt x="106192" y="745778"/>
                </a:lnTo>
                <a:lnTo>
                  <a:pt x="0" y="936733"/>
                </a:lnTo>
                <a:lnTo>
                  <a:pt x="0" y="1075005"/>
                </a:lnTo>
                <a:lnTo>
                  <a:pt x="1317022" y="1075005"/>
                </a:lnTo>
                <a:lnTo>
                  <a:pt x="1317022" y="936733"/>
                </a:lnTo>
                <a:lnTo>
                  <a:pt x="1204250" y="745778"/>
                </a:lnTo>
                <a:close/>
              </a:path>
              <a:path w="1317625" h="1075054">
                <a:moveTo>
                  <a:pt x="1097630" y="0"/>
                </a:moveTo>
                <a:lnTo>
                  <a:pt x="216307" y="0"/>
                </a:lnTo>
                <a:lnTo>
                  <a:pt x="173425" y="8670"/>
                </a:lnTo>
                <a:lnTo>
                  <a:pt x="138407" y="32316"/>
                </a:lnTo>
                <a:lnTo>
                  <a:pt x="114796" y="67395"/>
                </a:lnTo>
                <a:lnTo>
                  <a:pt x="106139" y="110361"/>
                </a:lnTo>
                <a:lnTo>
                  <a:pt x="106139" y="714316"/>
                </a:lnTo>
                <a:lnTo>
                  <a:pt x="1207819" y="714316"/>
                </a:lnTo>
                <a:lnTo>
                  <a:pt x="1207819" y="110361"/>
                </a:lnTo>
                <a:lnTo>
                  <a:pt x="1199161" y="67395"/>
                </a:lnTo>
                <a:lnTo>
                  <a:pt x="1175549" y="32316"/>
                </a:lnTo>
                <a:lnTo>
                  <a:pt x="1140524" y="8670"/>
                </a:lnTo>
                <a:lnTo>
                  <a:pt x="109763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5267" y="3361274"/>
            <a:ext cx="1317625" cy="1075055"/>
          </a:xfrm>
          <a:custGeom>
            <a:avLst/>
            <a:gdLst/>
            <a:ahLst/>
            <a:cxnLst/>
            <a:rect l="l" t="t" r="r" b="b"/>
            <a:pathLst>
              <a:path w="1317625" h="1075054">
                <a:moveTo>
                  <a:pt x="0" y="1075005"/>
                </a:moveTo>
                <a:lnTo>
                  <a:pt x="1317022" y="1075005"/>
                </a:lnTo>
                <a:lnTo>
                  <a:pt x="1317022" y="936733"/>
                </a:lnTo>
                <a:lnTo>
                  <a:pt x="1204251" y="745778"/>
                </a:lnTo>
                <a:lnTo>
                  <a:pt x="106192" y="745778"/>
                </a:lnTo>
                <a:lnTo>
                  <a:pt x="0" y="936733"/>
                </a:lnTo>
                <a:lnTo>
                  <a:pt x="0" y="1075005"/>
                </a:lnTo>
                <a:close/>
              </a:path>
              <a:path w="1317625" h="1075054">
                <a:moveTo>
                  <a:pt x="1207819" y="714316"/>
                </a:moveTo>
                <a:lnTo>
                  <a:pt x="1207819" y="110361"/>
                </a:lnTo>
                <a:lnTo>
                  <a:pt x="1199161" y="67395"/>
                </a:lnTo>
                <a:lnTo>
                  <a:pt x="1175549" y="32316"/>
                </a:lnTo>
                <a:lnTo>
                  <a:pt x="1140524" y="8670"/>
                </a:lnTo>
                <a:lnTo>
                  <a:pt x="1097630" y="0"/>
                </a:lnTo>
                <a:lnTo>
                  <a:pt x="216307" y="0"/>
                </a:lnTo>
                <a:lnTo>
                  <a:pt x="173425" y="8670"/>
                </a:lnTo>
                <a:lnTo>
                  <a:pt x="138407" y="32316"/>
                </a:lnTo>
                <a:lnTo>
                  <a:pt x="114796" y="67395"/>
                </a:lnTo>
                <a:lnTo>
                  <a:pt x="106139" y="110361"/>
                </a:lnTo>
                <a:lnTo>
                  <a:pt x="106139" y="714316"/>
                </a:lnTo>
                <a:lnTo>
                  <a:pt x="1207819" y="714316"/>
                </a:lnTo>
                <a:close/>
              </a:path>
            </a:pathLst>
          </a:custGeom>
          <a:ln w="1117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4848" y="4187143"/>
            <a:ext cx="1056005" cy="95885"/>
          </a:xfrm>
          <a:custGeom>
            <a:avLst/>
            <a:gdLst/>
            <a:ahLst/>
            <a:cxnLst/>
            <a:rect l="l" t="t" r="r" b="b"/>
            <a:pathLst>
              <a:path w="1056005" h="95885">
                <a:moveTo>
                  <a:pt x="1002337" y="0"/>
                </a:moveTo>
                <a:lnTo>
                  <a:pt x="53198" y="0"/>
                </a:lnTo>
                <a:lnTo>
                  <a:pt x="0" y="95281"/>
                </a:lnTo>
                <a:lnTo>
                  <a:pt x="1055526" y="95281"/>
                </a:lnTo>
                <a:lnTo>
                  <a:pt x="10023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77615" y="3464561"/>
            <a:ext cx="892810" cy="496570"/>
          </a:xfrm>
          <a:custGeom>
            <a:avLst/>
            <a:gdLst/>
            <a:ahLst/>
            <a:cxnLst/>
            <a:rect l="l" t="t" r="r" b="b"/>
            <a:pathLst>
              <a:path w="892810" h="496570">
                <a:moveTo>
                  <a:pt x="892344" y="0"/>
                </a:moveTo>
                <a:lnTo>
                  <a:pt x="0" y="0"/>
                </a:lnTo>
                <a:lnTo>
                  <a:pt x="0" y="496162"/>
                </a:lnTo>
                <a:lnTo>
                  <a:pt x="892344" y="496162"/>
                </a:lnTo>
                <a:lnTo>
                  <a:pt x="89234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77615" y="3464561"/>
            <a:ext cx="892810" cy="496570"/>
          </a:xfrm>
          <a:custGeom>
            <a:avLst/>
            <a:gdLst/>
            <a:ahLst/>
            <a:cxnLst/>
            <a:rect l="l" t="t" r="r" b="b"/>
            <a:pathLst>
              <a:path w="892810" h="496570">
                <a:moveTo>
                  <a:pt x="0" y="496162"/>
                </a:moveTo>
                <a:lnTo>
                  <a:pt x="892344" y="496162"/>
                </a:lnTo>
                <a:lnTo>
                  <a:pt x="892344" y="0"/>
                </a:lnTo>
                <a:lnTo>
                  <a:pt x="0" y="0"/>
                </a:lnTo>
                <a:lnTo>
                  <a:pt x="0" y="496162"/>
                </a:lnTo>
                <a:close/>
              </a:path>
            </a:pathLst>
          </a:custGeom>
          <a:ln w="1117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9931844" y="3316295"/>
            <a:ext cx="1316355" cy="1165225"/>
          </a:xfrm>
          <a:custGeom>
            <a:avLst/>
            <a:gdLst/>
            <a:ahLst/>
            <a:cxnLst/>
            <a:rect l="l" t="t" r="r" b="b"/>
            <a:pathLst>
              <a:path w="1316354" h="1165225">
                <a:moveTo>
                  <a:pt x="1118738" y="916850"/>
                </a:moveTo>
                <a:lnTo>
                  <a:pt x="197417" y="916850"/>
                </a:lnTo>
                <a:lnTo>
                  <a:pt x="0" y="1164961"/>
                </a:lnTo>
                <a:lnTo>
                  <a:pt x="1316163" y="1164961"/>
                </a:lnTo>
                <a:lnTo>
                  <a:pt x="1118738" y="916850"/>
                </a:lnTo>
                <a:close/>
              </a:path>
              <a:path w="1316354" h="1165225">
                <a:moveTo>
                  <a:pt x="761479" y="786903"/>
                </a:moveTo>
                <a:lnTo>
                  <a:pt x="554675" y="786903"/>
                </a:lnTo>
                <a:lnTo>
                  <a:pt x="554675" y="916850"/>
                </a:lnTo>
                <a:lnTo>
                  <a:pt x="761479" y="916850"/>
                </a:lnTo>
                <a:lnTo>
                  <a:pt x="761479" y="786903"/>
                </a:lnTo>
                <a:close/>
              </a:path>
              <a:path w="1316354" h="1165225">
                <a:moveTo>
                  <a:pt x="1252831" y="0"/>
                </a:moveTo>
                <a:lnTo>
                  <a:pt x="76577" y="0"/>
                </a:lnTo>
                <a:lnTo>
                  <a:pt x="76577" y="786903"/>
                </a:lnTo>
                <a:lnTo>
                  <a:pt x="1252831" y="786903"/>
                </a:lnTo>
                <a:lnTo>
                  <a:pt x="125283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9931844" y="3316295"/>
            <a:ext cx="1316355" cy="1165225"/>
          </a:xfrm>
          <a:custGeom>
            <a:avLst/>
            <a:gdLst/>
            <a:ahLst/>
            <a:cxnLst/>
            <a:rect l="l" t="t" r="r" b="b"/>
            <a:pathLst>
              <a:path w="1316354" h="1165225">
                <a:moveTo>
                  <a:pt x="1252831" y="0"/>
                </a:moveTo>
                <a:lnTo>
                  <a:pt x="76577" y="0"/>
                </a:lnTo>
                <a:lnTo>
                  <a:pt x="76577" y="786903"/>
                </a:lnTo>
                <a:lnTo>
                  <a:pt x="1252831" y="786903"/>
                </a:lnTo>
                <a:lnTo>
                  <a:pt x="1252831" y="0"/>
                </a:lnTo>
                <a:close/>
              </a:path>
              <a:path w="1316354" h="1165225">
                <a:moveTo>
                  <a:pt x="1316163" y="1164961"/>
                </a:moveTo>
                <a:lnTo>
                  <a:pt x="1118738" y="916850"/>
                </a:lnTo>
                <a:lnTo>
                  <a:pt x="197417" y="916850"/>
                </a:lnTo>
                <a:lnTo>
                  <a:pt x="0" y="1164961"/>
                </a:lnTo>
                <a:lnTo>
                  <a:pt x="1316163" y="1164961"/>
                </a:lnTo>
                <a:close/>
              </a:path>
              <a:path w="1316354" h="1165225">
                <a:moveTo>
                  <a:pt x="761479" y="786903"/>
                </a:moveTo>
                <a:lnTo>
                  <a:pt x="554675" y="786903"/>
                </a:lnTo>
                <a:lnTo>
                  <a:pt x="554675" y="916850"/>
                </a:lnTo>
                <a:lnTo>
                  <a:pt x="761479" y="916850"/>
                </a:lnTo>
                <a:lnTo>
                  <a:pt x="761479" y="786903"/>
                </a:lnTo>
                <a:close/>
              </a:path>
            </a:pathLst>
          </a:custGeom>
          <a:ln w="111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084688" y="3394338"/>
            <a:ext cx="1025525" cy="638175"/>
          </a:xfrm>
          <a:custGeom>
            <a:avLst/>
            <a:gdLst/>
            <a:ahLst/>
            <a:cxnLst/>
            <a:rect l="l" t="t" r="r" b="b"/>
            <a:pathLst>
              <a:path w="1025525" h="638175">
                <a:moveTo>
                  <a:pt x="1025382" y="0"/>
                </a:moveTo>
                <a:lnTo>
                  <a:pt x="0" y="0"/>
                </a:lnTo>
                <a:lnTo>
                  <a:pt x="0" y="637967"/>
                </a:lnTo>
                <a:lnTo>
                  <a:pt x="1025382" y="637967"/>
                </a:lnTo>
                <a:lnTo>
                  <a:pt x="1025382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0084688" y="3394338"/>
            <a:ext cx="1025525" cy="638175"/>
          </a:xfrm>
          <a:custGeom>
            <a:avLst/>
            <a:gdLst/>
            <a:ahLst/>
            <a:cxnLst/>
            <a:rect l="l" t="t" r="r" b="b"/>
            <a:pathLst>
              <a:path w="1025525" h="638175">
                <a:moveTo>
                  <a:pt x="0" y="637967"/>
                </a:moveTo>
                <a:lnTo>
                  <a:pt x="1025382" y="637967"/>
                </a:lnTo>
                <a:lnTo>
                  <a:pt x="1025382" y="0"/>
                </a:lnTo>
                <a:lnTo>
                  <a:pt x="0" y="0"/>
                </a:lnTo>
                <a:lnTo>
                  <a:pt x="0" y="637967"/>
                </a:lnTo>
                <a:close/>
              </a:path>
            </a:pathLst>
          </a:custGeom>
          <a:ln w="1117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0110968" y="4269096"/>
            <a:ext cx="936625" cy="161290"/>
          </a:xfrm>
          <a:custGeom>
            <a:avLst/>
            <a:gdLst/>
            <a:ahLst/>
            <a:cxnLst/>
            <a:rect l="l" t="t" r="r" b="b"/>
            <a:pathLst>
              <a:path w="936625" h="161289">
                <a:moveTo>
                  <a:pt x="898737" y="64731"/>
                </a:moveTo>
                <a:lnTo>
                  <a:pt x="840271" y="64731"/>
                </a:lnTo>
                <a:lnTo>
                  <a:pt x="872995" y="101183"/>
                </a:lnTo>
                <a:lnTo>
                  <a:pt x="936030" y="101183"/>
                </a:lnTo>
                <a:lnTo>
                  <a:pt x="898737" y="64731"/>
                </a:lnTo>
                <a:close/>
              </a:path>
              <a:path w="936625" h="161289">
                <a:moveTo>
                  <a:pt x="755098" y="0"/>
                </a:moveTo>
                <a:lnTo>
                  <a:pt x="704711" y="0"/>
                </a:lnTo>
                <a:lnTo>
                  <a:pt x="732309" y="39207"/>
                </a:lnTo>
                <a:lnTo>
                  <a:pt x="787637" y="39207"/>
                </a:lnTo>
                <a:lnTo>
                  <a:pt x="755098" y="0"/>
                </a:lnTo>
                <a:close/>
              </a:path>
              <a:path w="936625" h="161289">
                <a:moveTo>
                  <a:pt x="832582" y="0"/>
                </a:moveTo>
                <a:lnTo>
                  <a:pt x="782213" y="0"/>
                </a:lnTo>
                <a:lnTo>
                  <a:pt x="817408" y="39207"/>
                </a:lnTo>
                <a:lnTo>
                  <a:pt x="872698" y="39207"/>
                </a:lnTo>
                <a:lnTo>
                  <a:pt x="832582" y="0"/>
                </a:lnTo>
                <a:close/>
              </a:path>
              <a:path w="936625" h="161289">
                <a:moveTo>
                  <a:pt x="808791" y="64731"/>
                </a:moveTo>
                <a:lnTo>
                  <a:pt x="750269" y="64731"/>
                </a:lnTo>
                <a:lnTo>
                  <a:pt x="775973" y="101183"/>
                </a:lnTo>
                <a:lnTo>
                  <a:pt x="839026" y="101183"/>
                </a:lnTo>
                <a:lnTo>
                  <a:pt x="808791" y="64731"/>
                </a:lnTo>
                <a:close/>
              </a:path>
              <a:path w="936625" h="161289">
                <a:moveTo>
                  <a:pt x="718807" y="64731"/>
                </a:moveTo>
                <a:lnTo>
                  <a:pt x="660286" y="64731"/>
                </a:lnTo>
                <a:lnTo>
                  <a:pt x="678969" y="101183"/>
                </a:lnTo>
                <a:lnTo>
                  <a:pt x="742060" y="101183"/>
                </a:lnTo>
                <a:lnTo>
                  <a:pt x="718807" y="64731"/>
                </a:lnTo>
                <a:close/>
              </a:path>
              <a:path w="936625" h="161289">
                <a:moveTo>
                  <a:pt x="677744" y="0"/>
                </a:moveTo>
                <a:lnTo>
                  <a:pt x="627320" y="0"/>
                </a:lnTo>
                <a:lnTo>
                  <a:pt x="647508" y="40026"/>
                </a:lnTo>
                <a:lnTo>
                  <a:pt x="702909" y="40026"/>
                </a:lnTo>
                <a:lnTo>
                  <a:pt x="677744" y="0"/>
                </a:lnTo>
                <a:close/>
              </a:path>
              <a:path w="936625" h="161289">
                <a:moveTo>
                  <a:pt x="628843" y="64731"/>
                </a:moveTo>
                <a:lnTo>
                  <a:pt x="570321" y="64731"/>
                </a:lnTo>
                <a:lnTo>
                  <a:pt x="581966" y="101183"/>
                </a:lnTo>
                <a:lnTo>
                  <a:pt x="645075" y="101183"/>
                </a:lnTo>
                <a:lnTo>
                  <a:pt x="628843" y="64731"/>
                </a:lnTo>
                <a:close/>
              </a:path>
              <a:path w="936625" h="161289">
                <a:moveTo>
                  <a:pt x="601300" y="2755"/>
                </a:moveTo>
                <a:lnTo>
                  <a:pt x="550541" y="2755"/>
                </a:lnTo>
                <a:lnTo>
                  <a:pt x="562446" y="40026"/>
                </a:lnTo>
                <a:lnTo>
                  <a:pt x="617866" y="40026"/>
                </a:lnTo>
                <a:lnTo>
                  <a:pt x="601300" y="2755"/>
                </a:lnTo>
                <a:close/>
              </a:path>
              <a:path w="936625" h="161289">
                <a:moveTo>
                  <a:pt x="538859" y="64731"/>
                </a:moveTo>
                <a:lnTo>
                  <a:pt x="480356" y="64731"/>
                </a:lnTo>
                <a:lnTo>
                  <a:pt x="484981" y="101183"/>
                </a:lnTo>
                <a:lnTo>
                  <a:pt x="548053" y="101183"/>
                </a:lnTo>
                <a:lnTo>
                  <a:pt x="538859" y="64731"/>
                </a:lnTo>
                <a:close/>
              </a:path>
              <a:path w="936625" h="161289">
                <a:moveTo>
                  <a:pt x="524057" y="5827"/>
                </a:moveTo>
                <a:lnTo>
                  <a:pt x="472909" y="5827"/>
                </a:lnTo>
                <a:lnTo>
                  <a:pt x="477533" y="42335"/>
                </a:lnTo>
                <a:lnTo>
                  <a:pt x="533232" y="42335"/>
                </a:lnTo>
                <a:lnTo>
                  <a:pt x="524057" y="5827"/>
                </a:lnTo>
                <a:close/>
              </a:path>
              <a:path w="936625" h="161289">
                <a:moveTo>
                  <a:pt x="445403" y="5827"/>
                </a:moveTo>
                <a:lnTo>
                  <a:pt x="394273" y="5827"/>
                </a:lnTo>
                <a:lnTo>
                  <a:pt x="391859" y="42335"/>
                </a:lnTo>
                <a:lnTo>
                  <a:pt x="447557" y="42335"/>
                </a:lnTo>
                <a:lnTo>
                  <a:pt x="445403" y="5827"/>
                </a:lnTo>
                <a:close/>
              </a:path>
              <a:path w="936625" h="161289">
                <a:moveTo>
                  <a:pt x="448876" y="64731"/>
                </a:moveTo>
                <a:lnTo>
                  <a:pt x="390391" y="64731"/>
                </a:lnTo>
                <a:lnTo>
                  <a:pt x="387977" y="101183"/>
                </a:lnTo>
                <a:lnTo>
                  <a:pt x="451049" y="101183"/>
                </a:lnTo>
                <a:lnTo>
                  <a:pt x="448876" y="64731"/>
                </a:lnTo>
                <a:close/>
              </a:path>
              <a:path w="936625" h="161289">
                <a:moveTo>
                  <a:pt x="366767" y="5827"/>
                </a:moveTo>
                <a:lnTo>
                  <a:pt x="315637" y="5827"/>
                </a:lnTo>
                <a:lnTo>
                  <a:pt x="306203" y="42335"/>
                </a:lnTo>
                <a:lnTo>
                  <a:pt x="361901" y="42335"/>
                </a:lnTo>
                <a:lnTo>
                  <a:pt x="366767" y="5827"/>
                </a:lnTo>
                <a:close/>
              </a:path>
              <a:path w="936625" h="161289">
                <a:moveTo>
                  <a:pt x="358911" y="64731"/>
                </a:moveTo>
                <a:lnTo>
                  <a:pt x="300408" y="64731"/>
                </a:lnTo>
                <a:lnTo>
                  <a:pt x="290992" y="101183"/>
                </a:lnTo>
                <a:lnTo>
                  <a:pt x="354064" y="101183"/>
                </a:lnTo>
                <a:lnTo>
                  <a:pt x="358911" y="64731"/>
                </a:lnTo>
                <a:close/>
              </a:path>
              <a:path w="936625" h="161289">
                <a:moveTo>
                  <a:pt x="679787" y="124482"/>
                </a:moveTo>
                <a:lnTo>
                  <a:pt x="267052" y="124482"/>
                </a:lnTo>
                <a:lnTo>
                  <a:pt x="256354" y="160949"/>
                </a:lnTo>
                <a:lnTo>
                  <a:pt x="697672" y="160949"/>
                </a:lnTo>
                <a:lnTo>
                  <a:pt x="679787" y="124482"/>
                </a:lnTo>
                <a:close/>
              </a:path>
              <a:path w="936625" h="161289">
                <a:moveTo>
                  <a:pt x="288132" y="5827"/>
                </a:moveTo>
                <a:lnTo>
                  <a:pt x="237002" y="5827"/>
                </a:lnTo>
                <a:lnTo>
                  <a:pt x="220547" y="42335"/>
                </a:lnTo>
                <a:lnTo>
                  <a:pt x="276245" y="42335"/>
                </a:lnTo>
                <a:lnTo>
                  <a:pt x="288132" y="5827"/>
                </a:lnTo>
                <a:close/>
              </a:path>
              <a:path w="936625" h="161289">
                <a:moveTo>
                  <a:pt x="268946" y="64731"/>
                </a:moveTo>
                <a:lnTo>
                  <a:pt x="210425" y="64731"/>
                </a:lnTo>
                <a:lnTo>
                  <a:pt x="193970" y="101183"/>
                </a:lnTo>
                <a:lnTo>
                  <a:pt x="257060" y="101183"/>
                </a:lnTo>
                <a:lnTo>
                  <a:pt x="268946" y="64731"/>
                </a:lnTo>
                <a:close/>
              </a:path>
              <a:path w="936625" h="161289">
                <a:moveTo>
                  <a:pt x="209496" y="5827"/>
                </a:moveTo>
                <a:lnTo>
                  <a:pt x="158385" y="5827"/>
                </a:lnTo>
                <a:lnTo>
                  <a:pt x="134891" y="42335"/>
                </a:lnTo>
                <a:lnTo>
                  <a:pt x="190590" y="42335"/>
                </a:lnTo>
                <a:lnTo>
                  <a:pt x="209496" y="5827"/>
                </a:lnTo>
                <a:close/>
              </a:path>
              <a:path w="936625" h="161289">
                <a:moveTo>
                  <a:pt x="178982" y="64731"/>
                </a:moveTo>
                <a:lnTo>
                  <a:pt x="120479" y="64731"/>
                </a:lnTo>
                <a:lnTo>
                  <a:pt x="96985" y="101183"/>
                </a:lnTo>
                <a:lnTo>
                  <a:pt x="160056" y="101183"/>
                </a:lnTo>
                <a:lnTo>
                  <a:pt x="178982" y="64731"/>
                </a:lnTo>
                <a:close/>
              </a:path>
              <a:path w="936625" h="161289">
                <a:moveTo>
                  <a:pt x="130861" y="5827"/>
                </a:moveTo>
                <a:lnTo>
                  <a:pt x="79768" y="5827"/>
                </a:lnTo>
                <a:lnTo>
                  <a:pt x="49235" y="42335"/>
                </a:lnTo>
                <a:lnTo>
                  <a:pt x="104915" y="42335"/>
                </a:lnTo>
                <a:lnTo>
                  <a:pt x="130861" y="5827"/>
                </a:lnTo>
                <a:close/>
              </a:path>
              <a:path w="936625" h="161289">
                <a:moveTo>
                  <a:pt x="88998" y="64731"/>
                </a:moveTo>
                <a:lnTo>
                  <a:pt x="30514" y="64731"/>
                </a:lnTo>
                <a:lnTo>
                  <a:pt x="0" y="101183"/>
                </a:lnTo>
                <a:lnTo>
                  <a:pt x="63053" y="101183"/>
                </a:lnTo>
                <a:lnTo>
                  <a:pt x="88998" y="647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078BA-973A-474A-BBA4-3A91148DAC6B}" type="datetime1">
              <a:rPr lang="de-DE" smtClean="0"/>
              <a:t>03.02.26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D31E49-7C99-6D0E-6303-7FCFA8AB68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62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597395"/>
            <a:ext cx="12204700" cy="17145"/>
          </a:xfrm>
          <a:custGeom>
            <a:avLst/>
            <a:gdLst/>
            <a:ahLst/>
            <a:cxnLst/>
            <a:rect l="l" t="t" r="r" b="b"/>
            <a:pathLst>
              <a:path w="12204700" h="17145">
                <a:moveTo>
                  <a:pt x="12204192" y="0"/>
                </a:moveTo>
                <a:lnTo>
                  <a:pt x="0" y="0"/>
                </a:lnTo>
                <a:lnTo>
                  <a:pt x="0" y="16763"/>
                </a:lnTo>
                <a:lnTo>
                  <a:pt x="12204192" y="16763"/>
                </a:lnTo>
                <a:lnTo>
                  <a:pt x="1220419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539239"/>
            <a:ext cx="12197080" cy="18415"/>
          </a:xfrm>
          <a:custGeom>
            <a:avLst/>
            <a:gdLst/>
            <a:ahLst/>
            <a:cxnLst/>
            <a:rect l="l" t="t" r="r" b="b"/>
            <a:pathLst>
              <a:path w="12197080" h="18415">
                <a:moveTo>
                  <a:pt x="12196572" y="0"/>
                </a:moveTo>
                <a:lnTo>
                  <a:pt x="0" y="0"/>
                </a:lnTo>
                <a:lnTo>
                  <a:pt x="0" y="18287"/>
                </a:lnTo>
                <a:lnTo>
                  <a:pt x="12196572" y="18287"/>
                </a:lnTo>
                <a:lnTo>
                  <a:pt x="1219657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6430" y="2558542"/>
            <a:ext cx="5323205" cy="2963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598" y="6377940"/>
            <a:ext cx="390550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377940"/>
            <a:ext cx="280708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6F6AC-EB83-A144-8419-F06EB9600F8A}" type="datetime1">
              <a:rPr lang="de-DE" smtClean="0"/>
              <a:t>03.02.26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933558" y="6396232"/>
            <a:ext cx="1962150" cy="466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B8B5FF-3B72-6772-0604-593DCE3E62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 sz="14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3" y="0"/>
            <a:ext cx="6858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E39F0E3-8C0D-B9FB-C5FC-26F66EBAD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8860" y="2744389"/>
            <a:ext cx="4840224" cy="147732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Embedded Systems Engineering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 err="1">
                <a:solidFill>
                  <a:srgbClr val="FF0000"/>
                </a:solidFill>
              </a:rPr>
              <a:t>SystemC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D07C4BB-AF59-5A16-7633-E602C040004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178860" y="5143000"/>
            <a:ext cx="4745140" cy="830997"/>
          </a:xfrm>
        </p:spPr>
        <p:txBody>
          <a:bodyPr/>
          <a:lstStyle/>
          <a:p>
            <a:r>
              <a:rPr lang="en-US" dirty="0"/>
              <a:t>Prof. Dr.-Ing. Sebastian Schlesinger</a:t>
            </a:r>
          </a:p>
          <a:p>
            <a:r>
              <a:rPr lang="en-US" dirty="0"/>
              <a:t>Professor of Business Computer Science </a:t>
            </a:r>
          </a:p>
          <a:p>
            <a:r>
              <a:rPr lang="en-US" dirty="0"/>
              <a:t>Cybersecurity and Embedded Systems Engineering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6F884C-11E3-EEBA-FB5D-886B3FF7FAE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GB"/>
              <a:t>Prof. Dr. Sebastian Schlesinger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A7715-BA0F-DB10-A552-EBA003592AE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804035">
              <a:lnSpc>
                <a:spcPts val="1505"/>
              </a:lnSpc>
            </a:pPr>
            <a:fld id="{81D60167-4931-47E6-BA6A-407CBD079E47}" type="slidenum">
              <a:rPr lang="en-DE" spc="-20" smtClean="0"/>
              <a:t>1</a:t>
            </a:fld>
            <a:endParaRPr lang="en-DE" spc="-20"/>
          </a:p>
        </p:txBody>
      </p:sp>
    </p:spTree>
    <p:extLst>
      <p:ext uri="{BB962C8B-B14F-4D97-AF65-F5344CB8AC3E}">
        <p14:creationId xmlns:p14="http://schemas.microsoft.com/office/powerpoint/2010/main" val="203947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46049" y="1031239"/>
            <a:ext cx="7482498" cy="984885"/>
          </a:xfrm>
        </p:spPr>
        <p:txBody>
          <a:bodyPr/>
          <a:lstStyle/>
          <a:p>
            <a:r>
              <a:rPr lang="de-DE" dirty="0"/>
              <a:t>Überblick über die gesamte Vorlesung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1754658" y="1430346"/>
            <a:ext cx="1147202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</a:t>
            </a:fld>
            <a:r>
              <a:rPr lang="de-DE"/>
              <a:t> </a:t>
            </a:r>
          </a:p>
        </p:txBody>
      </p: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9497BCE8-A6C1-4F47-A712-40D0658E0DFA}"/>
              </a:ext>
            </a:extLst>
          </p:cNvPr>
          <p:cNvGrpSpPr/>
          <p:nvPr/>
        </p:nvGrpSpPr>
        <p:grpSpPr>
          <a:xfrm>
            <a:off x="2645966" y="1797422"/>
            <a:ext cx="4392488" cy="4224892"/>
            <a:chOff x="1908976" y="2085741"/>
            <a:chExt cx="2946423" cy="4224892"/>
          </a:xfrm>
        </p:grpSpPr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084F7617-9B92-4C78-B5EF-0AFE9F08C561}"/>
                </a:ext>
              </a:extLst>
            </p:cNvPr>
            <p:cNvSpPr/>
            <p:nvPr/>
          </p:nvSpPr>
          <p:spPr>
            <a:xfrm>
              <a:off x="1908976" y="2085741"/>
              <a:ext cx="2946423" cy="4224892"/>
            </a:xfrm>
            <a:prstGeom prst="roundRect">
              <a:avLst>
                <a:gd name="adj" fmla="val 349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DE" dirty="0"/>
            </a:p>
          </p:txBody>
        </p:sp>
        <p:sp>
          <p:nvSpPr>
            <p:cNvPr id="32" name="Rechteck: abgerundete Ecken 4">
              <a:extLst>
                <a:ext uri="{FF2B5EF4-FFF2-40B4-BE49-F238E27FC236}">
                  <a16:creationId xmlns:a16="http://schemas.microsoft.com/office/drawing/2014/main" id="{9484AC72-FE82-437E-940B-CDB00313CF51}"/>
                </a:ext>
              </a:extLst>
            </p:cNvPr>
            <p:cNvSpPr txBox="1"/>
            <p:nvPr/>
          </p:nvSpPr>
          <p:spPr>
            <a:xfrm>
              <a:off x="1908976" y="2085741"/>
              <a:ext cx="2946423" cy="9306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000" dirty="0"/>
                <a:t>Entwurf Eingebetteter Systeme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0B3C64BD-2C6B-414D-B767-41BB64776A72}"/>
              </a:ext>
            </a:extLst>
          </p:cNvPr>
          <p:cNvGrpSpPr/>
          <p:nvPr/>
        </p:nvGrpSpPr>
        <p:grpSpPr>
          <a:xfrm>
            <a:off x="3303190" y="3381598"/>
            <a:ext cx="1534006" cy="571450"/>
            <a:chOff x="210683" y="1106443"/>
            <a:chExt cx="1390377" cy="744663"/>
          </a:xfrm>
        </p:grpSpPr>
        <p:sp>
          <p:nvSpPr>
            <p:cNvPr id="29" name="Rechteck: abgerundete Ecken 28">
              <a:extLst>
                <a:ext uri="{FF2B5EF4-FFF2-40B4-BE49-F238E27FC236}">
                  <a16:creationId xmlns:a16="http://schemas.microsoft.com/office/drawing/2014/main" id="{EBC24C3A-79A1-48B5-97A3-6FEB59C7259B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0" name="Rechteck: abgerundete Ecken 4">
              <a:extLst>
                <a:ext uri="{FF2B5EF4-FFF2-40B4-BE49-F238E27FC236}">
                  <a16:creationId xmlns:a16="http://schemas.microsoft.com/office/drawing/2014/main" id="{B1752A0A-6052-4C0D-913E-268F1A88ECC6}"/>
                </a:ext>
              </a:extLst>
            </p:cNvPr>
            <p:cNvSpPr txBox="1"/>
            <p:nvPr/>
          </p:nvSpPr>
          <p:spPr>
            <a:xfrm>
              <a:off x="231898" y="1169172"/>
              <a:ext cx="1347945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Endliche Automaten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F0844AB-1A6E-472A-846D-04CA09F9C2C0}"/>
              </a:ext>
            </a:extLst>
          </p:cNvPr>
          <p:cNvGrpSpPr/>
          <p:nvPr/>
        </p:nvGrpSpPr>
        <p:grpSpPr>
          <a:xfrm>
            <a:off x="3303190" y="4265884"/>
            <a:ext cx="1535480" cy="555874"/>
            <a:chOff x="183157" y="1942250"/>
            <a:chExt cx="1445429" cy="724366"/>
          </a:xfrm>
        </p:grpSpPr>
        <p:sp>
          <p:nvSpPr>
            <p:cNvPr id="27" name="Rechteck: abgerundete Ecken 26">
              <a:extLst>
                <a:ext uri="{FF2B5EF4-FFF2-40B4-BE49-F238E27FC236}">
                  <a16:creationId xmlns:a16="http://schemas.microsoft.com/office/drawing/2014/main" id="{EECA115F-E83B-46E2-8E15-07573E3D9005}"/>
                </a:ext>
              </a:extLst>
            </p:cNvPr>
            <p:cNvSpPr/>
            <p:nvPr/>
          </p:nvSpPr>
          <p:spPr>
            <a:xfrm>
              <a:off x="183157" y="1942250"/>
              <a:ext cx="1445429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28" name="Rechteck: abgerundete Ecken 6">
              <a:extLst>
                <a:ext uri="{FF2B5EF4-FFF2-40B4-BE49-F238E27FC236}">
                  <a16:creationId xmlns:a16="http://schemas.microsoft.com/office/drawing/2014/main" id="{46560B74-A999-4CD8-A71B-9CDE4ACC5F14}"/>
                </a:ext>
              </a:extLst>
            </p:cNvPr>
            <p:cNvSpPr txBox="1"/>
            <p:nvPr/>
          </p:nvSpPr>
          <p:spPr>
            <a:xfrm>
              <a:off x="204373" y="1963466"/>
              <a:ext cx="1402997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Statecharts</a:t>
              </a:r>
              <a:endParaRPr lang="de-DE" sz="1600" dirty="0"/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96A5EA6-9714-4E5B-AAC8-8E4A3A51DEDE}"/>
              </a:ext>
            </a:extLst>
          </p:cNvPr>
          <p:cNvGrpSpPr/>
          <p:nvPr/>
        </p:nvGrpSpPr>
        <p:grpSpPr>
          <a:xfrm>
            <a:off x="3303190" y="5177989"/>
            <a:ext cx="1534006" cy="555874"/>
            <a:chOff x="385630" y="2778057"/>
            <a:chExt cx="1040483" cy="724366"/>
          </a:xfrm>
        </p:grpSpPr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F5B8AB94-7852-404D-98CD-90BE21AA9961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5" name="Rechteck: abgerundete Ecken 8">
              <a:extLst>
                <a:ext uri="{FF2B5EF4-FFF2-40B4-BE49-F238E27FC236}">
                  <a16:creationId xmlns:a16="http://schemas.microsoft.com/office/drawing/2014/main" id="{B54744FE-2811-46B0-A2E7-1809DCEABF78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Timed</a:t>
              </a:r>
              <a:r>
                <a:rPr lang="de-DE" sz="1600" dirty="0"/>
                <a:t> </a:t>
              </a:r>
              <a:r>
                <a:rPr lang="de-DE" sz="1600" dirty="0" err="1"/>
                <a:t>Automata</a:t>
              </a:r>
              <a:endParaRPr lang="de-DE" sz="1600" dirty="0"/>
            </a:p>
          </p:txBody>
        </p: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2ED6C177-B9DA-484B-96E0-913E073C3876}"/>
              </a:ext>
            </a:extLst>
          </p:cNvPr>
          <p:cNvGrpSpPr/>
          <p:nvPr/>
        </p:nvGrpSpPr>
        <p:grpSpPr>
          <a:xfrm>
            <a:off x="5142934" y="5177989"/>
            <a:ext cx="1535480" cy="555874"/>
            <a:chOff x="385630" y="2778057"/>
            <a:chExt cx="1040483" cy="724366"/>
          </a:xfrm>
        </p:grpSpPr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B2A9AA39-1C81-4110-80A0-DBC8CCB465D4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8" name="Rechteck: abgerundete Ecken 8">
              <a:extLst>
                <a:ext uri="{FF2B5EF4-FFF2-40B4-BE49-F238E27FC236}">
                  <a16:creationId xmlns:a16="http://schemas.microsoft.com/office/drawing/2014/main" id="{D90D5724-31FC-4B34-BC6E-91FC6190CF49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SystemC</a:t>
              </a:r>
              <a:endParaRPr lang="de-DE" sz="1600" dirty="0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8CA8C6EC-116A-46FE-885D-2EE71C50FE6D}"/>
              </a:ext>
            </a:extLst>
          </p:cNvPr>
          <p:cNvGrpSpPr/>
          <p:nvPr/>
        </p:nvGrpSpPr>
        <p:grpSpPr>
          <a:xfrm>
            <a:off x="5142934" y="3363924"/>
            <a:ext cx="1535480" cy="1457835"/>
            <a:chOff x="385630" y="2778057"/>
            <a:chExt cx="1040483" cy="724366"/>
          </a:xfrm>
        </p:grpSpPr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7B45D3FD-86AC-4420-82B7-2C0F60A44659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42" name="Rechteck: abgerundete Ecken 8">
              <a:extLst>
                <a:ext uri="{FF2B5EF4-FFF2-40B4-BE49-F238E27FC236}">
                  <a16:creationId xmlns:a16="http://schemas.microsoft.com/office/drawing/2014/main" id="{F439E73B-B4B3-4F0A-90CA-D7091CBBF528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Signalfluss-orientierte Sprachen (Simulink)</a:t>
              </a:r>
            </a:p>
          </p:txBody>
        </p:sp>
      </p:grpSp>
      <p:sp>
        <p:nvSpPr>
          <p:cNvPr id="44" name="Rechteck: abgerundete Ecken 4">
            <a:extLst>
              <a:ext uri="{FF2B5EF4-FFF2-40B4-BE49-F238E27FC236}">
                <a16:creationId xmlns:a16="http://schemas.microsoft.com/office/drawing/2014/main" id="{B10D7751-1864-4357-9923-078D41D35CD7}"/>
              </a:ext>
            </a:extLst>
          </p:cNvPr>
          <p:cNvSpPr txBox="1"/>
          <p:nvPr/>
        </p:nvSpPr>
        <p:spPr>
          <a:xfrm rot="16200000">
            <a:off x="1255116" y="3908353"/>
            <a:ext cx="3253718" cy="76004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de-DE" sz="2000" dirty="0">
                <a:solidFill>
                  <a:schemeClr val="accent1">
                    <a:lumMod val="50000"/>
                  </a:schemeClr>
                </a:solidFill>
              </a:rPr>
              <a:t>Modellierungssprachen</a:t>
            </a:r>
          </a:p>
        </p:txBody>
      </p: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3BDB3584-7D0D-4D05-B293-933263612419}"/>
              </a:ext>
            </a:extLst>
          </p:cNvPr>
          <p:cNvGrpSpPr/>
          <p:nvPr/>
        </p:nvGrpSpPr>
        <p:grpSpPr>
          <a:xfrm>
            <a:off x="7235992" y="1797422"/>
            <a:ext cx="2520801" cy="4224892"/>
            <a:chOff x="5036885" y="2085741"/>
            <a:chExt cx="2390460" cy="4224892"/>
          </a:xfrm>
        </p:grpSpPr>
        <p:sp>
          <p:nvSpPr>
            <p:cNvPr id="45" name="Rechteck: abgerundete Ecken 44">
              <a:extLst>
                <a:ext uri="{FF2B5EF4-FFF2-40B4-BE49-F238E27FC236}">
                  <a16:creationId xmlns:a16="http://schemas.microsoft.com/office/drawing/2014/main" id="{DD108E85-58AA-4871-9AD6-19677ACE0E86}"/>
                </a:ext>
              </a:extLst>
            </p:cNvPr>
            <p:cNvSpPr/>
            <p:nvPr/>
          </p:nvSpPr>
          <p:spPr>
            <a:xfrm>
              <a:off x="5036885" y="2085741"/>
              <a:ext cx="2390460" cy="4224892"/>
            </a:xfrm>
            <a:prstGeom prst="roundRect">
              <a:avLst>
                <a:gd name="adj" fmla="val 5047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46" name="Rechteck: abgerundete Ecken 4">
              <a:extLst>
                <a:ext uri="{FF2B5EF4-FFF2-40B4-BE49-F238E27FC236}">
                  <a16:creationId xmlns:a16="http://schemas.microsoft.com/office/drawing/2014/main" id="{09D63075-F05B-4F70-91D5-E0F0834020BE}"/>
                </a:ext>
              </a:extLst>
            </p:cNvPr>
            <p:cNvSpPr txBox="1"/>
            <p:nvPr/>
          </p:nvSpPr>
          <p:spPr>
            <a:xfrm>
              <a:off x="5036885" y="2085741"/>
              <a:ext cx="2390459" cy="8927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000" dirty="0"/>
                <a:t>Implementierung</a:t>
              </a:r>
            </a:p>
          </p:txBody>
        </p:sp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933563F5-F378-428C-81A2-34D1FE930F03}"/>
              </a:ext>
            </a:extLst>
          </p:cNvPr>
          <p:cNvGrpSpPr/>
          <p:nvPr/>
        </p:nvGrpSpPr>
        <p:grpSpPr>
          <a:xfrm>
            <a:off x="7326425" y="3093566"/>
            <a:ext cx="2254268" cy="825682"/>
            <a:chOff x="210683" y="1106443"/>
            <a:chExt cx="1390377" cy="724366"/>
          </a:xfrm>
        </p:grpSpPr>
        <p:sp>
          <p:nvSpPr>
            <p:cNvPr id="50" name="Rechteck: abgerundete Ecken 49">
              <a:extLst>
                <a:ext uri="{FF2B5EF4-FFF2-40B4-BE49-F238E27FC236}">
                  <a16:creationId xmlns:a16="http://schemas.microsoft.com/office/drawing/2014/main" id="{3D42C221-AA1F-4F82-B6BB-73EF16A40D39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51" name="Rechteck: abgerundete Ecken 4">
              <a:extLst>
                <a:ext uri="{FF2B5EF4-FFF2-40B4-BE49-F238E27FC236}">
                  <a16:creationId xmlns:a16="http://schemas.microsoft.com/office/drawing/2014/main" id="{C363D55D-7964-4018-B9C4-EF223437A6CA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Programmier-sprachen</a:t>
              </a:r>
            </a:p>
          </p:txBody>
        </p: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58CB1ADC-AE65-405F-BB06-069BFAB7A68C}"/>
              </a:ext>
            </a:extLst>
          </p:cNvPr>
          <p:cNvGrpSpPr/>
          <p:nvPr/>
        </p:nvGrpSpPr>
        <p:grpSpPr>
          <a:xfrm>
            <a:off x="7326425" y="4101678"/>
            <a:ext cx="2254270" cy="877646"/>
            <a:chOff x="183157" y="1942250"/>
            <a:chExt cx="1445429" cy="724366"/>
          </a:xfrm>
        </p:grpSpPr>
        <p:sp>
          <p:nvSpPr>
            <p:cNvPr id="77" name="Rechteck: abgerundete Ecken 76">
              <a:extLst>
                <a:ext uri="{FF2B5EF4-FFF2-40B4-BE49-F238E27FC236}">
                  <a16:creationId xmlns:a16="http://schemas.microsoft.com/office/drawing/2014/main" id="{78AABC99-D9FC-4B3A-842C-D147DC2C4307}"/>
                </a:ext>
              </a:extLst>
            </p:cNvPr>
            <p:cNvSpPr/>
            <p:nvPr/>
          </p:nvSpPr>
          <p:spPr>
            <a:xfrm>
              <a:off x="183157" y="1942250"/>
              <a:ext cx="1445429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78" name="Rechteck: abgerundete Ecken 6">
              <a:extLst>
                <a:ext uri="{FF2B5EF4-FFF2-40B4-BE49-F238E27FC236}">
                  <a16:creationId xmlns:a16="http://schemas.microsoft.com/office/drawing/2014/main" id="{EC3BEED4-2D8C-4613-A1BC-1A1F316E8375}"/>
                </a:ext>
              </a:extLst>
            </p:cNvPr>
            <p:cNvSpPr txBox="1"/>
            <p:nvPr/>
          </p:nvSpPr>
          <p:spPr>
            <a:xfrm>
              <a:off x="204372" y="1963467"/>
              <a:ext cx="1402997" cy="6819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Betriebssysteme</a:t>
              </a:r>
            </a:p>
          </p:txBody>
        </p:sp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7B19A32B-1F54-4FC2-A501-CD345C0C92BB}"/>
              </a:ext>
            </a:extLst>
          </p:cNvPr>
          <p:cNvGrpSpPr/>
          <p:nvPr/>
        </p:nvGrpSpPr>
        <p:grpSpPr>
          <a:xfrm>
            <a:off x="7326423" y="5181799"/>
            <a:ext cx="2254271" cy="592273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83" name="Rechteck: abgerundete Ecken 82">
              <a:extLst>
                <a:ext uri="{FF2B5EF4-FFF2-40B4-BE49-F238E27FC236}">
                  <a16:creationId xmlns:a16="http://schemas.microsoft.com/office/drawing/2014/main" id="{8955F7D8-2906-47F7-A5A7-ED28DEA564CC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4" name="Rechteck: abgerundete Ecken 4">
              <a:extLst>
                <a:ext uri="{FF2B5EF4-FFF2-40B4-BE49-F238E27FC236}">
                  <a16:creationId xmlns:a16="http://schemas.microsoft.com/office/drawing/2014/main" id="{69ADDB19-EF4B-4851-87A2-2750CE920D5A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Synthese</a:t>
              </a:r>
            </a:p>
          </p:txBody>
        </p:sp>
      </p:grp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761CD052-01B5-4C79-8808-DA4A21B254BC}"/>
              </a:ext>
            </a:extLst>
          </p:cNvPr>
          <p:cNvGrpSpPr/>
          <p:nvPr/>
        </p:nvGrpSpPr>
        <p:grpSpPr>
          <a:xfrm>
            <a:off x="9963569" y="1797423"/>
            <a:ext cx="1866150" cy="4224891"/>
            <a:chOff x="7529312" y="2085740"/>
            <a:chExt cx="1403547" cy="4224891"/>
          </a:xfrm>
        </p:grpSpPr>
        <p:sp>
          <p:nvSpPr>
            <p:cNvPr id="86" name="Rechteck: abgerundete Ecken 85">
              <a:extLst>
                <a:ext uri="{FF2B5EF4-FFF2-40B4-BE49-F238E27FC236}">
                  <a16:creationId xmlns:a16="http://schemas.microsoft.com/office/drawing/2014/main" id="{B5B54273-9C16-4B78-86D4-138C448292D7}"/>
                </a:ext>
              </a:extLst>
            </p:cNvPr>
            <p:cNvSpPr/>
            <p:nvPr/>
          </p:nvSpPr>
          <p:spPr>
            <a:xfrm>
              <a:off x="7529312" y="2085740"/>
              <a:ext cx="1403547" cy="422489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7" name="Rechteck: abgerundete Ecken 4">
              <a:extLst>
                <a:ext uri="{FF2B5EF4-FFF2-40B4-BE49-F238E27FC236}">
                  <a16:creationId xmlns:a16="http://schemas.microsoft.com/office/drawing/2014/main" id="{E2777FE9-77B8-46E9-BE4D-24A16A7CC20B}"/>
                </a:ext>
              </a:extLst>
            </p:cNvPr>
            <p:cNvSpPr txBox="1"/>
            <p:nvPr/>
          </p:nvSpPr>
          <p:spPr>
            <a:xfrm>
              <a:off x="7529312" y="2085742"/>
              <a:ext cx="1403547" cy="89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dirty="0"/>
                <a:t>Validierung und Verifikation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C24C9434-09C9-47A7-8531-EA4AF01529AD}"/>
              </a:ext>
            </a:extLst>
          </p:cNvPr>
          <p:cNvGrpSpPr/>
          <p:nvPr/>
        </p:nvGrpSpPr>
        <p:grpSpPr>
          <a:xfrm>
            <a:off x="10087792" y="3021558"/>
            <a:ext cx="1534686" cy="767138"/>
            <a:chOff x="210066" y="1106443"/>
            <a:chExt cx="1390994" cy="724366"/>
          </a:xfrm>
          <a:solidFill>
            <a:schemeClr val="bg2"/>
          </a:solidFill>
        </p:grpSpPr>
        <p:sp>
          <p:nvSpPr>
            <p:cNvPr id="89" name="Rechteck: abgerundete Ecken 88">
              <a:extLst>
                <a:ext uri="{FF2B5EF4-FFF2-40B4-BE49-F238E27FC236}">
                  <a16:creationId xmlns:a16="http://schemas.microsoft.com/office/drawing/2014/main" id="{FC7B26B3-1B00-42EB-AC1E-A928D65314F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0" name="Rechteck: abgerundete Ecken 4">
              <a:extLst>
                <a:ext uri="{FF2B5EF4-FFF2-40B4-BE49-F238E27FC236}">
                  <a16:creationId xmlns:a16="http://schemas.microsoft.com/office/drawing/2014/main" id="{F3CD9FAB-11A0-47EF-95F5-26A09B7D6D87}"/>
                </a:ext>
              </a:extLst>
            </p:cNvPr>
            <p:cNvSpPr txBox="1"/>
            <p:nvPr/>
          </p:nvSpPr>
          <p:spPr>
            <a:xfrm>
              <a:off x="210066" y="1143531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Testen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E5203C6F-8288-475C-B7CD-4072E3D6F0A8}"/>
              </a:ext>
            </a:extLst>
          </p:cNvPr>
          <p:cNvGrpSpPr/>
          <p:nvPr/>
        </p:nvGrpSpPr>
        <p:grpSpPr>
          <a:xfrm>
            <a:off x="10087792" y="3957663"/>
            <a:ext cx="1534686" cy="807909"/>
            <a:chOff x="210066" y="1106443"/>
            <a:chExt cx="1390994" cy="724366"/>
          </a:xfrm>
          <a:solidFill>
            <a:schemeClr val="bg2"/>
          </a:solidFill>
        </p:grpSpPr>
        <p:sp>
          <p:nvSpPr>
            <p:cNvPr id="92" name="Rechteck: abgerundete Ecken 91">
              <a:extLst>
                <a:ext uri="{FF2B5EF4-FFF2-40B4-BE49-F238E27FC236}">
                  <a16:creationId xmlns:a16="http://schemas.microsoft.com/office/drawing/2014/main" id="{1C3640FB-1F1F-459F-8ADB-1DDBD8F242A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3" name="Rechteck: abgerundete Ecken 4">
              <a:extLst>
                <a:ext uri="{FF2B5EF4-FFF2-40B4-BE49-F238E27FC236}">
                  <a16:creationId xmlns:a16="http://schemas.microsoft.com/office/drawing/2014/main" id="{158ADFE3-89CE-4E55-AB26-92BB9976A8F5}"/>
                </a:ext>
              </a:extLst>
            </p:cNvPr>
            <p:cNvSpPr txBox="1"/>
            <p:nvPr/>
          </p:nvSpPr>
          <p:spPr>
            <a:xfrm>
              <a:off x="210066" y="1126481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Simulation</a:t>
              </a:r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CAC052B4-6720-41BC-8662-71F2EDF5D888}"/>
              </a:ext>
            </a:extLst>
          </p:cNvPr>
          <p:cNvGrpSpPr/>
          <p:nvPr/>
        </p:nvGrpSpPr>
        <p:grpSpPr>
          <a:xfrm>
            <a:off x="10088473" y="4900021"/>
            <a:ext cx="1534006" cy="891876"/>
            <a:chOff x="210683" y="1106443"/>
            <a:chExt cx="1390377" cy="724366"/>
          </a:xfrm>
          <a:solidFill>
            <a:schemeClr val="bg2"/>
          </a:solidFill>
        </p:grpSpPr>
        <p:sp>
          <p:nvSpPr>
            <p:cNvPr id="95" name="Rechteck: abgerundete Ecken 94">
              <a:extLst>
                <a:ext uri="{FF2B5EF4-FFF2-40B4-BE49-F238E27FC236}">
                  <a16:creationId xmlns:a16="http://schemas.microsoft.com/office/drawing/2014/main" id="{652D04FB-971C-4EAA-B70F-2A4CA2CEBFCF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6" name="Rechteck: abgerundete Ecken 4">
              <a:extLst>
                <a:ext uri="{FF2B5EF4-FFF2-40B4-BE49-F238E27FC236}">
                  <a16:creationId xmlns:a16="http://schemas.microsoft.com/office/drawing/2014/main" id="{B3D44CD9-8C16-4242-84A3-72701B4109D0}"/>
                </a:ext>
              </a:extLst>
            </p:cNvPr>
            <p:cNvSpPr txBox="1"/>
            <p:nvPr/>
          </p:nvSpPr>
          <p:spPr>
            <a:xfrm>
              <a:off x="231897" y="1123509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Model </a:t>
              </a:r>
              <a:r>
                <a:rPr lang="de-DE" sz="1600" dirty="0" err="1"/>
                <a:t>Checking</a:t>
              </a:r>
              <a:endParaRPr lang="de-DE" sz="1600" dirty="0"/>
            </a:p>
          </p:txBody>
        </p:sp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788230CF-2D9C-4CE8-842B-1319003DE1FE}"/>
              </a:ext>
            </a:extLst>
          </p:cNvPr>
          <p:cNvGrpSpPr/>
          <p:nvPr/>
        </p:nvGrpSpPr>
        <p:grpSpPr>
          <a:xfrm>
            <a:off x="3262000" y="2542969"/>
            <a:ext cx="3416414" cy="435257"/>
            <a:chOff x="197521" y="1106443"/>
            <a:chExt cx="1403539" cy="724366"/>
          </a:xfrm>
          <a:solidFill>
            <a:schemeClr val="bg2"/>
          </a:solidFill>
        </p:grpSpPr>
        <p:sp>
          <p:nvSpPr>
            <p:cNvPr id="108" name="Rechteck: abgerundete Ecken 107">
              <a:extLst>
                <a:ext uri="{FF2B5EF4-FFF2-40B4-BE49-F238E27FC236}">
                  <a16:creationId xmlns:a16="http://schemas.microsoft.com/office/drawing/2014/main" id="{3A1865B3-C696-4FF9-9911-789BEFAD7112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solidFill>
                <a:schemeClr val="lt1">
                  <a:hueOff val="0"/>
                  <a:satOff val="0"/>
                  <a:lumOff val="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09" name="Rechteck: abgerundete Ecken 4">
              <a:extLst>
                <a:ext uri="{FF2B5EF4-FFF2-40B4-BE49-F238E27FC236}">
                  <a16:creationId xmlns:a16="http://schemas.microsoft.com/office/drawing/2014/main" id="{B8C8E85E-3030-4230-B061-28DA14BED68F}"/>
                </a:ext>
              </a:extLst>
            </p:cNvPr>
            <p:cNvSpPr txBox="1"/>
            <p:nvPr/>
          </p:nvSpPr>
          <p:spPr>
            <a:xfrm>
              <a:off x="197521" y="1127597"/>
              <a:ext cx="1373754" cy="681933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Modell-basierte Entwicklung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761CD052-01B5-4C79-8808-DA4A21B254BC}"/>
              </a:ext>
            </a:extLst>
          </p:cNvPr>
          <p:cNvGrpSpPr/>
          <p:nvPr/>
        </p:nvGrpSpPr>
        <p:grpSpPr>
          <a:xfrm>
            <a:off x="386504" y="1797423"/>
            <a:ext cx="2052222" cy="4224891"/>
            <a:chOff x="7529312" y="2085740"/>
            <a:chExt cx="1403547" cy="4224891"/>
          </a:xfrm>
        </p:grpSpPr>
        <p:sp>
          <p:nvSpPr>
            <p:cNvPr id="81" name="Rechteck: abgerundete Ecken 85">
              <a:extLst>
                <a:ext uri="{FF2B5EF4-FFF2-40B4-BE49-F238E27FC236}">
                  <a16:creationId xmlns:a16="http://schemas.microsoft.com/office/drawing/2014/main" id="{B5B54273-9C16-4B78-86D4-138C448292D7}"/>
                </a:ext>
              </a:extLst>
            </p:cNvPr>
            <p:cNvSpPr/>
            <p:nvPr/>
          </p:nvSpPr>
          <p:spPr>
            <a:xfrm>
              <a:off x="7529312" y="2085740"/>
              <a:ext cx="1403547" cy="422489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5" name="Rechteck: abgerundete Ecken 4">
              <a:extLst>
                <a:ext uri="{FF2B5EF4-FFF2-40B4-BE49-F238E27FC236}">
                  <a16:creationId xmlns:a16="http://schemas.microsoft.com/office/drawing/2014/main" id="{E2777FE9-77B8-46E9-BE4D-24A16A7CC20B}"/>
                </a:ext>
              </a:extLst>
            </p:cNvPr>
            <p:cNvSpPr txBox="1"/>
            <p:nvPr/>
          </p:nvSpPr>
          <p:spPr>
            <a:xfrm>
              <a:off x="7529312" y="2085742"/>
              <a:ext cx="1403547" cy="89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dirty="0"/>
                <a:t>Eingebettete </a:t>
              </a:r>
              <a:br>
                <a:rPr lang="de-DE" dirty="0"/>
              </a:br>
              <a:r>
                <a:rPr lang="de-DE" dirty="0"/>
                <a:t>Systeme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C24C9434-09C9-47A7-8531-EA4AF01529AD}"/>
              </a:ext>
            </a:extLst>
          </p:cNvPr>
          <p:cNvGrpSpPr/>
          <p:nvPr/>
        </p:nvGrpSpPr>
        <p:grpSpPr>
          <a:xfrm>
            <a:off x="511408" y="3021558"/>
            <a:ext cx="1686960" cy="767138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98" name="Rechteck: abgerundete Ecken 88">
              <a:extLst>
                <a:ext uri="{FF2B5EF4-FFF2-40B4-BE49-F238E27FC236}">
                  <a16:creationId xmlns:a16="http://schemas.microsoft.com/office/drawing/2014/main" id="{FC7B26B3-1B00-42EB-AC1E-A928D65314F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9" name="Rechteck: abgerundete Ecken 4">
              <a:extLst>
                <a:ext uri="{FF2B5EF4-FFF2-40B4-BE49-F238E27FC236}">
                  <a16:creationId xmlns:a16="http://schemas.microsoft.com/office/drawing/2014/main" id="{F3CD9FAB-11A0-47EF-95F5-26A09B7D6D87}"/>
                </a:ext>
              </a:extLst>
            </p:cNvPr>
            <p:cNvSpPr txBox="1"/>
            <p:nvPr/>
          </p:nvSpPr>
          <p:spPr>
            <a:xfrm>
              <a:off x="231899" y="1127660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Definition</a:t>
              </a:r>
            </a:p>
          </p:txBody>
        </p:sp>
      </p:grp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E5203C6F-8288-475C-B7CD-4072E3D6F0A8}"/>
              </a:ext>
            </a:extLst>
          </p:cNvPr>
          <p:cNvGrpSpPr/>
          <p:nvPr/>
        </p:nvGrpSpPr>
        <p:grpSpPr>
          <a:xfrm>
            <a:off x="511408" y="3957663"/>
            <a:ext cx="1686960" cy="807909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111" name="Rechteck: abgerundete Ecken 91">
              <a:extLst>
                <a:ext uri="{FF2B5EF4-FFF2-40B4-BE49-F238E27FC236}">
                  <a16:creationId xmlns:a16="http://schemas.microsoft.com/office/drawing/2014/main" id="{1C3640FB-1F1F-459F-8ADB-1DDBD8F242A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12" name="Rechteck: abgerundete Ecken 4">
              <a:extLst>
                <a:ext uri="{FF2B5EF4-FFF2-40B4-BE49-F238E27FC236}">
                  <a16:creationId xmlns:a16="http://schemas.microsoft.com/office/drawing/2014/main" id="{158ADFE3-89CE-4E55-AB26-92BB9976A8F5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Eigenschaften</a:t>
              </a:r>
            </a:p>
          </p:txBody>
        </p:sp>
      </p:grp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CAC052B4-6720-41BC-8662-71F2EDF5D888}"/>
              </a:ext>
            </a:extLst>
          </p:cNvPr>
          <p:cNvGrpSpPr/>
          <p:nvPr/>
        </p:nvGrpSpPr>
        <p:grpSpPr>
          <a:xfrm>
            <a:off x="511408" y="4900021"/>
            <a:ext cx="1686960" cy="891876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114" name="Rechteck: abgerundete Ecken 94">
              <a:extLst>
                <a:ext uri="{FF2B5EF4-FFF2-40B4-BE49-F238E27FC236}">
                  <a16:creationId xmlns:a16="http://schemas.microsoft.com/office/drawing/2014/main" id="{652D04FB-971C-4EAA-B70F-2A4CA2CEBFCF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15" name="Rechteck: abgerundete Ecken 4">
              <a:extLst>
                <a:ext uri="{FF2B5EF4-FFF2-40B4-BE49-F238E27FC236}">
                  <a16:creationId xmlns:a16="http://schemas.microsoft.com/office/drawing/2014/main" id="{B3D44CD9-8C16-4242-84A3-72701B4109D0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Anforderungen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5359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933563F5-F378-428C-81A2-34D1FE930F03}"/>
              </a:ext>
            </a:extLst>
          </p:cNvPr>
          <p:cNvGrpSpPr/>
          <p:nvPr/>
        </p:nvGrpSpPr>
        <p:grpSpPr>
          <a:xfrm>
            <a:off x="7326425" y="3093566"/>
            <a:ext cx="2254268" cy="825682"/>
            <a:chOff x="210683" y="1106443"/>
            <a:chExt cx="1390377" cy="724366"/>
          </a:xfrm>
        </p:grpSpPr>
        <p:sp>
          <p:nvSpPr>
            <p:cNvPr id="50" name="Rechteck: abgerundete Ecken 49">
              <a:extLst>
                <a:ext uri="{FF2B5EF4-FFF2-40B4-BE49-F238E27FC236}">
                  <a16:creationId xmlns:a16="http://schemas.microsoft.com/office/drawing/2014/main" id="{3D42C221-AA1F-4F82-B6BB-73EF16A40D39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51" name="Rechteck: abgerundete Ecken 4">
              <a:extLst>
                <a:ext uri="{FF2B5EF4-FFF2-40B4-BE49-F238E27FC236}">
                  <a16:creationId xmlns:a16="http://schemas.microsoft.com/office/drawing/2014/main" id="{C363D55D-7964-4018-B9C4-EF223437A6CA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Programmier-sprachen</a:t>
              </a:r>
            </a:p>
          </p:txBody>
        </p: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58CB1ADC-AE65-405F-BB06-069BFAB7A68C}"/>
              </a:ext>
            </a:extLst>
          </p:cNvPr>
          <p:cNvGrpSpPr/>
          <p:nvPr/>
        </p:nvGrpSpPr>
        <p:grpSpPr>
          <a:xfrm>
            <a:off x="7326425" y="4101678"/>
            <a:ext cx="2254270" cy="877646"/>
            <a:chOff x="183157" y="1942250"/>
            <a:chExt cx="1445429" cy="724366"/>
          </a:xfrm>
        </p:grpSpPr>
        <p:sp>
          <p:nvSpPr>
            <p:cNvPr id="77" name="Rechteck: abgerundete Ecken 76">
              <a:extLst>
                <a:ext uri="{FF2B5EF4-FFF2-40B4-BE49-F238E27FC236}">
                  <a16:creationId xmlns:a16="http://schemas.microsoft.com/office/drawing/2014/main" id="{78AABC99-D9FC-4B3A-842C-D147DC2C4307}"/>
                </a:ext>
              </a:extLst>
            </p:cNvPr>
            <p:cNvSpPr/>
            <p:nvPr/>
          </p:nvSpPr>
          <p:spPr>
            <a:xfrm>
              <a:off x="183157" y="1942250"/>
              <a:ext cx="1445429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78" name="Rechteck: abgerundete Ecken 6">
              <a:extLst>
                <a:ext uri="{FF2B5EF4-FFF2-40B4-BE49-F238E27FC236}">
                  <a16:creationId xmlns:a16="http://schemas.microsoft.com/office/drawing/2014/main" id="{EC3BEED4-2D8C-4613-A1BC-1A1F316E8375}"/>
                </a:ext>
              </a:extLst>
            </p:cNvPr>
            <p:cNvSpPr txBox="1"/>
            <p:nvPr/>
          </p:nvSpPr>
          <p:spPr>
            <a:xfrm>
              <a:off x="204372" y="1963467"/>
              <a:ext cx="1402997" cy="6819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Betriebssysteme</a:t>
              </a:r>
            </a:p>
          </p:txBody>
        </p:sp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7B19A32B-1F54-4FC2-A501-CD345C0C92BB}"/>
              </a:ext>
            </a:extLst>
          </p:cNvPr>
          <p:cNvGrpSpPr/>
          <p:nvPr/>
        </p:nvGrpSpPr>
        <p:grpSpPr>
          <a:xfrm>
            <a:off x="7326423" y="5181799"/>
            <a:ext cx="2254271" cy="592273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83" name="Rechteck: abgerundete Ecken 82">
              <a:extLst>
                <a:ext uri="{FF2B5EF4-FFF2-40B4-BE49-F238E27FC236}">
                  <a16:creationId xmlns:a16="http://schemas.microsoft.com/office/drawing/2014/main" id="{8955F7D8-2906-47F7-A5A7-ED28DEA564CC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4" name="Rechteck: abgerundete Ecken 4">
              <a:extLst>
                <a:ext uri="{FF2B5EF4-FFF2-40B4-BE49-F238E27FC236}">
                  <a16:creationId xmlns:a16="http://schemas.microsoft.com/office/drawing/2014/main" id="{69ADDB19-EF4B-4851-87A2-2750CE920D5A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Synthese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C24C9434-09C9-47A7-8531-EA4AF01529AD}"/>
              </a:ext>
            </a:extLst>
          </p:cNvPr>
          <p:cNvGrpSpPr/>
          <p:nvPr/>
        </p:nvGrpSpPr>
        <p:grpSpPr>
          <a:xfrm>
            <a:off x="10087792" y="3021558"/>
            <a:ext cx="1534686" cy="767138"/>
            <a:chOff x="210066" y="1106443"/>
            <a:chExt cx="1390994" cy="724366"/>
          </a:xfrm>
          <a:solidFill>
            <a:schemeClr val="bg2"/>
          </a:solidFill>
        </p:grpSpPr>
        <p:sp>
          <p:nvSpPr>
            <p:cNvPr id="89" name="Rechteck: abgerundete Ecken 88">
              <a:extLst>
                <a:ext uri="{FF2B5EF4-FFF2-40B4-BE49-F238E27FC236}">
                  <a16:creationId xmlns:a16="http://schemas.microsoft.com/office/drawing/2014/main" id="{FC7B26B3-1B00-42EB-AC1E-A928D65314F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0" name="Rechteck: abgerundete Ecken 4">
              <a:extLst>
                <a:ext uri="{FF2B5EF4-FFF2-40B4-BE49-F238E27FC236}">
                  <a16:creationId xmlns:a16="http://schemas.microsoft.com/office/drawing/2014/main" id="{F3CD9FAB-11A0-47EF-95F5-26A09B7D6D87}"/>
                </a:ext>
              </a:extLst>
            </p:cNvPr>
            <p:cNvSpPr txBox="1"/>
            <p:nvPr/>
          </p:nvSpPr>
          <p:spPr>
            <a:xfrm>
              <a:off x="210066" y="1143531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Testen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E5203C6F-8288-475C-B7CD-4072E3D6F0A8}"/>
              </a:ext>
            </a:extLst>
          </p:cNvPr>
          <p:cNvGrpSpPr/>
          <p:nvPr/>
        </p:nvGrpSpPr>
        <p:grpSpPr>
          <a:xfrm>
            <a:off x="10087792" y="3957663"/>
            <a:ext cx="1534686" cy="807909"/>
            <a:chOff x="210066" y="1106443"/>
            <a:chExt cx="1390994" cy="724366"/>
          </a:xfrm>
          <a:solidFill>
            <a:schemeClr val="bg2"/>
          </a:solidFill>
        </p:grpSpPr>
        <p:sp>
          <p:nvSpPr>
            <p:cNvPr id="92" name="Rechteck: abgerundete Ecken 91">
              <a:extLst>
                <a:ext uri="{FF2B5EF4-FFF2-40B4-BE49-F238E27FC236}">
                  <a16:creationId xmlns:a16="http://schemas.microsoft.com/office/drawing/2014/main" id="{1C3640FB-1F1F-459F-8ADB-1DDBD8F242A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3" name="Rechteck: abgerundete Ecken 4">
              <a:extLst>
                <a:ext uri="{FF2B5EF4-FFF2-40B4-BE49-F238E27FC236}">
                  <a16:creationId xmlns:a16="http://schemas.microsoft.com/office/drawing/2014/main" id="{158ADFE3-89CE-4E55-AB26-92BB9976A8F5}"/>
                </a:ext>
              </a:extLst>
            </p:cNvPr>
            <p:cNvSpPr txBox="1"/>
            <p:nvPr/>
          </p:nvSpPr>
          <p:spPr>
            <a:xfrm>
              <a:off x="210066" y="1126481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Simulation</a:t>
              </a:r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CAC052B4-6720-41BC-8662-71F2EDF5D888}"/>
              </a:ext>
            </a:extLst>
          </p:cNvPr>
          <p:cNvGrpSpPr/>
          <p:nvPr/>
        </p:nvGrpSpPr>
        <p:grpSpPr>
          <a:xfrm>
            <a:off x="10088473" y="4900021"/>
            <a:ext cx="1534006" cy="891876"/>
            <a:chOff x="210683" y="1106443"/>
            <a:chExt cx="1390377" cy="724366"/>
          </a:xfrm>
          <a:solidFill>
            <a:schemeClr val="bg2"/>
          </a:solidFill>
        </p:grpSpPr>
        <p:sp>
          <p:nvSpPr>
            <p:cNvPr id="95" name="Rechteck: abgerundete Ecken 94">
              <a:extLst>
                <a:ext uri="{FF2B5EF4-FFF2-40B4-BE49-F238E27FC236}">
                  <a16:creationId xmlns:a16="http://schemas.microsoft.com/office/drawing/2014/main" id="{652D04FB-971C-4EAA-B70F-2A4CA2CEBFCF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6" name="Rechteck: abgerundete Ecken 4">
              <a:extLst>
                <a:ext uri="{FF2B5EF4-FFF2-40B4-BE49-F238E27FC236}">
                  <a16:creationId xmlns:a16="http://schemas.microsoft.com/office/drawing/2014/main" id="{B3D44CD9-8C16-4242-84A3-72701B4109D0}"/>
                </a:ext>
              </a:extLst>
            </p:cNvPr>
            <p:cNvSpPr txBox="1"/>
            <p:nvPr/>
          </p:nvSpPr>
          <p:spPr>
            <a:xfrm>
              <a:off x="231897" y="1123509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Model </a:t>
              </a:r>
              <a:r>
                <a:rPr lang="de-DE" sz="1600" dirty="0" err="1"/>
                <a:t>Checking</a:t>
              </a:r>
              <a:endParaRPr lang="de-DE" sz="1600" dirty="0"/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C24C9434-09C9-47A7-8531-EA4AF01529AD}"/>
              </a:ext>
            </a:extLst>
          </p:cNvPr>
          <p:cNvGrpSpPr/>
          <p:nvPr/>
        </p:nvGrpSpPr>
        <p:grpSpPr>
          <a:xfrm>
            <a:off x="511408" y="3021558"/>
            <a:ext cx="1686960" cy="767138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98" name="Rechteck: abgerundete Ecken 88">
              <a:extLst>
                <a:ext uri="{FF2B5EF4-FFF2-40B4-BE49-F238E27FC236}">
                  <a16:creationId xmlns:a16="http://schemas.microsoft.com/office/drawing/2014/main" id="{FC7B26B3-1B00-42EB-AC1E-A928D65314F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9" name="Rechteck: abgerundete Ecken 4">
              <a:extLst>
                <a:ext uri="{FF2B5EF4-FFF2-40B4-BE49-F238E27FC236}">
                  <a16:creationId xmlns:a16="http://schemas.microsoft.com/office/drawing/2014/main" id="{F3CD9FAB-11A0-47EF-95F5-26A09B7D6D87}"/>
                </a:ext>
              </a:extLst>
            </p:cNvPr>
            <p:cNvSpPr txBox="1"/>
            <p:nvPr/>
          </p:nvSpPr>
          <p:spPr>
            <a:xfrm>
              <a:off x="231899" y="1127660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Definition</a:t>
              </a:r>
            </a:p>
          </p:txBody>
        </p:sp>
      </p:grp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E5203C6F-8288-475C-B7CD-4072E3D6F0A8}"/>
              </a:ext>
            </a:extLst>
          </p:cNvPr>
          <p:cNvGrpSpPr/>
          <p:nvPr/>
        </p:nvGrpSpPr>
        <p:grpSpPr>
          <a:xfrm>
            <a:off x="511408" y="3957663"/>
            <a:ext cx="1686960" cy="807909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111" name="Rechteck: abgerundete Ecken 91">
              <a:extLst>
                <a:ext uri="{FF2B5EF4-FFF2-40B4-BE49-F238E27FC236}">
                  <a16:creationId xmlns:a16="http://schemas.microsoft.com/office/drawing/2014/main" id="{1C3640FB-1F1F-459F-8ADB-1DDBD8F242A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12" name="Rechteck: abgerundete Ecken 4">
              <a:extLst>
                <a:ext uri="{FF2B5EF4-FFF2-40B4-BE49-F238E27FC236}">
                  <a16:creationId xmlns:a16="http://schemas.microsoft.com/office/drawing/2014/main" id="{158ADFE3-89CE-4E55-AB26-92BB9976A8F5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Eigenschaften</a:t>
              </a:r>
            </a:p>
          </p:txBody>
        </p:sp>
      </p:grp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CAC052B4-6720-41BC-8662-71F2EDF5D888}"/>
              </a:ext>
            </a:extLst>
          </p:cNvPr>
          <p:cNvGrpSpPr/>
          <p:nvPr/>
        </p:nvGrpSpPr>
        <p:grpSpPr>
          <a:xfrm>
            <a:off x="511408" y="4900021"/>
            <a:ext cx="1686960" cy="891876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114" name="Rechteck: abgerundete Ecken 94">
              <a:extLst>
                <a:ext uri="{FF2B5EF4-FFF2-40B4-BE49-F238E27FC236}">
                  <a16:creationId xmlns:a16="http://schemas.microsoft.com/office/drawing/2014/main" id="{652D04FB-971C-4EAA-B70F-2A4CA2CEBFCF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15" name="Rechteck: abgerundete Ecken 4">
              <a:extLst>
                <a:ext uri="{FF2B5EF4-FFF2-40B4-BE49-F238E27FC236}">
                  <a16:creationId xmlns:a16="http://schemas.microsoft.com/office/drawing/2014/main" id="{B3D44CD9-8C16-4242-84A3-72701B4109D0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Anforderungen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46049" y="1031239"/>
            <a:ext cx="7482498" cy="984885"/>
          </a:xfrm>
        </p:spPr>
        <p:txBody>
          <a:bodyPr/>
          <a:lstStyle/>
          <a:p>
            <a:r>
              <a:rPr lang="de-DE" dirty="0"/>
              <a:t>Überblick über die gesamte Vorlesung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1754658" y="1430346"/>
            <a:ext cx="1147202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</a:t>
            </a:fld>
            <a:r>
              <a:rPr lang="de-DE"/>
              <a:t> </a:t>
            </a:r>
          </a:p>
        </p:txBody>
      </p: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9497BCE8-A6C1-4F47-A712-40D0658E0DFA}"/>
              </a:ext>
            </a:extLst>
          </p:cNvPr>
          <p:cNvGrpSpPr/>
          <p:nvPr/>
        </p:nvGrpSpPr>
        <p:grpSpPr>
          <a:xfrm>
            <a:off x="2645966" y="1797422"/>
            <a:ext cx="4392488" cy="4224892"/>
            <a:chOff x="1908976" y="2085741"/>
            <a:chExt cx="2946423" cy="4224892"/>
          </a:xfrm>
        </p:grpSpPr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084F7617-9B92-4C78-B5EF-0AFE9F08C561}"/>
                </a:ext>
              </a:extLst>
            </p:cNvPr>
            <p:cNvSpPr/>
            <p:nvPr/>
          </p:nvSpPr>
          <p:spPr>
            <a:xfrm>
              <a:off x="1908976" y="2085741"/>
              <a:ext cx="2946423" cy="4224892"/>
            </a:xfrm>
            <a:prstGeom prst="roundRect">
              <a:avLst>
                <a:gd name="adj" fmla="val 349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DE" dirty="0"/>
            </a:p>
          </p:txBody>
        </p:sp>
        <p:sp>
          <p:nvSpPr>
            <p:cNvPr id="32" name="Rechteck: abgerundete Ecken 4">
              <a:extLst>
                <a:ext uri="{FF2B5EF4-FFF2-40B4-BE49-F238E27FC236}">
                  <a16:creationId xmlns:a16="http://schemas.microsoft.com/office/drawing/2014/main" id="{9484AC72-FE82-437E-940B-CDB00313CF51}"/>
                </a:ext>
              </a:extLst>
            </p:cNvPr>
            <p:cNvSpPr txBox="1"/>
            <p:nvPr/>
          </p:nvSpPr>
          <p:spPr>
            <a:xfrm>
              <a:off x="1908976" y="2085741"/>
              <a:ext cx="2946423" cy="9306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000" dirty="0"/>
                <a:t>Entwurf Eingebetteter Systeme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0B3C64BD-2C6B-414D-B767-41BB64776A72}"/>
              </a:ext>
            </a:extLst>
          </p:cNvPr>
          <p:cNvGrpSpPr/>
          <p:nvPr/>
        </p:nvGrpSpPr>
        <p:grpSpPr>
          <a:xfrm>
            <a:off x="3303190" y="3381598"/>
            <a:ext cx="1534006" cy="571450"/>
            <a:chOff x="210683" y="1106443"/>
            <a:chExt cx="1390377" cy="744663"/>
          </a:xfrm>
        </p:grpSpPr>
        <p:sp>
          <p:nvSpPr>
            <p:cNvPr id="29" name="Rechteck: abgerundete Ecken 28">
              <a:extLst>
                <a:ext uri="{FF2B5EF4-FFF2-40B4-BE49-F238E27FC236}">
                  <a16:creationId xmlns:a16="http://schemas.microsoft.com/office/drawing/2014/main" id="{EBC24C3A-79A1-48B5-97A3-6FEB59C7259B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0" name="Rechteck: abgerundete Ecken 4">
              <a:extLst>
                <a:ext uri="{FF2B5EF4-FFF2-40B4-BE49-F238E27FC236}">
                  <a16:creationId xmlns:a16="http://schemas.microsoft.com/office/drawing/2014/main" id="{B1752A0A-6052-4C0D-913E-268F1A88ECC6}"/>
                </a:ext>
              </a:extLst>
            </p:cNvPr>
            <p:cNvSpPr txBox="1"/>
            <p:nvPr/>
          </p:nvSpPr>
          <p:spPr>
            <a:xfrm>
              <a:off x="231898" y="1169172"/>
              <a:ext cx="1347945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Endliche Automaten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F0844AB-1A6E-472A-846D-04CA09F9C2C0}"/>
              </a:ext>
            </a:extLst>
          </p:cNvPr>
          <p:cNvGrpSpPr/>
          <p:nvPr/>
        </p:nvGrpSpPr>
        <p:grpSpPr>
          <a:xfrm>
            <a:off x="3303190" y="4265884"/>
            <a:ext cx="1535480" cy="555874"/>
            <a:chOff x="183157" y="1942250"/>
            <a:chExt cx="1445429" cy="724366"/>
          </a:xfrm>
        </p:grpSpPr>
        <p:sp>
          <p:nvSpPr>
            <p:cNvPr id="27" name="Rechteck: abgerundete Ecken 26">
              <a:extLst>
                <a:ext uri="{FF2B5EF4-FFF2-40B4-BE49-F238E27FC236}">
                  <a16:creationId xmlns:a16="http://schemas.microsoft.com/office/drawing/2014/main" id="{EECA115F-E83B-46E2-8E15-07573E3D9005}"/>
                </a:ext>
              </a:extLst>
            </p:cNvPr>
            <p:cNvSpPr/>
            <p:nvPr/>
          </p:nvSpPr>
          <p:spPr>
            <a:xfrm>
              <a:off x="183157" y="1942250"/>
              <a:ext cx="1445429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28" name="Rechteck: abgerundete Ecken 6">
              <a:extLst>
                <a:ext uri="{FF2B5EF4-FFF2-40B4-BE49-F238E27FC236}">
                  <a16:creationId xmlns:a16="http://schemas.microsoft.com/office/drawing/2014/main" id="{46560B74-A999-4CD8-A71B-9CDE4ACC5F14}"/>
                </a:ext>
              </a:extLst>
            </p:cNvPr>
            <p:cNvSpPr txBox="1"/>
            <p:nvPr/>
          </p:nvSpPr>
          <p:spPr>
            <a:xfrm>
              <a:off x="204373" y="1963466"/>
              <a:ext cx="1402997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Statecharts</a:t>
              </a:r>
              <a:endParaRPr lang="de-DE" sz="1600" dirty="0"/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96A5EA6-9714-4E5B-AAC8-8E4A3A51DEDE}"/>
              </a:ext>
            </a:extLst>
          </p:cNvPr>
          <p:cNvGrpSpPr/>
          <p:nvPr/>
        </p:nvGrpSpPr>
        <p:grpSpPr>
          <a:xfrm>
            <a:off x="3303190" y="5177989"/>
            <a:ext cx="1534006" cy="555874"/>
            <a:chOff x="385630" y="2778057"/>
            <a:chExt cx="1040483" cy="724366"/>
          </a:xfrm>
        </p:grpSpPr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F5B8AB94-7852-404D-98CD-90BE21AA9961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5" name="Rechteck: abgerundete Ecken 8">
              <a:extLst>
                <a:ext uri="{FF2B5EF4-FFF2-40B4-BE49-F238E27FC236}">
                  <a16:creationId xmlns:a16="http://schemas.microsoft.com/office/drawing/2014/main" id="{B54744FE-2811-46B0-A2E7-1809DCEABF78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Timed</a:t>
              </a:r>
              <a:r>
                <a:rPr lang="de-DE" sz="1600" dirty="0"/>
                <a:t> </a:t>
              </a:r>
              <a:r>
                <a:rPr lang="de-DE" sz="1600" dirty="0" err="1"/>
                <a:t>Automata</a:t>
              </a:r>
              <a:endParaRPr lang="de-DE" sz="1600" dirty="0"/>
            </a:p>
          </p:txBody>
        </p: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2ED6C177-B9DA-484B-96E0-913E073C3876}"/>
              </a:ext>
            </a:extLst>
          </p:cNvPr>
          <p:cNvGrpSpPr/>
          <p:nvPr/>
        </p:nvGrpSpPr>
        <p:grpSpPr>
          <a:xfrm>
            <a:off x="5142934" y="5177989"/>
            <a:ext cx="1535480" cy="555874"/>
            <a:chOff x="385630" y="2778057"/>
            <a:chExt cx="1040483" cy="724366"/>
          </a:xfrm>
        </p:grpSpPr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B2A9AA39-1C81-4110-80A0-DBC8CCB465D4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8" name="Rechteck: abgerundete Ecken 8">
              <a:extLst>
                <a:ext uri="{FF2B5EF4-FFF2-40B4-BE49-F238E27FC236}">
                  <a16:creationId xmlns:a16="http://schemas.microsoft.com/office/drawing/2014/main" id="{D90D5724-31FC-4B34-BC6E-91FC6190CF49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SystemC</a:t>
              </a:r>
              <a:endParaRPr lang="de-DE" sz="1600" dirty="0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8CA8C6EC-116A-46FE-885D-2EE71C50FE6D}"/>
              </a:ext>
            </a:extLst>
          </p:cNvPr>
          <p:cNvGrpSpPr/>
          <p:nvPr/>
        </p:nvGrpSpPr>
        <p:grpSpPr>
          <a:xfrm>
            <a:off x="5142934" y="3363924"/>
            <a:ext cx="1535480" cy="1457835"/>
            <a:chOff x="385630" y="2778057"/>
            <a:chExt cx="1040483" cy="724366"/>
          </a:xfrm>
        </p:grpSpPr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7B45D3FD-86AC-4420-82B7-2C0F60A44659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42" name="Rechteck: abgerundete Ecken 8">
              <a:extLst>
                <a:ext uri="{FF2B5EF4-FFF2-40B4-BE49-F238E27FC236}">
                  <a16:creationId xmlns:a16="http://schemas.microsoft.com/office/drawing/2014/main" id="{F439E73B-B4B3-4F0A-90CA-D7091CBBF528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Signalfluss-orientierte Sprachen (Simulink)</a:t>
              </a:r>
            </a:p>
          </p:txBody>
        </p:sp>
      </p:grpSp>
      <p:sp>
        <p:nvSpPr>
          <p:cNvPr id="44" name="Rechteck: abgerundete Ecken 4">
            <a:extLst>
              <a:ext uri="{FF2B5EF4-FFF2-40B4-BE49-F238E27FC236}">
                <a16:creationId xmlns:a16="http://schemas.microsoft.com/office/drawing/2014/main" id="{B10D7751-1864-4357-9923-078D41D35CD7}"/>
              </a:ext>
            </a:extLst>
          </p:cNvPr>
          <p:cNvSpPr txBox="1"/>
          <p:nvPr/>
        </p:nvSpPr>
        <p:spPr>
          <a:xfrm rot="16200000">
            <a:off x="1255116" y="3908353"/>
            <a:ext cx="3253718" cy="76004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de-DE" sz="2000" dirty="0">
                <a:solidFill>
                  <a:schemeClr val="accent1">
                    <a:lumMod val="50000"/>
                  </a:schemeClr>
                </a:solidFill>
              </a:rPr>
              <a:t>Modellierungssprachen</a:t>
            </a:r>
          </a:p>
        </p:txBody>
      </p: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3BDB3584-7D0D-4D05-B293-933263612419}"/>
              </a:ext>
            </a:extLst>
          </p:cNvPr>
          <p:cNvGrpSpPr/>
          <p:nvPr/>
        </p:nvGrpSpPr>
        <p:grpSpPr>
          <a:xfrm>
            <a:off x="7235992" y="1797422"/>
            <a:ext cx="2520801" cy="4224892"/>
            <a:chOff x="5036885" y="2085741"/>
            <a:chExt cx="2390460" cy="4224892"/>
          </a:xfrm>
        </p:grpSpPr>
        <p:sp>
          <p:nvSpPr>
            <p:cNvPr id="45" name="Rechteck: abgerundete Ecken 44">
              <a:extLst>
                <a:ext uri="{FF2B5EF4-FFF2-40B4-BE49-F238E27FC236}">
                  <a16:creationId xmlns:a16="http://schemas.microsoft.com/office/drawing/2014/main" id="{DD108E85-58AA-4871-9AD6-19677ACE0E86}"/>
                </a:ext>
              </a:extLst>
            </p:cNvPr>
            <p:cNvSpPr/>
            <p:nvPr/>
          </p:nvSpPr>
          <p:spPr>
            <a:xfrm>
              <a:off x="5036885" y="2085741"/>
              <a:ext cx="2390460" cy="4224892"/>
            </a:xfrm>
            <a:prstGeom prst="roundRect">
              <a:avLst>
                <a:gd name="adj" fmla="val 5047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46" name="Rechteck: abgerundete Ecken 4">
              <a:extLst>
                <a:ext uri="{FF2B5EF4-FFF2-40B4-BE49-F238E27FC236}">
                  <a16:creationId xmlns:a16="http://schemas.microsoft.com/office/drawing/2014/main" id="{09D63075-F05B-4F70-91D5-E0F0834020BE}"/>
                </a:ext>
              </a:extLst>
            </p:cNvPr>
            <p:cNvSpPr txBox="1"/>
            <p:nvPr/>
          </p:nvSpPr>
          <p:spPr>
            <a:xfrm>
              <a:off x="5036885" y="2085741"/>
              <a:ext cx="2390459" cy="8927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000" dirty="0"/>
                <a:t>Implementierung</a:t>
              </a:r>
            </a:p>
          </p:txBody>
        </p:sp>
      </p:grp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761CD052-01B5-4C79-8808-DA4A21B254BC}"/>
              </a:ext>
            </a:extLst>
          </p:cNvPr>
          <p:cNvGrpSpPr/>
          <p:nvPr/>
        </p:nvGrpSpPr>
        <p:grpSpPr>
          <a:xfrm>
            <a:off x="9963569" y="1797423"/>
            <a:ext cx="1866150" cy="4224891"/>
            <a:chOff x="7529312" y="2085740"/>
            <a:chExt cx="1403547" cy="4224891"/>
          </a:xfrm>
        </p:grpSpPr>
        <p:sp>
          <p:nvSpPr>
            <p:cNvPr id="86" name="Rechteck: abgerundete Ecken 85">
              <a:extLst>
                <a:ext uri="{FF2B5EF4-FFF2-40B4-BE49-F238E27FC236}">
                  <a16:creationId xmlns:a16="http://schemas.microsoft.com/office/drawing/2014/main" id="{B5B54273-9C16-4B78-86D4-138C448292D7}"/>
                </a:ext>
              </a:extLst>
            </p:cNvPr>
            <p:cNvSpPr/>
            <p:nvPr/>
          </p:nvSpPr>
          <p:spPr>
            <a:xfrm>
              <a:off x="7529312" y="2085740"/>
              <a:ext cx="1403547" cy="422489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7" name="Rechteck: abgerundete Ecken 4">
              <a:extLst>
                <a:ext uri="{FF2B5EF4-FFF2-40B4-BE49-F238E27FC236}">
                  <a16:creationId xmlns:a16="http://schemas.microsoft.com/office/drawing/2014/main" id="{E2777FE9-77B8-46E9-BE4D-24A16A7CC20B}"/>
                </a:ext>
              </a:extLst>
            </p:cNvPr>
            <p:cNvSpPr txBox="1"/>
            <p:nvPr/>
          </p:nvSpPr>
          <p:spPr>
            <a:xfrm>
              <a:off x="7529312" y="2085742"/>
              <a:ext cx="1403547" cy="89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dirty="0"/>
                <a:t>Validierung und Verifikation</a:t>
              </a:r>
            </a:p>
          </p:txBody>
        </p:sp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788230CF-2D9C-4CE8-842B-1319003DE1FE}"/>
              </a:ext>
            </a:extLst>
          </p:cNvPr>
          <p:cNvGrpSpPr/>
          <p:nvPr/>
        </p:nvGrpSpPr>
        <p:grpSpPr>
          <a:xfrm>
            <a:off x="3262000" y="2542969"/>
            <a:ext cx="3416414" cy="435257"/>
            <a:chOff x="197521" y="1106443"/>
            <a:chExt cx="1403539" cy="724366"/>
          </a:xfrm>
          <a:solidFill>
            <a:schemeClr val="bg2"/>
          </a:solidFill>
        </p:grpSpPr>
        <p:sp>
          <p:nvSpPr>
            <p:cNvPr id="108" name="Rechteck: abgerundete Ecken 107">
              <a:extLst>
                <a:ext uri="{FF2B5EF4-FFF2-40B4-BE49-F238E27FC236}">
                  <a16:creationId xmlns:a16="http://schemas.microsoft.com/office/drawing/2014/main" id="{3A1865B3-C696-4FF9-9911-789BEFAD7112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solidFill>
                <a:schemeClr val="lt1">
                  <a:hueOff val="0"/>
                  <a:satOff val="0"/>
                  <a:lumOff val="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09" name="Rechteck: abgerundete Ecken 4">
              <a:extLst>
                <a:ext uri="{FF2B5EF4-FFF2-40B4-BE49-F238E27FC236}">
                  <a16:creationId xmlns:a16="http://schemas.microsoft.com/office/drawing/2014/main" id="{B8C8E85E-3030-4230-B061-28DA14BED68F}"/>
                </a:ext>
              </a:extLst>
            </p:cNvPr>
            <p:cNvSpPr txBox="1"/>
            <p:nvPr/>
          </p:nvSpPr>
          <p:spPr>
            <a:xfrm>
              <a:off x="197521" y="1127597"/>
              <a:ext cx="1373754" cy="681933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Modell-basierte Entwicklung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761CD052-01B5-4C79-8808-DA4A21B254BC}"/>
              </a:ext>
            </a:extLst>
          </p:cNvPr>
          <p:cNvGrpSpPr/>
          <p:nvPr/>
        </p:nvGrpSpPr>
        <p:grpSpPr>
          <a:xfrm>
            <a:off x="386504" y="1797423"/>
            <a:ext cx="2052222" cy="4224891"/>
            <a:chOff x="7529312" y="2085740"/>
            <a:chExt cx="1403547" cy="4224891"/>
          </a:xfrm>
        </p:grpSpPr>
        <p:sp>
          <p:nvSpPr>
            <p:cNvPr id="81" name="Rechteck: abgerundete Ecken 85">
              <a:extLst>
                <a:ext uri="{FF2B5EF4-FFF2-40B4-BE49-F238E27FC236}">
                  <a16:creationId xmlns:a16="http://schemas.microsoft.com/office/drawing/2014/main" id="{B5B54273-9C16-4B78-86D4-138C448292D7}"/>
                </a:ext>
              </a:extLst>
            </p:cNvPr>
            <p:cNvSpPr/>
            <p:nvPr/>
          </p:nvSpPr>
          <p:spPr>
            <a:xfrm>
              <a:off x="7529312" y="2085740"/>
              <a:ext cx="1403547" cy="422489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5" name="Rechteck: abgerundete Ecken 4">
              <a:extLst>
                <a:ext uri="{FF2B5EF4-FFF2-40B4-BE49-F238E27FC236}">
                  <a16:creationId xmlns:a16="http://schemas.microsoft.com/office/drawing/2014/main" id="{E2777FE9-77B8-46E9-BE4D-24A16A7CC20B}"/>
                </a:ext>
              </a:extLst>
            </p:cNvPr>
            <p:cNvSpPr txBox="1"/>
            <p:nvPr/>
          </p:nvSpPr>
          <p:spPr>
            <a:xfrm>
              <a:off x="7529312" y="2085742"/>
              <a:ext cx="1403547" cy="89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dirty="0"/>
                <a:t>Eingebettete </a:t>
              </a:r>
              <a:br>
                <a:rPr lang="de-DE" dirty="0"/>
              </a:br>
              <a:r>
                <a:rPr lang="de-DE" dirty="0"/>
                <a:t>Systeme</a:t>
              </a:r>
            </a:p>
          </p:txBody>
        </p:sp>
      </p:grpSp>
      <p:sp>
        <p:nvSpPr>
          <p:cNvPr id="3" name="Right Arrow 2">
            <a:extLst>
              <a:ext uri="{FF2B5EF4-FFF2-40B4-BE49-F238E27FC236}">
                <a16:creationId xmlns:a16="http://schemas.microsoft.com/office/drawing/2014/main" id="{7DADCAC2-0C63-3AC6-509C-AA9022F0AA7B}"/>
              </a:ext>
            </a:extLst>
          </p:cNvPr>
          <p:cNvSpPr/>
          <p:nvPr/>
        </p:nvSpPr>
        <p:spPr>
          <a:xfrm rot="3084712">
            <a:off x="4953343" y="4929014"/>
            <a:ext cx="609600" cy="3803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22119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Übersicht</a:t>
            </a:r>
            <a:endParaRPr lang="de-DE" dirty="0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46049" y="2289796"/>
            <a:ext cx="11273162" cy="4062651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>
              <a:buFont typeface="Wingdings" pitchFamily="2" charset="2"/>
              <a:buChar char="§"/>
            </a:pPr>
            <a:r>
              <a:rPr lang="en-US" sz="2400" dirty="0"/>
              <a:t>Hardware/Software Co-Design</a:t>
            </a:r>
          </a:p>
          <a:p>
            <a:pPr marL="342000" indent="-342000">
              <a:buFont typeface="Wingdings" pitchFamily="2" charset="2"/>
              <a:buChar char="§"/>
            </a:pPr>
            <a:r>
              <a:rPr lang="en-US" sz="2400" dirty="0" err="1"/>
              <a:t>Systementwurf</a:t>
            </a:r>
            <a:r>
              <a:rPr lang="en-US" sz="2400" dirty="0"/>
              <a:t> </a:t>
            </a:r>
            <a:r>
              <a:rPr lang="en-US" sz="2400" dirty="0" err="1"/>
              <a:t>mit</a:t>
            </a:r>
            <a:r>
              <a:rPr lang="en-US" sz="2400" dirty="0"/>
              <a:t> </a:t>
            </a:r>
            <a:r>
              <a:rPr lang="en-US" sz="2400" dirty="0" err="1"/>
              <a:t>SystemC</a:t>
            </a:r>
            <a:endParaRPr lang="en-US" sz="2400" dirty="0"/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 err="1"/>
              <a:t>Einleitung</a:t>
            </a:r>
            <a:endParaRPr lang="en-US" sz="2400" dirty="0"/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 err="1"/>
              <a:t>Kernelemente</a:t>
            </a:r>
            <a:endParaRPr lang="en-US" sz="2400" dirty="0"/>
          </a:p>
          <a:p>
            <a:pPr marL="1142100" lvl="2" indent="-342000">
              <a:buFont typeface="Wingdings" pitchFamily="2" charset="2"/>
              <a:buChar char="§"/>
            </a:pPr>
            <a:r>
              <a:rPr lang="en-US" sz="2400" dirty="0" err="1"/>
              <a:t>Struktur</a:t>
            </a:r>
            <a:r>
              <a:rPr lang="en-US" sz="2400" dirty="0"/>
              <a:t>: Module und </a:t>
            </a:r>
            <a:r>
              <a:rPr lang="en-US" sz="2400" dirty="0" err="1"/>
              <a:t>deren</a:t>
            </a:r>
            <a:r>
              <a:rPr lang="en-US" sz="2400" dirty="0"/>
              <a:t> </a:t>
            </a:r>
            <a:r>
              <a:rPr lang="en-US" sz="2400" dirty="0" err="1"/>
              <a:t>Kommunikation</a:t>
            </a:r>
            <a:endParaRPr lang="en-US" sz="2400" dirty="0"/>
          </a:p>
          <a:p>
            <a:pPr marL="1142100" lvl="2" indent="-342000">
              <a:buFont typeface="Wingdings" pitchFamily="2" charset="2"/>
              <a:buChar char="§"/>
            </a:pPr>
            <a:r>
              <a:rPr lang="en-US" sz="2400" dirty="0" err="1"/>
              <a:t>Verhalten</a:t>
            </a:r>
            <a:r>
              <a:rPr lang="en-US" sz="2400" dirty="0"/>
              <a:t>: </a:t>
            </a:r>
            <a:r>
              <a:rPr lang="en-US" sz="2400" dirty="0" err="1"/>
              <a:t>Prozesse</a:t>
            </a:r>
            <a:r>
              <a:rPr lang="en-US" sz="2400" dirty="0"/>
              <a:t> und </a:t>
            </a:r>
            <a:r>
              <a:rPr lang="en-US" sz="2400" dirty="0" err="1"/>
              <a:t>deren</a:t>
            </a:r>
            <a:r>
              <a:rPr lang="en-US" sz="2400" dirty="0"/>
              <a:t> </a:t>
            </a:r>
            <a:r>
              <a:rPr lang="en-US" sz="2400" dirty="0" err="1"/>
              <a:t>Ausf</a:t>
            </a:r>
            <a:r>
              <a:rPr lang="de-DE" sz="2400" dirty="0"/>
              <a:t>ü</a:t>
            </a:r>
            <a:r>
              <a:rPr lang="en-US" sz="2400" dirty="0" err="1"/>
              <a:t>hrung</a:t>
            </a:r>
            <a:endParaRPr lang="en-US" sz="2400" dirty="0"/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/>
              <a:t>Simulation</a:t>
            </a:r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 err="1"/>
              <a:t>Systemkomposition</a:t>
            </a:r>
            <a:endParaRPr lang="en-US" sz="2400" dirty="0"/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 err="1"/>
              <a:t>Testbenches</a:t>
            </a:r>
            <a:endParaRPr lang="en-US" sz="24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5AA9A-4249-5881-CC54-35B4495F0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B77CF06C-DA54-84FF-F0D2-D147EBF760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Übersicht</a:t>
            </a:r>
            <a:endParaRPr lang="de-DE" dirty="0"/>
          </a:p>
        </p:txBody>
      </p:sp>
      <p:sp>
        <p:nvSpPr>
          <p:cNvPr id="38" name="Inhaltsplatzhalter 37">
            <a:extLst>
              <a:ext uri="{FF2B5EF4-FFF2-40B4-BE49-F238E27FC236}">
                <a16:creationId xmlns:a16="http://schemas.microsoft.com/office/drawing/2014/main" id="{F1D19715-7102-5166-43F2-1F130887F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49" y="2289796"/>
            <a:ext cx="11273162" cy="3323987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>
              <a:buFont typeface="Wingdings" pitchFamily="2" charset="2"/>
              <a:buChar char="§"/>
            </a:pPr>
            <a:r>
              <a:rPr lang="en-US" sz="2400" dirty="0"/>
              <a:t>Hardware/Software Co-Design</a:t>
            </a:r>
          </a:p>
          <a:p>
            <a:pPr marL="342000" indent="-342000">
              <a:buFont typeface="Wingdings" pitchFamily="2" charset="2"/>
              <a:buChar char="§"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Systementwurf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mit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SystemC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Einleitung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Kernelemente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pPr marL="1142100" lvl="2" indent="-342000">
              <a:buFont typeface="Wingdings" pitchFamily="2" charset="2"/>
              <a:buChar char="§"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Struktur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: Module und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deren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Kommunikation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pPr marL="1142100" lvl="2" indent="-342000">
              <a:buFont typeface="Wingdings" pitchFamily="2" charset="2"/>
              <a:buChar char="§"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Verhalten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: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Prozesse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 und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deren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Ausf</a:t>
            </a:r>
            <a:r>
              <a:rPr lang="de-DE" sz="2400" dirty="0">
                <a:solidFill>
                  <a:schemeClr val="bg1">
                    <a:lumMod val="85000"/>
                  </a:schemeClr>
                </a:solidFill>
              </a:rPr>
              <a:t>ü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hrung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Simulation</a:t>
            </a:r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Systemkomposition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Testbenches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C6C69E-0844-9EBB-2DB3-BA88402C0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3150153-3503-3EE1-1A10-8B4F5B01A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84648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Entwurfsaufgaben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>
          <a:xfrm>
            <a:off x="359625" y="1983473"/>
            <a:ext cx="11371133" cy="4062651"/>
          </a:xfrm>
        </p:spPr>
        <p:txBody>
          <a:bodyPr/>
          <a:lstStyle/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</a:rPr>
              <a:t>Spezifikation</a:t>
            </a:r>
            <a:endParaRPr lang="en-US" sz="2400" dirty="0">
              <a:solidFill>
                <a:srgbClr val="0000FF"/>
              </a:solidFill>
            </a:endParaRPr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</a:rPr>
              <a:t>Architektur</a:t>
            </a:r>
            <a:endParaRPr lang="en-US" sz="2400" dirty="0">
              <a:solidFill>
                <a:srgbClr val="0000FF"/>
              </a:solidFill>
            </a:endParaRPr>
          </a:p>
          <a:p>
            <a:pPr marL="742950" lvl="1" indent="-285750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/>
              <a:t>Exploration des </a:t>
            </a:r>
            <a:r>
              <a:rPr lang="en-US" sz="2400" dirty="0" err="1"/>
              <a:t>Entwurfsraums</a:t>
            </a:r>
            <a:endParaRPr lang="en-US" sz="2400" dirty="0"/>
          </a:p>
          <a:p>
            <a:pPr marL="742950" lvl="1" indent="-285750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Partitionierung</a:t>
            </a:r>
            <a:endParaRPr lang="en-US" sz="2400" dirty="0"/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>
                <a:solidFill>
                  <a:srgbClr val="0000FF"/>
                </a:solidFill>
              </a:rPr>
              <a:t>Hardware</a:t>
            </a:r>
          </a:p>
          <a:p>
            <a:pPr marL="742950" lvl="1" indent="-285750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Entwicklung</a:t>
            </a:r>
            <a:r>
              <a:rPr lang="en-US" sz="2400" dirty="0"/>
              <a:t> von </a:t>
            </a:r>
            <a:r>
              <a:rPr lang="en-US" sz="2400" dirty="0" err="1"/>
              <a:t>spezieller</a:t>
            </a:r>
            <a:r>
              <a:rPr lang="en-US" sz="2400" dirty="0"/>
              <a:t> Hardware und </a:t>
            </a:r>
            <a:r>
              <a:rPr lang="en-US" sz="2400" dirty="0" err="1"/>
              <a:t>optimierten</a:t>
            </a:r>
            <a:r>
              <a:rPr lang="en-US" sz="2400" dirty="0"/>
              <a:t> </a:t>
            </a:r>
            <a:r>
              <a:rPr lang="en-US" sz="2400" dirty="0" err="1"/>
              <a:t>Prozessorarchitekturen</a:t>
            </a:r>
            <a:endParaRPr lang="en-US" sz="2400" dirty="0"/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>
                <a:solidFill>
                  <a:srgbClr val="0000FF"/>
                </a:solidFill>
              </a:rPr>
              <a:t>Software</a:t>
            </a:r>
          </a:p>
          <a:p>
            <a:pPr marL="742950" lvl="1" indent="-285750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Softwareentwicklung</a:t>
            </a:r>
            <a:r>
              <a:rPr lang="en-US" sz="2400" dirty="0"/>
              <a:t> (in </a:t>
            </a:r>
            <a:r>
              <a:rPr lang="en-US" sz="2400" dirty="0" err="1"/>
              <a:t>höherer</a:t>
            </a:r>
            <a:r>
              <a:rPr lang="en-US" sz="2400" dirty="0"/>
              <a:t> </a:t>
            </a:r>
            <a:r>
              <a:rPr lang="en-US" sz="2400" dirty="0" err="1"/>
              <a:t>Programmiersprache</a:t>
            </a:r>
            <a:r>
              <a:rPr lang="en-US" sz="2400" dirty="0"/>
              <a:t>)</a:t>
            </a:r>
          </a:p>
          <a:p>
            <a:pPr marL="742950" lvl="1" indent="-285750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Übersetzung</a:t>
            </a:r>
            <a:r>
              <a:rPr lang="en-US" sz="2400" dirty="0"/>
              <a:t> (</a:t>
            </a:r>
            <a:r>
              <a:rPr lang="en-US" sz="2400" dirty="0" err="1"/>
              <a:t>ggf</a:t>
            </a:r>
            <a:r>
              <a:rPr lang="en-US" sz="2400" dirty="0"/>
              <a:t>. </a:t>
            </a:r>
            <a:r>
              <a:rPr lang="en-US" sz="2400" dirty="0" err="1"/>
              <a:t>mit</a:t>
            </a:r>
            <a:r>
              <a:rPr lang="en-US" sz="2400" dirty="0"/>
              <a:t> </a:t>
            </a:r>
            <a:r>
              <a:rPr lang="en-US" sz="2400" dirty="0" err="1"/>
              <a:t>speziellen</a:t>
            </a:r>
            <a:r>
              <a:rPr lang="en-US" sz="2400" dirty="0"/>
              <a:t> </a:t>
            </a:r>
            <a:r>
              <a:rPr lang="en-US" sz="2400" dirty="0" err="1"/>
              <a:t>Compilern</a:t>
            </a:r>
            <a:r>
              <a:rPr lang="en-US" sz="2400" dirty="0"/>
              <a:t>)</a:t>
            </a:r>
          </a:p>
          <a:p>
            <a:pPr marL="742950" lvl="1" indent="-285750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/>
              <a:t>Scheduling (und </a:t>
            </a:r>
            <a:r>
              <a:rPr lang="en-US" sz="2400" dirty="0" err="1"/>
              <a:t>ggf</a:t>
            </a:r>
            <a:r>
              <a:rPr lang="en-US" sz="2400" dirty="0"/>
              <a:t>. </a:t>
            </a:r>
            <a:r>
              <a:rPr lang="en-US" sz="2400" dirty="0" err="1"/>
              <a:t>weitere</a:t>
            </a:r>
            <a:r>
              <a:rPr lang="en-US" sz="2400" dirty="0"/>
              <a:t> </a:t>
            </a:r>
            <a:r>
              <a:rPr lang="en-US" sz="2400" dirty="0" err="1"/>
              <a:t>Betriebssystemfunktionen</a:t>
            </a:r>
            <a:r>
              <a:rPr lang="en-US" sz="2400" dirty="0"/>
              <a:t>)</a:t>
            </a:r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</a:rPr>
              <a:t>Systemsynthese</a:t>
            </a:r>
            <a:r>
              <a:rPr lang="en-US" sz="2400" dirty="0"/>
              <a:t> und </a:t>
            </a:r>
            <a:r>
              <a:rPr lang="en-US" sz="2400" dirty="0" err="1"/>
              <a:t>Systemintegration</a:t>
            </a:r>
            <a:endParaRPr lang="de-DE" sz="2400" dirty="0"/>
          </a:p>
        </p:txBody>
      </p:sp>
      <p:cxnSp>
        <p:nvCxnSpPr>
          <p:cNvPr id="19" name="Gerade Verbindung mit Pfeil 18"/>
          <p:cNvCxnSpPr/>
          <p:nvPr/>
        </p:nvCxnSpPr>
        <p:spPr bwMode="auto">
          <a:xfrm>
            <a:off x="9745688" y="1928802"/>
            <a:ext cx="914400" cy="9144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46048" y="1031239"/>
            <a:ext cx="7470813" cy="984885"/>
          </a:xfrm>
        </p:spPr>
        <p:txBody>
          <a:bodyPr/>
          <a:lstStyle/>
          <a:p>
            <a:r>
              <a:rPr lang="de-DE" dirty="0"/>
              <a:t>Klassischer Design Flow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7" name="Rechteck 6"/>
          <p:cNvSpPr/>
          <p:nvPr/>
        </p:nvSpPr>
        <p:spPr bwMode="auto">
          <a:xfrm>
            <a:off x="4162639" y="1814729"/>
            <a:ext cx="1928826" cy="50006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 err="1"/>
              <a:t>Spezifikation</a:t>
            </a:r>
            <a:endParaRPr lang="de-DE"/>
          </a:p>
        </p:txBody>
      </p:sp>
      <p:sp>
        <p:nvSpPr>
          <p:cNvPr id="8" name="Rechteck 7"/>
          <p:cNvSpPr/>
          <p:nvPr/>
        </p:nvSpPr>
        <p:spPr bwMode="auto">
          <a:xfrm>
            <a:off x="3448259" y="2743423"/>
            <a:ext cx="3357586" cy="50006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indent="-1800000" algn="ctr"/>
            <a:r>
              <a:rPr lang="en-US" sz="2400"/>
              <a:t>HW/SW </a:t>
            </a:r>
            <a:r>
              <a:rPr lang="en-US" sz="2400" err="1"/>
              <a:t>Partitionierung</a:t>
            </a:r>
            <a:r>
              <a:rPr lang="en-US" sz="2400"/>
              <a:t>  </a:t>
            </a:r>
            <a:endParaRPr lang="de-DE"/>
          </a:p>
        </p:txBody>
      </p:sp>
      <p:sp>
        <p:nvSpPr>
          <p:cNvPr id="9" name="Rechteck 8"/>
          <p:cNvSpPr/>
          <p:nvPr/>
        </p:nvSpPr>
        <p:spPr bwMode="auto">
          <a:xfrm>
            <a:off x="2376689" y="3672117"/>
            <a:ext cx="2071702" cy="50006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/>
              <a:t>HW </a:t>
            </a:r>
            <a:r>
              <a:rPr lang="en-US" sz="2400" err="1"/>
              <a:t>Entwurf</a:t>
            </a:r>
            <a:endParaRPr lang="de-DE"/>
          </a:p>
        </p:txBody>
      </p:sp>
      <p:sp>
        <p:nvSpPr>
          <p:cNvPr id="10" name="Rechteck 9"/>
          <p:cNvSpPr/>
          <p:nvPr/>
        </p:nvSpPr>
        <p:spPr bwMode="auto">
          <a:xfrm>
            <a:off x="5805713" y="3672117"/>
            <a:ext cx="2000264" cy="50006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/>
              <a:t>SW </a:t>
            </a:r>
            <a:r>
              <a:rPr lang="en-US" sz="2400" err="1"/>
              <a:t>Entwurf</a:t>
            </a:r>
            <a:endParaRPr lang="de-DE"/>
          </a:p>
        </p:txBody>
      </p:sp>
      <p:sp>
        <p:nvSpPr>
          <p:cNvPr id="11" name="Rechteck 10"/>
          <p:cNvSpPr/>
          <p:nvPr/>
        </p:nvSpPr>
        <p:spPr bwMode="auto">
          <a:xfrm>
            <a:off x="2376689" y="4600811"/>
            <a:ext cx="2071702" cy="50006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/>
              <a:t>HW </a:t>
            </a:r>
            <a:r>
              <a:rPr lang="en-US" sz="2400" err="1"/>
              <a:t>Synthese</a:t>
            </a:r>
            <a:endParaRPr lang="de-DE"/>
          </a:p>
        </p:txBody>
      </p:sp>
      <p:sp>
        <p:nvSpPr>
          <p:cNvPr id="12" name="Rechteck 11"/>
          <p:cNvSpPr/>
          <p:nvPr/>
        </p:nvSpPr>
        <p:spPr bwMode="auto">
          <a:xfrm>
            <a:off x="5805713" y="4600811"/>
            <a:ext cx="2000264" cy="50006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 err="1"/>
              <a:t>Übersetzung</a:t>
            </a:r>
            <a:endParaRPr lang="de-DE"/>
          </a:p>
        </p:txBody>
      </p:sp>
      <p:sp>
        <p:nvSpPr>
          <p:cNvPr id="13" name="Rechteck 12"/>
          <p:cNvSpPr/>
          <p:nvPr/>
        </p:nvSpPr>
        <p:spPr bwMode="auto">
          <a:xfrm>
            <a:off x="3734011" y="5672381"/>
            <a:ext cx="3000396" cy="50006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 err="1"/>
              <a:t>Systemintegration</a:t>
            </a:r>
            <a:endParaRPr lang="de-DE"/>
          </a:p>
        </p:txBody>
      </p:sp>
      <p:cxnSp>
        <p:nvCxnSpPr>
          <p:cNvPr id="17" name="Gerade Verbindung mit Pfeil 16"/>
          <p:cNvCxnSpPr>
            <a:stCxn id="7" idx="2"/>
            <a:endCxn id="8" idx="0"/>
          </p:cNvCxnSpPr>
          <p:nvPr/>
        </p:nvCxnSpPr>
        <p:spPr bwMode="auto">
          <a:xfrm rot="5400000">
            <a:off x="4912738" y="2529109"/>
            <a:ext cx="428628" cy="158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19" name="Gerade Verbindung mit Pfeil 18"/>
          <p:cNvCxnSpPr/>
          <p:nvPr/>
        </p:nvCxnSpPr>
        <p:spPr bwMode="auto">
          <a:xfrm>
            <a:off x="9734803" y="2100481"/>
            <a:ext cx="914400" cy="9144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Gerade Verbindung mit Pfeil 22"/>
          <p:cNvCxnSpPr>
            <a:endCxn id="9" idx="0"/>
          </p:cNvCxnSpPr>
          <p:nvPr/>
        </p:nvCxnSpPr>
        <p:spPr bwMode="auto">
          <a:xfrm rot="10800000" flipV="1">
            <a:off x="3412543" y="3243489"/>
            <a:ext cx="750103" cy="42862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26" name="Gerade Verbindung mit Pfeil 25"/>
          <p:cNvCxnSpPr>
            <a:endCxn id="10" idx="0"/>
          </p:cNvCxnSpPr>
          <p:nvPr/>
        </p:nvCxnSpPr>
        <p:spPr bwMode="auto">
          <a:xfrm>
            <a:off x="6020027" y="3243489"/>
            <a:ext cx="785818" cy="42862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31" name="Gerade Verbindung mit Pfeil 30"/>
          <p:cNvCxnSpPr>
            <a:stCxn id="9" idx="2"/>
            <a:endCxn id="11" idx="0"/>
          </p:cNvCxnSpPr>
          <p:nvPr/>
        </p:nvCxnSpPr>
        <p:spPr bwMode="auto">
          <a:xfrm rot="5400000">
            <a:off x="3198226" y="4386497"/>
            <a:ext cx="428628" cy="158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43" name="Gerade Verbindung mit Pfeil 42"/>
          <p:cNvCxnSpPr>
            <a:stCxn id="10" idx="2"/>
            <a:endCxn id="12" idx="0"/>
          </p:cNvCxnSpPr>
          <p:nvPr/>
        </p:nvCxnSpPr>
        <p:spPr bwMode="auto">
          <a:xfrm rot="5400000">
            <a:off x="6591531" y="4386497"/>
            <a:ext cx="428628" cy="158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53" name="Gerade Verbindung mit Pfeil 52"/>
          <p:cNvCxnSpPr>
            <a:stCxn id="11" idx="2"/>
          </p:cNvCxnSpPr>
          <p:nvPr/>
        </p:nvCxnSpPr>
        <p:spPr bwMode="auto">
          <a:xfrm rot="16200000" flipH="1">
            <a:off x="3751870" y="4761548"/>
            <a:ext cx="571504" cy="125016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56" name="Gerade Verbindung mit Pfeil 55"/>
          <p:cNvCxnSpPr>
            <a:stCxn id="12" idx="2"/>
          </p:cNvCxnSpPr>
          <p:nvPr/>
        </p:nvCxnSpPr>
        <p:spPr bwMode="auto">
          <a:xfrm rot="5400000">
            <a:off x="5984307" y="4850845"/>
            <a:ext cx="571506" cy="107157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62" name="Gerade Verbindung mit Pfeil 61"/>
          <p:cNvCxnSpPr>
            <a:stCxn id="9" idx="3"/>
            <a:endCxn id="12" idx="1"/>
          </p:cNvCxnSpPr>
          <p:nvPr/>
        </p:nvCxnSpPr>
        <p:spPr bwMode="auto">
          <a:xfrm>
            <a:off x="4448391" y="3922150"/>
            <a:ext cx="1357322" cy="928694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3" name="Gerade Verbindung mit Pfeil 62"/>
          <p:cNvCxnSpPr/>
          <p:nvPr/>
        </p:nvCxnSpPr>
        <p:spPr bwMode="auto">
          <a:xfrm>
            <a:off x="4448391" y="4100745"/>
            <a:ext cx="1357322" cy="571504"/>
          </a:xfrm>
          <a:prstGeom prst="straightConnector1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ysDot"/>
            <a:round/>
            <a:headEnd type="none" w="med" len="med"/>
            <a:tailEnd type="triangle" w="lg" len="med"/>
          </a:ln>
          <a:effectLst/>
        </p:spPr>
      </p:cxnSp>
      <p:sp>
        <p:nvSpPr>
          <p:cNvPr id="69" name="Textfeld 68"/>
          <p:cNvSpPr txBox="1"/>
          <p:nvPr/>
        </p:nvSpPr>
        <p:spPr>
          <a:xfrm>
            <a:off x="4554841" y="3886431"/>
            <a:ext cx="110799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Compiler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71" name="Gerade Verbindung mit Pfeil 70"/>
          <p:cNvCxnSpPr/>
          <p:nvPr/>
        </p:nvCxnSpPr>
        <p:spPr bwMode="auto">
          <a:xfrm rot="5400000">
            <a:off x="6555812" y="3993588"/>
            <a:ext cx="3929090" cy="158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2" name="Textfeld 71"/>
          <p:cNvSpPr txBox="1"/>
          <p:nvPr/>
        </p:nvSpPr>
        <p:spPr>
          <a:xfrm>
            <a:off x="8591797" y="3243491"/>
            <a:ext cx="18133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err="1"/>
              <a:t>Validierung</a:t>
            </a:r>
            <a:endParaRPr lang="en-US" sz="2400"/>
          </a:p>
          <a:p>
            <a:pPr algn="ctr"/>
            <a:r>
              <a:rPr lang="en-US" sz="2400"/>
              <a:t>&amp;</a:t>
            </a:r>
          </a:p>
          <a:p>
            <a:pPr algn="ctr"/>
            <a:r>
              <a:rPr lang="en-US" sz="2400" err="1"/>
              <a:t>Evaluierung</a:t>
            </a:r>
            <a:endParaRPr lang="de-DE" sz="24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7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Probleme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>
          <a:xfrm>
            <a:off x="346049" y="1797354"/>
            <a:ext cx="11301665" cy="4555093"/>
          </a:xfrm>
        </p:spPr>
        <p:txBody>
          <a:bodyPr/>
          <a:lstStyle/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 err="1">
                <a:solidFill>
                  <a:srgbClr val="FF0000"/>
                </a:solidFill>
              </a:rPr>
              <a:t>unzureichende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Schnittstellendefinitionen</a:t>
            </a:r>
            <a:endParaRPr lang="en-US" sz="2000" dirty="0">
              <a:solidFill>
                <a:srgbClr val="FF0000"/>
              </a:solidFill>
            </a:endParaRPr>
          </a:p>
          <a:p>
            <a:pPr marL="80010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/>
              <a:t>“</a:t>
            </a:r>
            <a:r>
              <a:rPr lang="en-US" sz="2400" dirty="0" err="1"/>
              <a:t>Kommunikationsprobleme</a:t>
            </a:r>
            <a:r>
              <a:rPr lang="en-US" sz="2400" dirty="0"/>
              <a:t>” (</a:t>
            </a:r>
            <a:r>
              <a:rPr lang="en-US" sz="2400" dirty="0" err="1"/>
              <a:t>z.B</a:t>
            </a:r>
            <a:r>
              <a:rPr lang="en-US" sz="2400" dirty="0"/>
              <a:t>. </a:t>
            </a:r>
            <a:r>
              <a:rPr lang="en-US" sz="2400" dirty="0" err="1"/>
              <a:t>zwischen</a:t>
            </a:r>
            <a:r>
              <a:rPr lang="en-US" sz="2400" dirty="0"/>
              <a:t> Hardware und Software) </a:t>
            </a:r>
            <a:r>
              <a:rPr lang="en-US" sz="2400" dirty="0" err="1"/>
              <a:t>erschweren</a:t>
            </a:r>
            <a:r>
              <a:rPr lang="en-US" sz="2400" dirty="0"/>
              <a:t> die </a:t>
            </a:r>
            <a:r>
              <a:rPr lang="en-US" sz="2400" dirty="0" err="1"/>
              <a:t>fr</a:t>
            </a:r>
            <a:r>
              <a:rPr lang="el-GR" sz="2400" dirty="0"/>
              <a:t>ϋ</a:t>
            </a:r>
            <a:r>
              <a:rPr lang="en-US" sz="2400" dirty="0"/>
              <a:t>he </a:t>
            </a:r>
            <a:r>
              <a:rPr lang="en-US" sz="2400" dirty="0" err="1"/>
              <a:t>Erkennung</a:t>
            </a:r>
            <a:r>
              <a:rPr lang="en-US" sz="2400" dirty="0"/>
              <a:t> von </a:t>
            </a:r>
            <a:r>
              <a:rPr lang="en-US" sz="2400" dirty="0" err="1"/>
              <a:t>Fehlern</a:t>
            </a:r>
            <a:r>
              <a:rPr lang="en-US" sz="2400" dirty="0"/>
              <a:t> und die </a:t>
            </a:r>
            <a:r>
              <a:rPr lang="en-US" sz="2400" dirty="0" err="1"/>
              <a:t>Systemintegration</a:t>
            </a:r>
            <a:endParaRPr lang="en-US" sz="2400" dirty="0"/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 err="1">
                <a:solidFill>
                  <a:srgbClr val="FF0000"/>
                </a:solidFill>
              </a:rPr>
              <a:t>lange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Entwicklungszeiten</a:t>
            </a:r>
            <a:endParaRPr lang="en-US" sz="2000" dirty="0">
              <a:solidFill>
                <a:srgbClr val="FF0000"/>
              </a:solidFill>
            </a:endParaRPr>
          </a:p>
          <a:p>
            <a:pPr marL="80010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Entwicklung</a:t>
            </a:r>
            <a:r>
              <a:rPr lang="en-US" sz="2400" dirty="0"/>
              <a:t> von Software und Compiler oft </a:t>
            </a:r>
            <a:r>
              <a:rPr lang="en-US" sz="2400" dirty="0" err="1"/>
              <a:t>erst</a:t>
            </a:r>
            <a:r>
              <a:rPr lang="en-US" sz="2400" dirty="0"/>
              <a:t> </a:t>
            </a:r>
            <a:r>
              <a:rPr lang="en-US" sz="2400" dirty="0" err="1"/>
              <a:t>nach</a:t>
            </a:r>
            <a:r>
              <a:rPr lang="en-US" sz="2400" dirty="0"/>
              <a:t> </a:t>
            </a:r>
            <a:r>
              <a:rPr lang="en-US" sz="2400" dirty="0" err="1"/>
              <a:t>Abschluss</a:t>
            </a:r>
            <a:r>
              <a:rPr lang="en-US" sz="2400" dirty="0"/>
              <a:t> der </a:t>
            </a:r>
            <a:r>
              <a:rPr lang="en-US" sz="2400" dirty="0" err="1"/>
              <a:t>Hardwareentwicklung</a:t>
            </a:r>
            <a:r>
              <a:rPr lang="en-US" sz="2400" dirty="0"/>
              <a:t> </a:t>
            </a:r>
            <a:endParaRPr lang="de-DE" sz="2400" dirty="0"/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 err="1">
                <a:solidFill>
                  <a:srgbClr val="FF0000"/>
                </a:solidFill>
              </a:rPr>
              <a:t>Verschwendung</a:t>
            </a:r>
            <a:r>
              <a:rPr lang="en-US" sz="2000" dirty="0">
                <a:solidFill>
                  <a:srgbClr val="FF0000"/>
                </a:solidFill>
              </a:rPr>
              <a:t> von </a:t>
            </a:r>
            <a:r>
              <a:rPr lang="en-US" sz="2000" dirty="0" err="1">
                <a:solidFill>
                  <a:srgbClr val="FF0000"/>
                </a:solidFill>
              </a:rPr>
              <a:t>Optimierungspotential</a:t>
            </a:r>
            <a:endParaRPr lang="en-US" sz="2000" dirty="0">
              <a:solidFill>
                <a:srgbClr val="FF0000"/>
              </a:solidFill>
            </a:endParaRPr>
          </a:p>
          <a:p>
            <a:pPr marL="80010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Architektur</a:t>
            </a:r>
            <a:r>
              <a:rPr lang="en-US" sz="2400" dirty="0"/>
              <a:t> </a:t>
            </a:r>
            <a:r>
              <a:rPr lang="en-US" sz="2400" dirty="0" err="1"/>
              <a:t>wird</a:t>
            </a:r>
            <a:r>
              <a:rPr lang="en-US" sz="2400" dirty="0"/>
              <a:t> </a:t>
            </a:r>
            <a:r>
              <a:rPr lang="en-US" sz="2400" dirty="0" err="1"/>
              <a:t>i.d.R</a:t>
            </a:r>
            <a:r>
              <a:rPr lang="en-US" sz="2400" dirty="0"/>
              <a:t>. “</a:t>
            </a:r>
            <a:r>
              <a:rPr lang="en-US" sz="2400" dirty="0" err="1"/>
              <a:t>aus</a:t>
            </a:r>
            <a:r>
              <a:rPr lang="en-US" sz="2400" dirty="0"/>
              <a:t> </a:t>
            </a:r>
            <a:r>
              <a:rPr lang="en-US" sz="2400" dirty="0" err="1"/>
              <a:t>Erfahrung</a:t>
            </a:r>
            <a:r>
              <a:rPr lang="en-US" sz="2400" dirty="0"/>
              <a:t>” </a:t>
            </a:r>
            <a:r>
              <a:rPr lang="en-US" sz="2400" dirty="0" err="1"/>
              <a:t>festgelegt</a:t>
            </a:r>
            <a:endParaRPr lang="en-US" sz="2400" dirty="0"/>
          </a:p>
          <a:p>
            <a:pPr marL="80010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Erkennung</a:t>
            </a:r>
            <a:r>
              <a:rPr lang="en-US" sz="2400" dirty="0"/>
              <a:t> von </a:t>
            </a:r>
            <a:r>
              <a:rPr lang="en-US" sz="2400" dirty="0" err="1"/>
              <a:t>Engpässen</a:t>
            </a:r>
            <a:r>
              <a:rPr lang="en-US" sz="2400" dirty="0"/>
              <a:t> (</a:t>
            </a:r>
            <a:r>
              <a:rPr lang="en-US" sz="2400" i="1" dirty="0"/>
              <a:t>bottle necks</a:t>
            </a:r>
            <a:r>
              <a:rPr lang="en-US" sz="2400" dirty="0"/>
              <a:t>) oft </a:t>
            </a:r>
            <a:r>
              <a:rPr lang="en-US" sz="2400" dirty="0" err="1"/>
              <a:t>erst</a:t>
            </a:r>
            <a:r>
              <a:rPr lang="en-US" sz="2400" dirty="0"/>
              <a:t> </a:t>
            </a:r>
            <a:r>
              <a:rPr lang="en-US" sz="2400" dirty="0" err="1"/>
              <a:t>nach</a:t>
            </a:r>
            <a:r>
              <a:rPr lang="en-US" sz="2400" dirty="0"/>
              <a:t> der </a:t>
            </a:r>
            <a:r>
              <a:rPr lang="en-US" sz="2400" dirty="0" err="1"/>
              <a:t>Systemintegration</a:t>
            </a:r>
            <a:endParaRPr lang="en-US" sz="2400" dirty="0"/>
          </a:p>
          <a:p>
            <a:pPr marL="80010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Keine</a:t>
            </a:r>
            <a:r>
              <a:rPr lang="en-US" sz="2400" dirty="0"/>
              <a:t> </a:t>
            </a:r>
            <a:r>
              <a:rPr lang="en-US" sz="2400" dirty="0" err="1"/>
              <a:t>Analyse</a:t>
            </a:r>
            <a:r>
              <a:rPr lang="en-US" sz="2400" dirty="0"/>
              <a:t> von </a:t>
            </a:r>
            <a:r>
              <a:rPr lang="en-US" sz="2400" dirty="0" err="1"/>
              <a:t>Entwurfsalternativen</a:t>
            </a:r>
            <a:endParaRPr lang="en-US" sz="2400" dirty="0"/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 err="1">
                <a:solidFill>
                  <a:srgbClr val="FF0000"/>
                </a:solidFill>
              </a:rPr>
              <a:t>Aufwand</a:t>
            </a:r>
            <a:r>
              <a:rPr lang="en-US" sz="2000" dirty="0">
                <a:solidFill>
                  <a:srgbClr val="FF0000"/>
                </a:solidFill>
              </a:rPr>
              <a:t> der </a:t>
            </a:r>
            <a:r>
              <a:rPr lang="en-US" sz="2000" dirty="0" err="1">
                <a:solidFill>
                  <a:srgbClr val="FF0000"/>
                </a:solidFill>
              </a:rPr>
              <a:t>Systemintegration</a:t>
            </a:r>
            <a:endParaRPr lang="en-US" sz="2000" dirty="0">
              <a:solidFill>
                <a:srgbClr val="FF0000"/>
              </a:solidFill>
            </a:endParaRPr>
          </a:p>
          <a:p>
            <a:pPr marL="80010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Analyse</a:t>
            </a:r>
            <a:r>
              <a:rPr lang="en-US" sz="2400" dirty="0"/>
              <a:t> des </a:t>
            </a:r>
            <a:r>
              <a:rPr lang="en-US" sz="2400" dirty="0" err="1">
                <a:solidFill>
                  <a:srgbClr val="FF0000"/>
                </a:solidFill>
              </a:rPr>
              <a:t>Zusammenspiels</a:t>
            </a:r>
            <a:r>
              <a:rPr lang="en-US" sz="2400" dirty="0">
                <a:solidFill>
                  <a:srgbClr val="FF0000"/>
                </a:solidFill>
              </a:rPr>
              <a:t> von Hardware und Software </a:t>
            </a:r>
            <a:r>
              <a:rPr lang="en-US" sz="2400" dirty="0" err="1"/>
              <a:t>erst</a:t>
            </a:r>
            <a:r>
              <a:rPr lang="en-US" sz="2400" dirty="0"/>
              <a:t> </a:t>
            </a:r>
            <a:r>
              <a:rPr lang="en-US" sz="2400" dirty="0" err="1"/>
              <a:t>nach</a:t>
            </a:r>
            <a:r>
              <a:rPr lang="en-US" sz="2400" dirty="0"/>
              <a:t> </a:t>
            </a:r>
            <a:r>
              <a:rPr lang="en-US" sz="2400" dirty="0" err="1"/>
              <a:t>Fertigstellung</a:t>
            </a:r>
            <a:r>
              <a:rPr lang="en-US" sz="2400" dirty="0"/>
              <a:t> des </a:t>
            </a:r>
            <a:r>
              <a:rPr lang="en-US" sz="2400" dirty="0" err="1"/>
              <a:t>Gesamtsystems</a:t>
            </a:r>
            <a:endParaRPr lang="en-US" sz="24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8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46049" y="1031239"/>
            <a:ext cx="8852380" cy="984885"/>
          </a:xfrm>
        </p:spPr>
        <p:txBody>
          <a:bodyPr/>
          <a:lstStyle/>
          <a:p>
            <a:r>
              <a:rPr lang="de-DE" dirty="0"/>
              <a:t>Hardware/Software Co-Design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>
          <a:xfrm>
            <a:off x="346430" y="2111830"/>
            <a:ext cx="11290399" cy="3858877"/>
          </a:xfrm>
        </p:spPr>
        <p:txBody>
          <a:bodyPr/>
          <a:lstStyle/>
          <a:p>
            <a:pPr>
              <a:buFontTx/>
              <a:buNone/>
            </a:pPr>
            <a:r>
              <a:rPr lang="de-DE" sz="2000" dirty="0"/>
              <a:t>= </a:t>
            </a:r>
            <a:r>
              <a:rPr lang="de-DE" sz="2000" dirty="0">
                <a:solidFill>
                  <a:srgbClr val="0000FF"/>
                </a:solidFill>
              </a:rPr>
              <a:t>integrierter Entwurf von Hardware- und Software</a:t>
            </a:r>
            <a:r>
              <a:rPr lang="de-DE" sz="2000" dirty="0"/>
              <a:t>-Anteilen eingebetteter Systeme</a:t>
            </a:r>
          </a:p>
          <a:p>
            <a:pPr marL="285750" indent="-285750">
              <a:buFont typeface="Wingdings" pitchFamily="2" charset="2"/>
              <a:buChar char="§"/>
            </a:pPr>
            <a:endParaRPr lang="de-DE" sz="2000" dirty="0"/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Ziele:</a:t>
            </a:r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>
                <a:solidFill>
                  <a:srgbClr val="0000FF"/>
                </a:solidFill>
              </a:rPr>
              <a:t>Fr</a:t>
            </a:r>
            <a:r>
              <a:rPr lang="el-GR" sz="2800" dirty="0">
                <a:solidFill>
                  <a:srgbClr val="0000FF"/>
                </a:solidFill>
                <a:cs typeface="Arial" charset="0"/>
              </a:rPr>
              <a:t>ϋ</a:t>
            </a:r>
            <a:r>
              <a:rPr lang="en-US" sz="2800" dirty="0">
                <a:solidFill>
                  <a:srgbClr val="0000FF"/>
                </a:solidFill>
                <a:cs typeface="Arial" charset="0"/>
              </a:rPr>
              <a:t>he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Analyse</a:t>
            </a:r>
            <a:r>
              <a:rPr lang="en-US" sz="28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800" dirty="0">
                <a:cs typeface="Arial" charset="0"/>
              </a:rPr>
              <a:t>von HW/SW-</a:t>
            </a:r>
            <a:r>
              <a:rPr lang="en-US" sz="2800" dirty="0" err="1">
                <a:cs typeface="Arial" charset="0"/>
              </a:rPr>
              <a:t>Grenzen</a:t>
            </a:r>
            <a:endParaRPr lang="en-US" sz="2800" dirty="0">
              <a:cs typeface="Arial" charset="0"/>
            </a:endParaRPr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cs typeface="Arial" charset="0"/>
              </a:rPr>
              <a:t>Vereinfachte</a:t>
            </a:r>
            <a:r>
              <a:rPr lang="en-US" sz="28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Systemintegration</a:t>
            </a:r>
            <a:endParaRPr lang="en-US" sz="2800" dirty="0">
              <a:solidFill>
                <a:srgbClr val="0000FF"/>
              </a:solidFill>
              <a:cs typeface="Arial" charset="0"/>
            </a:endParaRPr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cs typeface="Arial" charset="0"/>
              </a:rPr>
              <a:t>Bewertung</a:t>
            </a:r>
            <a:r>
              <a:rPr lang="en-US" sz="2800" dirty="0">
                <a:cs typeface="Arial" charset="0"/>
              </a:rPr>
              <a:t> von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Entwurfsalternativen</a:t>
            </a:r>
            <a:endParaRPr lang="en-US" sz="2800" dirty="0">
              <a:solidFill>
                <a:srgbClr val="0000FF"/>
              </a:solidFill>
              <a:cs typeface="Arial" charset="0"/>
            </a:endParaRPr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endParaRPr lang="en-US" sz="2800" dirty="0">
              <a:cs typeface="Arial" charset="0"/>
            </a:endParaRPr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solidFill>
                  <a:srgbClr val="0000FF"/>
                </a:solidFill>
                <a:cs typeface="Arial" charset="0"/>
              </a:rPr>
              <a:t>Simulation und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Analyse</a:t>
            </a:r>
            <a:r>
              <a:rPr lang="en-US" sz="2800" dirty="0">
                <a:cs typeface="Arial" charset="0"/>
              </a:rPr>
              <a:t> des </a:t>
            </a:r>
            <a:r>
              <a:rPr lang="en-US" sz="2800" dirty="0" err="1">
                <a:cs typeface="Arial" charset="0"/>
              </a:rPr>
              <a:t>Gesamtsystems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während</a:t>
            </a:r>
            <a:r>
              <a:rPr lang="en-US" sz="2800" dirty="0">
                <a:cs typeface="Arial" charset="0"/>
              </a:rPr>
              <a:t> des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gesamten</a:t>
            </a:r>
            <a:r>
              <a:rPr lang="en-US" sz="28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Entwurfsprozesses</a:t>
            </a:r>
            <a:endParaRPr lang="en-US" sz="2800" dirty="0">
              <a:cs typeface="Arial" charset="0"/>
            </a:endParaRPr>
          </a:p>
          <a:p>
            <a:pPr>
              <a:lnSpc>
                <a:spcPct val="80000"/>
              </a:lnSpc>
            </a:pPr>
            <a:endParaRPr lang="de-DE" sz="20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9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Co-Design Flow   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8" name="Rechteck 7"/>
          <p:cNvSpPr/>
          <p:nvPr/>
        </p:nvSpPr>
        <p:spPr bwMode="auto">
          <a:xfrm>
            <a:off x="5044381" y="1682194"/>
            <a:ext cx="1928826" cy="50006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 err="1"/>
              <a:t>Spezifikation</a:t>
            </a:r>
            <a:endParaRPr lang="de-DE"/>
          </a:p>
        </p:txBody>
      </p:sp>
      <p:sp>
        <p:nvSpPr>
          <p:cNvPr id="9" name="Rechteck 8"/>
          <p:cNvSpPr/>
          <p:nvPr/>
        </p:nvSpPr>
        <p:spPr bwMode="auto">
          <a:xfrm>
            <a:off x="4330001" y="3182392"/>
            <a:ext cx="3357586" cy="50006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indent="-1800000" algn="ctr"/>
            <a:r>
              <a:rPr lang="en-US" sz="2400"/>
              <a:t>HW/SW </a:t>
            </a:r>
            <a:r>
              <a:rPr lang="en-US" sz="2400" err="1"/>
              <a:t>Partitionierung</a:t>
            </a:r>
            <a:r>
              <a:rPr lang="en-US" sz="2400"/>
              <a:t>  </a:t>
            </a:r>
            <a:endParaRPr lang="de-DE"/>
          </a:p>
        </p:txBody>
      </p:sp>
      <p:sp>
        <p:nvSpPr>
          <p:cNvPr id="10" name="Rechteck 9"/>
          <p:cNvSpPr/>
          <p:nvPr/>
        </p:nvSpPr>
        <p:spPr bwMode="auto">
          <a:xfrm>
            <a:off x="3401307" y="2539450"/>
            <a:ext cx="5214974" cy="2357454"/>
          </a:xfrm>
          <a:prstGeom prst="rect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 dirty="0" err="1">
                <a:solidFill>
                  <a:srgbClr val="0000FF"/>
                </a:solidFill>
              </a:rPr>
              <a:t>Systementwurf</a:t>
            </a:r>
            <a:endParaRPr lang="de-DE" dirty="0">
              <a:solidFill>
                <a:srgbClr val="0000FF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4115687" y="5468408"/>
            <a:ext cx="3786214" cy="85725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 dirty="0" err="1"/>
              <a:t>Systemsynthese</a:t>
            </a:r>
            <a:endParaRPr lang="en-US" sz="2400" dirty="0"/>
          </a:p>
          <a:p>
            <a:pPr marL="342900" indent="-342900" algn="ctr"/>
            <a:r>
              <a:rPr lang="en-US" sz="2400" dirty="0"/>
              <a:t>(HW, SW und Interfaces)</a:t>
            </a:r>
            <a:endParaRPr lang="de-DE" dirty="0"/>
          </a:p>
        </p:txBody>
      </p:sp>
      <p:cxnSp>
        <p:nvCxnSpPr>
          <p:cNvPr id="15" name="Gerade Verbindung mit Pfeil 14"/>
          <p:cNvCxnSpPr>
            <a:stCxn id="8" idx="2"/>
            <a:endCxn id="10" idx="0"/>
          </p:cNvCxnSpPr>
          <p:nvPr/>
        </p:nvCxnSpPr>
        <p:spPr bwMode="auto">
          <a:xfrm rot="5400000">
            <a:off x="5830199" y="2360855"/>
            <a:ext cx="357190" cy="158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16" name="Gerade Verbindung mit Pfeil 15"/>
          <p:cNvCxnSpPr/>
          <p:nvPr/>
        </p:nvCxnSpPr>
        <p:spPr bwMode="auto">
          <a:xfrm>
            <a:off x="10616545" y="2110822"/>
            <a:ext cx="914400" cy="9144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Gerade Verbindung mit Pfeil 17"/>
          <p:cNvCxnSpPr>
            <a:endCxn id="45" idx="0"/>
          </p:cNvCxnSpPr>
          <p:nvPr/>
        </p:nvCxnSpPr>
        <p:spPr bwMode="auto">
          <a:xfrm rot="10800000" flipV="1">
            <a:off x="4651475" y="3682458"/>
            <a:ext cx="821537" cy="42862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21" name="Gerade Verbindung mit Pfeil 20"/>
          <p:cNvCxnSpPr>
            <a:stCxn id="10" idx="2"/>
            <a:endCxn id="14" idx="0"/>
          </p:cNvCxnSpPr>
          <p:nvPr/>
        </p:nvCxnSpPr>
        <p:spPr bwMode="auto">
          <a:xfrm rot="5400000">
            <a:off x="5723042" y="5182656"/>
            <a:ext cx="571504" cy="158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23" name="Gerade Verbindung mit Pfeil 22"/>
          <p:cNvCxnSpPr>
            <a:stCxn id="10" idx="3"/>
          </p:cNvCxnSpPr>
          <p:nvPr/>
        </p:nvCxnSpPr>
        <p:spPr bwMode="auto">
          <a:xfrm flipH="1">
            <a:off x="6687455" y="3718179"/>
            <a:ext cx="1928826" cy="1571635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Freihandform 32"/>
          <p:cNvSpPr/>
          <p:nvPr/>
        </p:nvSpPr>
        <p:spPr bwMode="auto">
          <a:xfrm>
            <a:off x="3901373" y="3396708"/>
            <a:ext cx="428628" cy="719139"/>
          </a:xfrm>
          <a:custGeom>
            <a:avLst/>
            <a:gdLst>
              <a:gd name="connsiteX0" fmla="*/ 0 w 838200"/>
              <a:gd name="connsiteY0" fmla="*/ 942975 h 942975"/>
              <a:gd name="connsiteX1" fmla="*/ 190500 w 838200"/>
              <a:gd name="connsiteY1" fmla="*/ 257175 h 942975"/>
              <a:gd name="connsiteX2" fmla="*/ 838200 w 838200"/>
              <a:gd name="connsiteY2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8200" h="942975">
                <a:moveTo>
                  <a:pt x="0" y="942975"/>
                </a:moveTo>
                <a:cubicBezTo>
                  <a:pt x="25400" y="678656"/>
                  <a:pt x="50800" y="414337"/>
                  <a:pt x="190500" y="257175"/>
                </a:cubicBezTo>
                <a:cubicBezTo>
                  <a:pt x="330200" y="100013"/>
                  <a:pt x="584200" y="50006"/>
                  <a:pt x="838200" y="0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echteck 44"/>
          <p:cNvSpPr/>
          <p:nvPr/>
        </p:nvSpPr>
        <p:spPr bwMode="auto">
          <a:xfrm>
            <a:off x="3687059" y="4111086"/>
            <a:ext cx="1928826" cy="50006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/>
              <a:t>HW </a:t>
            </a:r>
            <a:r>
              <a:rPr lang="en-US" sz="2400" err="1"/>
              <a:t>Entwurf</a:t>
            </a:r>
            <a:endParaRPr lang="de-DE"/>
          </a:p>
        </p:txBody>
      </p:sp>
      <p:sp>
        <p:nvSpPr>
          <p:cNvPr id="46" name="Rechteck 45"/>
          <p:cNvSpPr/>
          <p:nvPr/>
        </p:nvSpPr>
        <p:spPr bwMode="auto">
          <a:xfrm>
            <a:off x="6401703" y="4111086"/>
            <a:ext cx="1928826" cy="50006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/>
              <a:t>SW </a:t>
            </a:r>
            <a:r>
              <a:rPr lang="en-US" sz="2400" err="1"/>
              <a:t>Entwurf</a:t>
            </a:r>
            <a:endParaRPr lang="de-DE"/>
          </a:p>
        </p:txBody>
      </p:sp>
      <p:cxnSp>
        <p:nvCxnSpPr>
          <p:cNvPr id="64" name="Gerade Verbindung mit Pfeil 63"/>
          <p:cNvCxnSpPr>
            <a:endCxn id="46" idx="0"/>
          </p:cNvCxnSpPr>
          <p:nvPr/>
        </p:nvCxnSpPr>
        <p:spPr bwMode="auto">
          <a:xfrm>
            <a:off x="6687459" y="3682460"/>
            <a:ext cx="678659" cy="428626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sp>
        <p:nvSpPr>
          <p:cNvPr id="67" name="Freihandform 66"/>
          <p:cNvSpPr/>
          <p:nvPr/>
        </p:nvSpPr>
        <p:spPr bwMode="auto">
          <a:xfrm flipH="1">
            <a:off x="7687587" y="3396706"/>
            <a:ext cx="428628" cy="714380"/>
          </a:xfrm>
          <a:custGeom>
            <a:avLst/>
            <a:gdLst>
              <a:gd name="connsiteX0" fmla="*/ 0 w 838200"/>
              <a:gd name="connsiteY0" fmla="*/ 942975 h 942975"/>
              <a:gd name="connsiteX1" fmla="*/ 190500 w 838200"/>
              <a:gd name="connsiteY1" fmla="*/ 257175 h 942975"/>
              <a:gd name="connsiteX2" fmla="*/ 838200 w 838200"/>
              <a:gd name="connsiteY2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8200" h="942975">
                <a:moveTo>
                  <a:pt x="0" y="942975"/>
                </a:moveTo>
                <a:cubicBezTo>
                  <a:pt x="25400" y="678656"/>
                  <a:pt x="50800" y="414337"/>
                  <a:pt x="190500" y="257175"/>
                </a:cubicBezTo>
                <a:cubicBezTo>
                  <a:pt x="330200" y="100013"/>
                  <a:pt x="584200" y="50006"/>
                  <a:pt x="838200" y="0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Textfeld 82"/>
          <p:cNvSpPr txBox="1"/>
          <p:nvPr/>
        </p:nvSpPr>
        <p:spPr>
          <a:xfrm>
            <a:off x="8830597" y="2968080"/>
            <a:ext cx="21210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0000FF"/>
                </a:solidFill>
              </a:rPr>
              <a:t>Co-Design </a:t>
            </a:r>
          </a:p>
          <a:p>
            <a:pPr algn="ctr"/>
            <a:r>
              <a:rPr lang="en-US" sz="2400" dirty="0">
                <a:solidFill>
                  <a:srgbClr val="0000FF"/>
                </a:solidFill>
              </a:rPr>
              <a:t>&amp;</a:t>
            </a:r>
          </a:p>
          <a:p>
            <a:pPr algn="ctr"/>
            <a:r>
              <a:rPr lang="en-US" sz="2400" dirty="0">
                <a:solidFill>
                  <a:srgbClr val="0000FF"/>
                </a:solidFill>
              </a:rPr>
              <a:t>Co-Simulation</a:t>
            </a:r>
            <a:endParaRPr lang="de-DE" sz="2400" dirty="0">
              <a:solidFill>
                <a:srgbClr val="0000FF"/>
              </a:solidFill>
            </a:endParaRPr>
          </a:p>
        </p:txBody>
      </p:sp>
      <p:sp>
        <p:nvSpPr>
          <p:cNvPr id="84" name="Textfeld 83"/>
          <p:cNvSpPr txBox="1"/>
          <p:nvPr/>
        </p:nvSpPr>
        <p:spPr>
          <a:xfrm>
            <a:off x="8902035" y="5649687"/>
            <a:ext cx="1965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Co-</a:t>
            </a:r>
            <a:r>
              <a:rPr lang="en-US" sz="2400" dirty="0" err="1">
                <a:solidFill>
                  <a:srgbClr val="0000FF"/>
                </a:solidFill>
              </a:rPr>
              <a:t>Synthese</a:t>
            </a:r>
            <a:endParaRPr lang="de-DE" dirty="0">
              <a:solidFill>
                <a:srgbClr val="0000FF"/>
              </a:solidFill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10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CF735-009D-86F3-55B0-3A85181EB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2B8D4A92-FFE8-ACAF-0400-34636C99C3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Co-Design Flow  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C74AC5B-2E3F-4E2D-68C0-694A19B73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330094C-5F85-80CA-C254-F85B2DD9B994}"/>
              </a:ext>
            </a:extLst>
          </p:cNvPr>
          <p:cNvSpPr/>
          <p:nvPr/>
        </p:nvSpPr>
        <p:spPr bwMode="auto">
          <a:xfrm>
            <a:off x="5044381" y="1682194"/>
            <a:ext cx="1928826" cy="50006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 err="1"/>
              <a:t>Spezifikation</a:t>
            </a:r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703B7D7-8AEC-5B68-1981-A7216575C63C}"/>
              </a:ext>
            </a:extLst>
          </p:cNvPr>
          <p:cNvSpPr/>
          <p:nvPr/>
        </p:nvSpPr>
        <p:spPr bwMode="auto">
          <a:xfrm>
            <a:off x="4330001" y="3182392"/>
            <a:ext cx="3357586" cy="50006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indent="-1800000" algn="ctr"/>
            <a:r>
              <a:rPr lang="en-US" sz="2400"/>
              <a:t>HW/SW </a:t>
            </a:r>
            <a:r>
              <a:rPr lang="en-US" sz="2400" err="1"/>
              <a:t>Partitionierung</a:t>
            </a:r>
            <a:r>
              <a:rPr lang="en-US" sz="2400"/>
              <a:t>  </a:t>
            </a:r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11982BE-B3E7-877D-2F77-5835907F5DBF}"/>
              </a:ext>
            </a:extLst>
          </p:cNvPr>
          <p:cNvSpPr/>
          <p:nvPr/>
        </p:nvSpPr>
        <p:spPr bwMode="auto">
          <a:xfrm>
            <a:off x="3401307" y="2539450"/>
            <a:ext cx="5214974" cy="2357454"/>
          </a:xfrm>
          <a:prstGeom prst="rect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 dirty="0" err="1">
                <a:solidFill>
                  <a:srgbClr val="0000FF"/>
                </a:solidFill>
              </a:rPr>
              <a:t>Systementwurf</a:t>
            </a:r>
            <a:endParaRPr lang="de-DE" dirty="0">
              <a:solidFill>
                <a:srgbClr val="0000FF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307A057-7060-069A-CAF6-756BDE3629E3}"/>
              </a:ext>
            </a:extLst>
          </p:cNvPr>
          <p:cNvSpPr/>
          <p:nvPr/>
        </p:nvSpPr>
        <p:spPr bwMode="auto">
          <a:xfrm>
            <a:off x="4115687" y="5468408"/>
            <a:ext cx="3786214" cy="85725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 dirty="0" err="1"/>
              <a:t>Systemsynthese</a:t>
            </a:r>
            <a:endParaRPr lang="en-US" sz="2400" dirty="0"/>
          </a:p>
          <a:p>
            <a:pPr marL="342900" indent="-342900" algn="ctr"/>
            <a:r>
              <a:rPr lang="en-US" sz="2400" dirty="0"/>
              <a:t>(HW, SW und Interfaces)</a:t>
            </a:r>
            <a:endParaRPr lang="de-DE" dirty="0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2CB95AA2-0DB6-088F-FBCD-8700C9E3B8B3}"/>
              </a:ext>
            </a:extLst>
          </p:cNvPr>
          <p:cNvCxnSpPr>
            <a:stCxn id="8" idx="2"/>
            <a:endCxn id="10" idx="0"/>
          </p:cNvCxnSpPr>
          <p:nvPr/>
        </p:nvCxnSpPr>
        <p:spPr bwMode="auto">
          <a:xfrm rot="5400000">
            <a:off x="5830199" y="2360855"/>
            <a:ext cx="357190" cy="158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F650E4CF-92DA-7130-6D68-F5F1E5CDA973}"/>
              </a:ext>
            </a:extLst>
          </p:cNvPr>
          <p:cNvCxnSpPr/>
          <p:nvPr/>
        </p:nvCxnSpPr>
        <p:spPr bwMode="auto">
          <a:xfrm>
            <a:off x="10616545" y="2110822"/>
            <a:ext cx="914400" cy="9144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FC38DE86-5F0C-79C8-7D74-15C97DE1D2CF}"/>
              </a:ext>
            </a:extLst>
          </p:cNvPr>
          <p:cNvCxnSpPr>
            <a:endCxn id="45" idx="0"/>
          </p:cNvCxnSpPr>
          <p:nvPr/>
        </p:nvCxnSpPr>
        <p:spPr bwMode="auto">
          <a:xfrm rot="10800000" flipV="1">
            <a:off x="4651475" y="3682458"/>
            <a:ext cx="821537" cy="42862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A5A1A31E-CC98-78C1-526D-F846390E9C3A}"/>
              </a:ext>
            </a:extLst>
          </p:cNvPr>
          <p:cNvCxnSpPr>
            <a:stCxn id="10" idx="2"/>
            <a:endCxn id="14" idx="0"/>
          </p:cNvCxnSpPr>
          <p:nvPr/>
        </p:nvCxnSpPr>
        <p:spPr bwMode="auto">
          <a:xfrm rot="5400000">
            <a:off x="5723042" y="5182656"/>
            <a:ext cx="571504" cy="158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435E45DC-E43B-D17C-5801-6AD8D1BDF2EA}"/>
              </a:ext>
            </a:extLst>
          </p:cNvPr>
          <p:cNvCxnSpPr>
            <a:stCxn id="10" idx="3"/>
          </p:cNvCxnSpPr>
          <p:nvPr/>
        </p:nvCxnSpPr>
        <p:spPr bwMode="auto">
          <a:xfrm flipH="1">
            <a:off x="6687455" y="3718179"/>
            <a:ext cx="1928826" cy="1571635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Freihandform 32">
            <a:extLst>
              <a:ext uri="{FF2B5EF4-FFF2-40B4-BE49-F238E27FC236}">
                <a16:creationId xmlns:a16="http://schemas.microsoft.com/office/drawing/2014/main" id="{87F70FB8-0D1A-E28F-D826-EDA64FE82B32}"/>
              </a:ext>
            </a:extLst>
          </p:cNvPr>
          <p:cNvSpPr/>
          <p:nvPr/>
        </p:nvSpPr>
        <p:spPr bwMode="auto">
          <a:xfrm>
            <a:off x="3901373" y="3396708"/>
            <a:ext cx="428628" cy="719139"/>
          </a:xfrm>
          <a:custGeom>
            <a:avLst/>
            <a:gdLst>
              <a:gd name="connsiteX0" fmla="*/ 0 w 838200"/>
              <a:gd name="connsiteY0" fmla="*/ 942975 h 942975"/>
              <a:gd name="connsiteX1" fmla="*/ 190500 w 838200"/>
              <a:gd name="connsiteY1" fmla="*/ 257175 h 942975"/>
              <a:gd name="connsiteX2" fmla="*/ 838200 w 838200"/>
              <a:gd name="connsiteY2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8200" h="942975">
                <a:moveTo>
                  <a:pt x="0" y="942975"/>
                </a:moveTo>
                <a:cubicBezTo>
                  <a:pt x="25400" y="678656"/>
                  <a:pt x="50800" y="414337"/>
                  <a:pt x="190500" y="257175"/>
                </a:cubicBezTo>
                <a:cubicBezTo>
                  <a:pt x="330200" y="100013"/>
                  <a:pt x="584200" y="50006"/>
                  <a:pt x="838200" y="0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F03ADB2E-8507-3190-2168-EC5E5F1F1A88}"/>
              </a:ext>
            </a:extLst>
          </p:cNvPr>
          <p:cNvSpPr/>
          <p:nvPr/>
        </p:nvSpPr>
        <p:spPr bwMode="auto">
          <a:xfrm>
            <a:off x="3687059" y="4111086"/>
            <a:ext cx="1928826" cy="50006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/>
              <a:t>HW </a:t>
            </a:r>
            <a:r>
              <a:rPr lang="en-US" sz="2400" err="1"/>
              <a:t>Entwurf</a:t>
            </a:r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8B25B28F-F786-5DDF-C897-600311530885}"/>
              </a:ext>
            </a:extLst>
          </p:cNvPr>
          <p:cNvSpPr/>
          <p:nvPr/>
        </p:nvSpPr>
        <p:spPr bwMode="auto">
          <a:xfrm>
            <a:off x="6401703" y="4111086"/>
            <a:ext cx="1928826" cy="50006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/>
              <a:t>SW </a:t>
            </a:r>
            <a:r>
              <a:rPr lang="en-US" sz="2400" err="1"/>
              <a:t>Entwurf</a:t>
            </a:r>
            <a:endParaRPr lang="de-DE"/>
          </a:p>
        </p:txBody>
      </p: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80602E08-A51C-F868-13A9-AA2A100AA6EF}"/>
              </a:ext>
            </a:extLst>
          </p:cNvPr>
          <p:cNvCxnSpPr>
            <a:endCxn id="46" idx="0"/>
          </p:cNvCxnSpPr>
          <p:nvPr/>
        </p:nvCxnSpPr>
        <p:spPr bwMode="auto">
          <a:xfrm>
            <a:off x="6687459" y="3682460"/>
            <a:ext cx="678659" cy="428626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sp>
        <p:nvSpPr>
          <p:cNvPr id="67" name="Freihandform 66">
            <a:extLst>
              <a:ext uri="{FF2B5EF4-FFF2-40B4-BE49-F238E27FC236}">
                <a16:creationId xmlns:a16="http://schemas.microsoft.com/office/drawing/2014/main" id="{2DC41C16-2176-E6E8-0E5F-1059779A7A0E}"/>
              </a:ext>
            </a:extLst>
          </p:cNvPr>
          <p:cNvSpPr/>
          <p:nvPr/>
        </p:nvSpPr>
        <p:spPr bwMode="auto">
          <a:xfrm flipH="1">
            <a:off x="7687587" y="3396706"/>
            <a:ext cx="428628" cy="714380"/>
          </a:xfrm>
          <a:custGeom>
            <a:avLst/>
            <a:gdLst>
              <a:gd name="connsiteX0" fmla="*/ 0 w 838200"/>
              <a:gd name="connsiteY0" fmla="*/ 942975 h 942975"/>
              <a:gd name="connsiteX1" fmla="*/ 190500 w 838200"/>
              <a:gd name="connsiteY1" fmla="*/ 257175 h 942975"/>
              <a:gd name="connsiteX2" fmla="*/ 838200 w 838200"/>
              <a:gd name="connsiteY2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8200" h="942975">
                <a:moveTo>
                  <a:pt x="0" y="942975"/>
                </a:moveTo>
                <a:cubicBezTo>
                  <a:pt x="25400" y="678656"/>
                  <a:pt x="50800" y="414337"/>
                  <a:pt x="190500" y="257175"/>
                </a:cubicBezTo>
                <a:cubicBezTo>
                  <a:pt x="330200" y="100013"/>
                  <a:pt x="584200" y="50006"/>
                  <a:pt x="838200" y="0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1A0BE276-B5D8-0070-72E6-D7BB212B3866}"/>
              </a:ext>
            </a:extLst>
          </p:cNvPr>
          <p:cNvSpPr txBox="1"/>
          <p:nvPr/>
        </p:nvSpPr>
        <p:spPr>
          <a:xfrm>
            <a:off x="8830597" y="2968080"/>
            <a:ext cx="21210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0000FF"/>
                </a:solidFill>
              </a:rPr>
              <a:t>Co-Design </a:t>
            </a:r>
          </a:p>
          <a:p>
            <a:pPr algn="ctr"/>
            <a:r>
              <a:rPr lang="en-US" sz="2400" dirty="0">
                <a:solidFill>
                  <a:srgbClr val="0000FF"/>
                </a:solidFill>
              </a:rPr>
              <a:t>&amp;</a:t>
            </a:r>
          </a:p>
          <a:p>
            <a:pPr algn="ctr"/>
            <a:r>
              <a:rPr lang="en-US" sz="2400" dirty="0">
                <a:solidFill>
                  <a:srgbClr val="0000FF"/>
                </a:solidFill>
              </a:rPr>
              <a:t>Co-Simulation</a:t>
            </a:r>
            <a:endParaRPr lang="de-DE" sz="2400" dirty="0">
              <a:solidFill>
                <a:srgbClr val="0000FF"/>
              </a:solidFill>
            </a:endParaRP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A9E17151-8CEA-C40B-5B35-C5CFA0ED55F8}"/>
              </a:ext>
            </a:extLst>
          </p:cNvPr>
          <p:cNvSpPr txBox="1"/>
          <p:nvPr/>
        </p:nvSpPr>
        <p:spPr>
          <a:xfrm>
            <a:off x="8902035" y="5649687"/>
            <a:ext cx="1965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Co-</a:t>
            </a:r>
            <a:r>
              <a:rPr lang="en-US" sz="2400" dirty="0" err="1">
                <a:solidFill>
                  <a:srgbClr val="0000FF"/>
                </a:solidFill>
              </a:rPr>
              <a:t>Synthese</a:t>
            </a:r>
            <a:endParaRPr lang="de-DE" dirty="0">
              <a:solidFill>
                <a:srgbClr val="0000FF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7B65BCC-9C7A-3D60-CDF9-360FFDFB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189A5CF-B6D3-71C3-4B61-EA794586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11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3" name="Ellipse 21">
            <a:extLst>
              <a:ext uri="{FF2B5EF4-FFF2-40B4-BE49-F238E27FC236}">
                <a16:creationId xmlns:a16="http://schemas.microsoft.com/office/drawing/2014/main" id="{0F5C9023-10D7-9BA6-7E92-88421F66486A}"/>
              </a:ext>
            </a:extLst>
          </p:cNvPr>
          <p:cNvSpPr/>
          <p:nvPr/>
        </p:nvSpPr>
        <p:spPr bwMode="auto">
          <a:xfrm>
            <a:off x="3329871" y="2387911"/>
            <a:ext cx="5500726" cy="2643206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cxnSp>
        <p:nvCxnSpPr>
          <p:cNvPr id="6" name="Gerade Verbindung 24">
            <a:extLst>
              <a:ext uri="{FF2B5EF4-FFF2-40B4-BE49-F238E27FC236}">
                <a16:creationId xmlns:a16="http://schemas.microsoft.com/office/drawing/2014/main" id="{31D2E233-C16A-7857-FD79-F7B466AB88D6}"/>
              </a:ext>
            </a:extLst>
          </p:cNvPr>
          <p:cNvCxnSpPr>
            <a:stCxn id="3" idx="7"/>
          </p:cNvCxnSpPr>
          <p:nvPr/>
        </p:nvCxnSpPr>
        <p:spPr bwMode="auto">
          <a:xfrm rot="5400000" flipH="1" flipV="1">
            <a:off x="8091395" y="2035800"/>
            <a:ext cx="672840" cy="805563"/>
          </a:xfrm>
          <a:prstGeom prst="lin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Textfeld 27">
            <a:extLst>
              <a:ext uri="{FF2B5EF4-FFF2-40B4-BE49-F238E27FC236}">
                <a16:creationId xmlns:a16="http://schemas.microsoft.com/office/drawing/2014/main" id="{12356DF7-7AEE-089D-DCF5-ABF42B91A35F}"/>
              </a:ext>
            </a:extLst>
          </p:cNvPr>
          <p:cNvSpPr txBox="1"/>
          <p:nvPr/>
        </p:nvSpPr>
        <p:spPr>
          <a:xfrm>
            <a:off x="8830597" y="1854810"/>
            <a:ext cx="245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</a:rPr>
              <a:t>Systemmodell?</a:t>
            </a:r>
          </a:p>
        </p:txBody>
      </p:sp>
    </p:spTree>
    <p:extLst>
      <p:ext uri="{BB962C8B-B14F-4D97-AF65-F5344CB8AC3E}">
        <p14:creationId xmlns:p14="http://schemas.microsoft.com/office/powerpoint/2010/main" val="588264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83293" y="746163"/>
            <a:ext cx="9443392" cy="492443"/>
          </a:xfrm>
        </p:spPr>
        <p:txBody>
          <a:bodyPr/>
          <a:lstStyle/>
          <a:p>
            <a:r>
              <a:rPr lang="en-US" dirty="0" err="1"/>
              <a:t>Anforderungen</a:t>
            </a:r>
            <a:r>
              <a:rPr lang="en-US" dirty="0"/>
              <a:t> an </a:t>
            </a:r>
            <a:r>
              <a:rPr lang="en-US" dirty="0" err="1"/>
              <a:t>Systemmodelle</a:t>
            </a:r>
            <a:endParaRPr lang="de-DE" dirty="0"/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>
          <a:xfrm>
            <a:off x="3237495" y="2760109"/>
            <a:ext cx="6189534" cy="861774"/>
          </a:xfrm>
        </p:spPr>
        <p:txBody>
          <a:bodyPr/>
          <a:lstStyle/>
          <a:p>
            <a:pPr algn="ctr"/>
            <a:r>
              <a:rPr lang="en-US" sz="2800" b="1" dirty="0" err="1">
                <a:solidFill>
                  <a:srgbClr val="FF0000"/>
                </a:solidFill>
              </a:rPr>
              <a:t>Welche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Anforderungen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würden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Sie</a:t>
            </a:r>
            <a:r>
              <a:rPr lang="en-US" sz="2800" b="1" dirty="0">
                <a:solidFill>
                  <a:srgbClr val="FF0000"/>
                </a:solidFill>
              </a:rPr>
              <a:t> an </a:t>
            </a:r>
            <a:r>
              <a:rPr lang="en-US" sz="2800" b="1" dirty="0" err="1">
                <a:solidFill>
                  <a:srgbClr val="FF0000"/>
                </a:solidFill>
              </a:rPr>
              <a:t>ein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Systemmodell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stellen</a:t>
            </a:r>
            <a:r>
              <a:rPr lang="en-US" sz="28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12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8182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7550" y="332656"/>
            <a:ext cx="9443392" cy="492443"/>
          </a:xfrm>
        </p:spPr>
        <p:txBody>
          <a:bodyPr/>
          <a:lstStyle/>
          <a:p>
            <a:r>
              <a:rPr lang="en-US" dirty="0" err="1"/>
              <a:t>Anforderungen</a:t>
            </a:r>
            <a:r>
              <a:rPr lang="en-US" dirty="0"/>
              <a:t> an </a:t>
            </a:r>
            <a:r>
              <a:rPr lang="en-US" dirty="0" err="1"/>
              <a:t>Systemmodelle</a:t>
            </a:r>
            <a:endParaRPr lang="de-DE" dirty="0"/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>
          <a:xfrm>
            <a:off x="359625" y="1709457"/>
            <a:ext cx="11211889" cy="3970318"/>
          </a:xfrm>
        </p:spPr>
        <p:txBody>
          <a:bodyPr/>
          <a:lstStyle/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Ausdrucksmittel</a:t>
            </a:r>
            <a:r>
              <a:rPr lang="en-US" sz="2400" dirty="0"/>
              <a:t> </a:t>
            </a:r>
            <a:r>
              <a:rPr lang="en-US" sz="2400" dirty="0" err="1"/>
              <a:t>zur</a:t>
            </a:r>
            <a:r>
              <a:rPr lang="en-US" sz="2400" dirty="0"/>
              <a:t> </a:t>
            </a:r>
            <a:r>
              <a:rPr lang="en-US" sz="2400" dirty="0" err="1"/>
              <a:t>Beschreibung</a:t>
            </a:r>
            <a:r>
              <a:rPr lang="en-US" sz="2400" dirty="0"/>
              <a:t> von </a:t>
            </a:r>
            <a:r>
              <a:rPr lang="en-US" sz="2400" dirty="0">
                <a:solidFill>
                  <a:srgbClr val="0000FF"/>
                </a:solidFill>
              </a:rPr>
              <a:t>Hardware- und Software</a:t>
            </a:r>
            <a:r>
              <a:rPr lang="en-US" sz="2400" dirty="0"/>
              <a:t>-</a:t>
            </a:r>
            <a:r>
              <a:rPr lang="en-US" sz="2400" dirty="0" err="1"/>
              <a:t>Anteilen</a:t>
            </a:r>
            <a:endParaRPr lang="en-US" sz="2400" dirty="0"/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Modellierung</a:t>
            </a:r>
            <a:r>
              <a:rPr lang="en-US" sz="2400" dirty="0"/>
              <a:t> </a:t>
            </a:r>
            <a:r>
              <a:rPr lang="en-US" sz="2400" dirty="0" err="1"/>
              <a:t>verschiedener</a:t>
            </a:r>
            <a:r>
              <a:rPr lang="en-US" sz="2400" dirty="0"/>
              <a:t> </a:t>
            </a:r>
            <a:r>
              <a:rPr lang="en-US" sz="2400" dirty="0" err="1"/>
              <a:t>Abstraktionsebenen</a:t>
            </a:r>
            <a:r>
              <a:rPr lang="en-US" sz="2400" dirty="0"/>
              <a:t> und </a:t>
            </a:r>
            <a:r>
              <a:rPr lang="en-US" sz="2400" dirty="0" err="1"/>
              <a:t>Sichten</a:t>
            </a:r>
            <a:r>
              <a:rPr lang="en-US" sz="2400" dirty="0"/>
              <a:t>, </a:t>
            </a:r>
            <a:r>
              <a:rPr lang="en-US" sz="2400" dirty="0" err="1"/>
              <a:t>hierarchischer</a:t>
            </a:r>
            <a:r>
              <a:rPr lang="en-US" sz="2400" dirty="0"/>
              <a:t> </a:t>
            </a:r>
            <a:r>
              <a:rPr lang="en-US" sz="2400" dirty="0" err="1"/>
              <a:t>Entwurf</a:t>
            </a:r>
            <a:r>
              <a:rPr lang="en-US" sz="2400" dirty="0"/>
              <a:t> (</a:t>
            </a:r>
            <a:r>
              <a:rPr lang="en-US" sz="2400" dirty="0" err="1"/>
              <a:t>erm</a:t>
            </a:r>
            <a:r>
              <a:rPr lang="de-DE" sz="2400" dirty="0"/>
              <a:t>ö</a:t>
            </a:r>
            <a:r>
              <a:rPr lang="en-US" sz="2400" dirty="0" err="1"/>
              <a:t>glicht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verfeinernden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Entwurf</a:t>
            </a:r>
            <a:r>
              <a:rPr lang="en-US" sz="2400" dirty="0"/>
              <a:t>)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leicht</a:t>
            </a:r>
            <a:r>
              <a:rPr lang="en-US" sz="2400" dirty="0"/>
              <a:t> </a:t>
            </a:r>
            <a:r>
              <a:rPr lang="en-US" sz="2400" dirty="0" err="1"/>
              <a:t>erlernbar</a:t>
            </a:r>
            <a:endParaRPr lang="en-US" sz="2400" dirty="0"/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</a:rPr>
              <a:t>ausf</a:t>
            </a:r>
            <a:r>
              <a:rPr lang="el-GR" sz="2400" dirty="0">
                <a:solidFill>
                  <a:srgbClr val="0000FF"/>
                </a:solidFill>
              </a:rPr>
              <a:t>ϋ</a:t>
            </a:r>
            <a:r>
              <a:rPr lang="en-US" sz="2400" dirty="0" err="1">
                <a:solidFill>
                  <a:srgbClr val="0000FF"/>
                </a:solidFill>
              </a:rPr>
              <a:t>hrbar</a:t>
            </a:r>
            <a:endParaRPr lang="en-US" sz="2400" dirty="0">
              <a:solidFill>
                <a:srgbClr val="0000FF"/>
              </a:solidFill>
            </a:endParaRP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simulierbar</a:t>
            </a:r>
            <a:endParaRPr lang="en-US" sz="2400" dirty="0"/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synthetisierbar</a:t>
            </a:r>
            <a:r>
              <a:rPr lang="en-US" sz="2400" dirty="0"/>
              <a:t> (</a:t>
            </a:r>
            <a:r>
              <a:rPr lang="en-US" sz="2400" dirty="0" err="1"/>
              <a:t>mit</a:t>
            </a:r>
            <a:r>
              <a:rPr lang="en-US" sz="2400" dirty="0"/>
              <a:t> </a:t>
            </a:r>
            <a:r>
              <a:rPr lang="en-US" sz="2400" dirty="0" err="1"/>
              <a:t>Einschränkungen</a:t>
            </a:r>
            <a:r>
              <a:rPr lang="en-US" sz="2400" dirty="0"/>
              <a:t>)</a:t>
            </a:r>
          </a:p>
          <a:p>
            <a:pPr marL="742950" lvl="1" indent="-285750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dirty="0">
              <a:solidFill>
                <a:srgbClr val="0000FF"/>
              </a:solidFill>
            </a:endParaRPr>
          </a:p>
          <a:p>
            <a:pPr marL="742950" lvl="1" indent="-285750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</a:rPr>
              <a:t>Architekturmodellierung</a:t>
            </a:r>
            <a:endParaRPr lang="en-US" sz="2400" dirty="0">
              <a:solidFill>
                <a:srgbClr val="0000FF"/>
              </a:solidFill>
            </a:endParaRPr>
          </a:p>
          <a:p>
            <a:pPr marL="742950" lvl="1" indent="-285750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>
                <a:solidFill>
                  <a:srgbClr val="0000FF"/>
                </a:solidFill>
              </a:rPr>
              <a:t>Design Space Exploration</a:t>
            </a:r>
          </a:p>
          <a:p>
            <a:pPr marL="742950" lvl="1" indent="-285750">
              <a:lnSpc>
                <a:spcPct val="10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</a:rPr>
              <a:t>Plattformbasiertes</a:t>
            </a:r>
            <a:r>
              <a:rPr lang="en-US" sz="2400" dirty="0">
                <a:solidFill>
                  <a:srgbClr val="0000FF"/>
                </a:solidFill>
              </a:rPr>
              <a:t> Design</a:t>
            </a:r>
            <a:endParaRPr lang="en-US" sz="3200" dirty="0">
              <a:solidFill>
                <a:srgbClr val="0000FF"/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13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SystemC</a:t>
            </a:r>
            <a:r>
              <a:rPr lang="en-US" dirty="0"/>
              <a:t>: </a:t>
            </a:r>
            <a:r>
              <a:rPr lang="en-US" dirty="0" err="1"/>
              <a:t>Idee</a:t>
            </a:r>
            <a:endParaRPr lang="de-DE" dirty="0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46049" y="1964353"/>
            <a:ext cx="11294933" cy="3662541"/>
          </a:xfrm>
          <a:ln>
            <a:solidFill>
              <a:schemeClr val="bg1"/>
            </a:solidFill>
          </a:ln>
        </p:spPr>
        <p:txBody>
          <a:bodyPr/>
          <a:lstStyle/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/>
              <a:t>Ziel</a:t>
            </a:r>
            <a:r>
              <a:rPr lang="en-US" sz="2800" dirty="0"/>
              <a:t>: </a:t>
            </a:r>
            <a:r>
              <a:rPr lang="en-US" sz="2800" dirty="0" err="1"/>
              <a:t>Beschreibung</a:t>
            </a:r>
            <a:r>
              <a:rPr lang="en-US" sz="2800" dirty="0"/>
              <a:t> von Hardware und Software </a:t>
            </a:r>
            <a:r>
              <a:rPr lang="en-US" sz="2800" dirty="0">
                <a:solidFill>
                  <a:srgbClr val="0000FF"/>
                </a:solidFill>
              </a:rPr>
              <a:t>(HW/SW Co-Design)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/>
              <a:t>Erweiterung</a:t>
            </a:r>
            <a:r>
              <a:rPr lang="en-US" sz="2800" dirty="0"/>
              <a:t> von C++ </a:t>
            </a:r>
          </a:p>
          <a:p>
            <a:pPr marL="85725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 err="1"/>
              <a:t>leicht</a:t>
            </a:r>
            <a:r>
              <a:rPr lang="en-US" sz="2000" dirty="0"/>
              <a:t> </a:t>
            </a:r>
            <a:r>
              <a:rPr lang="en-US" sz="2000" dirty="0" err="1"/>
              <a:t>erlernbar</a:t>
            </a:r>
            <a:r>
              <a:rPr lang="en-US" sz="2000" dirty="0"/>
              <a:t> </a:t>
            </a:r>
          </a:p>
          <a:p>
            <a:pPr marL="85725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/>
              <a:t>auf </a:t>
            </a:r>
            <a:r>
              <a:rPr lang="en-US" sz="2000" dirty="0" err="1"/>
              <a:t>jedem</a:t>
            </a:r>
            <a:r>
              <a:rPr lang="en-US" sz="2000" dirty="0"/>
              <a:t> </a:t>
            </a:r>
            <a:r>
              <a:rPr lang="en-US" sz="2000" dirty="0" err="1"/>
              <a:t>Standardrechner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00FF"/>
                </a:solidFill>
              </a:rPr>
              <a:t>ausf</a:t>
            </a:r>
            <a:r>
              <a:rPr lang="el-GR" sz="2000" dirty="0">
                <a:solidFill>
                  <a:srgbClr val="0000FF"/>
                </a:solidFill>
              </a:rPr>
              <a:t>ϋ</a:t>
            </a:r>
            <a:r>
              <a:rPr lang="en-US" sz="2000" dirty="0" err="1">
                <a:solidFill>
                  <a:srgbClr val="0000FF"/>
                </a:solidFill>
              </a:rPr>
              <a:t>hrbar</a:t>
            </a:r>
            <a:endParaRPr lang="en-US" sz="2000" dirty="0">
              <a:solidFill>
                <a:srgbClr val="0000FF"/>
              </a:solidFill>
            </a:endParaRPr>
          </a:p>
          <a:p>
            <a:pPr marL="85725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 err="1">
                <a:solidFill>
                  <a:srgbClr val="0000FF"/>
                </a:solidFill>
              </a:rPr>
              <a:t>Makros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zur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Strukturierung</a:t>
            </a:r>
            <a:endParaRPr lang="en-US" sz="2000" dirty="0">
              <a:solidFill>
                <a:srgbClr val="0000FF"/>
              </a:solidFill>
            </a:endParaRPr>
          </a:p>
          <a:p>
            <a:pPr marL="85725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 err="1">
                <a:solidFill>
                  <a:srgbClr val="0000FF"/>
                </a:solidFill>
              </a:rPr>
              <a:t>spezielle</a:t>
            </a:r>
            <a:r>
              <a:rPr lang="en-US" sz="2000" dirty="0">
                <a:solidFill>
                  <a:srgbClr val="0000FF"/>
                </a:solidFill>
              </a:rPr>
              <a:t> Hardware-</a:t>
            </a:r>
            <a:r>
              <a:rPr lang="en-US" sz="2000" dirty="0" err="1">
                <a:solidFill>
                  <a:srgbClr val="0000FF"/>
                </a:solidFill>
              </a:rPr>
              <a:t>Datentypen</a:t>
            </a:r>
            <a:endParaRPr lang="en-US" sz="2000" dirty="0">
              <a:solidFill>
                <a:srgbClr val="0000FF"/>
              </a:solidFill>
            </a:endParaRP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/>
              <a:t>Ereignis-diskrete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00FF"/>
                </a:solidFill>
              </a:rPr>
              <a:t>Simulation</a:t>
            </a:r>
            <a:r>
              <a:rPr lang="en-US" sz="2800" dirty="0"/>
              <a:t> (</a:t>
            </a:r>
            <a:r>
              <a:rPr lang="en-US" sz="2800" dirty="0" err="1"/>
              <a:t>Referenzimplemtierung</a:t>
            </a:r>
            <a:r>
              <a:rPr lang="en-US" sz="2800" dirty="0"/>
              <a:t>)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solidFill>
                  <a:srgbClr val="0000FF"/>
                </a:solidFill>
              </a:rPr>
              <a:t>Offener</a:t>
            </a:r>
            <a:r>
              <a:rPr lang="en-US" sz="2800" dirty="0">
                <a:solidFill>
                  <a:srgbClr val="0000FF"/>
                </a:solidFill>
              </a:rPr>
              <a:t> Standard </a:t>
            </a:r>
            <a:r>
              <a:rPr lang="en-US" sz="2800" dirty="0"/>
              <a:t>(Open </a:t>
            </a:r>
            <a:r>
              <a:rPr lang="en-US" sz="2800" dirty="0" err="1"/>
              <a:t>SystemC</a:t>
            </a:r>
            <a:r>
              <a:rPr lang="en-US" sz="2800" dirty="0"/>
              <a:t> Initiative 1999, IEEE 2005 und 2011)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i="1" dirty="0">
                <a:solidFill>
                  <a:srgbClr val="0000FF"/>
                </a:solidFill>
              </a:rPr>
              <a:t>synthesizable subset</a:t>
            </a:r>
          </a:p>
          <a:p>
            <a:pPr marL="74295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>
                <a:solidFill>
                  <a:srgbClr val="0000FF"/>
                </a:solidFill>
              </a:rPr>
              <a:t>Hardware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00FF"/>
                </a:solidFill>
              </a:rPr>
              <a:t>kann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00FF"/>
                </a:solidFill>
              </a:rPr>
              <a:t>automatisch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generiert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/>
              <a:t>werden</a:t>
            </a:r>
            <a:r>
              <a:rPr lang="en-US" sz="2000" dirty="0"/>
              <a:t>, </a:t>
            </a:r>
            <a:r>
              <a:rPr lang="en-US" sz="2000" dirty="0" err="1"/>
              <a:t>wenn</a:t>
            </a:r>
            <a:r>
              <a:rPr lang="en-US" sz="2000" dirty="0"/>
              <a:t> auf </a:t>
            </a:r>
            <a:r>
              <a:rPr lang="en-US" sz="2000" dirty="0" err="1"/>
              <a:t>bestimmte</a:t>
            </a:r>
            <a:r>
              <a:rPr lang="en-US" sz="2000" dirty="0"/>
              <a:t> </a:t>
            </a:r>
            <a:r>
              <a:rPr lang="en-US" sz="2000" dirty="0" err="1"/>
              <a:t>Sprachelemente</a:t>
            </a:r>
            <a:r>
              <a:rPr lang="en-US" sz="2000" dirty="0"/>
              <a:t> </a:t>
            </a:r>
            <a:r>
              <a:rPr lang="en-US" sz="2000" dirty="0" err="1"/>
              <a:t>verzichtet</a:t>
            </a:r>
            <a:r>
              <a:rPr lang="en-US" sz="2000" dirty="0"/>
              <a:t> </a:t>
            </a:r>
            <a:r>
              <a:rPr lang="en-US" sz="2000" dirty="0" err="1"/>
              <a:t>wird</a:t>
            </a:r>
            <a:endParaRPr lang="en-US" sz="20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14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46049" y="1031239"/>
            <a:ext cx="8079494" cy="984885"/>
          </a:xfrm>
        </p:spPr>
        <p:txBody>
          <a:bodyPr/>
          <a:lstStyle/>
          <a:p>
            <a:r>
              <a:rPr lang="en-US" dirty="0" err="1"/>
              <a:t>SystemC</a:t>
            </a:r>
            <a:r>
              <a:rPr lang="en-US" dirty="0"/>
              <a:t>: </a:t>
            </a:r>
            <a:r>
              <a:rPr lang="en-US" dirty="0" err="1"/>
              <a:t>Entwurfsprozess</a:t>
            </a:r>
            <a:endParaRPr lang="de-DE" dirty="0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46049" y="1924461"/>
            <a:ext cx="11485627" cy="4062651"/>
          </a:xfrm>
          <a:ln>
            <a:solidFill>
              <a:schemeClr val="bg1"/>
            </a:solidFill>
          </a:ln>
        </p:spPr>
        <p:txBody>
          <a:bodyPr/>
          <a:lstStyle/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200" dirty="0" err="1"/>
              <a:t>SystemC</a:t>
            </a:r>
            <a:r>
              <a:rPr lang="en-US" sz="3200" dirty="0"/>
              <a:t> </a:t>
            </a:r>
            <a:r>
              <a:rPr lang="en-US" sz="3200" dirty="0" err="1"/>
              <a:t>unterst</a:t>
            </a:r>
            <a:r>
              <a:rPr lang="el-GR" sz="3200" dirty="0"/>
              <a:t>ϋ</a:t>
            </a:r>
            <a:r>
              <a:rPr lang="en-US" sz="3200" dirty="0" err="1"/>
              <a:t>tzt</a:t>
            </a:r>
            <a:r>
              <a:rPr lang="en-US" sz="3200" dirty="0"/>
              <a:t> </a:t>
            </a:r>
            <a:r>
              <a:rPr lang="en-US" sz="3200" dirty="0" err="1"/>
              <a:t>verschiedene</a:t>
            </a:r>
            <a:r>
              <a:rPr lang="en-US" sz="3200" dirty="0"/>
              <a:t> </a:t>
            </a:r>
            <a:r>
              <a:rPr lang="en-US" sz="3200" i="1" dirty="0">
                <a:solidFill>
                  <a:srgbClr val="0000FF"/>
                </a:solidFill>
              </a:rPr>
              <a:t>Models of Computation </a:t>
            </a:r>
            <a:r>
              <a:rPr lang="en-US" sz="3200" dirty="0"/>
              <a:t>(</a:t>
            </a:r>
            <a:r>
              <a:rPr lang="en-US" sz="3200" dirty="0" err="1"/>
              <a:t>MoC</a:t>
            </a:r>
            <a:r>
              <a:rPr lang="en-US" sz="3200" dirty="0"/>
              <a:t>)</a:t>
            </a:r>
          </a:p>
          <a:p>
            <a:pPr marL="742050" lvl="1" indent="-3420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verschiedene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Abstraktionsebenen</a:t>
            </a:r>
            <a:endParaRPr lang="en-US" sz="2400" dirty="0">
              <a:solidFill>
                <a:srgbClr val="0000FF"/>
              </a:solidFill>
            </a:endParaRPr>
          </a:p>
          <a:p>
            <a:pPr marL="742050" lvl="1" indent="-3420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schnelle</a:t>
            </a:r>
            <a:r>
              <a:rPr lang="en-US" sz="2400" dirty="0"/>
              <a:t> Simulation </a:t>
            </a:r>
            <a:r>
              <a:rPr lang="en-US" sz="2400" dirty="0" err="1"/>
              <a:t>bei</a:t>
            </a:r>
            <a:r>
              <a:rPr lang="en-US" sz="2400" dirty="0"/>
              <a:t> </a:t>
            </a:r>
            <a:r>
              <a:rPr lang="en-US" sz="2400" dirty="0" err="1"/>
              <a:t>geringem</a:t>
            </a:r>
            <a:r>
              <a:rPr lang="en-US" sz="2400" dirty="0"/>
              <a:t> </a:t>
            </a:r>
            <a:r>
              <a:rPr lang="en-US" sz="2400" dirty="0" err="1"/>
              <a:t>Detaillierungsgrad</a:t>
            </a:r>
            <a:endParaRPr lang="en-US" sz="2400" dirty="0"/>
          </a:p>
          <a:p>
            <a:pPr marL="742050" lvl="1" indent="-3420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genaue</a:t>
            </a:r>
            <a:r>
              <a:rPr lang="en-US" sz="2400" dirty="0"/>
              <a:t> Simulation des </a:t>
            </a:r>
            <a:r>
              <a:rPr lang="en-US" sz="2400" dirty="0" err="1"/>
              <a:t>Verhaltens</a:t>
            </a:r>
            <a:r>
              <a:rPr lang="en-US" sz="2400" dirty="0"/>
              <a:t> </a:t>
            </a:r>
            <a:r>
              <a:rPr lang="en-US" sz="2400" dirty="0" err="1"/>
              <a:t>bei</a:t>
            </a:r>
            <a:r>
              <a:rPr lang="en-US" sz="2400" dirty="0"/>
              <a:t> </a:t>
            </a:r>
            <a:r>
              <a:rPr lang="en-US" sz="2400" dirty="0" err="1"/>
              <a:t>hohem</a:t>
            </a:r>
            <a:r>
              <a:rPr lang="en-US" sz="2400" dirty="0"/>
              <a:t> </a:t>
            </a:r>
            <a:r>
              <a:rPr lang="en-US" sz="2400" dirty="0" err="1"/>
              <a:t>Detailgrad</a:t>
            </a:r>
            <a:endParaRPr lang="en-US" sz="2400" dirty="0"/>
          </a:p>
          <a:p>
            <a:pPr marL="742050" lvl="1" indent="-3420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Unterstützt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FF"/>
                </a:solidFill>
              </a:rPr>
              <a:t>Actor-Oriented Design</a:t>
            </a:r>
            <a:endParaRPr lang="de-DE" sz="2400" dirty="0">
              <a:solidFill>
                <a:srgbClr val="0000FF"/>
              </a:solidFill>
            </a:endParaRP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endParaRPr lang="en-US" sz="3200" dirty="0"/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200" dirty="0" err="1"/>
              <a:t>konzeptionelle</a:t>
            </a:r>
            <a:r>
              <a:rPr lang="en-US" sz="3200" dirty="0"/>
              <a:t> </a:t>
            </a:r>
            <a:r>
              <a:rPr lang="en-US" sz="3200" dirty="0" err="1">
                <a:solidFill>
                  <a:srgbClr val="0000FF"/>
                </a:solidFill>
              </a:rPr>
              <a:t>Trennung</a:t>
            </a:r>
            <a:r>
              <a:rPr lang="en-US" sz="3200" dirty="0">
                <a:solidFill>
                  <a:srgbClr val="0000FF"/>
                </a:solidFill>
              </a:rPr>
              <a:t> von </a:t>
            </a:r>
            <a:r>
              <a:rPr lang="en-US" sz="3200" dirty="0" err="1">
                <a:solidFill>
                  <a:srgbClr val="0000FF"/>
                </a:solidFill>
              </a:rPr>
              <a:t>Kommunikation</a:t>
            </a:r>
            <a:r>
              <a:rPr lang="en-US" sz="3200" dirty="0">
                <a:solidFill>
                  <a:srgbClr val="0000FF"/>
                </a:solidFill>
              </a:rPr>
              <a:t> und </a:t>
            </a:r>
            <a:r>
              <a:rPr lang="en-US" sz="3200" dirty="0" err="1">
                <a:solidFill>
                  <a:srgbClr val="0000FF"/>
                </a:solidFill>
              </a:rPr>
              <a:t>Berechnung</a:t>
            </a:r>
            <a:endParaRPr lang="en-US" sz="3200" dirty="0">
              <a:solidFill>
                <a:srgbClr val="0000FF"/>
              </a:solidFill>
            </a:endParaRPr>
          </a:p>
          <a:p>
            <a:pPr marL="742050" lvl="1" indent="-3420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/>
              <a:t>Evaluation von </a:t>
            </a:r>
            <a:r>
              <a:rPr lang="en-US" sz="2400" dirty="0" err="1"/>
              <a:t>Entwurfsalternativen</a:t>
            </a:r>
            <a:r>
              <a:rPr lang="en-US" sz="2400" dirty="0"/>
              <a:t> </a:t>
            </a:r>
            <a:r>
              <a:rPr lang="en-US" sz="2400" dirty="0" err="1"/>
              <a:t>durch</a:t>
            </a:r>
            <a:r>
              <a:rPr lang="en-US" sz="2400" dirty="0"/>
              <a:t> </a:t>
            </a:r>
            <a:r>
              <a:rPr lang="en-US" sz="2400" dirty="0" err="1"/>
              <a:t>Austausch</a:t>
            </a:r>
            <a:r>
              <a:rPr lang="en-US" sz="2400" dirty="0"/>
              <a:t> </a:t>
            </a:r>
            <a:r>
              <a:rPr lang="en-US" sz="2400" dirty="0" err="1"/>
              <a:t>einzelner</a:t>
            </a:r>
            <a:r>
              <a:rPr lang="en-US" sz="2400" dirty="0"/>
              <a:t> </a:t>
            </a:r>
            <a:r>
              <a:rPr lang="en-US" sz="2400" dirty="0" err="1"/>
              <a:t>Komponenten</a:t>
            </a:r>
            <a:br>
              <a:rPr lang="en-US" sz="2400" dirty="0"/>
            </a:br>
            <a:r>
              <a:rPr lang="en-US" sz="2400" dirty="0"/>
              <a:t>(</a:t>
            </a:r>
            <a:r>
              <a:rPr lang="en-US" sz="2400" i="1" dirty="0">
                <a:solidFill>
                  <a:srgbClr val="0000FF"/>
                </a:solidFill>
              </a:rPr>
              <a:t>design space exploration</a:t>
            </a:r>
            <a:r>
              <a:rPr lang="en-US" sz="2400" dirty="0"/>
              <a:t>)</a:t>
            </a:r>
          </a:p>
          <a:p>
            <a:pPr marL="742050" lvl="1" indent="-3420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</a:rPr>
              <a:t>Modulare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Verfeinerung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15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/>
        </p:nvSpPr>
        <p:spPr bwMode="auto">
          <a:xfrm>
            <a:off x="2841374" y="1523682"/>
            <a:ext cx="6929486" cy="5072098"/>
          </a:xfrm>
          <a:prstGeom prst="rect">
            <a:avLst/>
          </a:prstGeom>
          <a:solidFill>
            <a:schemeClr val="accent3">
              <a:lumMod val="8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Spracharchitektur</a:t>
            </a:r>
            <a:endParaRPr lang="de-DE" dirty="0"/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7" name="Rechteck 6"/>
          <p:cNvSpPr/>
          <p:nvPr/>
        </p:nvSpPr>
        <p:spPr bwMode="auto">
          <a:xfrm>
            <a:off x="2984250" y="1666558"/>
            <a:ext cx="6643734" cy="857256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 dirty="0" err="1"/>
              <a:t>Kommunikationskanäle</a:t>
            </a:r>
            <a:r>
              <a:rPr lang="en-US" sz="2400" dirty="0"/>
              <a:t> (</a:t>
            </a:r>
            <a:r>
              <a:rPr lang="en-US" sz="2400" i="1" dirty="0"/>
              <a:t>Channels</a:t>
            </a:r>
            <a:r>
              <a:rPr lang="en-US" sz="2400" dirty="0"/>
              <a:t>)</a:t>
            </a:r>
          </a:p>
          <a:p>
            <a:pPr marL="342900" indent="-342900" algn="ctr"/>
            <a:r>
              <a:rPr lang="en-US" sz="2000" dirty="0" err="1"/>
              <a:t>Signale</a:t>
            </a:r>
            <a:r>
              <a:rPr lang="en-US" sz="2000" dirty="0"/>
              <a:t>, Timer, Mutex, Semaphore, FIFO, …</a:t>
            </a:r>
            <a:endParaRPr lang="de-DE" sz="2000" dirty="0"/>
          </a:p>
        </p:txBody>
      </p:sp>
      <p:sp>
        <p:nvSpPr>
          <p:cNvPr id="8" name="Rechteck 7"/>
          <p:cNvSpPr/>
          <p:nvPr/>
        </p:nvSpPr>
        <p:spPr bwMode="auto">
          <a:xfrm>
            <a:off x="2984250" y="2666690"/>
            <a:ext cx="2643206" cy="278608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>
              <a:spcBef>
                <a:spcPts val="3200"/>
              </a:spcBef>
            </a:pPr>
            <a:r>
              <a:rPr lang="en-US" sz="2400"/>
              <a:t>Kernelemente</a:t>
            </a:r>
            <a:endParaRPr lang="en-US" sz="2000"/>
          </a:p>
          <a:p>
            <a:pPr marL="342900" indent="-342900">
              <a:spcBef>
                <a:spcPts val="3200"/>
              </a:spcBef>
            </a:pPr>
            <a:r>
              <a:rPr lang="en-US" sz="2000"/>
              <a:t>Module</a:t>
            </a:r>
          </a:p>
          <a:p>
            <a:pPr marL="342900" indent="-342900"/>
            <a:r>
              <a:rPr lang="en-US" sz="2000"/>
              <a:t>Ports</a:t>
            </a:r>
          </a:p>
          <a:p>
            <a:pPr marL="342900" indent="-342900"/>
            <a:r>
              <a:rPr lang="en-US" sz="2000"/>
              <a:t>Prozesse</a:t>
            </a:r>
          </a:p>
          <a:p>
            <a:pPr marL="342900" indent="-342900"/>
            <a:r>
              <a:rPr lang="en-US" sz="2000"/>
              <a:t>Events</a:t>
            </a:r>
          </a:p>
          <a:p>
            <a:pPr marL="342900" indent="-342900"/>
            <a:r>
              <a:rPr lang="en-US" sz="2000"/>
              <a:t>Interfaces</a:t>
            </a:r>
          </a:p>
          <a:p>
            <a:pPr marL="342900" indent="-342900"/>
            <a:endParaRPr lang="de-DE" sz="2000"/>
          </a:p>
        </p:txBody>
      </p:sp>
      <p:sp>
        <p:nvSpPr>
          <p:cNvPr id="9" name="Rechteck 8"/>
          <p:cNvSpPr/>
          <p:nvPr/>
        </p:nvSpPr>
        <p:spPr bwMode="auto">
          <a:xfrm>
            <a:off x="5770332" y="2666690"/>
            <a:ext cx="3857652" cy="278608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>
              <a:spcBef>
                <a:spcPts val="1600"/>
              </a:spcBef>
            </a:pPr>
            <a:r>
              <a:rPr lang="en-US" sz="2400" dirty="0" err="1"/>
              <a:t>Datentypen</a:t>
            </a:r>
            <a:endParaRPr lang="en-US" sz="2400" dirty="0"/>
          </a:p>
          <a:p>
            <a:pPr marL="342900" indent="-342900">
              <a:spcBef>
                <a:spcPts val="1600"/>
              </a:spcBef>
            </a:pPr>
            <a:r>
              <a:rPr lang="en-US" sz="2000" dirty="0"/>
              <a:t>4-wertige </a:t>
            </a:r>
            <a:r>
              <a:rPr lang="en-US" sz="2000" dirty="0" err="1"/>
              <a:t>Logik</a:t>
            </a:r>
            <a:r>
              <a:rPr lang="en-US" sz="2000" dirty="0"/>
              <a:t> (0,1,X,Z)</a:t>
            </a:r>
          </a:p>
          <a:p>
            <a:pPr marL="342900" indent="-342900"/>
            <a:r>
              <a:rPr lang="en-US" sz="2000" dirty="0"/>
              <a:t>4-wertige </a:t>
            </a:r>
            <a:r>
              <a:rPr lang="en-US" sz="2000" dirty="0" err="1"/>
              <a:t>Logikvektoren</a:t>
            </a:r>
            <a:endParaRPr lang="en-US" sz="2000" dirty="0"/>
          </a:p>
          <a:p>
            <a:pPr marL="342900" indent="-342900"/>
            <a:r>
              <a:rPr lang="en-US" sz="2000" dirty="0"/>
              <a:t>Bits und </a:t>
            </a:r>
            <a:r>
              <a:rPr lang="en-US" sz="2000" dirty="0" err="1"/>
              <a:t>Bitvektoren</a:t>
            </a:r>
            <a:endParaRPr lang="en-US" sz="2000" dirty="0"/>
          </a:p>
          <a:p>
            <a:pPr marL="342900" indent="-342900"/>
            <a:r>
              <a:rPr lang="en-US" sz="2000" dirty="0"/>
              <a:t>Integers </a:t>
            </a:r>
            <a:r>
              <a:rPr lang="en-US" sz="2000" dirty="0" err="1"/>
              <a:t>mit</a:t>
            </a:r>
            <a:r>
              <a:rPr lang="en-US" sz="2000" dirty="0"/>
              <a:t> </a:t>
            </a:r>
            <a:r>
              <a:rPr lang="en-US" sz="2000" dirty="0" err="1"/>
              <a:t>beliebiger</a:t>
            </a:r>
            <a:r>
              <a:rPr lang="en-US" sz="2000" dirty="0"/>
              <a:t> </a:t>
            </a:r>
            <a:r>
              <a:rPr lang="en-US" sz="2000" dirty="0" err="1"/>
              <a:t>Bitbreite</a:t>
            </a:r>
            <a:endParaRPr lang="en-US" sz="2000" dirty="0"/>
          </a:p>
          <a:p>
            <a:pPr marL="342900" indent="-342900"/>
            <a:r>
              <a:rPr lang="en-US" sz="2000" dirty="0" err="1"/>
              <a:t>Fixpunkt-Zahlen</a:t>
            </a:r>
            <a:endParaRPr lang="en-US" sz="2000" dirty="0"/>
          </a:p>
          <a:p>
            <a:pPr marL="342900" indent="-342900"/>
            <a:r>
              <a:rPr lang="en-US" sz="2000" dirty="0"/>
              <a:t>C++ </a:t>
            </a:r>
            <a:r>
              <a:rPr lang="en-US" sz="2000" dirty="0" err="1"/>
              <a:t>Standardtypen</a:t>
            </a:r>
            <a:endParaRPr lang="en-US" sz="2000" dirty="0"/>
          </a:p>
          <a:p>
            <a:pPr marL="342900" indent="-342900"/>
            <a:endParaRPr lang="en-US" sz="2000" dirty="0"/>
          </a:p>
          <a:p>
            <a:pPr marL="342900" indent="-342900"/>
            <a:endParaRPr lang="de-DE" sz="2000" dirty="0"/>
          </a:p>
        </p:txBody>
      </p:sp>
      <p:sp>
        <p:nvSpPr>
          <p:cNvPr id="10" name="Rechteck 9"/>
          <p:cNvSpPr/>
          <p:nvPr/>
        </p:nvSpPr>
        <p:spPr bwMode="auto">
          <a:xfrm>
            <a:off x="2984250" y="5595648"/>
            <a:ext cx="6643734" cy="857256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400"/>
              <a:t>C++ Standardbibliothek</a:t>
            </a:r>
            <a:endParaRPr lang="de-DE" sz="20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16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FAFA1-ACFB-6351-FE17-554F92243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3836E5F9-0706-62EC-5558-D84AB3CCC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Übersicht</a:t>
            </a:r>
            <a:endParaRPr lang="de-DE" dirty="0"/>
          </a:p>
        </p:txBody>
      </p:sp>
      <p:sp>
        <p:nvSpPr>
          <p:cNvPr id="38" name="Inhaltsplatzhalter 37">
            <a:extLst>
              <a:ext uri="{FF2B5EF4-FFF2-40B4-BE49-F238E27FC236}">
                <a16:creationId xmlns:a16="http://schemas.microsoft.com/office/drawing/2014/main" id="{F0C2A8BA-66F4-40F5-702C-19CB41818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49" y="2289796"/>
            <a:ext cx="11273162" cy="3323987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>
              <a:buFont typeface="Wingdings" pitchFamily="2" charset="2"/>
              <a:buChar char="§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Hardware/Software Co-Design</a:t>
            </a:r>
          </a:p>
          <a:p>
            <a:pPr marL="342000" indent="-342000">
              <a:buFont typeface="Wingdings" pitchFamily="2" charset="2"/>
              <a:buChar char="§"/>
            </a:pPr>
            <a:r>
              <a:rPr lang="en-US" sz="2400" dirty="0" err="1"/>
              <a:t>Systementwurf</a:t>
            </a:r>
            <a:r>
              <a:rPr lang="en-US" sz="2400" dirty="0"/>
              <a:t> </a:t>
            </a:r>
            <a:r>
              <a:rPr lang="en-US" sz="2400" dirty="0" err="1"/>
              <a:t>mit</a:t>
            </a:r>
            <a:r>
              <a:rPr lang="en-US" sz="2400" dirty="0"/>
              <a:t> </a:t>
            </a:r>
            <a:r>
              <a:rPr lang="en-US" sz="2400" dirty="0" err="1"/>
              <a:t>SystemC</a:t>
            </a:r>
            <a:endParaRPr lang="en-US" sz="2400" dirty="0"/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 err="1"/>
              <a:t>Einleitung</a:t>
            </a:r>
            <a:endParaRPr lang="en-US" sz="2400" dirty="0"/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Kernelemente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pPr marL="1142100" lvl="2" indent="-342000">
              <a:buFont typeface="Wingdings" pitchFamily="2" charset="2"/>
              <a:buChar char="§"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Struktur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: Module und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deren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Kommunikation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pPr marL="1142100" lvl="2" indent="-342000">
              <a:buFont typeface="Wingdings" pitchFamily="2" charset="2"/>
              <a:buChar char="§"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Verhalten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: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Prozesse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 und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deren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Ausf</a:t>
            </a:r>
            <a:r>
              <a:rPr lang="de-DE" sz="2400" dirty="0">
                <a:solidFill>
                  <a:schemeClr val="bg1">
                    <a:lumMod val="85000"/>
                  </a:schemeClr>
                </a:solidFill>
              </a:rPr>
              <a:t>ü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hrung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Simulation</a:t>
            </a:r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Systemkomposition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Testbenches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3277133-8857-913A-84D5-2B10578F1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3CAE46-5502-7AA2-CF11-E64699E71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17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38813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Sichten in SystemC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265695" y="1970314"/>
            <a:ext cx="11207848" cy="4062651"/>
          </a:xfrm>
          <a:ln>
            <a:solidFill>
              <a:schemeClr val="bg1"/>
            </a:solidFill>
          </a:ln>
        </p:spPr>
        <p:txBody>
          <a:bodyPr/>
          <a:lstStyle/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</a:rPr>
              <a:t>Struktursicht</a:t>
            </a:r>
            <a:endParaRPr lang="en-US" sz="2400" dirty="0"/>
          </a:p>
          <a:p>
            <a:pPr marL="74295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Systeme</a:t>
            </a:r>
            <a:r>
              <a:rPr lang="en-US" sz="2400" dirty="0"/>
              <a:t> </a:t>
            </a:r>
            <a:r>
              <a:rPr lang="en-US" sz="2400" dirty="0" err="1"/>
              <a:t>werden</a:t>
            </a:r>
            <a:r>
              <a:rPr lang="en-US" sz="2400" dirty="0"/>
              <a:t> </a:t>
            </a:r>
            <a:r>
              <a:rPr lang="en-US" sz="2400" dirty="0" err="1"/>
              <a:t>aus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Modulen</a:t>
            </a:r>
            <a:r>
              <a:rPr lang="en-US" sz="2400" dirty="0"/>
              <a:t> </a:t>
            </a:r>
            <a:r>
              <a:rPr lang="en-US" sz="2400" dirty="0" err="1"/>
              <a:t>aufgebaut</a:t>
            </a:r>
            <a:r>
              <a:rPr lang="en-US" sz="2400" dirty="0"/>
              <a:t>, die </a:t>
            </a:r>
            <a:r>
              <a:rPr lang="de-DE" sz="2400" dirty="0"/>
              <a:t>ü</a:t>
            </a:r>
            <a:r>
              <a:rPr lang="en-US" sz="2400" dirty="0" err="1"/>
              <a:t>ber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FF"/>
                </a:solidFill>
              </a:rPr>
              <a:t>Ports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00FF"/>
                </a:solidFill>
              </a:rPr>
              <a:t>Interfaces</a:t>
            </a:r>
            <a:r>
              <a:rPr lang="en-US" sz="2400" dirty="0"/>
              <a:t> und </a:t>
            </a:r>
            <a:r>
              <a:rPr lang="en-US" sz="2400" dirty="0" err="1">
                <a:solidFill>
                  <a:srgbClr val="0000FF"/>
                </a:solidFill>
              </a:rPr>
              <a:t>Kan</a:t>
            </a:r>
            <a:r>
              <a:rPr lang="de-DE" sz="2400" dirty="0">
                <a:solidFill>
                  <a:srgbClr val="0000FF"/>
                </a:solidFill>
              </a:rPr>
              <a:t>ä</a:t>
            </a:r>
            <a:r>
              <a:rPr lang="en-US" sz="2400" dirty="0">
                <a:solidFill>
                  <a:srgbClr val="0000FF"/>
                </a:solidFill>
              </a:rPr>
              <a:t>le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/>
              <a:t>kommunizieren</a:t>
            </a:r>
            <a:r>
              <a:rPr lang="en-US" sz="2400" dirty="0"/>
              <a:t> </a:t>
            </a:r>
          </a:p>
          <a:p>
            <a:pPr marL="74295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/>
              <a:t>	</a:t>
            </a:r>
            <a:r>
              <a:rPr lang="en-US" sz="2400" dirty="0">
                <a:sym typeface="Wingdings 3"/>
              </a:rPr>
              <a:t> </a:t>
            </a:r>
            <a:r>
              <a:rPr lang="en-US" sz="2400" dirty="0" err="1"/>
              <a:t>explizite</a:t>
            </a:r>
            <a:r>
              <a:rPr lang="en-US" sz="2400" dirty="0"/>
              <a:t> System- und </a:t>
            </a:r>
            <a:r>
              <a:rPr lang="en-US" sz="2400" dirty="0" err="1"/>
              <a:t>Kommunikationsarchitektur</a:t>
            </a:r>
            <a:endParaRPr lang="en-US" sz="2400" dirty="0"/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</a:rPr>
              <a:t>Verhaltenssicht</a:t>
            </a:r>
            <a:endParaRPr lang="en-US" sz="2400" dirty="0">
              <a:solidFill>
                <a:srgbClr val="0000FF"/>
              </a:solidFill>
            </a:endParaRPr>
          </a:p>
          <a:p>
            <a:pPr marL="74295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Kapselung</a:t>
            </a:r>
            <a:r>
              <a:rPr lang="en-US" sz="2400" dirty="0"/>
              <a:t> von </a:t>
            </a:r>
            <a:r>
              <a:rPr lang="en-US" sz="2400" dirty="0" err="1"/>
              <a:t>Verhalten</a:t>
            </a:r>
            <a:r>
              <a:rPr lang="en-US" sz="2400" dirty="0"/>
              <a:t> in </a:t>
            </a:r>
            <a:r>
              <a:rPr lang="en-US" sz="2400" dirty="0" err="1">
                <a:solidFill>
                  <a:srgbClr val="0000FF"/>
                </a:solidFill>
              </a:rPr>
              <a:t>nebenl</a:t>
            </a:r>
            <a:r>
              <a:rPr lang="de-DE" sz="2400" dirty="0" err="1">
                <a:solidFill>
                  <a:srgbClr val="0000FF"/>
                </a:solidFill>
              </a:rPr>
              <a:t>äufigen</a:t>
            </a:r>
            <a:r>
              <a:rPr lang="de-DE" sz="2400" dirty="0">
                <a:solidFill>
                  <a:srgbClr val="0000FF"/>
                </a:solidFill>
              </a:rPr>
              <a:t> Prozessen</a:t>
            </a:r>
          </a:p>
          <a:p>
            <a:pPr marL="74295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Ausf</a:t>
            </a:r>
            <a:r>
              <a:rPr lang="el-GR" sz="2400" dirty="0"/>
              <a:t>ϋ</a:t>
            </a:r>
            <a:r>
              <a:rPr lang="en-US" sz="2400" dirty="0" err="1"/>
              <a:t>hrung</a:t>
            </a:r>
            <a:r>
              <a:rPr lang="en-US" sz="2400" dirty="0"/>
              <a:t> der </a:t>
            </a:r>
            <a:r>
              <a:rPr lang="en-US" sz="2400" dirty="0" err="1"/>
              <a:t>Prozesse</a:t>
            </a:r>
            <a:r>
              <a:rPr lang="en-US" sz="2400" dirty="0"/>
              <a:t> </a:t>
            </a:r>
            <a:r>
              <a:rPr lang="en-US" sz="2400" dirty="0" err="1"/>
              <a:t>wird</a:t>
            </a:r>
            <a:r>
              <a:rPr lang="en-US" sz="2400" dirty="0"/>
              <a:t> </a:t>
            </a:r>
            <a:r>
              <a:rPr lang="en-US" sz="2400" dirty="0" err="1"/>
              <a:t>durch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Ereignisse</a:t>
            </a:r>
            <a:r>
              <a:rPr lang="en-US" sz="2400" dirty="0"/>
              <a:t> </a:t>
            </a:r>
            <a:r>
              <a:rPr lang="en-US" sz="2400" dirty="0" err="1"/>
              <a:t>gesteuert</a:t>
            </a:r>
            <a:endParaRPr lang="en-US" sz="2400" dirty="0"/>
          </a:p>
          <a:p>
            <a:pPr marL="1143000" lvl="2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universelles</a:t>
            </a:r>
            <a:r>
              <a:rPr lang="en-US" sz="2400" dirty="0"/>
              <a:t> </a:t>
            </a:r>
            <a:r>
              <a:rPr lang="en-US" sz="2400" dirty="0" err="1"/>
              <a:t>Ausf</a:t>
            </a:r>
            <a:r>
              <a:rPr lang="el-GR" sz="2400" dirty="0"/>
              <a:t>ϋ</a:t>
            </a:r>
            <a:r>
              <a:rPr lang="en-US" sz="2400" dirty="0" err="1"/>
              <a:t>hrungsmodell</a:t>
            </a:r>
            <a:endParaRPr lang="en-US" sz="2400" dirty="0"/>
          </a:p>
          <a:p>
            <a:pPr marL="1143000" lvl="2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Modellierung</a:t>
            </a:r>
            <a:r>
              <a:rPr lang="en-US" sz="2400" dirty="0"/>
              <a:t> </a:t>
            </a:r>
            <a:r>
              <a:rPr lang="en-US" sz="2400" dirty="0" err="1"/>
              <a:t>reaktiver</a:t>
            </a:r>
            <a:r>
              <a:rPr lang="en-US" sz="2400" dirty="0"/>
              <a:t> </a:t>
            </a:r>
            <a:r>
              <a:rPr lang="en-US" sz="2400" dirty="0" err="1"/>
              <a:t>Systeme</a:t>
            </a:r>
            <a:endParaRPr lang="en-US" sz="2400" dirty="0"/>
          </a:p>
          <a:p>
            <a:pPr marL="1143000" lvl="2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gezielte</a:t>
            </a:r>
            <a:r>
              <a:rPr lang="en-US" sz="2400" dirty="0"/>
              <a:t> </a:t>
            </a:r>
            <a:r>
              <a:rPr lang="en-US" sz="2400" dirty="0" err="1"/>
              <a:t>Triggerung</a:t>
            </a:r>
            <a:r>
              <a:rPr lang="en-US" sz="2400" dirty="0"/>
              <a:t> von </a:t>
            </a:r>
            <a:r>
              <a:rPr lang="en-US" sz="2400" dirty="0" err="1"/>
              <a:t>Ereignissen</a:t>
            </a:r>
            <a:r>
              <a:rPr lang="en-US" sz="2400" dirty="0"/>
              <a:t> </a:t>
            </a:r>
            <a:r>
              <a:rPr lang="en-US" sz="2400" dirty="0" err="1"/>
              <a:t>zu</a:t>
            </a:r>
            <a:r>
              <a:rPr lang="en-US" sz="2400" dirty="0"/>
              <a:t> </a:t>
            </a:r>
            <a:r>
              <a:rPr lang="en-US" sz="2400" dirty="0" err="1"/>
              <a:t>bestimmten</a:t>
            </a:r>
            <a:r>
              <a:rPr lang="en-US" sz="2400" dirty="0"/>
              <a:t> </a:t>
            </a:r>
            <a:r>
              <a:rPr lang="en-US" sz="2400" dirty="0" err="1"/>
              <a:t>Zeitpunkten</a:t>
            </a:r>
            <a:r>
              <a:rPr lang="en-US" sz="2400" dirty="0"/>
              <a:t> </a:t>
            </a:r>
            <a:r>
              <a:rPr lang="en-US" sz="2400" dirty="0" err="1"/>
              <a:t>erlaubt</a:t>
            </a:r>
            <a:r>
              <a:rPr lang="en-US" sz="2400" dirty="0"/>
              <a:t> </a:t>
            </a:r>
            <a:r>
              <a:rPr lang="en-US" sz="2400" dirty="0" err="1"/>
              <a:t>exakte</a:t>
            </a:r>
            <a:r>
              <a:rPr lang="en-US" sz="2400" dirty="0"/>
              <a:t> </a:t>
            </a:r>
            <a:r>
              <a:rPr lang="en-US" sz="2400" dirty="0" err="1"/>
              <a:t>Steuerung</a:t>
            </a:r>
            <a:r>
              <a:rPr lang="en-US" sz="2400" dirty="0"/>
              <a:t> des </a:t>
            </a:r>
            <a:r>
              <a:rPr lang="en-US" sz="2400" dirty="0" err="1"/>
              <a:t>Zeitverhaltens</a:t>
            </a:r>
            <a:endParaRPr lang="de-DE" sz="24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18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A680-2EF9-94C4-6830-1587D1F80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92C2A49A-234D-926A-5570-1FD86373C3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Übersicht</a:t>
            </a:r>
            <a:endParaRPr lang="de-DE" dirty="0"/>
          </a:p>
        </p:txBody>
      </p:sp>
      <p:sp>
        <p:nvSpPr>
          <p:cNvPr id="38" name="Inhaltsplatzhalter 37">
            <a:extLst>
              <a:ext uri="{FF2B5EF4-FFF2-40B4-BE49-F238E27FC236}">
                <a16:creationId xmlns:a16="http://schemas.microsoft.com/office/drawing/2014/main" id="{78F6C023-024A-E034-5E1D-E156E0306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49" y="2289796"/>
            <a:ext cx="11273162" cy="3323987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>
              <a:buFont typeface="Wingdings" pitchFamily="2" charset="2"/>
              <a:buChar char="§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Hardware/Software Co-Design</a:t>
            </a:r>
          </a:p>
          <a:p>
            <a:pPr marL="342000" indent="-342000">
              <a:buFont typeface="Wingdings" pitchFamily="2" charset="2"/>
              <a:buChar char="§"/>
            </a:pPr>
            <a:r>
              <a:rPr lang="en-US" sz="2400" dirty="0" err="1"/>
              <a:t>Systementwurf</a:t>
            </a:r>
            <a:r>
              <a:rPr lang="en-US" sz="2400" dirty="0"/>
              <a:t> </a:t>
            </a:r>
            <a:r>
              <a:rPr lang="en-US" sz="2400" dirty="0" err="1"/>
              <a:t>mit</a:t>
            </a:r>
            <a:r>
              <a:rPr lang="en-US" sz="2400" dirty="0"/>
              <a:t> </a:t>
            </a:r>
            <a:r>
              <a:rPr lang="en-US" sz="2400" dirty="0" err="1"/>
              <a:t>SystemC</a:t>
            </a:r>
            <a:endParaRPr lang="en-US" sz="2400" dirty="0"/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Einleitung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 err="1"/>
              <a:t>Kernelemente</a:t>
            </a:r>
            <a:endParaRPr lang="en-US" sz="2400" dirty="0"/>
          </a:p>
          <a:p>
            <a:pPr marL="1142100" lvl="2" indent="-342000">
              <a:buFont typeface="Wingdings" pitchFamily="2" charset="2"/>
              <a:buChar char="§"/>
            </a:pPr>
            <a:r>
              <a:rPr lang="en-US" sz="2400" dirty="0" err="1"/>
              <a:t>Struktur</a:t>
            </a:r>
            <a:r>
              <a:rPr lang="en-US" sz="2400" dirty="0"/>
              <a:t>: Module und </a:t>
            </a:r>
            <a:r>
              <a:rPr lang="en-US" sz="2400" dirty="0" err="1"/>
              <a:t>deren</a:t>
            </a:r>
            <a:r>
              <a:rPr lang="en-US" sz="2400" dirty="0"/>
              <a:t> </a:t>
            </a:r>
            <a:r>
              <a:rPr lang="en-US" sz="2400" dirty="0" err="1"/>
              <a:t>Kommunikation</a:t>
            </a:r>
            <a:endParaRPr lang="en-US" sz="2400" dirty="0"/>
          </a:p>
          <a:p>
            <a:pPr marL="1142100" lvl="2" indent="-342000">
              <a:buFont typeface="Wingdings" pitchFamily="2" charset="2"/>
              <a:buChar char="§"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Verhalten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: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Prozesse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 und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deren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Ausf</a:t>
            </a:r>
            <a:r>
              <a:rPr lang="de-DE" sz="2400" dirty="0">
                <a:solidFill>
                  <a:schemeClr val="bg1">
                    <a:lumMod val="85000"/>
                  </a:schemeClr>
                </a:solidFill>
              </a:rPr>
              <a:t>ü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hrung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Simulation</a:t>
            </a:r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Systemkomposition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pPr marL="742050" lvl="1" indent="-342000">
              <a:buFont typeface="Wingdings" pitchFamily="2" charset="2"/>
              <a:buChar char="§"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Testbenches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EAC67C3-D008-B8C5-896C-C5FE6FE54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A934AF-6370-515C-38C0-A8D60B1AD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19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8203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Module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111829"/>
            <a:ext cx="11055448" cy="5617360"/>
          </a:xfrm>
          <a:ln>
            <a:solidFill>
              <a:schemeClr val="bg1"/>
            </a:solidFill>
          </a:ln>
        </p:spPr>
        <p:txBody>
          <a:bodyPr/>
          <a:lstStyle/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/>
              <a:t>Module </a:t>
            </a:r>
            <a:r>
              <a:rPr lang="en-US" sz="2400" dirty="0" err="1"/>
              <a:t>sind</a:t>
            </a:r>
            <a:r>
              <a:rPr lang="en-US" sz="2400" dirty="0"/>
              <a:t> die </a:t>
            </a:r>
            <a:r>
              <a:rPr lang="en-US" sz="2400" dirty="0" err="1"/>
              <a:t>elementaren</a:t>
            </a:r>
            <a:r>
              <a:rPr lang="en-US" sz="2400" dirty="0"/>
              <a:t> </a:t>
            </a:r>
            <a:r>
              <a:rPr lang="en-US" sz="2400" dirty="0" err="1"/>
              <a:t>Komponenten</a:t>
            </a:r>
            <a:r>
              <a:rPr lang="en-US" sz="2400" dirty="0"/>
              <a:t> des Systems (</a:t>
            </a:r>
            <a:r>
              <a:rPr lang="en-US" sz="2400" dirty="0" err="1"/>
              <a:t>Strukturierungselemente</a:t>
            </a:r>
            <a:r>
              <a:rPr lang="en-US" sz="2400" dirty="0"/>
              <a:t>)</a:t>
            </a:r>
            <a:endParaRPr lang="de-DE" sz="2400" dirty="0"/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Module enthalten</a:t>
            </a:r>
          </a:p>
          <a:p>
            <a:pPr marL="74295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0000FF"/>
                </a:solidFill>
              </a:rPr>
              <a:t>Prozesse</a:t>
            </a:r>
            <a:r>
              <a:rPr lang="de-DE" sz="2400" dirty="0"/>
              <a:t>, die die </a:t>
            </a:r>
            <a:r>
              <a:rPr lang="de-DE" sz="2400" dirty="0">
                <a:solidFill>
                  <a:srgbClr val="0000FF"/>
                </a:solidFill>
              </a:rPr>
              <a:t>Funktionalität</a:t>
            </a:r>
            <a:r>
              <a:rPr lang="de-DE" sz="2400" dirty="0"/>
              <a:t> beschreiben</a:t>
            </a:r>
          </a:p>
          <a:p>
            <a:pPr marL="74295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/>
              <a:t>(</a:t>
            </a:r>
            <a:r>
              <a:rPr lang="de-DE" sz="2400" dirty="0"/>
              <a:t>interne) </a:t>
            </a:r>
            <a:r>
              <a:rPr lang="de-DE" sz="2400" dirty="0">
                <a:solidFill>
                  <a:srgbClr val="0000FF"/>
                </a:solidFill>
              </a:rPr>
              <a:t>Variablen</a:t>
            </a:r>
            <a:r>
              <a:rPr lang="de-DE" sz="2400" dirty="0"/>
              <a:t>, die den </a:t>
            </a:r>
            <a:r>
              <a:rPr lang="de-DE" sz="2400" dirty="0">
                <a:solidFill>
                  <a:srgbClr val="0000FF"/>
                </a:solidFill>
              </a:rPr>
              <a:t>Zustand</a:t>
            </a:r>
            <a:r>
              <a:rPr lang="de-DE" sz="2400" dirty="0"/>
              <a:t> definieren</a:t>
            </a:r>
          </a:p>
          <a:p>
            <a:pPr marL="74295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0000FF"/>
                </a:solidFill>
              </a:rPr>
              <a:t>Ports</a:t>
            </a:r>
            <a:r>
              <a:rPr lang="de-DE" sz="2400" dirty="0"/>
              <a:t> </a:t>
            </a:r>
            <a:r>
              <a:rPr lang="de-DE" sz="2400" dirty="0" err="1"/>
              <a:t>fü</a:t>
            </a:r>
            <a:r>
              <a:rPr lang="en-US" sz="2400" dirty="0"/>
              <a:t>r die </a:t>
            </a:r>
            <a:r>
              <a:rPr lang="en-US" sz="2400" dirty="0" err="1">
                <a:solidFill>
                  <a:srgbClr val="0000FF"/>
                </a:solidFill>
              </a:rPr>
              <a:t>Kommunikation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/>
              <a:t>mit</a:t>
            </a:r>
            <a:r>
              <a:rPr lang="en-US" sz="2400" dirty="0"/>
              <a:t> </a:t>
            </a:r>
            <a:r>
              <a:rPr lang="en-US" sz="2400" dirty="0" err="1"/>
              <a:t>der</a:t>
            </a:r>
            <a:r>
              <a:rPr lang="en-US" sz="2400" dirty="0"/>
              <a:t> </a:t>
            </a:r>
            <a:r>
              <a:rPr lang="en-US" sz="2400" dirty="0" err="1"/>
              <a:t>Umgebung</a:t>
            </a:r>
            <a:br>
              <a:rPr lang="en-US" sz="2400" dirty="0"/>
            </a:br>
            <a:r>
              <a:rPr lang="en-US" sz="2400" dirty="0"/>
              <a:t>(</a:t>
            </a:r>
            <a:r>
              <a:rPr lang="en-US" sz="2400" dirty="0" err="1"/>
              <a:t>Schnittstelle</a:t>
            </a:r>
            <a:r>
              <a:rPr lang="en-US" sz="2400" dirty="0"/>
              <a:t> </a:t>
            </a:r>
            <a:r>
              <a:rPr lang="en-US" sz="2400" dirty="0" err="1"/>
              <a:t>nach</a:t>
            </a:r>
            <a:r>
              <a:rPr lang="en-US" sz="2400" dirty="0"/>
              <a:t> au</a:t>
            </a:r>
            <a:r>
              <a:rPr lang="de-DE" sz="2400" dirty="0"/>
              <a:t>ß</a:t>
            </a:r>
            <a:r>
              <a:rPr lang="en-US" sz="2400" dirty="0"/>
              <a:t>en)</a:t>
            </a:r>
          </a:p>
          <a:p>
            <a:pPr marL="74295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weitere</a:t>
            </a:r>
            <a:r>
              <a:rPr lang="en-US" sz="2400" dirty="0"/>
              <a:t> Module (</a:t>
            </a:r>
            <a:r>
              <a:rPr lang="en-US" sz="2400" dirty="0" err="1"/>
              <a:t>Hierarchie</a:t>
            </a:r>
            <a:r>
              <a:rPr lang="en-US" sz="2400" dirty="0"/>
              <a:t>)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Module können Hardware</a:t>
            </a:r>
            <a:r>
              <a:rPr lang="en-US" sz="2400" dirty="0"/>
              <a:t>-</a:t>
            </a:r>
            <a:r>
              <a:rPr lang="de-DE" sz="2400" dirty="0"/>
              <a:t> oder Softwarekomponenten beschreiben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20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2007409" y="1785257"/>
            <a:ext cx="6929762" cy="4608867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MyModule.h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SC_MODULE(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	// ports, processes, internal data </a:t>
            </a: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	SC_CTOR(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// body of constructor: </a:t>
            </a: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// process declarations, </a:t>
            </a: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// sensitivities, …</a:t>
            </a: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de-DE" sz="20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3" name="Gerade Verbindung mit Pfeil 12"/>
          <p:cNvCxnSpPr>
            <a:cxnSpLocks/>
            <a:stCxn id="11" idx="1"/>
          </p:cNvCxnSpPr>
          <p:nvPr/>
        </p:nvCxnSpPr>
        <p:spPr bwMode="auto">
          <a:xfrm flipH="1" flipV="1">
            <a:off x="5020674" y="3429000"/>
            <a:ext cx="2754456" cy="2092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Modulbeispiel (1)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7775130" y="2056758"/>
            <a:ext cx="3762568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/>
              <a:t>Erstellt Modul „</a:t>
            </a:r>
            <a:r>
              <a:rPr lang="de-DE" sz="2400" dirty="0" err="1"/>
              <a:t>MyModule</a:t>
            </a:r>
            <a:r>
              <a:rPr lang="de-DE" sz="2400" dirty="0"/>
              <a:t>“</a:t>
            </a:r>
          </a:p>
        </p:txBody>
      </p:sp>
      <p:cxnSp>
        <p:nvCxnSpPr>
          <p:cNvPr id="9" name="Gerade Verbindung mit Pfeil 8"/>
          <p:cNvCxnSpPr>
            <a:cxnSpLocks/>
            <a:stCxn id="7" idx="1"/>
          </p:cNvCxnSpPr>
          <p:nvPr/>
        </p:nvCxnSpPr>
        <p:spPr bwMode="auto">
          <a:xfrm flipH="1">
            <a:off x="5020674" y="2287591"/>
            <a:ext cx="2754456" cy="21265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Textfeld 10"/>
          <p:cNvSpPr txBox="1"/>
          <p:nvPr/>
        </p:nvSpPr>
        <p:spPr>
          <a:xfrm>
            <a:off x="7775130" y="3222718"/>
            <a:ext cx="3168352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Einfacher </a:t>
            </a:r>
            <a:r>
              <a:rPr lang="de-DE" sz="2400" dirty="0" err="1"/>
              <a:t>Konstruktor</a:t>
            </a:r>
            <a:r>
              <a:rPr lang="de-DE" sz="2400" dirty="0"/>
              <a:t> </a:t>
            </a:r>
          </a:p>
          <a:p>
            <a:r>
              <a:rPr lang="de-DE" sz="2400" dirty="0"/>
              <a:t>für „</a:t>
            </a:r>
            <a:r>
              <a:rPr lang="de-DE" sz="2400" dirty="0" err="1"/>
              <a:t>MyModule</a:t>
            </a:r>
            <a:r>
              <a:rPr lang="de-DE" sz="2400" dirty="0"/>
              <a:t>“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6767018" y="5345503"/>
            <a:ext cx="4176464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Dieses Semikolon ist wichtig!</a:t>
            </a:r>
          </a:p>
        </p:txBody>
      </p:sp>
      <p:cxnSp>
        <p:nvCxnSpPr>
          <p:cNvPr id="16" name="Gerade Verbindung mit Pfeil 15"/>
          <p:cNvCxnSpPr>
            <a:cxnSpLocks/>
            <a:stCxn id="14" idx="1"/>
          </p:cNvCxnSpPr>
          <p:nvPr/>
        </p:nvCxnSpPr>
        <p:spPr bwMode="auto">
          <a:xfrm flipH="1" flipV="1">
            <a:off x="2438400" y="5381334"/>
            <a:ext cx="4328618" cy="195002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21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Konstruktor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46049" y="2025143"/>
            <a:ext cx="11196962" cy="3221395"/>
          </a:xfrm>
          <a:ln>
            <a:solidFill>
              <a:schemeClr val="bg1"/>
            </a:solidFill>
          </a:ln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cs typeface="Courier New" pitchFamily="49" charset="0"/>
              </a:rPr>
              <a:t>das </a:t>
            </a:r>
            <a:r>
              <a:rPr lang="en-US" sz="2400" dirty="0" err="1">
                <a:cs typeface="Courier New" pitchFamily="49" charset="0"/>
              </a:rPr>
              <a:t>Makro</a:t>
            </a:r>
            <a:r>
              <a:rPr lang="en-US" sz="2400" dirty="0">
                <a:cs typeface="Courier New" pitchFamily="49" charset="0"/>
              </a:rPr>
              <a:t> SC_CTOR </a:t>
            </a:r>
            <a:r>
              <a:rPr lang="en-US" sz="2400" dirty="0" err="1">
                <a:cs typeface="Courier New" pitchFamily="49" charset="0"/>
              </a:rPr>
              <a:t>akzeptiert</a:t>
            </a:r>
            <a:r>
              <a:rPr lang="en-US" sz="2400" dirty="0">
                <a:cs typeface="Courier New" pitchFamily="49" charset="0"/>
              </a:rPr>
              <a:t> </a:t>
            </a:r>
            <a:r>
              <a:rPr lang="en-US" sz="2400" dirty="0" err="1">
                <a:cs typeface="Courier New" pitchFamily="49" charset="0"/>
              </a:rPr>
              <a:t>nur</a:t>
            </a:r>
            <a:r>
              <a:rPr lang="en-US" sz="2400" dirty="0">
                <a:cs typeface="Courier New" pitchFamily="49" charset="0"/>
              </a:rPr>
              <a:t> </a:t>
            </a:r>
            <a:r>
              <a:rPr lang="en-US" sz="2400" dirty="0" err="1">
                <a:cs typeface="Courier New" pitchFamily="49" charset="0"/>
              </a:rPr>
              <a:t>einen</a:t>
            </a:r>
            <a:r>
              <a:rPr lang="en-US" sz="2400" dirty="0">
                <a:cs typeface="Courier New" pitchFamily="49" charset="0"/>
              </a:rPr>
              <a:t> Parameter (den </a:t>
            </a:r>
            <a:r>
              <a:rPr lang="en-US" sz="2400" dirty="0" err="1">
                <a:cs typeface="Courier New" pitchFamily="49" charset="0"/>
              </a:rPr>
              <a:t>Modulnamen</a:t>
            </a:r>
            <a:r>
              <a:rPr lang="en-US" sz="2400" dirty="0">
                <a:cs typeface="Courier New" pitchFamily="49" charset="0"/>
              </a:rPr>
              <a:t>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 err="1">
                <a:cs typeface="Courier New" pitchFamily="49" charset="0"/>
              </a:rPr>
              <a:t>alternativer</a:t>
            </a:r>
            <a:r>
              <a:rPr lang="en-US" sz="2400" dirty="0">
                <a:cs typeface="Courier New" pitchFamily="49" charset="0"/>
              </a:rPr>
              <a:t> </a:t>
            </a:r>
            <a:r>
              <a:rPr lang="en-US" sz="2400" dirty="0" err="1">
                <a:cs typeface="Courier New" pitchFamily="49" charset="0"/>
              </a:rPr>
              <a:t>Ansatz</a:t>
            </a:r>
            <a:r>
              <a:rPr lang="en-US" sz="2400" dirty="0">
                <a:cs typeface="Courier New" pitchFamily="49" charset="0"/>
              </a:rPr>
              <a:t> </a:t>
            </a:r>
            <a:r>
              <a:rPr lang="en-US" sz="2400" dirty="0" err="1">
                <a:cs typeface="Courier New" pitchFamily="49" charset="0"/>
              </a:rPr>
              <a:t>zur</a:t>
            </a:r>
            <a:r>
              <a:rPr lang="en-US" sz="2400" dirty="0">
                <a:cs typeface="Courier New" pitchFamily="49" charset="0"/>
              </a:rPr>
              <a:t> Definition des </a:t>
            </a:r>
            <a:r>
              <a:rPr lang="en-US" sz="2400" dirty="0" err="1">
                <a:cs typeface="Courier New" pitchFamily="49" charset="0"/>
              </a:rPr>
              <a:t>Konstruktors</a:t>
            </a:r>
            <a:r>
              <a:rPr lang="en-US" sz="2400" dirty="0">
                <a:cs typeface="Courier New" pitchFamily="49" charset="0"/>
              </a:rPr>
              <a:t>: </a:t>
            </a:r>
            <a:endParaRPr lang="en-US" sz="2400" dirty="0">
              <a:solidFill>
                <a:schemeClr val="tx2"/>
              </a:solidFill>
              <a:cs typeface="Courier New" pitchFamily="49" charset="0"/>
            </a:endParaRPr>
          </a:p>
          <a:p>
            <a:pPr algn="ctr">
              <a:spcBef>
                <a:spcPts val="1200"/>
              </a:spcBef>
              <a:spcAft>
                <a:spcPts val="1600"/>
              </a:spcAft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SC_HAS_PROCESS(</a:t>
            </a:r>
            <a:r>
              <a:rPr lang="en-US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my_Module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 err="1">
                <a:cs typeface="Courier New" pitchFamily="49" charset="0"/>
              </a:rPr>
              <a:t>erweitert</a:t>
            </a:r>
            <a:r>
              <a:rPr lang="en-US" sz="2400" dirty="0">
                <a:cs typeface="Courier New" pitchFamily="49" charset="0"/>
              </a:rPr>
              <a:t> den </a:t>
            </a:r>
            <a:r>
              <a:rPr lang="en-US" sz="2400" dirty="0" err="1">
                <a:cs typeface="Courier New" pitchFamily="49" charset="0"/>
              </a:rPr>
              <a:t>Konstruktor</a:t>
            </a:r>
            <a:r>
              <a:rPr lang="en-US" sz="2400" dirty="0">
                <a:cs typeface="Courier New" pitchFamily="49" charset="0"/>
              </a:rPr>
              <a:t> um </a:t>
            </a:r>
            <a:r>
              <a:rPr lang="en-US" sz="2400" dirty="0" err="1">
                <a:cs typeface="Courier New" pitchFamily="49" charset="0"/>
              </a:rPr>
              <a:t>weitere</a:t>
            </a:r>
            <a:r>
              <a:rPr lang="en-US" sz="2400" dirty="0">
                <a:cs typeface="Courier New" pitchFamily="49" charset="0"/>
              </a:rPr>
              <a:t> </a:t>
            </a:r>
            <a:r>
              <a:rPr lang="en-US" sz="2400" dirty="0" err="1">
                <a:cs typeface="Courier New" pitchFamily="49" charset="0"/>
              </a:rPr>
              <a:t>Argumente</a:t>
            </a:r>
            <a:endParaRPr lang="en-US" sz="2400" dirty="0">
              <a:cs typeface="Courier New" pitchFamily="49" charset="0"/>
            </a:endParaRPr>
          </a:p>
          <a:p>
            <a:pPr marL="742950" lvl="1" indent="-342900">
              <a:buFont typeface="Wingdings" pitchFamily="2" charset="2"/>
              <a:buChar char="§"/>
            </a:pPr>
            <a:r>
              <a:rPr lang="en-US" sz="2200" dirty="0" err="1">
                <a:cs typeface="Courier New" pitchFamily="49" charset="0"/>
              </a:rPr>
              <a:t>damit</a:t>
            </a:r>
            <a:r>
              <a:rPr lang="en-US" sz="2200" dirty="0">
                <a:cs typeface="Courier New" pitchFamily="49" charset="0"/>
              </a:rPr>
              <a:t> k</a:t>
            </a:r>
            <a:r>
              <a:rPr lang="de-DE" sz="2200" dirty="0">
                <a:cs typeface="Courier New" pitchFamily="49" charset="0"/>
              </a:rPr>
              <a:t>ö</a:t>
            </a:r>
            <a:r>
              <a:rPr lang="en-US" sz="2200" dirty="0" err="1">
                <a:cs typeface="Courier New" pitchFamily="49" charset="0"/>
              </a:rPr>
              <a:t>nnen</a:t>
            </a:r>
            <a:r>
              <a:rPr lang="en-US" sz="2200" dirty="0">
                <a:cs typeface="Courier New" pitchFamily="49" charset="0"/>
              </a:rPr>
              <a:t> Module </a:t>
            </a:r>
            <a:r>
              <a:rPr lang="en-US" sz="2200" dirty="0" err="1">
                <a:solidFill>
                  <a:srgbClr val="0000FF"/>
                </a:solidFill>
                <a:cs typeface="Courier New" pitchFamily="49" charset="0"/>
              </a:rPr>
              <a:t>konfigurierbar</a:t>
            </a:r>
            <a:r>
              <a:rPr lang="en-US" sz="2200" dirty="0">
                <a:cs typeface="Courier New" pitchFamily="49" charset="0"/>
              </a:rPr>
              <a:t> </a:t>
            </a:r>
            <a:r>
              <a:rPr lang="en-US" sz="2200" dirty="0" err="1">
                <a:cs typeface="Courier New" pitchFamily="49" charset="0"/>
              </a:rPr>
              <a:t>gemacht</a:t>
            </a:r>
            <a:r>
              <a:rPr lang="en-US" sz="2200" dirty="0">
                <a:cs typeface="Courier New" pitchFamily="49" charset="0"/>
              </a:rPr>
              <a:t> </a:t>
            </a:r>
            <a:r>
              <a:rPr lang="en-US" sz="2200" dirty="0" err="1">
                <a:cs typeface="Courier New" pitchFamily="49" charset="0"/>
              </a:rPr>
              <a:t>werden</a:t>
            </a:r>
            <a:endParaRPr lang="en-US" sz="2200" dirty="0">
              <a:cs typeface="Courier New" pitchFamily="49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 err="1">
                <a:cs typeface="Courier New" pitchFamily="49" charset="0"/>
              </a:rPr>
              <a:t>erlaubt</a:t>
            </a:r>
            <a:r>
              <a:rPr lang="en-US" sz="2400" dirty="0">
                <a:cs typeface="Courier New" pitchFamily="49" charset="0"/>
              </a:rPr>
              <a:t> </a:t>
            </a:r>
            <a:r>
              <a:rPr lang="en-US" sz="2400" dirty="0" err="1">
                <a:cs typeface="Courier New" pitchFamily="49" charset="0"/>
              </a:rPr>
              <a:t>es</a:t>
            </a:r>
            <a:r>
              <a:rPr lang="en-US" sz="2400" dirty="0">
                <a:cs typeface="Courier New" pitchFamily="49" charset="0"/>
              </a:rPr>
              <a:t>, den </a:t>
            </a:r>
            <a:r>
              <a:rPr lang="en-US" sz="2400" dirty="0" err="1">
                <a:cs typeface="Courier New" pitchFamily="49" charset="0"/>
              </a:rPr>
              <a:t>Konstruktor</a:t>
            </a:r>
            <a:r>
              <a:rPr lang="en-US" sz="2400" dirty="0">
                <a:cs typeface="Courier New" pitchFamily="49" charset="0"/>
              </a:rPr>
              <a:t> in die </a:t>
            </a:r>
            <a:r>
              <a:rPr lang="en-US" sz="2400" dirty="0" err="1">
                <a:cs typeface="Courier New" pitchFamily="49" charset="0"/>
              </a:rPr>
              <a:t>Implementierung</a:t>
            </a:r>
            <a:r>
              <a:rPr lang="en-US" sz="2400" dirty="0">
                <a:cs typeface="Courier New" pitchFamily="49" charset="0"/>
              </a:rPr>
              <a:t> (.</a:t>
            </a:r>
            <a:r>
              <a:rPr lang="en-US" sz="2400" dirty="0" err="1">
                <a:cs typeface="Courier New" pitchFamily="49" charset="0"/>
              </a:rPr>
              <a:t>cpp</a:t>
            </a:r>
            <a:r>
              <a:rPr lang="en-US" sz="2400" dirty="0">
                <a:cs typeface="Courier New" pitchFamily="49" charset="0"/>
              </a:rPr>
              <a:t>) </a:t>
            </a:r>
            <a:r>
              <a:rPr lang="en-US" sz="2400" dirty="0" err="1">
                <a:cs typeface="Courier New" pitchFamily="49" charset="0"/>
              </a:rPr>
              <a:t>zu</a:t>
            </a:r>
            <a:r>
              <a:rPr lang="en-US" sz="2400" dirty="0">
                <a:cs typeface="Courier New" pitchFamily="49" charset="0"/>
              </a:rPr>
              <a:t> </a:t>
            </a:r>
            <a:r>
              <a:rPr lang="en-US" sz="2400" dirty="0" err="1">
                <a:cs typeface="Courier New" pitchFamily="49" charset="0"/>
              </a:rPr>
              <a:t>verschieben</a:t>
            </a:r>
            <a:endParaRPr lang="en-US" sz="2400" dirty="0">
              <a:cs typeface="Courier New" pitchFamily="49" charset="0"/>
            </a:endParaRPr>
          </a:p>
          <a:p>
            <a:pPr marL="742950" lvl="1" indent="-342900">
              <a:buFont typeface="Wingdings" pitchFamily="2" charset="2"/>
              <a:buChar char="§"/>
            </a:pPr>
            <a:r>
              <a:rPr lang="en-US" sz="2200" dirty="0" err="1">
                <a:cs typeface="Courier New" pitchFamily="49" charset="0"/>
              </a:rPr>
              <a:t>Implementierungsdetails</a:t>
            </a:r>
            <a:r>
              <a:rPr lang="en-US" sz="2200" dirty="0">
                <a:cs typeface="Courier New" pitchFamily="49" charset="0"/>
              </a:rPr>
              <a:t> des </a:t>
            </a:r>
            <a:r>
              <a:rPr lang="en-US" sz="2200" dirty="0" err="1">
                <a:cs typeface="Courier New" pitchFamily="49" charset="0"/>
              </a:rPr>
              <a:t>Konstruktors</a:t>
            </a:r>
            <a:r>
              <a:rPr lang="en-US" sz="2200" dirty="0">
                <a:cs typeface="Courier New" pitchFamily="49" charset="0"/>
              </a:rPr>
              <a:t> k</a:t>
            </a:r>
            <a:r>
              <a:rPr lang="de-DE" sz="2200" dirty="0">
                <a:cs typeface="Courier New" pitchFamily="49" charset="0"/>
              </a:rPr>
              <a:t>ö</a:t>
            </a:r>
            <a:r>
              <a:rPr lang="en-US" sz="2200" dirty="0" err="1">
                <a:cs typeface="Courier New" pitchFamily="49" charset="0"/>
              </a:rPr>
              <a:t>nnen</a:t>
            </a:r>
            <a:r>
              <a:rPr lang="en-US" sz="2200" dirty="0">
                <a:cs typeface="Courier New" pitchFamily="49" charset="0"/>
              </a:rPr>
              <a:t> “</a:t>
            </a:r>
            <a:r>
              <a:rPr lang="en-US" sz="2200" dirty="0" err="1">
                <a:cs typeface="Courier New" pitchFamily="49" charset="0"/>
              </a:rPr>
              <a:t>versteckt</a:t>
            </a:r>
            <a:r>
              <a:rPr lang="en-US" sz="2200" dirty="0">
                <a:cs typeface="Courier New" pitchFamily="49" charset="0"/>
              </a:rPr>
              <a:t>” </a:t>
            </a:r>
            <a:r>
              <a:rPr lang="en-US" sz="2200" dirty="0" err="1">
                <a:cs typeface="Courier New" pitchFamily="49" charset="0"/>
              </a:rPr>
              <a:t>werden</a:t>
            </a:r>
            <a:r>
              <a:rPr lang="en-US" sz="2200" dirty="0">
                <a:cs typeface="Courier New" pitchFamily="49" charset="0"/>
              </a:rPr>
              <a:t> (</a:t>
            </a:r>
            <a:r>
              <a:rPr lang="en-US" sz="2200" dirty="0" err="1">
                <a:cs typeface="Courier New" pitchFamily="49" charset="0"/>
              </a:rPr>
              <a:t>z.B</a:t>
            </a:r>
            <a:r>
              <a:rPr lang="en-US" sz="2200" dirty="0">
                <a:cs typeface="Courier New" pitchFamily="49" charset="0"/>
              </a:rPr>
              <a:t>. </a:t>
            </a:r>
            <a:r>
              <a:rPr lang="en-US" sz="2200" dirty="0" err="1">
                <a:cs typeface="Courier New" pitchFamily="49" charset="0"/>
              </a:rPr>
              <a:t>bei</a:t>
            </a:r>
            <a:r>
              <a:rPr lang="en-US" sz="2200" dirty="0">
                <a:cs typeface="Courier New" pitchFamily="49" charset="0"/>
              </a:rPr>
              <a:t> </a:t>
            </a:r>
            <a:r>
              <a:rPr lang="en-US" sz="2200" dirty="0" err="1">
                <a:cs typeface="Courier New" pitchFamily="49" charset="0"/>
              </a:rPr>
              <a:t>komplexer</a:t>
            </a:r>
            <a:r>
              <a:rPr lang="en-US" sz="2200" dirty="0">
                <a:cs typeface="Courier New" pitchFamily="49" charset="0"/>
              </a:rPr>
              <a:t> </a:t>
            </a:r>
            <a:r>
              <a:rPr lang="en-US" sz="2200" dirty="0" err="1">
                <a:cs typeface="Courier New" pitchFamily="49" charset="0"/>
              </a:rPr>
              <a:t>Modulhierarchie</a:t>
            </a:r>
            <a:r>
              <a:rPr lang="en-US" sz="2200" dirty="0">
                <a:cs typeface="Courier New" pitchFamily="49" charset="0"/>
              </a:rPr>
              <a:t>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22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Modulbeispiel (2)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1915887"/>
            <a:ext cx="7691762" cy="5351638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b="1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myModule.h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r>
              <a:rPr lang="en-US" b="1" dirty="0">
                <a:latin typeface="Courier New" pitchFamily="49" charset="0"/>
                <a:cs typeface="Courier New" pitchFamily="49" charset="0"/>
              </a:rPr>
              <a:t>SC_MODULE(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 marL="342000" indent="-342000"/>
            <a:r>
              <a:rPr 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000" indent="-342000"/>
            <a:r>
              <a:rPr lang="en-US" b="1" dirty="0">
                <a:latin typeface="Courier New" pitchFamily="49" charset="0"/>
                <a:cs typeface="Courier New" pitchFamily="49" charset="0"/>
              </a:rPr>
              <a:t>	// ports, processes, internal data </a:t>
            </a:r>
          </a:p>
          <a:p>
            <a:pPr marL="342000" indent="-342000"/>
            <a:r>
              <a:rPr lang="en-US" b="1" dirty="0">
                <a:latin typeface="Courier New" pitchFamily="49" charset="0"/>
                <a:cs typeface="Courier New" pitchFamily="49" charset="0"/>
              </a:rPr>
              <a:t>	SC_HAS_PROCESS(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42000" indent="-342000"/>
            <a:r>
              <a:rPr 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sc_module_name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name, … // other arguments);</a:t>
            </a:r>
          </a:p>
          <a:p>
            <a:pPr marL="342000" indent="-342000"/>
            <a:r>
              <a:rPr lang="en-US" b="1" dirty="0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marL="342000" indent="-342000"/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r>
              <a:rPr lang="en-US" b="1" dirty="0">
                <a:latin typeface="Courier New" pitchFamily="49" charset="0"/>
                <a:cs typeface="Courier New" pitchFamily="49" charset="0"/>
              </a:rPr>
              <a:t>// myModule.cpp</a:t>
            </a:r>
          </a:p>
          <a:p>
            <a:pPr marL="342000" indent="-342000"/>
            <a:r>
              <a:rPr lang="en-US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sc_module_name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name, … ) </a:t>
            </a:r>
            <a:endParaRPr lang="de-DE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r>
              <a:rPr lang="en-US" b="1" dirty="0">
                <a:latin typeface="Courier New" pitchFamily="49" charset="0"/>
                <a:cs typeface="Courier New" pitchFamily="49" charset="0"/>
              </a:rPr>
              <a:t> :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sc_module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(name), … // other initializations</a:t>
            </a:r>
          </a:p>
          <a:p>
            <a:pPr marL="342000" indent="-342000"/>
            <a:r>
              <a:rPr 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000" indent="-342000"/>
            <a:r>
              <a:rPr lang="en-US" b="1" dirty="0">
                <a:latin typeface="Courier New" pitchFamily="49" charset="0"/>
                <a:cs typeface="Courier New" pitchFamily="49" charset="0"/>
              </a:rPr>
              <a:t>	// body of constructor</a:t>
            </a:r>
          </a:p>
          <a:p>
            <a:pPr marL="342000" indent="-342000"/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cxnSp>
        <p:nvCxnSpPr>
          <p:cNvPr id="9" name="Gerade Verbindung mit Pfeil 8"/>
          <p:cNvCxnSpPr/>
          <p:nvPr/>
        </p:nvCxnSpPr>
        <p:spPr bwMode="auto">
          <a:xfrm flipH="1" flipV="1">
            <a:off x="6750422" y="3140968"/>
            <a:ext cx="1080120" cy="5040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" name="Textfeld 6"/>
          <p:cNvSpPr txBox="1"/>
          <p:nvPr/>
        </p:nvSpPr>
        <p:spPr>
          <a:xfrm>
            <a:off x="7686526" y="3212978"/>
            <a:ext cx="3888432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400" dirty="0" err="1"/>
              <a:t>Konstruktor</a:t>
            </a:r>
            <a:r>
              <a:rPr lang="de-DE" sz="2400" dirty="0"/>
              <a:t> für „</a:t>
            </a:r>
            <a:r>
              <a:rPr lang="de-DE" sz="2400" dirty="0" err="1"/>
              <a:t>myModule</a:t>
            </a:r>
            <a:r>
              <a:rPr lang="de-DE" sz="2400" dirty="0"/>
              <a:t>“ mit Parametern</a:t>
            </a:r>
          </a:p>
        </p:txBody>
      </p:sp>
      <p:cxnSp>
        <p:nvCxnSpPr>
          <p:cNvPr id="12" name="Gerade Verbindung mit Pfeil 11"/>
          <p:cNvCxnSpPr/>
          <p:nvPr/>
        </p:nvCxnSpPr>
        <p:spPr bwMode="auto">
          <a:xfrm flipH="1">
            <a:off x="6390382" y="3789040"/>
            <a:ext cx="1296144" cy="288032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23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Module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0" name="Rechteck 9"/>
          <p:cNvSpPr/>
          <p:nvPr/>
        </p:nvSpPr>
        <p:spPr bwMode="auto">
          <a:xfrm>
            <a:off x="2789982" y="2780928"/>
            <a:ext cx="1872208" cy="12241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r>
              <a:rPr lang="de-DE" dirty="0"/>
              <a:t>Modul A</a:t>
            </a:r>
          </a:p>
        </p:txBody>
      </p:sp>
      <p:sp>
        <p:nvSpPr>
          <p:cNvPr id="11" name="Rechteck 10"/>
          <p:cNvSpPr/>
          <p:nvPr/>
        </p:nvSpPr>
        <p:spPr bwMode="auto">
          <a:xfrm>
            <a:off x="7326486" y="2780928"/>
            <a:ext cx="1872208" cy="12241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r>
              <a:rPr lang="de-DE" dirty="0"/>
              <a:t>Modul B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24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de-DE"/>
              <a:t>Kommunikation</a:t>
            </a:r>
            <a:endParaRPr lang="en-US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3600986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de-DE" sz="2400" dirty="0"/>
              <a:t>Ziel: Nur explizite Kommunikation zwischen Modulen (</a:t>
            </a:r>
            <a:r>
              <a:rPr lang="de-DE" sz="2400" dirty="0">
                <a:solidFill>
                  <a:srgbClr val="0000FF"/>
                </a:solidFill>
              </a:rPr>
              <a:t>definierte Schnittstellen</a:t>
            </a:r>
            <a:r>
              <a:rPr lang="de-DE" sz="2400" dirty="0"/>
              <a:t>)</a:t>
            </a:r>
          </a:p>
          <a:p>
            <a:pPr marL="342000" indent="-342000"/>
            <a:r>
              <a:rPr lang="de-DE" sz="2400" dirty="0"/>
              <a:t>verschiedene </a:t>
            </a:r>
            <a:r>
              <a:rPr lang="de-DE" sz="2400" i="1" dirty="0">
                <a:solidFill>
                  <a:srgbClr val="0000FF"/>
                </a:solidFill>
              </a:rPr>
              <a:t>Models </a:t>
            </a:r>
            <a:r>
              <a:rPr lang="de-DE" sz="2400" i="1" dirty="0" err="1">
                <a:solidFill>
                  <a:srgbClr val="0000FF"/>
                </a:solidFill>
              </a:rPr>
              <a:t>of</a:t>
            </a:r>
            <a:r>
              <a:rPr lang="de-DE" sz="2400" i="1" dirty="0">
                <a:solidFill>
                  <a:srgbClr val="0000FF"/>
                </a:solidFill>
              </a:rPr>
              <a:t> </a:t>
            </a:r>
            <a:r>
              <a:rPr lang="de-DE" sz="2400" i="1" dirty="0" err="1">
                <a:solidFill>
                  <a:srgbClr val="0000FF"/>
                </a:solidFill>
              </a:rPr>
              <a:t>Computation</a:t>
            </a:r>
            <a:r>
              <a:rPr lang="de-DE" sz="2400" i="1" dirty="0">
                <a:solidFill>
                  <a:srgbClr val="0000FF"/>
                </a:solidFill>
              </a:rPr>
              <a:t> </a:t>
            </a:r>
            <a:r>
              <a:rPr lang="de-DE" sz="2400" dirty="0" err="1"/>
              <a:t>benut</a:t>
            </a:r>
            <a:r>
              <a:rPr lang="en-US" sz="2400" dirty="0" err="1"/>
              <a:t>zen</a:t>
            </a:r>
            <a:r>
              <a:rPr lang="en-US" sz="2400" dirty="0"/>
              <a:t> </a:t>
            </a:r>
            <a:r>
              <a:rPr lang="en-US" sz="2400" dirty="0" err="1"/>
              <a:t>unterschiedliche</a:t>
            </a:r>
            <a:r>
              <a:rPr lang="en-US" sz="2400" dirty="0"/>
              <a:t> </a:t>
            </a:r>
            <a:r>
              <a:rPr lang="en-US" sz="2400" dirty="0" err="1"/>
              <a:t>Kommunikationsmechanismen</a:t>
            </a:r>
            <a:endParaRPr lang="en-US" sz="2400" dirty="0"/>
          </a:p>
          <a:p>
            <a:pPr marL="742050" lvl="1" indent="-342000">
              <a:buFont typeface="Symbol"/>
              <a:buChar char="Þ"/>
            </a:pPr>
            <a:r>
              <a:rPr lang="en-US" dirty="0" err="1">
                <a:solidFill>
                  <a:srgbClr val="0000FF"/>
                </a:solidFill>
              </a:rPr>
              <a:t>abstraktes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Kommunikationskonzept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/>
              <a:t>basierend</a:t>
            </a:r>
            <a:r>
              <a:rPr lang="en-US" dirty="0"/>
              <a:t> auf </a:t>
            </a:r>
            <a:r>
              <a:rPr lang="en-US" dirty="0">
                <a:solidFill>
                  <a:srgbClr val="0000FF"/>
                </a:solidFill>
              </a:rPr>
              <a:t>Ports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Channels</a:t>
            </a:r>
            <a:r>
              <a:rPr lang="en-US" dirty="0"/>
              <a:t> und </a:t>
            </a:r>
            <a:r>
              <a:rPr lang="en-US" dirty="0">
                <a:solidFill>
                  <a:srgbClr val="0000FF"/>
                </a:solidFill>
              </a:rPr>
              <a:t>Interfaces</a:t>
            </a:r>
          </a:p>
          <a:p>
            <a:pPr marL="742050" lvl="1" indent="-342000">
              <a:buFont typeface="Symbol"/>
              <a:buChar char="Þ"/>
            </a:pPr>
            <a:r>
              <a:rPr lang="en-US" dirty="0" err="1"/>
              <a:t>ermöglicht</a:t>
            </a:r>
            <a:r>
              <a:rPr lang="en-US" dirty="0"/>
              <a:t> </a:t>
            </a:r>
            <a:r>
              <a:rPr lang="en-US" dirty="0" err="1"/>
              <a:t>leichten</a:t>
            </a:r>
            <a:r>
              <a:rPr lang="en-US" dirty="0"/>
              <a:t> </a:t>
            </a:r>
            <a:r>
              <a:rPr lang="en-US" dirty="0" err="1"/>
              <a:t>Austausch</a:t>
            </a:r>
            <a:endParaRPr lang="en-US" dirty="0"/>
          </a:p>
          <a:p>
            <a:pPr marL="742050" lvl="1" indent="-342000">
              <a:buFont typeface="Symbol"/>
              <a:buChar char="Þ"/>
            </a:pPr>
            <a:r>
              <a:rPr lang="en-US" dirty="0" err="1"/>
              <a:t>unterstützt</a:t>
            </a:r>
            <a:r>
              <a:rPr lang="en-US" dirty="0"/>
              <a:t> </a:t>
            </a:r>
            <a:r>
              <a:rPr lang="en-US" dirty="0" err="1"/>
              <a:t>heterogene</a:t>
            </a:r>
            <a:r>
              <a:rPr lang="en-US" dirty="0"/>
              <a:t> </a:t>
            </a:r>
            <a:r>
              <a:rPr lang="en-US" dirty="0" err="1"/>
              <a:t>MoC</a:t>
            </a:r>
            <a:endParaRPr lang="en-US" dirty="0"/>
          </a:p>
          <a:p>
            <a:pPr marL="742050" lvl="1" indent="-342000">
              <a:buFont typeface="Symbol"/>
              <a:buChar char="Þ"/>
            </a:pPr>
            <a:r>
              <a:rPr lang="en-US" dirty="0" err="1"/>
              <a:t>schrittweise</a:t>
            </a:r>
            <a:r>
              <a:rPr lang="en-US" dirty="0"/>
              <a:t> </a:t>
            </a:r>
            <a:r>
              <a:rPr lang="en-US" dirty="0" err="1"/>
              <a:t>Verfeinerung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25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4063980" cy="984885"/>
          </a:xfrm>
        </p:spPr>
        <p:txBody>
          <a:bodyPr/>
          <a:lstStyle/>
          <a:p>
            <a:pPr marL="342000" indent="-342000"/>
            <a:r>
              <a:rPr lang="de-DE"/>
              <a:t>Ports, Channels und Interfaces</a:t>
            </a:r>
            <a:endParaRPr lang="en-US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6140142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sz="2400" b="1" dirty="0">
                <a:solidFill>
                  <a:srgbClr val="0000FF"/>
                </a:solidFill>
              </a:rPr>
              <a:t>Port</a:t>
            </a:r>
          </a:p>
          <a:p>
            <a:pPr marL="742050" lvl="1" indent="-342000"/>
            <a:r>
              <a:rPr lang="en-US" sz="2200" dirty="0" err="1"/>
              <a:t>definiert</a:t>
            </a:r>
            <a:r>
              <a:rPr lang="en-US" sz="2200" dirty="0"/>
              <a:t> die </a:t>
            </a:r>
            <a:r>
              <a:rPr lang="en-US" sz="2200" dirty="0" err="1"/>
              <a:t>Eintrittspunkte</a:t>
            </a:r>
            <a:r>
              <a:rPr lang="en-US" sz="2200" dirty="0"/>
              <a:t> </a:t>
            </a:r>
            <a:r>
              <a:rPr lang="en-US" sz="2200" dirty="0" err="1"/>
              <a:t>der</a:t>
            </a:r>
            <a:r>
              <a:rPr lang="en-US" sz="2200" dirty="0"/>
              <a:t> </a:t>
            </a:r>
            <a:r>
              <a:rPr lang="en-US" sz="2200" dirty="0" err="1"/>
              <a:t>Kommunikation</a:t>
            </a:r>
            <a:endParaRPr lang="en-US" sz="2200" dirty="0"/>
          </a:p>
          <a:p>
            <a:pPr marL="742050" lvl="1" indent="-342000"/>
            <a:r>
              <a:rPr lang="en-US" sz="2200" dirty="0"/>
              <a:t>“</a:t>
            </a:r>
            <a:r>
              <a:rPr lang="en-US" sz="2200" dirty="0" err="1"/>
              <a:t>Kommunikationsanker</a:t>
            </a:r>
            <a:r>
              <a:rPr lang="en-US" sz="2200" dirty="0"/>
              <a:t>” </a:t>
            </a:r>
            <a:r>
              <a:rPr lang="en-US" sz="2200" dirty="0" err="1"/>
              <a:t>eines</a:t>
            </a:r>
            <a:r>
              <a:rPr lang="en-US" sz="2200" dirty="0"/>
              <a:t> </a:t>
            </a:r>
            <a:r>
              <a:rPr lang="en-US" sz="2200" dirty="0" err="1"/>
              <a:t>Moduls</a:t>
            </a:r>
            <a:endParaRPr lang="en-US" sz="2200" dirty="0"/>
          </a:p>
          <a:p>
            <a:pPr marL="742050" lvl="1" indent="-342000"/>
            <a:r>
              <a:rPr lang="en-US" sz="2200" dirty="0" err="1"/>
              <a:t>wird</a:t>
            </a:r>
            <a:r>
              <a:rPr lang="en-US" sz="2200" dirty="0"/>
              <a:t> an </a:t>
            </a:r>
            <a:r>
              <a:rPr lang="en-US" sz="2200" dirty="0" err="1"/>
              <a:t>ein</a:t>
            </a:r>
            <a:r>
              <a:rPr lang="en-US" sz="2200" dirty="0"/>
              <a:t> Interface </a:t>
            </a:r>
            <a:r>
              <a:rPr lang="en-US" sz="2200" dirty="0" err="1"/>
              <a:t>gebunden</a:t>
            </a:r>
            <a:endParaRPr lang="en-US" sz="2200" dirty="0"/>
          </a:p>
          <a:p>
            <a:pPr marL="342000" indent="-342000"/>
            <a:r>
              <a:rPr lang="en-US" sz="2400" b="1" dirty="0">
                <a:solidFill>
                  <a:srgbClr val="0000FF"/>
                </a:solidFill>
              </a:rPr>
              <a:t>Interface</a:t>
            </a:r>
          </a:p>
          <a:p>
            <a:pPr marL="742050" lvl="1" indent="-342000"/>
            <a:r>
              <a:rPr lang="en-US" sz="2200" dirty="0" err="1"/>
              <a:t>definiert</a:t>
            </a:r>
            <a:r>
              <a:rPr lang="en-US" sz="2200" dirty="0"/>
              <a:t> </a:t>
            </a:r>
            <a:r>
              <a:rPr lang="en-US" sz="2200" dirty="0" err="1"/>
              <a:t>eine</a:t>
            </a:r>
            <a:r>
              <a:rPr lang="en-US" sz="2200" dirty="0"/>
              <a:t> </a:t>
            </a:r>
            <a:r>
              <a:rPr lang="en-US" sz="2200" dirty="0" err="1"/>
              <a:t>Menge</a:t>
            </a:r>
            <a:r>
              <a:rPr lang="en-US" sz="2200" dirty="0"/>
              <a:t> von </a:t>
            </a:r>
            <a:r>
              <a:rPr lang="en-US" sz="2200" dirty="0" err="1"/>
              <a:t>abstrakten</a:t>
            </a:r>
            <a:r>
              <a:rPr lang="en-US" sz="2200" dirty="0"/>
              <a:t> (</a:t>
            </a:r>
            <a:r>
              <a:rPr lang="en-US" sz="2200" dirty="0" err="1"/>
              <a:t>virtuellen</a:t>
            </a:r>
            <a:r>
              <a:rPr lang="en-US" sz="2200" dirty="0"/>
              <a:t>) </a:t>
            </a:r>
            <a:r>
              <a:rPr lang="en-US" sz="2200" dirty="0" err="1"/>
              <a:t>Kommunikationsmethoden</a:t>
            </a:r>
            <a:r>
              <a:rPr lang="en-US" sz="2200" dirty="0"/>
              <a:t> </a:t>
            </a:r>
            <a:br>
              <a:rPr lang="en-US" sz="2200" dirty="0"/>
            </a:br>
            <a:r>
              <a:rPr lang="en-US" sz="2200" dirty="0"/>
              <a:t>(</a:t>
            </a:r>
            <a:r>
              <a:rPr lang="en-US" sz="2200" dirty="0" err="1"/>
              <a:t>z.B</a:t>
            </a:r>
            <a:r>
              <a:rPr lang="en-US" sz="2200" dirty="0"/>
              <a:t>. 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read()</a:t>
            </a:r>
            <a:r>
              <a:rPr lang="en-US" sz="2200" dirty="0"/>
              <a:t> und 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write()</a:t>
            </a:r>
            <a:r>
              <a:rPr lang="en-US" sz="2200" dirty="0"/>
              <a:t>)</a:t>
            </a:r>
          </a:p>
          <a:p>
            <a:pPr marL="342000" indent="-342000"/>
            <a:r>
              <a:rPr lang="en-US" sz="2400" b="1" dirty="0">
                <a:solidFill>
                  <a:srgbClr val="0000FF"/>
                </a:solidFill>
              </a:rPr>
              <a:t>Channel</a:t>
            </a:r>
          </a:p>
          <a:p>
            <a:pPr marL="742050" lvl="1" indent="-342000"/>
            <a:r>
              <a:rPr lang="en-US" sz="2200" dirty="0" err="1"/>
              <a:t>implementiert</a:t>
            </a:r>
            <a:r>
              <a:rPr lang="en-US" sz="2200" dirty="0"/>
              <a:t> die </a:t>
            </a:r>
            <a:r>
              <a:rPr lang="en-US" sz="2200" dirty="0" err="1"/>
              <a:t>Kommunikationsmethoden</a:t>
            </a:r>
            <a:r>
              <a:rPr lang="en-US" sz="2200" dirty="0"/>
              <a:t> des Interfaces</a:t>
            </a:r>
          </a:p>
          <a:p>
            <a:pPr marL="742050" lvl="1" indent="-342000"/>
            <a:r>
              <a:rPr lang="de-DE" sz="2200" dirty="0"/>
              <a:t>Mehrere Implementierungen eines Interfaces möglich</a:t>
            </a:r>
          </a:p>
          <a:p>
            <a:pPr marL="400050" lvl="1"/>
            <a:endParaRPr lang="de-DE" sz="1100" dirty="0"/>
          </a:p>
          <a:p>
            <a:pPr marL="312737" algn="ctr"/>
            <a:r>
              <a:rPr lang="de-DE" sz="2600" b="1" dirty="0">
                <a:solidFill>
                  <a:srgbClr val="FF0000"/>
                </a:solidFill>
              </a:rPr>
              <a:t>Welche Vorteile hat diese Unterteilung?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26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4063980" cy="984885"/>
          </a:xfrm>
        </p:spPr>
        <p:txBody>
          <a:bodyPr/>
          <a:lstStyle/>
          <a:p>
            <a:pPr marL="342000" indent="-342000"/>
            <a:r>
              <a:rPr lang="de-DE"/>
              <a:t>Kommunikationskonzept</a:t>
            </a:r>
            <a:endParaRPr lang="en-US"/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1846659"/>
          </a:xfrm>
        </p:spPr>
        <p:txBody>
          <a:bodyPr/>
          <a:lstStyle/>
          <a:p>
            <a:r>
              <a:rPr lang="en-US" sz="2400" dirty="0" err="1">
                <a:solidFill>
                  <a:srgbClr val="0000FF"/>
                </a:solidFill>
              </a:rPr>
              <a:t>Trennung</a:t>
            </a:r>
            <a:r>
              <a:rPr lang="en-US" sz="2400" dirty="0">
                <a:solidFill>
                  <a:srgbClr val="0000FF"/>
                </a:solidFill>
              </a:rPr>
              <a:t> von </a:t>
            </a:r>
            <a:r>
              <a:rPr lang="en-US" sz="2400" dirty="0" err="1">
                <a:solidFill>
                  <a:srgbClr val="0000FF"/>
                </a:solidFill>
              </a:rPr>
              <a:t>Kommunikation</a:t>
            </a:r>
            <a:r>
              <a:rPr lang="en-US" sz="2400" dirty="0">
                <a:solidFill>
                  <a:srgbClr val="0000FF"/>
                </a:solidFill>
              </a:rPr>
              <a:t> und </a:t>
            </a:r>
            <a:r>
              <a:rPr lang="en-US" sz="2400" dirty="0" err="1">
                <a:solidFill>
                  <a:srgbClr val="0000FF"/>
                </a:solidFill>
              </a:rPr>
              <a:t>Berechnung</a:t>
            </a:r>
            <a:endParaRPr lang="en-US" sz="2400" dirty="0">
              <a:solidFill>
                <a:srgbClr val="0000FF"/>
              </a:solidFill>
            </a:endParaRPr>
          </a:p>
          <a:p>
            <a:r>
              <a:rPr lang="en-US" sz="2400" dirty="0"/>
              <a:t>die </a:t>
            </a:r>
            <a:r>
              <a:rPr lang="en-US" sz="2400" dirty="0" err="1">
                <a:solidFill>
                  <a:srgbClr val="0000FF"/>
                </a:solidFill>
              </a:rPr>
              <a:t>Kan</a:t>
            </a:r>
            <a:r>
              <a:rPr lang="de-DE" sz="2400" dirty="0" err="1">
                <a:solidFill>
                  <a:srgbClr val="0000FF"/>
                </a:solidFill>
              </a:rPr>
              <a:t>äle</a:t>
            </a:r>
            <a:r>
              <a:rPr lang="en-US" sz="2400" dirty="0">
                <a:solidFill>
                  <a:srgbClr val="0000FF"/>
                </a:solidFill>
              </a:rPr>
              <a:t> k</a:t>
            </a:r>
            <a:r>
              <a:rPr lang="de-DE" sz="2400" dirty="0">
                <a:solidFill>
                  <a:srgbClr val="0000FF"/>
                </a:solidFill>
              </a:rPr>
              <a:t>ö</a:t>
            </a:r>
            <a:r>
              <a:rPr lang="en-US" sz="2400" dirty="0" err="1">
                <a:solidFill>
                  <a:srgbClr val="0000FF"/>
                </a:solidFill>
              </a:rPr>
              <a:t>nnen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ausgetauscht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werden</a:t>
            </a:r>
            <a:r>
              <a:rPr lang="en-US" sz="2400" dirty="0"/>
              <a:t>, </a:t>
            </a:r>
            <a:r>
              <a:rPr lang="en-US" sz="2400" dirty="0" err="1"/>
              <a:t>ohne</a:t>
            </a:r>
            <a:r>
              <a:rPr lang="en-US" sz="2400" dirty="0"/>
              <a:t> </a:t>
            </a:r>
            <a:r>
              <a:rPr lang="en-US" sz="2400" dirty="0" err="1"/>
              <a:t>dass</a:t>
            </a:r>
            <a:r>
              <a:rPr lang="en-US" sz="2400" dirty="0"/>
              <a:t> </a:t>
            </a:r>
            <a:r>
              <a:rPr lang="en-US" sz="2400" dirty="0" err="1"/>
              <a:t>sich</a:t>
            </a:r>
            <a:r>
              <a:rPr lang="en-US" sz="2400" dirty="0"/>
              <a:t> die Module </a:t>
            </a:r>
            <a:r>
              <a:rPr lang="de-DE" sz="2400" dirty="0"/>
              <a:t>ä</a:t>
            </a:r>
            <a:r>
              <a:rPr lang="en-US" sz="2400" dirty="0" err="1"/>
              <a:t>ndern</a:t>
            </a:r>
            <a:endParaRPr lang="en-US" sz="2400" dirty="0"/>
          </a:p>
          <a:p>
            <a:r>
              <a:rPr lang="en-US" sz="2400" dirty="0"/>
              <a:t>und vice versa</a:t>
            </a:r>
          </a:p>
        </p:txBody>
      </p:sp>
      <p:sp>
        <p:nvSpPr>
          <p:cNvPr id="8" name="Rechteck 7"/>
          <p:cNvSpPr/>
          <p:nvPr/>
        </p:nvSpPr>
        <p:spPr bwMode="auto">
          <a:xfrm>
            <a:off x="2069332" y="3332270"/>
            <a:ext cx="1428760" cy="1571636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ctr"/>
            <a:endParaRPr lang="de-DE"/>
          </a:p>
        </p:txBody>
      </p:sp>
      <p:sp>
        <p:nvSpPr>
          <p:cNvPr id="10" name="Rechteck 9"/>
          <p:cNvSpPr/>
          <p:nvPr/>
        </p:nvSpPr>
        <p:spPr bwMode="auto">
          <a:xfrm>
            <a:off x="3498092" y="3913298"/>
            <a:ext cx="214314" cy="347666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ctr"/>
            <a:endParaRPr lang="de-DE"/>
          </a:p>
        </p:txBody>
      </p:sp>
      <p:sp>
        <p:nvSpPr>
          <p:cNvPr id="11" name="Zylinder 10"/>
          <p:cNvSpPr/>
          <p:nvPr/>
        </p:nvSpPr>
        <p:spPr bwMode="auto">
          <a:xfrm rot="16200000">
            <a:off x="5051868" y="3350131"/>
            <a:ext cx="2071702" cy="1535917"/>
          </a:xfrm>
          <a:prstGeom prst="can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endParaRPr lang="de-DE" sz="16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Rechteck 11"/>
          <p:cNvSpPr/>
          <p:nvPr/>
        </p:nvSpPr>
        <p:spPr bwMode="auto">
          <a:xfrm>
            <a:off x="7998686" y="3689460"/>
            <a:ext cx="2143140" cy="857256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ctr"/>
            <a:endParaRPr lang="de-DE" sz="2400"/>
          </a:p>
          <a:p>
            <a:pPr marL="342900" indent="-342900" algn="ctr"/>
            <a:endParaRPr lang="de-DE"/>
          </a:p>
        </p:txBody>
      </p:sp>
      <p:cxnSp>
        <p:nvCxnSpPr>
          <p:cNvPr id="14" name="Gerade Verbindung mit Pfeil 13"/>
          <p:cNvCxnSpPr>
            <a:stCxn id="10" idx="3"/>
          </p:cNvCxnSpPr>
          <p:nvPr/>
        </p:nvCxnSpPr>
        <p:spPr bwMode="auto">
          <a:xfrm>
            <a:off x="3712406" y="4087131"/>
            <a:ext cx="184320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Gerade Verbindung mit Pfeil 14"/>
          <p:cNvCxnSpPr>
            <a:stCxn id="11" idx="3"/>
            <a:endCxn id="12" idx="1"/>
          </p:cNvCxnSpPr>
          <p:nvPr/>
        </p:nvCxnSpPr>
        <p:spPr bwMode="auto">
          <a:xfrm>
            <a:off x="6855678" y="4118088"/>
            <a:ext cx="1143008" cy="158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Textfeld 18"/>
          <p:cNvSpPr txBox="1"/>
          <p:nvPr/>
        </p:nvSpPr>
        <p:spPr>
          <a:xfrm>
            <a:off x="5712670" y="3717978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read()</a:t>
            </a:r>
            <a:endParaRPr lang="de-DE" sz="2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Textfeld 19"/>
          <p:cNvSpPr txBox="1"/>
          <p:nvPr/>
        </p:nvSpPr>
        <p:spPr>
          <a:xfrm>
            <a:off x="5712670" y="4003730"/>
            <a:ext cx="12618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write()</a:t>
            </a:r>
            <a:endParaRPr lang="de-DE" sz="2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5402130" y="2636913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Interface</a:t>
            </a:r>
            <a:endParaRPr lang="de-DE" dirty="0"/>
          </a:p>
        </p:txBody>
      </p:sp>
      <p:sp>
        <p:nvSpPr>
          <p:cNvPr id="23" name="Textfeld 22"/>
          <p:cNvSpPr txBox="1"/>
          <p:nvPr/>
        </p:nvSpPr>
        <p:spPr>
          <a:xfrm>
            <a:off x="2159057" y="2870607"/>
            <a:ext cx="1196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Module</a:t>
            </a:r>
            <a:endParaRPr lang="de-DE"/>
          </a:p>
        </p:txBody>
      </p:sp>
      <p:sp>
        <p:nvSpPr>
          <p:cNvPr id="24" name="Textfeld 23"/>
          <p:cNvSpPr txBox="1"/>
          <p:nvPr/>
        </p:nvSpPr>
        <p:spPr>
          <a:xfrm>
            <a:off x="8374161" y="3227797"/>
            <a:ext cx="1334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Channel</a:t>
            </a:r>
            <a:endParaRPr lang="de-DE"/>
          </a:p>
        </p:txBody>
      </p:sp>
      <p:sp>
        <p:nvSpPr>
          <p:cNvPr id="25" name="Textfeld 24"/>
          <p:cNvSpPr txBox="1"/>
          <p:nvPr/>
        </p:nvSpPr>
        <p:spPr>
          <a:xfrm>
            <a:off x="1997894" y="493242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sc_module</a:t>
            </a:r>
            <a:endParaRPr lang="de-DE" sz="2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5141168" y="5146738"/>
            <a:ext cx="2031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sc_interface</a:t>
            </a:r>
            <a:endParaRPr lang="de-DE" sz="2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8275403" y="4546716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sc_channel</a:t>
            </a:r>
            <a:endParaRPr lang="de-DE" sz="2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" name="Textfeld 27"/>
          <p:cNvSpPr txBox="1"/>
          <p:nvPr/>
        </p:nvSpPr>
        <p:spPr>
          <a:xfrm>
            <a:off x="7998686" y="3789416"/>
            <a:ext cx="2185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read(…) { … }</a:t>
            </a:r>
            <a:endParaRPr lang="de-DE" sz="2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9" name="Textfeld 28"/>
          <p:cNvSpPr txBox="1"/>
          <p:nvPr/>
        </p:nvSpPr>
        <p:spPr>
          <a:xfrm>
            <a:off x="7998686" y="4075168"/>
            <a:ext cx="2185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write(…){ … }</a:t>
            </a:r>
            <a:endParaRPr lang="de-DE" sz="2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0" name="Textfeld 29"/>
          <p:cNvSpPr txBox="1"/>
          <p:nvPr/>
        </p:nvSpPr>
        <p:spPr>
          <a:xfrm>
            <a:off x="3478045" y="4289482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sc_port&lt;if&gt;</a:t>
            </a:r>
            <a:endParaRPr lang="de-DE" sz="2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3516379" y="3475148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Port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27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9" grpId="0"/>
      <p:bldP spid="20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Interfaces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4062651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sz="2400" dirty="0" err="1"/>
              <a:t>definieren</a:t>
            </a:r>
            <a:r>
              <a:rPr lang="en-US" sz="2400" dirty="0"/>
              <a:t> </a:t>
            </a:r>
            <a:r>
              <a:rPr lang="en-US" sz="2400" dirty="0" err="1"/>
              <a:t>eine</a:t>
            </a:r>
            <a:r>
              <a:rPr lang="en-US" sz="2400" dirty="0"/>
              <a:t> </a:t>
            </a:r>
            <a:r>
              <a:rPr lang="en-US" sz="2400" dirty="0" err="1"/>
              <a:t>Menge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von </a:t>
            </a:r>
            <a:r>
              <a:rPr lang="en-US" sz="2400" dirty="0" err="1"/>
              <a:t>Methoden</a:t>
            </a:r>
            <a:endParaRPr lang="de-DE" sz="2400" dirty="0">
              <a:solidFill>
                <a:schemeClr val="tx2"/>
              </a:solidFill>
            </a:endParaRPr>
          </a:p>
          <a:p>
            <a:pPr marL="342000" indent="-342000"/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wird</a:t>
            </a:r>
            <a:r>
              <a:rPr lang="en-US" sz="2400" dirty="0"/>
              <a:t> </a:t>
            </a:r>
            <a:r>
              <a:rPr lang="en-US" sz="2400" dirty="0" err="1"/>
              <a:t>nur</a:t>
            </a:r>
            <a:r>
              <a:rPr lang="en-US" sz="2400" dirty="0"/>
              <a:t> die </a:t>
            </a:r>
            <a:br>
              <a:rPr lang="en-US" sz="2400" dirty="0"/>
            </a:br>
            <a:r>
              <a:rPr lang="en-US" sz="2400" dirty="0" err="1"/>
              <a:t>Signatur</a:t>
            </a:r>
            <a:r>
              <a:rPr lang="en-US" sz="2400" dirty="0"/>
              <a:t> </a:t>
            </a:r>
            <a:r>
              <a:rPr lang="en-US" sz="2400" dirty="0" err="1"/>
              <a:t>spezifiziert</a:t>
            </a:r>
            <a:endParaRPr lang="en-US" sz="2400" dirty="0"/>
          </a:p>
          <a:p>
            <a:pPr marL="342000" indent="-342000"/>
            <a:r>
              <a:rPr lang="en-US" sz="2400" dirty="0" err="1">
                <a:solidFill>
                  <a:srgbClr val="0000FF"/>
                </a:solidFill>
              </a:rPr>
              <a:t>keine</a:t>
            </a:r>
            <a:r>
              <a:rPr lang="en-US" sz="2400" dirty="0"/>
              <a:t> </a:t>
            </a:r>
            <a:r>
              <a:rPr lang="en-US" sz="2400" dirty="0" err="1"/>
              <a:t>Implementierung</a:t>
            </a:r>
            <a:endParaRPr lang="en-US" sz="2400" dirty="0"/>
          </a:p>
          <a:p>
            <a:pPr marL="342000" indent="-342000"/>
            <a:r>
              <a:rPr lang="en-US" sz="2400" dirty="0" err="1">
                <a:solidFill>
                  <a:srgbClr val="0000FF"/>
                </a:solidFill>
              </a:rPr>
              <a:t>keine</a:t>
            </a:r>
            <a:r>
              <a:rPr lang="en-US" sz="2400" dirty="0"/>
              <a:t> </a:t>
            </a:r>
            <a:r>
              <a:rPr lang="en-US" sz="2400" dirty="0" err="1"/>
              <a:t>Datenfelder</a:t>
            </a:r>
            <a:r>
              <a:rPr lang="en-US" sz="2400" dirty="0"/>
              <a:t> (</a:t>
            </a:r>
            <a:r>
              <a:rPr lang="en-US" sz="2400" dirty="0" err="1"/>
              <a:t>nur</a:t>
            </a:r>
            <a:r>
              <a:rPr lang="en-US" sz="2400" i="1" dirty="0"/>
              <a:t> pointer</a:t>
            </a:r>
            <a:r>
              <a:rPr lang="en-US" sz="2400" dirty="0"/>
              <a:t>)</a:t>
            </a:r>
          </a:p>
          <a:p>
            <a:pPr marL="342000" indent="-342000"/>
            <a:r>
              <a:rPr lang="en-US" sz="2400" dirty="0" err="1"/>
              <a:t>abstrakte</a:t>
            </a:r>
            <a:r>
              <a:rPr lang="en-US" sz="2400" dirty="0"/>
              <a:t> </a:t>
            </a:r>
            <a:r>
              <a:rPr lang="en-US" sz="2400" dirty="0" err="1"/>
              <a:t>Basisklasse</a:t>
            </a:r>
            <a:r>
              <a:rPr lang="en-US" sz="2400" dirty="0"/>
              <a:t>: </a:t>
            </a:r>
            <a:br>
              <a:rPr lang="en-US" sz="2400" dirty="0"/>
            </a:b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sc_interface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r>
              <a:rPr lang="en-US" sz="2400" err="1">
                <a:cs typeface="Courier New" pitchFamily="49" charset="0"/>
              </a:rPr>
              <a:t>abgeleitete</a:t>
            </a:r>
            <a:r>
              <a:rPr lang="en-US" sz="2400">
                <a:cs typeface="Courier New" pitchFamily="49" charset="0"/>
              </a:rPr>
              <a:t> Klassen (Beispiel): </a:t>
            </a:r>
            <a:br>
              <a:rPr lang="en-US" sz="2400" dirty="0">
                <a:cs typeface="Courier New" pitchFamily="49" charset="0"/>
              </a:rPr>
            </a:b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sc_signal_in_if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sc_signal_inout_if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endParaRPr lang="en-US" sz="2400" dirty="0"/>
          </a:p>
        </p:txBody>
      </p:sp>
      <p:sp>
        <p:nvSpPr>
          <p:cNvPr id="11" name="Rechteck 10"/>
          <p:cNvSpPr/>
          <p:nvPr/>
        </p:nvSpPr>
        <p:spPr bwMode="auto">
          <a:xfrm>
            <a:off x="7856761" y="3196445"/>
            <a:ext cx="3143272" cy="428628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000" b="1">
                <a:latin typeface="Courier New" pitchFamily="49" charset="0"/>
                <a:cs typeface="Courier New" pitchFamily="49" charset="0"/>
              </a:rPr>
              <a:t>sc_signal_in_if</a:t>
            </a:r>
            <a:endParaRPr lang="de-DE" sz="16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Rechteck 11"/>
          <p:cNvSpPr/>
          <p:nvPr/>
        </p:nvSpPr>
        <p:spPr bwMode="auto">
          <a:xfrm>
            <a:off x="7856761" y="3625073"/>
            <a:ext cx="3143272" cy="35719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b="1">
                <a:latin typeface="Courier New" pitchFamily="49" charset="0"/>
                <a:cs typeface="Courier New" pitchFamily="49" charset="0"/>
              </a:rPr>
              <a:t>read()</a:t>
            </a:r>
            <a:endParaRPr lang="de-DE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Rechteck 12"/>
          <p:cNvSpPr/>
          <p:nvPr/>
        </p:nvSpPr>
        <p:spPr bwMode="auto">
          <a:xfrm>
            <a:off x="7856761" y="4553767"/>
            <a:ext cx="3143272" cy="428628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000" b="1">
                <a:latin typeface="Courier New" pitchFamily="49" charset="0"/>
                <a:cs typeface="Courier New" pitchFamily="49" charset="0"/>
              </a:rPr>
              <a:t>sc_signal_inout_if</a:t>
            </a:r>
            <a:endParaRPr lang="de-DE" sz="16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7856761" y="4982395"/>
            <a:ext cx="3143272" cy="35719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b="1">
                <a:latin typeface="Courier New" pitchFamily="49" charset="0"/>
                <a:cs typeface="Courier New" pitchFamily="49" charset="0"/>
              </a:rPr>
              <a:t>write()</a:t>
            </a:r>
            <a:endParaRPr lang="de-DE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Rechteck 14"/>
          <p:cNvSpPr/>
          <p:nvPr/>
        </p:nvSpPr>
        <p:spPr bwMode="auto">
          <a:xfrm>
            <a:off x="7856761" y="1839123"/>
            <a:ext cx="3143272" cy="428628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2000" b="1">
                <a:latin typeface="Courier New" pitchFamily="49" charset="0"/>
                <a:cs typeface="Courier New" pitchFamily="49" charset="0"/>
              </a:rPr>
              <a:t>sc_signal</a:t>
            </a:r>
            <a:endParaRPr lang="de-DE" sz="16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Rechteck 15"/>
          <p:cNvSpPr/>
          <p:nvPr/>
        </p:nvSpPr>
        <p:spPr bwMode="auto">
          <a:xfrm>
            <a:off x="7856761" y="2267751"/>
            <a:ext cx="3143272" cy="35719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b="1">
                <a:latin typeface="Courier New" pitchFamily="49" charset="0"/>
                <a:cs typeface="Courier New" pitchFamily="49" charset="0"/>
              </a:rPr>
              <a:t>register_port()</a:t>
            </a:r>
            <a:endParaRPr lang="de-DE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7" name="Gleichschenkliges Dreieck 16"/>
          <p:cNvSpPr/>
          <p:nvPr/>
        </p:nvSpPr>
        <p:spPr bwMode="auto">
          <a:xfrm>
            <a:off x="9285521" y="2624941"/>
            <a:ext cx="285752" cy="285752"/>
          </a:xfrm>
          <a:prstGeom prst="triangl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cxnSp>
        <p:nvCxnSpPr>
          <p:cNvPr id="19" name="Gerade Verbindung 18"/>
          <p:cNvCxnSpPr>
            <a:stCxn id="17" idx="3"/>
            <a:endCxn id="11" idx="0"/>
          </p:cNvCxnSpPr>
          <p:nvPr/>
        </p:nvCxnSpPr>
        <p:spPr bwMode="auto">
          <a:xfrm rot="5400000">
            <a:off x="9285521" y="3053569"/>
            <a:ext cx="285752" cy="1588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Gleichschenkliges Dreieck 19"/>
          <p:cNvSpPr/>
          <p:nvPr/>
        </p:nvSpPr>
        <p:spPr bwMode="auto">
          <a:xfrm>
            <a:off x="9285521" y="3982263"/>
            <a:ext cx="285752" cy="285752"/>
          </a:xfrm>
          <a:prstGeom prst="triangl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cxnSp>
        <p:nvCxnSpPr>
          <p:cNvPr id="21" name="Gerade Verbindung 20"/>
          <p:cNvCxnSpPr/>
          <p:nvPr/>
        </p:nvCxnSpPr>
        <p:spPr bwMode="auto">
          <a:xfrm rot="5400000">
            <a:off x="9286315" y="4410097"/>
            <a:ext cx="285752" cy="1588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feld 21"/>
          <p:cNvSpPr txBox="1"/>
          <p:nvPr/>
        </p:nvSpPr>
        <p:spPr>
          <a:xfrm>
            <a:off x="7793276" y="836713"/>
            <a:ext cx="33496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/>
              <a:t>Vererbungshierarchie</a:t>
            </a:r>
            <a:br>
              <a:rPr lang="en-US" sz="2400" b="1"/>
            </a:br>
            <a:r>
              <a:rPr lang="en-US" sz="2400" b="1"/>
              <a:t>(Beispiel)</a:t>
            </a:r>
            <a:endParaRPr lang="de-DE" b="1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28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0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 dirty="0"/>
              <a:t>Ports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215991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dirty="0" err="1">
                <a:solidFill>
                  <a:srgbClr val="0000FF"/>
                </a:solidFill>
              </a:rPr>
              <a:t>explizite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Kommunikationsschnittstellen</a:t>
            </a:r>
            <a:endParaRPr lang="en-US" dirty="0">
              <a:solidFill>
                <a:srgbClr val="0000FF"/>
              </a:solidFill>
            </a:endParaRPr>
          </a:p>
          <a:p>
            <a:pPr marL="742050" lvl="1" indent="-342000"/>
            <a:r>
              <a:rPr lang="en-US" dirty="0" err="1"/>
              <a:t>erleichtert</a:t>
            </a:r>
            <a:r>
              <a:rPr lang="en-US" dirty="0"/>
              <a:t> </a:t>
            </a:r>
            <a:r>
              <a:rPr lang="en-US" dirty="0" err="1"/>
              <a:t>Validierung</a:t>
            </a:r>
            <a:r>
              <a:rPr lang="en-US" dirty="0"/>
              <a:t> &amp; </a:t>
            </a:r>
            <a:r>
              <a:rPr lang="en-US" dirty="0" err="1"/>
              <a:t>Verifikation</a:t>
            </a:r>
            <a:endParaRPr lang="en-US" dirty="0"/>
          </a:p>
          <a:p>
            <a:pPr marL="742050" lvl="1" indent="-342000"/>
            <a:r>
              <a:rPr lang="en-US" dirty="0" err="1"/>
              <a:t>Ziel</a:t>
            </a:r>
            <a:r>
              <a:rPr lang="en-US" dirty="0"/>
              <a:t>: </a:t>
            </a:r>
            <a:r>
              <a:rPr lang="en-US" dirty="0" err="1">
                <a:solidFill>
                  <a:srgbClr val="0000FF"/>
                </a:solidFill>
              </a:rPr>
              <a:t>keine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implizite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Kommunikation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(shared Variables)</a:t>
            </a:r>
          </a:p>
          <a:p>
            <a:pPr marL="342000" indent="-342000"/>
            <a:r>
              <a:rPr lang="en-US" dirty="0"/>
              <a:t>Port </a:t>
            </a:r>
            <a:r>
              <a:rPr lang="en-US" dirty="0" err="1"/>
              <a:t>wird</a:t>
            </a:r>
            <a:r>
              <a:rPr lang="en-US" dirty="0"/>
              <a:t> an Interface </a:t>
            </a:r>
            <a:r>
              <a:rPr lang="en-US" dirty="0" err="1"/>
              <a:t>gebunden</a:t>
            </a:r>
            <a:endParaRPr lang="en-US" dirty="0"/>
          </a:p>
          <a:p>
            <a:pPr marL="342000" indent="-342000"/>
            <a:r>
              <a:rPr lang="en-US" dirty="0" err="1"/>
              <a:t>Interfacemethoden</a:t>
            </a:r>
            <a:r>
              <a:rPr lang="en-US" dirty="0"/>
              <a:t> </a:t>
            </a:r>
            <a:r>
              <a:rPr lang="en-US" dirty="0" err="1"/>
              <a:t>können</a:t>
            </a:r>
            <a:r>
              <a:rPr lang="en-US" dirty="0"/>
              <a:t> an Ports </a:t>
            </a:r>
            <a:r>
              <a:rPr lang="en-US" dirty="0" err="1"/>
              <a:t>aufgerufen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  <a:p>
            <a:pPr marL="342000" indent="-342000"/>
            <a:r>
              <a:rPr lang="en-US" dirty="0"/>
              <a:t>Module </a:t>
            </a:r>
            <a:r>
              <a:rPr lang="en-US" dirty="0" err="1"/>
              <a:t>brauchen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den </a:t>
            </a:r>
            <a:r>
              <a:rPr lang="en-US" dirty="0" err="1"/>
              <a:t>Kanal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kennen</a:t>
            </a:r>
            <a:r>
              <a:rPr lang="en-US" dirty="0"/>
              <a:t>, </a:t>
            </a:r>
            <a:r>
              <a:rPr lang="en-US" dirty="0" err="1"/>
              <a:t>nur</a:t>
            </a:r>
            <a:r>
              <a:rPr lang="en-US" dirty="0"/>
              <a:t> den Port und das Interface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29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Kanäle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5539978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sz="2400" dirty="0"/>
              <a:t>Interfaces und Ports </a:t>
            </a:r>
            <a:r>
              <a:rPr lang="en-US" sz="2400" dirty="0" err="1"/>
              <a:t>beschreiben</a:t>
            </a:r>
            <a:r>
              <a:rPr lang="en-US" sz="2400" dirty="0"/>
              <a:t>, </a:t>
            </a:r>
            <a:r>
              <a:rPr lang="en-US" sz="2400" dirty="0" err="1"/>
              <a:t>welche</a:t>
            </a:r>
            <a:r>
              <a:rPr lang="en-US" sz="2400" dirty="0"/>
              <a:t> </a:t>
            </a:r>
            <a:r>
              <a:rPr lang="en-US" sz="2400" dirty="0" err="1"/>
              <a:t>Kommunikationsmethoden</a:t>
            </a:r>
            <a:r>
              <a:rPr lang="en-US" sz="2400" dirty="0"/>
              <a:t> in </a:t>
            </a:r>
            <a:r>
              <a:rPr lang="en-US" sz="2400" dirty="0" err="1"/>
              <a:t>einem</a:t>
            </a:r>
            <a:r>
              <a:rPr lang="en-US" sz="2400" dirty="0"/>
              <a:t> </a:t>
            </a:r>
            <a:r>
              <a:rPr lang="en-US" sz="2400" dirty="0" err="1"/>
              <a:t>Modul</a:t>
            </a:r>
            <a:r>
              <a:rPr lang="en-US" sz="2400" dirty="0"/>
              <a:t> </a:t>
            </a:r>
            <a:r>
              <a:rPr lang="en-US" sz="2400" dirty="0" err="1"/>
              <a:t>zur</a:t>
            </a:r>
            <a:r>
              <a:rPr lang="en-US" sz="2400" dirty="0"/>
              <a:t> </a:t>
            </a:r>
            <a:r>
              <a:rPr lang="en-US" sz="2400" dirty="0" err="1"/>
              <a:t>Verfügung</a:t>
            </a:r>
            <a:r>
              <a:rPr lang="en-US" sz="2400" dirty="0"/>
              <a:t> </a:t>
            </a:r>
            <a:r>
              <a:rPr lang="en-US" sz="2400" dirty="0" err="1"/>
              <a:t>stehen</a:t>
            </a:r>
            <a:endParaRPr lang="en-US" sz="2400" dirty="0"/>
          </a:p>
          <a:p>
            <a:pPr marL="342000" indent="-342000"/>
            <a:r>
              <a:rPr lang="en-US" sz="2400" dirty="0" err="1"/>
              <a:t>Kan</a:t>
            </a:r>
            <a:r>
              <a:rPr lang="de-DE" sz="2400" dirty="0"/>
              <a:t>ä</a:t>
            </a:r>
            <a:r>
              <a:rPr lang="en-US" sz="2400" dirty="0"/>
              <a:t>le </a:t>
            </a:r>
            <a:r>
              <a:rPr lang="en-US" sz="2400" dirty="0" err="1"/>
              <a:t>definieren</a:t>
            </a:r>
            <a:r>
              <a:rPr lang="en-US" sz="2400" dirty="0"/>
              <a:t> das </a:t>
            </a:r>
            <a:r>
              <a:rPr lang="en-US" sz="2400" dirty="0" err="1"/>
              <a:t>Verhalten</a:t>
            </a:r>
            <a:r>
              <a:rPr lang="en-US" sz="2400" dirty="0"/>
              <a:t> </a:t>
            </a:r>
            <a:r>
              <a:rPr lang="en-US" sz="2400" dirty="0" err="1"/>
              <a:t>dieser</a:t>
            </a:r>
            <a:r>
              <a:rPr lang="en-US" sz="2400" dirty="0"/>
              <a:t>  </a:t>
            </a:r>
            <a:r>
              <a:rPr lang="en-US" sz="2400" dirty="0" err="1"/>
              <a:t>Kommunikationsmethoden</a:t>
            </a:r>
            <a:endParaRPr lang="en-US" sz="2400" dirty="0"/>
          </a:p>
          <a:p>
            <a:pPr marL="342000" indent="-342000"/>
            <a:r>
              <a:rPr lang="en-US" sz="2400" dirty="0" err="1"/>
              <a:t>ein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Kanal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implementiert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ein</a:t>
            </a:r>
            <a:r>
              <a:rPr lang="en-US" sz="2400" dirty="0">
                <a:solidFill>
                  <a:srgbClr val="0000FF"/>
                </a:solidFill>
              </a:rPr>
              <a:t> Interface</a:t>
            </a:r>
            <a:r>
              <a:rPr lang="en-US" sz="2400" dirty="0"/>
              <a:t>, </a:t>
            </a:r>
            <a:r>
              <a:rPr lang="en-US" sz="2400" dirty="0" err="1"/>
              <a:t>wenn</a:t>
            </a:r>
            <a:r>
              <a:rPr lang="en-US" sz="2400" dirty="0"/>
              <a:t> </a:t>
            </a:r>
            <a:r>
              <a:rPr lang="en-US" sz="2400" dirty="0" err="1"/>
              <a:t>alle</a:t>
            </a:r>
            <a:r>
              <a:rPr lang="en-US" sz="2400" dirty="0"/>
              <a:t> </a:t>
            </a:r>
            <a:r>
              <a:rPr lang="en-US" sz="2400" dirty="0" err="1"/>
              <a:t>im</a:t>
            </a:r>
            <a:r>
              <a:rPr lang="en-US" sz="2400" dirty="0"/>
              <a:t> Interface </a:t>
            </a:r>
            <a:r>
              <a:rPr lang="en-US" sz="2400" dirty="0" err="1"/>
              <a:t>deklarierten</a:t>
            </a:r>
            <a:r>
              <a:rPr lang="en-US" sz="2400" dirty="0"/>
              <a:t> </a:t>
            </a:r>
            <a:r>
              <a:rPr lang="en-US" sz="2400" dirty="0" err="1"/>
              <a:t>Methoden</a:t>
            </a:r>
            <a:r>
              <a:rPr lang="en-US" sz="2400" dirty="0"/>
              <a:t> </a:t>
            </a:r>
            <a:r>
              <a:rPr lang="en-US" sz="2400" dirty="0" err="1"/>
              <a:t>implementiert</a:t>
            </a:r>
            <a:r>
              <a:rPr lang="en-US" sz="2400" dirty="0"/>
              <a:t> </a:t>
            </a:r>
            <a:r>
              <a:rPr lang="en-US" sz="2400" dirty="0" err="1"/>
              <a:t>sind</a:t>
            </a:r>
            <a:endParaRPr lang="en-US" sz="2400" dirty="0"/>
          </a:p>
          <a:p>
            <a:pPr marL="342000" indent="-342000"/>
            <a:r>
              <a:rPr lang="en-US" sz="2400" dirty="0" err="1"/>
              <a:t>verschiedene</a:t>
            </a:r>
            <a:r>
              <a:rPr lang="en-US" sz="2400" dirty="0"/>
              <a:t> </a:t>
            </a:r>
            <a:r>
              <a:rPr lang="en-US" sz="2400" dirty="0" err="1"/>
              <a:t>Kan</a:t>
            </a:r>
            <a:r>
              <a:rPr lang="de-DE" sz="2400" dirty="0"/>
              <a:t>ä</a:t>
            </a:r>
            <a:r>
              <a:rPr lang="en-US" sz="2400" dirty="0"/>
              <a:t>le k</a:t>
            </a:r>
            <a:r>
              <a:rPr lang="de-DE" sz="2400" dirty="0"/>
              <a:t>ö</a:t>
            </a:r>
            <a:r>
              <a:rPr lang="en-US" sz="2400" dirty="0" err="1"/>
              <a:t>nnen</a:t>
            </a:r>
            <a:r>
              <a:rPr lang="en-US" sz="2400" dirty="0"/>
              <a:t> das </a:t>
            </a:r>
            <a:r>
              <a:rPr lang="en-US" sz="2400" dirty="0" err="1"/>
              <a:t>gleiche</a:t>
            </a:r>
            <a:r>
              <a:rPr lang="en-US" sz="2400" dirty="0"/>
              <a:t> Interface </a:t>
            </a:r>
            <a:r>
              <a:rPr lang="en-US" sz="2400" dirty="0" err="1"/>
              <a:t>unterschiedlich</a:t>
            </a:r>
            <a:r>
              <a:rPr lang="en-US" sz="2400" dirty="0"/>
              <a:t> </a:t>
            </a:r>
            <a:r>
              <a:rPr lang="en-US" sz="2400" dirty="0" err="1"/>
              <a:t>implementieren</a:t>
            </a:r>
            <a:endParaRPr lang="en-US" sz="2400" dirty="0"/>
          </a:p>
          <a:p>
            <a:pPr marL="342000" indent="-342000"/>
            <a:r>
              <a:rPr lang="en-US" sz="2400" dirty="0" err="1"/>
              <a:t>Beispiel</a:t>
            </a:r>
            <a:r>
              <a:rPr lang="en-US" sz="2400" dirty="0"/>
              <a:t>: der </a:t>
            </a:r>
            <a:r>
              <a:rPr lang="en-US" sz="2400" dirty="0" err="1"/>
              <a:t>Kanal</a:t>
            </a:r>
            <a:r>
              <a:rPr lang="en-US" sz="2400" dirty="0"/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sc_signal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&lt;T&gt;</a:t>
            </a:r>
            <a:r>
              <a:rPr lang="en-US" sz="2400" dirty="0">
                <a:cs typeface="Courier New" pitchFamily="49" charset="0"/>
              </a:rPr>
              <a:t> </a:t>
            </a:r>
            <a:r>
              <a:rPr lang="en-US" sz="2400" dirty="0" err="1">
                <a:cs typeface="Courier New" pitchFamily="49" charset="0"/>
              </a:rPr>
              <a:t>implementiert</a:t>
            </a:r>
            <a:r>
              <a:rPr lang="en-US" sz="2400" dirty="0">
                <a:cs typeface="Courier New" pitchFamily="49" charset="0"/>
              </a:rPr>
              <a:t> die Interfaces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sc_signal_in_if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/>
              <a:t>und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sc_signal_inout_if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endParaRPr lang="en-US" sz="24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30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984885"/>
          </a:xfrm>
        </p:spPr>
        <p:txBody>
          <a:bodyPr/>
          <a:lstStyle/>
          <a:p>
            <a:r>
              <a:rPr lang="de-DE" dirty="0"/>
              <a:t>Modulkommunikation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0" name="Rechteck 9"/>
          <p:cNvSpPr/>
          <p:nvPr/>
        </p:nvSpPr>
        <p:spPr bwMode="auto">
          <a:xfrm>
            <a:off x="2789982" y="2780928"/>
            <a:ext cx="1872208" cy="12241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r>
              <a:rPr lang="de-DE" dirty="0"/>
              <a:t>Modul A</a:t>
            </a:r>
          </a:p>
        </p:txBody>
      </p:sp>
      <p:sp>
        <p:nvSpPr>
          <p:cNvPr id="11" name="Rechteck 10"/>
          <p:cNvSpPr/>
          <p:nvPr/>
        </p:nvSpPr>
        <p:spPr bwMode="auto">
          <a:xfrm>
            <a:off x="7326486" y="2780928"/>
            <a:ext cx="1872208" cy="12241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r>
              <a:rPr lang="de-DE" dirty="0"/>
              <a:t>Modul B</a:t>
            </a:r>
          </a:p>
        </p:txBody>
      </p:sp>
      <p:sp>
        <p:nvSpPr>
          <p:cNvPr id="9" name="Rechteck 8"/>
          <p:cNvSpPr/>
          <p:nvPr/>
        </p:nvSpPr>
        <p:spPr bwMode="auto">
          <a:xfrm>
            <a:off x="4662190" y="3212976"/>
            <a:ext cx="360040" cy="360040"/>
          </a:xfrm>
          <a:prstGeom prst="rect">
            <a:avLst/>
          </a:prstGeom>
          <a:solidFill>
            <a:schemeClr val="accent1">
              <a:lumMod val="10000"/>
            </a:schemeClr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sp>
        <p:nvSpPr>
          <p:cNvPr id="12" name="Rechteck 11"/>
          <p:cNvSpPr/>
          <p:nvPr/>
        </p:nvSpPr>
        <p:spPr bwMode="auto">
          <a:xfrm>
            <a:off x="6966446" y="3212976"/>
            <a:ext cx="360040" cy="360040"/>
          </a:xfrm>
          <a:prstGeom prst="rect">
            <a:avLst/>
          </a:prstGeom>
          <a:solidFill>
            <a:schemeClr val="accent1">
              <a:lumMod val="10000"/>
            </a:schemeClr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sp>
        <p:nvSpPr>
          <p:cNvPr id="13" name="Textfeld 12"/>
          <p:cNvSpPr txBox="1"/>
          <p:nvPr/>
        </p:nvSpPr>
        <p:spPr>
          <a:xfrm>
            <a:off x="5598296" y="5301210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1">
                    <a:lumMod val="10000"/>
                  </a:schemeClr>
                </a:solidFill>
              </a:rPr>
              <a:t>Ports</a:t>
            </a:r>
          </a:p>
        </p:txBody>
      </p:sp>
      <p:cxnSp>
        <p:nvCxnSpPr>
          <p:cNvPr id="15" name="Gerade Verbindung mit Pfeil 14"/>
          <p:cNvCxnSpPr/>
          <p:nvPr/>
        </p:nvCxnSpPr>
        <p:spPr bwMode="auto">
          <a:xfrm flipH="1" flipV="1">
            <a:off x="5022230" y="3789040"/>
            <a:ext cx="720080" cy="144016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Gerade Verbindung mit Pfeil 16"/>
          <p:cNvCxnSpPr/>
          <p:nvPr/>
        </p:nvCxnSpPr>
        <p:spPr bwMode="auto">
          <a:xfrm flipV="1">
            <a:off x="6462390" y="3645024"/>
            <a:ext cx="504056" cy="158417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8" name="Rechteck 17"/>
          <p:cNvSpPr/>
          <p:nvPr/>
        </p:nvSpPr>
        <p:spPr bwMode="auto">
          <a:xfrm>
            <a:off x="5022230" y="3284984"/>
            <a:ext cx="1944216" cy="216024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sp>
        <p:nvSpPr>
          <p:cNvPr id="20" name="Textfeld 19"/>
          <p:cNvSpPr txBox="1"/>
          <p:nvPr/>
        </p:nvSpPr>
        <p:spPr>
          <a:xfrm>
            <a:off x="3438056" y="1628802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C000"/>
                </a:solidFill>
              </a:rPr>
              <a:t>Interface</a:t>
            </a:r>
          </a:p>
        </p:txBody>
      </p:sp>
      <p:sp>
        <p:nvSpPr>
          <p:cNvPr id="21" name="Rechteck 20"/>
          <p:cNvSpPr/>
          <p:nvPr/>
        </p:nvSpPr>
        <p:spPr bwMode="auto">
          <a:xfrm>
            <a:off x="5022230" y="3356992"/>
            <a:ext cx="1944216" cy="72008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cxnSp>
        <p:nvCxnSpPr>
          <p:cNvPr id="23" name="Gerade Verbindung mit Pfeil 22"/>
          <p:cNvCxnSpPr/>
          <p:nvPr/>
        </p:nvCxnSpPr>
        <p:spPr bwMode="auto">
          <a:xfrm>
            <a:off x="4806206" y="2204864"/>
            <a:ext cx="432048" cy="108012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Textfeld 23"/>
          <p:cNvSpPr txBox="1"/>
          <p:nvPr/>
        </p:nvSpPr>
        <p:spPr>
          <a:xfrm>
            <a:off x="6894440" y="1628802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Channel</a:t>
            </a:r>
          </a:p>
        </p:txBody>
      </p:sp>
      <p:cxnSp>
        <p:nvCxnSpPr>
          <p:cNvPr id="26" name="Gerade Verbindung mit Pfeil 25"/>
          <p:cNvCxnSpPr/>
          <p:nvPr/>
        </p:nvCxnSpPr>
        <p:spPr bwMode="auto">
          <a:xfrm flipH="1">
            <a:off x="6246366" y="2204864"/>
            <a:ext cx="648072" cy="115212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31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/>
      <p:bldP spid="18" grpId="0" animBg="1"/>
      <p:bldP spid="20" grpId="0"/>
      <p:bldP spid="21" grpId="0" animBg="1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hteck 60"/>
          <p:cNvSpPr/>
          <p:nvPr/>
        </p:nvSpPr>
        <p:spPr bwMode="auto">
          <a:xfrm>
            <a:off x="4878214" y="4149080"/>
            <a:ext cx="360040" cy="360040"/>
          </a:xfrm>
          <a:prstGeom prst="rect">
            <a:avLst/>
          </a:prstGeom>
          <a:solidFill>
            <a:schemeClr val="accent1">
              <a:lumMod val="10000"/>
            </a:schemeClr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sp>
        <p:nvSpPr>
          <p:cNvPr id="60" name="Rechteck 59"/>
          <p:cNvSpPr/>
          <p:nvPr/>
        </p:nvSpPr>
        <p:spPr bwMode="auto">
          <a:xfrm>
            <a:off x="6966446" y="4149080"/>
            <a:ext cx="360040" cy="360040"/>
          </a:xfrm>
          <a:prstGeom prst="rect">
            <a:avLst/>
          </a:prstGeom>
          <a:solidFill>
            <a:schemeClr val="accent1">
              <a:lumMod val="10000"/>
            </a:schemeClr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Hierarchische Kanäle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2492990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sz="2400" dirty="0" err="1"/>
              <a:t>hierarchische</a:t>
            </a:r>
            <a:r>
              <a:rPr lang="en-US" sz="2400" dirty="0"/>
              <a:t> Kan</a:t>
            </a:r>
            <a:r>
              <a:rPr lang="de-DE" sz="2400" dirty="0" err="1"/>
              <a:t>äle</a:t>
            </a:r>
            <a:r>
              <a:rPr lang="de-DE" sz="2400" dirty="0"/>
              <a:t> k</a:t>
            </a:r>
            <a:r>
              <a:rPr lang="en-US" sz="2400" dirty="0" err="1"/>
              <a:t>önnen</a:t>
            </a:r>
            <a:r>
              <a:rPr lang="en-US" sz="2400" dirty="0"/>
              <a:t> Module, Ports und Kan</a:t>
            </a:r>
            <a:r>
              <a:rPr lang="de-DE" sz="2400" dirty="0" err="1"/>
              <a:t>äle</a:t>
            </a:r>
            <a:r>
              <a:rPr lang="en-US" sz="2400" dirty="0"/>
              <a:t> </a:t>
            </a:r>
            <a:r>
              <a:rPr lang="en-US" sz="2400" dirty="0" err="1"/>
              <a:t>enthalten</a:t>
            </a:r>
            <a:endParaRPr lang="en-US" sz="2400" dirty="0"/>
          </a:p>
          <a:p>
            <a:pPr marL="342000" indent="-342000"/>
            <a:r>
              <a:rPr lang="en-US" sz="2400" dirty="0" err="1"/>
              <a:t>damit</a:t>
            </a:r>
            <a:r>
              <a:rPr lang="en-US" sz="2400" dirty="0"/>
              <a:t> k</a:t>
            </a:r>
            <a:r>
              <a:rPr lang="de-DE" sz="2400" dirty="0"/>
              <a:t>ö</a:t>
            </a:r>
            <a:r>
              <a:rPr lang="en-US" sz="2400" dirty="0" err="1"/>
              <a:t>nnen</a:t>
            </a:r>
            <a:r>
              <a:rPr lang="en-US" sz="2400" dirty="0"/>
              <a:t> </a:t>
            </a:r>
            <a:r>
              <a:rPr lang="en-US" sz="2400" dirty="0" err="1"/>
              <a:t>komplexe</a:t>
            </a:r>
            <a:r>
              <a:rPr lang="en-US" sz="2400" dirty="0"/>
              <a:t> </a:t>
            </a:r>
            <a:r>
              <a:rPr lang="en-US" sz="2400" dirty="0" err="1"/>
              <a:t>Kommunikationsstrukturen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(</a:t>
            </a:r>
            <a:r>
              <a:rPr lang="en-US" sz="2400" dirty="0" err="1"/>
              <a:t>z.B</a:t>
            </a:r>
            <a:r>
              <a:rPr lang="en-US" sz="2400" dirty="0"/>
              <a:t>. </a:t>
            </a:r>
            <a:r>
              <a:rPr lang="en-US" sz="2400" dirty="0" err="1"/>
              <a:t>Busprotokolle</a:t>
            </a:r>
            <a:r>
              <a:rPr lang="en-US" sz="2400" dirty="0"/>
              <a:t>) </a:t>
            </a:r>
            <a:r>
              <a:rPr lang="en-US" sz="2400" dirty="0" err="1"/>
              <a:t>modelliert</a:t>
            </a:r>
            <a:r>
              <a:rPr lang="en-US" sz="2400" dirty="0"/>
              <a:t> </a:t>
            </a:r>
            <a:r>
              <a:rPr lang="en-US" sz="2400" dirty="0" err="1"/>
              <a:t>werden</a:t>
            </a:r>
            <a:endParaRPr lang="en-US" sz="2400" dirty="0"/>
          </a:p>
          <a:p>
            <a:pPr marL="342000" indent="-342000"/>
            <a:endParaRPr lang="en-US" sz="2400" dirty="0"/>
          </a:p>
          <a:p>
            <a:pPr marL="342000" indent="-342000"/>
            <a:endParaRPr lang="en-US" dirty="0"/>
          </a:p>
        </p:txBody>
      </p:sp>
      <p:sp>
        <p:nvSpPr>
          <p:cNvPr id="47" name="Rechteck 46"/>
          <p:cNvSpPr/>
          <p:nvPr/>
        </p:nvSpPr>
        <p:spPr bwMode="auto">
          <a:xfrm>
            <a:off x="1781870" y="3717032"/>
            <a:ext cx="1872208" cy="12241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r>
              <a:rPr lang="de-DE" dirty="0"/>
              <a:t>Modul A</a:t>
            </a:r>
          </a:p>
        </p:txBody>
      </p:sp>
      <p:sp>
        <p:nvSpPr>
          <p:cNvPr id="48" name="Rechteck 47"/>
          <p:cNvSpPr/>
          <p:nvPr/>
        </p:nvSpPr>
        <p:spPr bwMode="auto">
          <a:xfrm>
            <a:off x="8550622" y="3717032"/>
            <a:ext cx="1872208" cy="12241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r>
              <a:rPr lang="de-DE" dirty="0"/>
              <a:t>Modul B</a:t>
            </a:r>
          </a:p>
        </p:txBody>
      </p:sp>
      <p:sp>
        <p:nvSpPr>
          <p:cNvPr id="49" name="Rechteck 48"/>
          <p:cNvSpPr/>
          <p:nvPr/>
        </p:nvSpPr>
        <p:spPr bwMode="auto">
          <a:xfrm>
            <a:off x="3654078" y="4149080"/>
            <a:ext cx="360040" cy="360040"/>
          </a:xfrm>
          <a:prstGeom prst="rect">
            <a:avLst/>
          </a:prstGeom>
          <a:solidFill>
            <a:schemeClr val="accent1">
              <a:lumMod val="10000"/>
            </a:schemeClr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sp>
        <p:nvSpPr>
          <p:cNvPr id="50" name="Rechteck 49"/>
          <p:cNvSpPr/>
          <p:nvPr/>
        </p:nvSpPr>
        <p:spPr bwMode="auto">
          <a:xfrm>
            <a:off x="8190582" y="4149080"/>
            <a:ext cx="360040" cy="360040"/>
          </a:xfrm>
          <a:prstGeom prst="rect">
            <a:avLst/>
          </a:prstGeom>
          <a:solidFill>
            <a:schemeClr val="accent1">
              <a:lumMod val="10000"/>
            </a:schemeClr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sp>
        <p:nvSpPr>
          <p:cNvPr id="56" name="Rechteck 55"/>
          <p:cNvSpPr/>
          <p:nvPr/>
        </p:nvSpPr>
        <p:spPr bwMode="auto">
          <a:xfrm>
            <a:off x="4014118" y="4221088"/>
            <a:ext cx="864096" cy="216024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sp>
        <p:nvSpPr>
          <p:cNvPr id="57" name="Rechteck 56"/>
          <p:cNvSpPr/>
          <p:nvPr/>
        </p:nvSpPr>
        <p:spPr bwMode="auto">
          <a:xfrm>
            <a:off x="4014118" y="4293096"/>
            <a:ext cx="864096" cy="72008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sp>
        <p:nvSpPr>
          <p:cNvPr id="58" name="Rechteck 57"/>
          <p:cNvSpPr/>
          <p:nvPr/>
        </p:nvSpPr>
        <p:spPr bwMode="auto">
          <a:xfrm>
            <a:off x="7326486" y="4221088"/>
            <a:ext cx="864096" cy="216024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sp>
        <p:nvSpPr>
          <p:cNvPr id="59" name="Rechteck 58"/>
          <p:cNvSpPr/>
          <p:nvPr/>
        </p:nvSpPr>
        <p:spPr bwMode="auto">
          <a:xfrm>
            <a:off x="7326486" y="4293096"/>
            <a:ext cx="864096" cy="72008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sp>
        <p:nvSpPr>
          <p:cNvPr id="62" name="Rechteck 61"/>
          <p:cNvSpPr/>
          <p:nvPr/>
        </p:nvSpPr>
        <p:spPr bwMode="auto">
          <a:xfrm>
            <a:off x="5238254" y="3717032"/>
            <a:ext cx="1728192" cy="12241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r>
              <a:rPr lang="de-DE" dirty="0"/>
              <a:t>Channel</a:t>
            </a:r>
          </a:p>
        </p:txBody>
      </p:sp>
      <p:sp>
        <p:nvSpPr>
          <p:cNvPr id="63" name="Rechteck 62"/>
          <p:cNvSpPr/>
          <p:nvPr/>
        </p:nvSpPr>
        <p:spPr bwMode="auto">
          <a:xfrm>
            <a:off x="5958334" y="3356992"/>
            <a:ext cx="360040" cy="360040"/>
          </a:xfrm>
          <a:prstGeom prst="rect">
            <a:avLst/>
          </a:prstGeom>
          <a:solidFill>
            <a:schemeClr val="accent1">
              <a:lumMod val="10000"/>
            </a:schemeClr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cxnSp>
        <p:nvCxnSpPr>
          <p:cNvPr id="88" name="Form 87"/>
          <p:cNvCxnSpPr>
            <a:stCxn id="63" idx="0"/>
          </p:cNvCxnSpPr>
          <p:nvPr/>
        </p:nvCxnSpPr>
        <p:spPr bwMode="auto">
          <a:xfrm rot="16200000" flipV="1">
            <a:off x="5256256" y="2474894"/>
            <a:ext cx="360040" cy="1404156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/>
          </a:ln>
          <a:effectLst/>
        </p:spPr>
      </p:cxn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32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 Verbindung mit Pfeil 12"/>
          <p:cNvCxnSpPr>
            <a:stCxn id="11" idx="1"/>
          </p:cNvCxnSpPr>
          <p:nvPr/>
        </p:nvCxnSpPr>
        <p:spPr bwMode="auto">
          <a:xfrm flipH="1">
            <a:off x="2933998" y="1766721"/>
            <a:ext cx="1728192" cy="870193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 dirty="0" err="1"/>
              <a:t>Portbeispiel</a:t>
            </a:r>
            <a:endParaRPr lang="en-US" dirty="0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3385542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MyModule.h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SC_MODULE(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sc_in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 in;</a:t>
            </a: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sc_fifo_out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&gt; out;</a:t>
            </a: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sc_port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&lt;CANBUS_IF, data&gt; bus;</a:t>
            </a:r>
          </a:p>
          <a:p>
            <a:pPr marL="342000" indent="-342000"/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	SC_CTOR(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	{ …	}</a:t>
            </a:r>
          </a:p>
          <a:p>
            <a:pPr marL="342000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de-DE" sz="20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4662190" y="1412776"/>
            <a:ext cx="3744416" cy="70788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Eingangsport mit </a:t>
            </a:r>
            <a:r>
              <a:rPr lang="de-DE" sz="2000" dirty="0" err="1"/>
              <a:t>sc_signal</a:t>
            </a:r>
            <a:r>
              <a:rPr lang="de-DE" sz="2000" dirty="0"/>
              <a:t>, Leseoperationen</a:t>
            </a:r>
          </a:p>
        </p:txBody>
      </p:sp>
      <p:cxnSp>
        <p:nvCxnSpPr>
          <p:cNvPr id="22" name="Gerade Verbindung mit Pfeil 21"/>
          <p:cNvCxnSpPr/>
          <p:nvPr/>
        </p:nvCxnSpPr>
        <p:spPr bwMode="auto">
          <a:xfrm flipH="1">
            <a:off x="4158134" y="2780928"/>
            <a:ext cx="576064" cy="288032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3" name="Textfeld 22"/>
          <p:cNvSpPr txBox="1"/>
          <p:nvPr/>
        </p:nvSpPr>
        <p:spPr>
          <a:xfrm>
            <a:off x="4662190" y="2420888"/>
            <a:ext cx="4104456" cy="70788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Ausgangsport mit </a:t>
            </a:r>
            <a:r>
              <a:rPr lang="de-DE" sz="2000" dirty="0" err="1"/>
              <a:t>sc_fifo</a:t>
            </a:r>
            <a:r>
              <a:rPr lang="de-DE" sz="2000" dirty="0"/>
              <a:t>, Schreiboperationen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4662190" y="3861048"/>
            <a:ext cx="4104456" cy="70788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Port mit Interface, </a:t>
            </a:r>
            <a:br>
              <a:rPr lang="de-DE" sz="2000" dirty="0"/>
            </a:br>
            <a:r>
              <a:rPr lang="de-DE" sz="2000" dirty="0"/>
              <a:t>Operationen je nach Interface</a:t>
            </a:r>
          </a:p>
        </p:txBody>
      </p:sp>
      <p:cxnSp>
        <p:nvCxnSpPr>
          <p:cNvPr id="31" name="Gerade Verbindung mit Pfeil 30"/>
          <p:cNvCxnSpPr/>
          <p:nvPr/>
        </p:nvCxnSpPr>
        <p:spPr bwMode="auto">
          <a:xfrm flipH="1" flipV="1">
            <a:off x="3438054" y="3645024"/>
            <a:ext cx="1224136" cy="3600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33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Primitive Kanäle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3477875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sz="2400" dirty="0">
                <a:solidFill>
                  <a:srgbClr val="0000FF"/>
                </a:solidFill>
              </a:rPr>
              <a:t>primitive </a:t>
            </a:r>
            <a:r>
              <a:rPr lang="en-US" sz="2400" dirty="0" err="1">
                <a:solidFill>
                  <a:srgbClr val="0000FF"/>
                </a:solidFill>
              </a:rPr>
              <a:t>Kan</a:t>
            </a:r>
            <a:r>
              <a:rPr lang="de-DE" sz="2400" dirty="0">
                <a:solidFill>
                  <a:srgbClr val="0000FF"/>
                </a:solidFill>
              </a:rPr>
              <a:t>ä</a:t>
            </a:r>
            <a:r>
              <a:rPr lang="en-US" sz="2400" dirty="0">
                <a:solidFill>
                  <a:srgbClr val="0000FF"/>
                </a:solidFill>
              </a:rPr>
              <a:t>le </a:t>
            </a:r>
            <a:r>
              <a:rPr lang="en-US" sz="2400" dirty="0" err="1"/>
              <a:t>unterst</a:t>
            </a:r>
            <a:r>
              <a:rPr lang="de-DE" sz="2400" dirty="0" err="1"/>
              <a:t>ützen</a:t>
            </a:r>
            <a:r>
              <a:rPr lang="de-DE" sz="2400" dirty="0"/>
              <a:t> den Zugriff per </a:t>
            </a:r>
            <a:r>
              <a:rPr lang="de-DE" sz="2400" i="1" dirty="0" err="1">
                <a:solidFill>
                  <a:srgbClr val="0000FF"/>
                </a:solidFill>
              </a:rPr>
              <a:t>request</a:t>
            </a:r>
            <a:r>
              <a:rPr lang="de-DE" sz="2400" i="1" dirty="0">
                <a:solidFill>
                  <a:srgbClr val="0000FF"/>
                </a:solidFill>
              </a:rPr>
              <a:t>-update</a:t>
            </a:r>
            <a:r>
              <a:rPr lang="de-DE" sz="2400" dirty="0"/>
              <a:t> Schema</a:t>
            </a:r>
          </a:p>
          <a:p>
            <a:pPr marL="429313" lvl="1" indent="-342000"/>
            <a:r>
              <a:rPr lang="de-DE" sz="2000" dirty="0"/>
              <a:t>Ä</a:t>
            </a:r>
            <a:r>
              <a:rPr lang="en-US" sz="2000" dirty="0" err="1"/>
              <a:t>nderungen</a:t>
            </a:r>
            <a:r>
              <a:rPr lang="en-US" sz="2000" dirty="0"/>
              <a:t> am </a:t>
            </a:r>
            <a:r>
              <a:rPr lang="en-US" sz="2000" dirty="0" err="1"/>
              <a:t>Zustand</a:t>
            </a:r>
            <a:r>
              <a:rPr lang="en-US" sz="2000" dirty="0"/>
              <a:t> von </a:t>
            </a:r>
            <a:r>
              <a:rPr lang="en-US" sz="2000" dirty="0" err="1"/>
              <a:t>Kan</a:t>
            </a:r>
            <a:r>
              <a:rPr lang="de-DE" sz="2000" dirty="0"/>
              <a:t>ä</a:t>
            </a:r>
            <a:r>
              <a:rPr lang="en-US" sz="2000" dirty="0" err="1"/>
              <a:t>len</a:t>
            </a:r>
            <a:r>
              <a:rPr lang="en-US" sz="2000" dirty="0"/>
              <a:t> </a:t>
            </a:r>
            <a:r>
              <a:rPr lang="de-DE" sz="2000" dirty="0"/>
              <a:t>werden nicht unmittelbar wirksam</a:t>
            </a:r>
          </a:p>
          <a:p>
            <a:pPr marL="429313" lvl="1" indent="-342000"/>
            <a:r>
              <a:rPr lang="de-DE" sz="2000" dirty="0"/>
              <a:t>Stattdessen stellt jeder Prozess, der auf einem Kanal schreiben möchte, einen </a:t>
            </a:r>
            <a:r>
              <a:rPr lang="de-DE" sz="2000" i="1" dirty="0" err="1"/>
              <a:t>request</a:t>
            </a:r>
            <a:endParaRPr lang="de-DE" sz="2000" i="1" dirty="0"/>
          </a:p>
          <a:p>
            <a:pPr marL="429313" lvl="1" indent="-342000"/>
            <a:r>
              <a:rPr lang="de-DE" sz="2000" dirty="0"/>
              <a:t>Alle </a:t>
            </a:r>
            <a:r>
              <a:rPr lang="de-DE" sz="2000" i="1" dirty="0" err="1"/>
              <a:t>requests</a:t>
            </a:r>
            <a:r>
              <a:rPr lang="de-DE" sz="2000" dirty="0"/>
              <a:t> werden in einer </a:t>
            </a:r>
            <a:r>
              <a:rPr lang="de-DE" sz="2000" i="1" dirty="0"/>
              <a:t>update</a:t>
            </a:r>
            <a:r>
              <a:rPr lang="de-DE" sz="2000" dirty="0"/>
              <a:t>-Phase abgearbeitet</a:t>
            </a:r>
            <a:br>
              <a:rPr lang="de-DE" sz="2000" dirty="0"/>
            </a:br>
            <a:endParaRPr lang="de-DE" sz="2000" dirty="0"/>
          </a:p>
          <a:p>
            <a:pPr marL="87313" lvl="1" algn="ctr"/>
            <a:r>
              <a:rPr lang="de-DE" b="1" dirty="0">
                <a:solidFill>
                  <a:srgbClr val="FF0000"/>
                </a:solidFill>
                <a:sym typeface="Wingdings 3"/>
              </a:rPr>
              <a:t>Welche Vorteile hat das </a:t>
            </a:r>
            <a:r>
              <a:rPr lang="de-DE" b="1" i="1" dirty="0" err="1">
                <a:solidFill>
                  <a:srgbClr val="FF0000"/>
                </a:solidFill>
                <a:sym typeface="Wingdings 3"/>
              </a:rPr>
              <a:t>request</a:t>
            </a:r>
            <a:r>
              <a:rPr lang="de-DE" b="1" i="1" dirty="0">
                <a:solidFill>
                  <a:srgbClr val="FF0000"/>
                </a:solidFill>
                <a:sym typeface="Wingdings 3"/>
              </a:rPr>
              <a:t>-update </a:t>
            </a:r>
            <a:r>
              <a:rPr lang="de-DE" b="1" dirty="0">
                <a:solidFill>
                  <a:srgbClr val="FF0000"/>
                </a:solidFill>
                <a:sym typeface="Wingdings 3"/>
              </a:rPr>
              <a:t>Schema?</a:t>
            </a:r>
          </a:p>
          <a:p>
            <a:pPr marL="87313" lvl="1"/>
            <a:endParaRPr lang="de-DE" sz="2000" dirty="0">
              <a:solidFill>
                <a:srgbClr val="0000FF"/>
              </a:solidFill>
              <a:sym typeface="Wingdings 3"/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34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1969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Primitive Kanäle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7201972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sz="2400" dirty="0">
                <a:solidFill>
                  <a:srgbClr val="0000FF"/>
                </a:solidFill>
              </a:rPr>
              <a:t>primitive </a:t>
            </a:r>
            <a:r>
              <a:rPr lang="en-US" sz="2400" dirty="0" err="1">
                <a:solidFill>
                  <a:srgbClr val="0000FF"/>
                </a:solidFill>
              </a:rPr>
              <a:t>Kan</a:t>
            </a:r>
            <a:r>
              <a:rPr lang="de-DE" sz="2400" dirty="0">
                <a:solidFill>
                  <a:srgbClr val="0000FF"/>
                </a:solidFill>
              </a:rPr>
              <a:t>ä</a:t>
            </a:r>
            <a:r>
              <a:rPr lang="en-US" sz="2400" dirty="0">
                <a:solidFill>
                  <a:srgbClr val="0000FF"/>
                </a:solidFill>
              </a:rPr>
              <a:t>le </a:t>
            </a:r>
            <a:r>
              <a:rPr lang="en-US" sz="2400" dirty="0" err="1"/>
              <a:t>unterst</a:t>
            </a:r>
            <a:r>
              <a:rPr lang="de-DE" sz="2400" dirty="0" err="1"/>
              <a:t>ützen</a:t>
            </a:r>
            <a:r>
              <a:rPr lang="de-DE" sz="2400" dirty="0"/>
              <a:t> den Zugriff per </a:t>
            </a:r>
            <a:r>
              <a:rPr lang="de-DE" sz="2400" i="1" dirty="0" err="1">
                <a:solidFill>
                  <a:srgbClr val="0000FF"/>
                </a:solidFill>
              </a:rPr>
              <a:t>request</a:t>
            </a:r>
            <a:r>
              <a:rPr lang="de-DE" sz="2400" i="1" dirty="0">
                <a:solidFill>
                  <a:srgbClr val="0000FF"/>
                </a:solidFill>
              </a:rPr>
              <a:t>-update</a:t>
            </a:r>
            <a:r>
              <a:rPr lang="de-DE" sz="2400" dirty="0"/>
              <a:t> Schema</a:t>
            </a:r>
          </a:p>
          <a:p>
            <a:pPr marL="429313" lvl="1" indent="-342000"/>
            <a:r>
              <a:rPr lang="de-DE" sz="2000" dirty="0"/>
              <a:t>Ä</a:t>
            </a:r>
            <a:r>
              <a:rPr lang="en-US" sz="2000" dirty="0" err="1"/>
              <a:t>nderungen</a:t>
            </a:r>
            <a:r>
              <a:rPr lang="en-US" sz="2000" dirty="0"/>
              <a:t> am </a:t>
            </a:r>
            <a:r>
              <a:rPr lang="en-US" sz="2000" dirty="0" err="1"/>
              <a:t>Zustand</a:t>
            </a:r>
            <a:r>
              <a:rPr lang="en-US" sz="2000" dirty="0"/>
              <a:t> von </a:t>
            </a:r>
            <a:r>
              <a:rPr lang="en-US" sz="2000" dirty="0" err="1"/>
              <a:t>Kan</a:t>
            </a:r>
            <a:r>
              <a:rPr lang="de-DE" sz="2000" dirty="0"/>
              <a:t>ä</a:t>
            </a:r>
            <a:r>
              <a:rPr lang="en-US" sz="2000" dirty="0" err="1"/>
              <a:t>len</a:t>
            </a:r>
            <a:r>
              <a:rPr lang="en-US" sz="2000" dirty="0"/>
              <a:t> </a:t>
            </a:r>
            <a:r>
              <a:rPr lang="de-DE" sz="2000" dirty="0"/>
              <a:t>werden nicht unmittelbar wirksam</a:t>
            </a:r>
          </a:p>
          <a:p>
            <a:pPr marL="429313" lvl="1" indent="-342000"/>
            <a:r>
              <a:rPr lang="de-DE" sz="2000" dirty="0"/>
              <a:t>Stattdessen stellt jeder Prozess, der auf einem Kanal schreiben möchte, einen </a:t>
            </a:r>
            <a:r>
              <a:rPr lang="de-DE" sz="2000" i="1" dirty="0" err="1"/>
              <a:t>request</a:t>
            </a:r>
            <a:endParaRPr lang="de-DE" sz="2000" i="1" dirty="0"/>
          </a:p>
          <a:p>
            <a:pPr marL="429313" lvl="1" indent="-342000"/>
            <a:r>
              <a:rPr lang="de-DE" sz="2000" dirty="0"/>
              <a:t>Alle </a:t>
            </a:r>
            <a:r>
              <a:rPr lang="de-DE" sz="2000" i="1" dirty="0" err="1"/>
              <a:t>requests</a:t>
            </a:r>
            <a:r>
              <a:rPr lang="de-DE" sz="2000" dirty="0"/>
              <a:t> werden in einer </a:t>
            </a:r>
            <a:r>
              <a:rPr lang="de-DE" sz="2000" i="1" dirty="0"/>
              <a:t>update</a:t>
            </a:r>
            <a:r>
              <a:rPr lang="de-DE" sz="2000" dirty="0"/>
              <a:t>-Phase abgearbeitet</a:t>
            </a:r>
            <a:br>
              <a:rPr lang="de-DE" sz="2000" dirty="0"/>
            </a:br>
            <a:endParaRPr lang="de-DE" sz="2000" dirty="0"/>
          </a:p>
          <a:p>
            <a:pPr marL="87313" lvl="1" algn="ctr"/>
            <a:r>
              <a:rPr lang="de-DE" b="1" dirty="0">
                <a:solidFill>
                  <a:srgbClr val="FF0000"/>
                </a:solidFill>
                <a:sym typeface="Wingdings 3"/>
              </a:rPr>
              <a:t>Welche Vorteile hat das </a:t>
            </a:r>
            <a:r>
              <a:rPr lang="de-DE" b="1" i="1" dirty="0" err="1">
                <a:solidFill>
                  <a:srgbClr val="FF0000"/>
                </a:solidFill>
                <a:sym typeface="Wingdings 3"/>
              </a:rPr>
              <a:t>request</a:t>
            </a:r>
            <a:r>
              <a:rPr lang="de-DE" b="1" i="1" dirty="0">
                <a:solidFill>
                  <a:srgbClr val="FF0000"/>
                </a:solidFill>
                <a:sym typeface="Wingdings 3"/>
              </a:rPr>
              <a:t>-update </a:t>
            </a:r>
            <a:r>
              <a:rPr lang="de-DE" b="1" dirty="0">
                <a:solidFill>
                  <a:srgbClr val="FF0000"/>
                </a:solidFill>
                <a:sym typeface="Wingdings 3"/>
              </a:rPr>
              <a:t>Schema?</a:t>
            </a:r>
          </a:p>
          <a:p>
            <a:pPr marL="87313" lvl="1"/>
            <a:endParaRPr lang="de-DE" sz="2000" dirty="0">
              <a:solidFill>
                <a:srgbClr val="0000FF"/>
              </a:solidFill>
              <a:sym typeface="Wingdings 3"/>
            </a:endParaRPr>
          </a:p>
          <a:p>
            <a:pPr marL="87313" lvl="1" indent="-87313"/>
            <a:r>
              <a:rPr lang="de-DE" sz="2200" dirty="0">
                <a:solidFill>
                  <a:srgbClr val="0000FF"/>
                </a:solidFill>
                <a:sym typeface="Wingdings 3"/>
              </a:rPr>
              <a:t>Ziel: Simulation von P</a:t>
            </a:r>
            <a:r>
              <a:rPr lang="en-US" sz="2200" dirty="0" err="1">
                <a:solidFill>
                  <a:srgbClr val="0000FF"/>
                </a:solidFill>
                <a:sym typeface="Wingdings 3"/>
              </a:rPr>
              <a:t>arallelität</a:t>
            </a:r>
            <a:endParaRPr lang="de-DE" sz="2200" dirty="0">
              <a:solidFill>
                <a:srgbClr val="0000FF"/>
              </a:solidFill>
            </a:endParaRPr>
          </a:p>
          <a:p>
            <a:pPr marL="342000" indent="-342000"/>
            <a:r>
              <a:rPr lang="en-US" sz="2200" dirty="0" err="1"/>
              <a:t>wenn</a:t>
            </a:r>
            <a:r>
              <a:rPr lang="en-US" sz="2200" dirty="0"/>
              <a:t> </a:t>
            </a:r>
            <a:r>
              <a:rPr lang="en-US" sz="2200" dirty="0" err="1"/>
              <a:t>parallele</a:t>
            </a:r>
            <a:r>
              <a:rPr lang="en-US" sz="2200" dirty="0"/>
              <a:t> </a:t>
            </a:r>
            <a:r>
              <a:rPr lang="en-US" sz="2200" dirty="0" err="1"/>
              <a:t>Prozesse</a:t>
            </a:r>
            <a:r>
              <a:rPr lang="en-US" sz="2200" dirty="0"/>
              <a:t> (</a:t>
            </a:r>
            <a:r>
              <a:rPr lang="en-US" sz="2200" dirty="0" err="1"/>
              <a:t>z.B.Hardware</a:t>
            </a:r>
            <a:r>
              <a:rPr lang="en-US" sz="2200" dirty="0"/>
              <a:t>) </a:t>
            </a:r>
            <a:r>
              <a:rPr lang="en-US" sz="2200" dirty="0" err="1"/>
              <a:t>serialisiert</a:t>
            </a:r>
            <a:r>
              <a:rPr lang="en-US" sz="2200" dirty="0"/>
              <a:t> </a:t>
            </a:r>
            <a:r>
              <a:rPr lang="en-US" sz="2200" dirty="0" err="1"/>
              <a:t>werden</a:t>
            </a:r>
            <a:r>
              <a:rPr lang="en-US" sz="2200" dirty="0"/>
              <a:t>, </a:t>
            </a:r>
            <a:r>
              <a:rPr lang="en-US" sz="2200" dirty="0" err="1"/>
              <a:t>darf</a:t>
            </a:r>
            <a:r>
              <a:rPr lang="en-US" sz="2200" dirty="0"/>
              <a:t> die </a:t>
            </a:r>
            <a:r>
              <a:rPr lang="en-US" sz="2200" dirty="0" err="1"/>
              <a:t>Reihenfolge</a:t>
            </a:r>
            <a:r>
              <a:rPr lang="en-US" sz="2200" dirty="0"/>
              <a:t> der </a:t>
            </a:r>
            <a:r>
              <a:rPr lang="en-US" sz="2200" dirty="0" err="1"/>
              <a:t>Ausf</a:t>
            </a:r>
            <a:r>
              <a:rPr lang="de-DE" sz="2200" dirty="0"/>
              <a:t>ü</a:t>
            </a:r>
            <a:r>
              <a:rPr lang="en-US" sz="2200" dirty="0" err="1"/>
              <a:t>hrung</a:t>
            </a:r>
            <a:r>
              <a:rPr lang="en-US" sz="2200" dirty="0"/>
              <a:t> </a:t>
            </a:r>
            <a:r>
              <a:rPr lang="en-US" sz="2200" dirty="0" err="1"/>
              <a:t>keine</a:t>
            </a:r>
            <a:r>
              <a:rPr lang="en-US" sz="2200" dirty="0"/>
              <a:t> </a:t>
            </a:r>
            <a:r>
              <a:rPr lang="en-US" sz="2200" dirty="0" err="1"/>
              <a:t>Relevanz</a:t>
            </a:r>
            <a:r>
              <a:rPr lang="en-US" sz="2200" dirty="0"/>
              <a:t> </a:t>
            </a:r>
            <a:r>
              <a:rPr lang="en-US" sz="2200" dirty="0" err="1"/>
              <a:t>haben</a:t>
            </a:r>
            <a:endParaRPr lang="de-DE" sz="2200" dirty="0"/>
          </a:p>
          <a:p>
            <a:pPr marL="342000" indent="-342000"/>
            <a:r>
              <a:rPr lang="de-DE" sz="2200" dirty="0"/>
              <a:t>Ä</a:t>
            </a:r>
            <a:r>
              <a:rPr lang="en-US" sz="2200" dirty="0" err="1"/>
              <a:t>nderungen</a:t>
            </a:r>
            <a:r>
              <a:rPr lang="en-US" sz="2200" dirty="0"/>
              <a:t> am </a:t>
            </a:r>
            <a:r>
              <a:rPr lang="en-US" sz="2200" dirty="0" err="1"/>
              <a:t>Zustand</a:t>
            </a:r>
            <a:r>
              <a:rPr lang="en-US" sz="2200" dirty="0"/>
              <a:t> von </a:t>
            </a:r>
            <a:r>
              <a:rPr lang="en-US" sz="2200" dirty="0" err="1"/>
              <a:t>Kan</a:t>
            </a:r>
            <a:r>
              <a:rPr lang="de-DE" sz="2200" dirty="0"/>
              <a:t>ä</a:t>
            </a:r>
            <a:r>
              <a:rPr lang="en-US" sz="2200" dirty="0" err="1"/>
              <a:t>len</a:t>
            </a:r>
            <a:r>
              <a:rPr lang="en-US" sz="2200" dirty="0"/>
              <a:t> (</a:t>
            </a:r>
            <a:r>
              <a:rPr lang="en-US" sz="2200" dirty="0" err="1"/>
              <a:t>z.B</a:t>
            </a:r>
            <a:r>
              <a:rPr lang="en-US" sz="2200" dirty="0"/>
              <a:t>. </a:t>
            </a:r>
            <a:r>
              <a:rPr lang="en-US" sz="2200" dirty="0" err="1"/>
              <a:t>Schreibzugriffe</a:t>
            </a:r>
            <a:r>
              <a:rPr lang="en-US" sz="2200" dirty="0"/>
              <a:t>) </a:t>
            </a:r>
            <a:r>
              <a:rPr lang="en-US" sz="2200" dirty="0" err="1"/>
              <a:t>werden</a:t>
            </a:r>
            <a:r>
              <a:rPr lang="en-US" sz="2200" dirty="0"/>
              <a:t> </a:t>
            </a:r>
            <a:r>
              <a:rPr lang="en-US" sz="2200" dirty="0" err="1"/>
              <a:t>deshalb</a:t>
            </a:r>
            <a:r>
              <a:rPr lang="en-US" sz="2200" dirty="0"/>
              <a:t> </a:t>
            </a:r>
            <a:r>
              <a:rPr lang="en-US" sz="2200" dirty="0" err="1"/>
              <a:t>erst</a:t>
            </a:r>
            <a:r>
              <a:rPr lang="en-US" sz="2200" dirty="0"/>
              <a:t> </a:t>
            </a:r>
            <a:r>
              <a:rPr lang="en-US" sz="2200" dirty="0" err="1"/>
              <a:t>wirksam</a:t>
            </a:r>
            <a:r>
              <a:rPr lang="en-US" sz="2200" dirty="0"/>
              <a:t>, </a:t>
            </a:r>
            <a:r>
              <a:rPr lang="en-US" sz="2200" dirty="0" err="1"/>
              <a:t>wenn</a:t>
            </a:r>
            <a:r>
              <a:rPr lang="en-US" sz="2200" dirty="0"/>
              <a:t> </a:t>
            </a:r>
            <a:r>
              <a:rPr lang="en-US" sz="2200" dirty="0" err="1"/>
              <a:t>alle</a:t>
            </a:r>
            <a:r>
              <a:rPr lang="en-US" sz="2200" dirty="0"/>
              <a:t> </a:t>
            </a:r>
            <a:r>
              <a:rPr lang="de-DE" sz="2200" dirty="0"/>
              <a:t>parallelen </a:t>
            </a:r>
            <a:r>
              <a:rPr lang="en-US" sz="2200" dirty="0" err="1"/>
              <a:t>Prozesse</a:t>
            </a:r>
            <a:r>
              <a:rPr lang="en-US" sz="2200" dirty="0"/>
              <a:t> </a:t>
            </a:r>
            <a:r>
              <a:rPr lang="en-US" sz="2200" dirty="0" err="1"/>
              <a:t>abgearbeitet</a:t>
            </a:r>
            <a:r>
              <a:rPr lang="en-US" sz="2200" dirty="0"/>
              <a:t> </a:t>
            </a:r>
            <a:r>
              <a:rPr lang="en-US" sz="2200" dirty="0" err="1"/>
              <a:t>sind</a:t>
            </a:r>
            <a:endParaRPr lang="en-US" sz="2200" dirty="0"/>
          </a:p>
          <a:p>
            <a:pPr marL="342000" indent="-342000"/>
            <a:r>
              <a:rPr lang="en-US" sz="2200" dirty="0" err="1"/>
              <a:t>Beispiele</a:t>
            </a:r>
            <a:r>
              <a:rPr lang="en-US" sz="2200" dirty="0"/>
              <a:t> f</a:t>
            </a:r>
            <a:r>
              <a:rPr lang="de-DE" sz="2200" dirty="0"/>
              <a:t>ü</a:t>
            </a:r>
            <a:r>
              <a:rPr lang="en-US" sz="2200" dirty="0"/>
              <a:t>r primitive </a:t>
            </a:r>
            <a:r>
              <a:rPr lang="en-US" sz="2200" dirty="0" err="1"/>
              <a:t>Kan</a:t>
            </a:r>
            <a:r>
              <a:rPr lang="de-DE" sz="2200" dirty="0"/>
              <a:t>ä</a:t>
            </a:r>
            <a:r>
              <a:rPr lang="en-US" sz="2200" dirty="0"/>
              <a:t>le: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sc_signal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&lt;T&gt;,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sc_fifo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&lt;T&gt;,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sc_mutex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&lt;T&gt;</a:t>
            </a:r>
            <a:endParaRPr lang="en-US" sz="2000" b="1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35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Übersicht</a:t>
            </a:r>
            <a:endParaRPr lang="de-DE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2492990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Motivation f</a:t>
            </a:r>
            <a:r>
              <a:rPr lang="el-GR" dirty="0">
                <a:solidFill>
                  <a:schemeClr val="bg1">
                    <a:lumMod val="65000"/>
                  </a:schemeClr>
                </a:solidFill>
              </a:rPr>
              <a:t>ϋ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Systembeschreibungssprachen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342000" indent="-342000"/>
            <a:r>
              <a:rPr lang="en-US" dirty="0" err="1"/>
              <a:t>Systementwurf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SystemC</a:t>
            </a:r>
            <a:endParaRPr lang="en-US" dirty="0"/>
          </a:p>
          <a:p>
            <a:pPr marL="742050" lvl="1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Einleitung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742050" lvl="1" indent="-342000"/>
            <a:r>
              <a:rPr lang="en-US" dirty="0" err="1"/>
              <a:t>Kernelemente</a:t>
            </a:r>
            <a:endParaRPr lang="en-US" dirty="0"/>
          </a:p>
          <a:p>
            <a:pPr marL="1142100" lvl="2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Struktur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: Module und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deren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Kommunikation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1142100" lvl="2" indent="-342000"/>
            <a:r>
              <a:rPr lang="en-US" dirty="0" err="1"/>
              <a:t>Verhalten</a:t>
            </a:r>
            <a:r>
              <a:rPr lang="en-US" dirty="0"/>
              <a:t>: </a:t>
            </a:r>
            <a:r>
              <a:rPr lang="en-US" dirty="0" err="1"/>
              <a:t>Prozesse</a:t>
            </a:r>
            <a:r>
              <a:rPr lang="en-US" dirty="0"/>
              <a:t> und </a:t>
            </a:r>
            <a:r>
              <a:rPr lang="en-US" dirty="0" err="1"/>
              <a:t>deren</a:t>
            </a:r>
            <a:r>
              <a:rPr lang="en-US" dirty="0"/>
              <a:t> </a:t>
            </a:r>
            <a:r>
              <a:rPr lang="en-US" dirty="0" err="1"/>
              <a:t>Ausf</a:t>
            </a:r>
            <a:r>
              <a:rPr lang="de-DE" dirty="0"/>
              <a:t>ü</a:t>
            </a:r>
            <a:r>
              <a:rPr lang="en-US" dirty="0" err="1"/>
              <a:t>hrung</a:t>
            </a:r>
            <a:endParaRPr lang="en-US" dirty="0"/>
          </a:p>
          <a:p>
            <a:pPr marL="742050" lvl="1" indent="-342000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Simulation</a:t>
            </a:r>
          </a:p>
          <a:p>
            <a:pPr marL="742050" lvl="1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Systemkomposition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742050" lvl="1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Testbenches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36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Prozesse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554545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dirty="0" err="1"/>
              <a:t>Modellierung</a:t>
            </a:r>
            <a:r>
              <a:rPr lang="en-US" dirty="0"/>
              <a:t> von </a:t>
            </a:r>
            <a:r>
              <a:rPr lang="en-US" dirty="0" err="1">
                <a:solidFill>
                  <a:srgbClr val="0000FF"/>
                </a:solidFill>
              </a:rPr>
              <a:t>Verhalten</a:t>
            </a:r>
            <a:endParaRPr lang="en-US" dirty="0">
              <a:solidFill>
                <a:srgbClr val="0000FF"/>
              </a:solidFill>
            </a:endParaRPr>
          </a:p>
          <a:p>
            <a:pPr marL="342000" indent="-342000"/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in </a:t>
            </a:r>
            <a:r>
              <a:rPr lang="en-US" dirty="0" err="1">
                <a:solidFill>
                  <a:srgbClr val="0000FF"/>
                </a:solidFill>
              </a:rPr>
              <a:t>sich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sequentiell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dirty="0" err="1">
                <a:solidFill>
                  <a:srgbClr val="0000FF"/>
                </a:solidFill>
              </a:rPr>
              <a:t>aber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zueinander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nebenl</a:t>
            </a:r>
            <a:r>
              <a:rPr lang="de-DE" dirty="0">
                <a:solidFill>
                  <a:srgbClr val="0000FF"/>
                </a:solidFill>
              </a:rPr>
              <a:t>ä</a:t>
            </a:r>
            <a:r>
              <a:rPr lang="en-US" dirty="0" err="1">
                <a:solidFill>
                  <a:srgbClr val="0000FF"/>
                </a:solidFill>
              </a:rPr>
              <a:t>ufig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/>
              <a:t>ausgef</a:t>
            </a:r>
            <a:r>
              <a:rPr lang="de-DE" dirty="0" err="1"/>
              <a:t>ührt</a:t>
            </a:r>
            <a:endParaRPr lang="de-DE" dirty="0"/>
          </a:p>
          <a:p>
            <a:pPr marL="342000" indent="-342000"/>
            <a:r>
              <a:rPr lang="en-US" dirty="0" err="1">
                <a:solidFill>
                  <a:srgbClr val="0000FF"/>
                </a:solidFill>
              </a:rPr>
              <a:t>Ereignisgesteuerte</a:t>
            </a:r>
            <a:r>
              <a:rPr lang="en-US" dirty="0"/>
              <a:t> </a:t>
            </a:r>
            <a:r>
              <a:rPr lang="en-US" dirty="0" err="1">
                <a:solidFill>
                  <a:srgbClr val="0000FF"/>
                </a:solidFill>
              </a:rPr>
              <a:t>Ausführung</a:t>
            </a:r>
            <a:r>
              <a:rPr lang="en-US" dirty="0"/>
              <a:t> (Trigger)</a:t>
            </a:r>
          </a:p>
          <a:p>
            <a:pPr marL="342000" indent="-342000"/>
            <a:r>
              <a:rPr lang="en-US" dirty="0" err="1"/>
              <a:t>zwei</a:t>
            </a:r>
            <a:r>
              <a:rPr lang="en-US" dirty="0"/>
              <a:t> </a:t>
            </a:r>
            <a:r>
              <a:rPr lang="en-US" dirty="0" err="1"/>
              <a:t>Arten</a:t>
            </a:r>
            <a:r>
              <a:rPr lang="en-US" dirty="0"/>
              <a:t>: </a:t>
            </a:r>
            <a:r>
              <a:rPr lang="en-US" dirty="0" err="1"/>
              <a:t>Methoden</a:t>
            </a:r>
            <a:r>
              <a:rPr lang="en-US" dirty="0"/>
              <a:t>- und Thread-</a:t>
            </a:r>
            <a:r>
              <a:rPr lang="en-US" dirty="0" err="1"/>
              <a:t>Prozesse</a:t>
            </a:r>
            <a:endParaRPr lang="en-US" dirty="0"/>
          </a:p>
          <a:p>
            <a:pPr marL="429313" lvl="1" indent="-342000"/>
            <a:r>
              <a:rPr lang="en-US" dirty="0" err="1"/>
              <a:t>Makros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SC_METHOD </a:t>
            </a:r>
            <a:r>
              <a:rPr lang="en-US" sz="2000" dirty="0"/>
              <a:t>und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SC_THREAD </a:t>
            </a:r>
          </a:p>
          <a:p>
            <a:pPr marL="429313" lvl="1" indent="-342000"/>
            <a:r>
              <a:rPr lang="en-US" dirty="0" err="1">
                <a:cs typeface="Courier New" pitchFamily="49" charset="0"/>
              </a:rPr>
              <a:t>kapseln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eine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gewöhnliche</a:t>
            </a:r>
            <a:r>
              <a:rPr lang="en-US" dirty="0">
                <a:cs typeface="Courier New" pitchFamily="49" charset="0"/>
              </a:rPr>
              <a:t> C++-</a:t>
            </a:r>
            <a:r>
              <a:rPr lang="en-US" dirty="0" err="1">
                <a:cs typeface="Courier New" pitchFamily="49" charset="0"/>
              </a:rPr>
              <a:t>Methode</a:t>
            </a:r>
            <a:r>
              <a:rPr lang="en-US" dirty="0">
                <a:cs typeface="Courier New" pitchFamily="49" charset="0"/>
              </a:rPr>
              <a:t> in </a:t>
            </a:r>
            <a:r>
              <a:rPr lang="en-US" dirty="0" err="1">
                <a:cs typeface="Courier New" pitchFamily="49" charset="0"/>
              </a:rPr>
              <a:t>einem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Prozess</a:t>
            </a:r>
            <a:endParaRPr lang="en-US" sz="2000" dirty="0"/>
          </a:p>
          <a:p>
            <a:pPr marL="342000" indent="-342000"/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37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SC_METHOD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3046988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de-DE" dirty="0"/>
              <a:t>Ereignisse </a:t>
            </a:r>
            <a:r>
              <a:rPr lang="en-US" dirty="0" err="1"/>
              <a:t>getriggert</a:t>
            </a:r>
            <a:r>
              <a:rPr lang="en-US" dirty="0"/>
              <a:t> (</a:t>
            </a:r>
            <a:r>
              <a:rPr lang="en-US" dirty="0" err="1"/>
              <a:t>z.B</a:t>
            </a:r>
            <a:r>
              <a:rPr lang="en-US" dirty="0"/>
              <a:t>. </a:t>
            </a:r>
            <a:r>
              <a:rPr lang="en-US" dirty="0" err="1"/>
              <a:t>Änderungen</a:t>
            </a:r>
            <a:r>
              <a:rPr lang="en-US" dirty="0"/>
              <a:t> an Input Ports)</a:t>
            </a:r>
          </a:p>
          <a:p>
            <a:pPr marL="342000" indent="-342000"/>
            <a:r>
              <a:rPr lang="en-US" dirty="0" err="1">
                <a:solidFill>
                  <a:srgbClr val="0000FF"/>
                </a:solidFill>
              </a:rPr>
              <a:t>kann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nicht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unterbrochen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werden</a:t>
            </a:r>
            <a:endParaRPr lang="en-US" dirty="0">
              <a:solidFill>
                <a:srgbClr val="0000FF"/>
              </a:solidFill>
            </a:endParaRPr>
          </a:p>
          <a:p>
            <a:pPr marL="914400" lvl="1" indent="-514350"/>
            <a:r>
              <a:rPr lang="en-US" dirty="0">
                <a:sym typeface="Wingdings" panose="05000000000000000000" pitchFamily="2" charset="2"/>
              </a:rPr>
              <a:t>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Funktionalit</a:t>
            </a:r>
            <a:r>
              <a:rPr lang="de-DE" dirty="0">
                <a:sym typeface="Wingdings 3"/>
              </a:rPr>
              <a:t>ä</a:t>
            </a:r>
            <a:r>
              <a:rPr lang="en-US" dirty="0">
                <a:sym typeface="Wingdings 3"/>
              </a:rPr>
              <a:t>t </a:t>
            </a:r>
            <a:r>
              <a:rPr lang="en-US" dirty="0" err="1">
                <a:sym typeface="Wingdings 3"/>
              </a:rPr>
              <a:t>wird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bei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jedem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Aufruf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vollst</a:t>
            </a:r>
            <a:r>
              <a:rPr lang="de-DE" dirty="0">
                <a:sym typeface="Wingdings 3"/>
              </a:rPr>
              <a:t>ä</a:t>
            </a:r>
            <a:r>
              <a:rPr lang="en-US" dirty="0" err="1">
                <a:sym typeface="Wingdings 3"/>
              </a:rPr>
              <a:t>ndig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ausgef</a:t>
            </a:r>
            <a:r>
              <a:rPr lang="de-DE" dirty="0">
                <a:sym typeface="Wingdings 3"/>
              </a:rPr>
              <a:t>ü</a:t>
            </a:r>
            <a:r>
              <a:rPr lang="en-US" dirty="0" err="1">
                <a:sym typeface="Wingdings 3"/>
              </a:rPr>
              <a:t>hrt</a:t>
            </a:r>
            <a:endParaRPr lang="en-US" dirty="0">
              <a:sym typeface="Wingdings 3"/>
            </a:endParaRPr>
          </a:p>
          <a:p>
            <a:pPr marL="342000" indent="-342000"/>
            <a:r>
              <a:rPr lang="en-US" dirty="0" err="1">
                <a:sym typeface="Wingdings 3"/>
              </a:rPr>
              <a:t>interner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Zustand</a:t>
            </a:r>
            <a:r>
              <a:rPr lang="en-US" dirty="0">
                <a:sym typeface="Wingdings 3"/>
              </a:rPr>
              <a:t> (</a:t>
            </a:r>
            <a:r>
              <a:rPr lang="en-US" dirty="0" err="1">
                <a:sym typeface="Wingdings 3"/>
              </a:rPr>
              <a:t>der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Methode</a:t>
            </a:r>
            <a:r>
              <a:rPr lang="en-US" dirty="0">
                <a:sym typeface="Wingdings 3"/>
              </a:rPr>
              <a:t>) </a:t>
            </a:r>
            <a:r>
              <a:rPr lang="en-US" dirty="0" err="1">
                <a:sym typeface="Wingdings 3"/>
              </a:rPr>
              <a:t>wird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zwischen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Aufrufen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nicht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gespeichert</a:t>
            </a:r>
            <a:endParaRPr lang="en-US" dirty="0">
              <a:sym typeface="Wingdings 3"/>
            </a:endParaRPr>
          </a:p>
          <a:p>
            <a:pPr marL="742050" lvl="1" indent="-342000"/>
            <a:r>
              <a:rPr lang="en-US" dirty="0" err="1">
                <a:sym typeface="Wingdings 3"/>
              </a:rPr>
              <a:t>Modulvariablen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können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aber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verändert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werden</a:t>
            </a:r>
            <a:r>
              <a:rPr lang="en-US" dirty="0">
                <a:sym typeface="Wingdings 3"/>
              </a:rPr>
              <a:t>!</a:t>
            </a:r>
          </a:p>
          <a:p>
            <a:pPr marL="342000" indent="-342000"/>
            <a:r>
              <a:rPr lang="en-US" dirty="0" err="1">
                <a:sym typeface="Wingdings 3"/>
              </a:rPr>
              <a:t>kann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z.B</a:t>
            </a:r>
            <a:r>
              <a:rPr lang="en-US" dirty="0">
                <a:sym typeface="Wingdings 3"/>
              </a:rPr>
              <a:t>. </a:t>
            </a:r>
            <a:r>
              <a:rPr lang="en-US" dirty="0" err="1">
                <a:sym typeface="Wingdings 3"/>
              </a:rPr>
              <a:t>verwendet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werden</a:t>
            </a:r>
            <a:r>
              <a:rPr lang="en-US" dirty="0">
                <a:sym typeface="Wingdings 3"/>
              </a:rPr>
              <a:t>, um </a:t>
            </a:r>
            <a:r>
              <a:rPr lang="en-US" dirty="0" err="1">
                <a:solidFill>
                  <a:srgbClr val="0000FF"/>
                </a:solidFill>
                <a:sym typeface="Wingdings 3"/>
              </a:rPr>
              <a:t>kombinatorische</a:t>
            </a:r>
            <a:r>
              <a:rPr lang="en-US" dirty="0">
                <a:solidFill>
                  <a:srgbClr val="0000FF"/>
                </a:solidFill>
                <a:sym typeface="Wingdings 3"/>
              </a:rPr>
              <a:t> </a:t>
            </a:r>
            <a:r>
              <a:rPr lang="en-US" dirty="0" err="1">
                <a:solidFill>
                  <a:srgbClr val="0000FF"/>
                </a:solidFill>
                <a:sym typeface="Wingdings 3"/>
              </a:rPr>
              <a:t>Logik</a:t>
            </a:r>
            <a:r>
              <a:rPr lang="en-US" dirty="0">
                <a:solidFill>
                  <a:srgbClr val="0000FF"/>
                </a:solidFill>
                <a:sym typeface="Wingdings 3"/>
              </a:rPr>
              <a:t> </a:t>
            </a:r>
            <a:r>
              <a:rPr lang="en-US" dirty="0">
                <a:sym typeface="Wingdings 3"/>
              </a:rPr>
              <a:t>(</a:t>
            </a:r>
            <a:r>
              <a:rPr lang="en-US" dirty="0" err="1">
                <a:sym typeface="Wingdings 3"/>
              </a:rPr>
              <a:t>Schaltnetze</a:t>
            </a:r>
            <a:r>
              <a:rPr lang="en-US" dirty="0">
                <a:sym typeface="Wingdings 3"/>
              </a:rPr>
              <a:t>) </a:t>
            </a:r>
            <a:r>
              <a:rPr lang="en-US" dirty="0" err="1">
                <a:sym typeface="Wingdings 3"/>
              </a:rPr>
              <a:t>zu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modellieren</a:t>
            </a:r>
            <a:endParaRPr lang="en-US" dirty="0"/>
          </a:p>
          <a:p>
            <a:pPr marL="342000" indent="-342000"/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38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 dirty="0"/>
              <a:t>SC_METHOD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0" name="Inhaltsplatzhalter 37"/>
          <p:cNvSpPr txBox="1">
            <a:spLocks/>
          </p:cNvSpPr>
          <p:nvPr/>
        </p:nvSpPr>
        <p:spPr bwMode="auto">
          <a:xfrm>
            <a:off x="2275582" y="1236082"/>
            <a:ext cx="8147248" cy="492922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SC_MODULE(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sc_in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&gt; id;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sc_in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sc_uint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&lt;3&gt; &gt; a;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sc_in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sc_uint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&lt;3&gt; &gt; b;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sc_out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sc_uint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&lt;3&gt; &gt; c;</a:t>
            </a:r>
          </a:p>
          <a:p>
            <a:pPr marL="342000" indent="-342000"/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void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myMethod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if(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id.read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())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c.write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a.read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else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c.write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b.read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342000" indent="-342000"/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SC_CTOR(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SC_METHOD(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myMethod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sensitive &lt;&lt; a &lt;&lt; b;	</a:t>
            </a: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};</a:t>
            </a:r>
            <a:endParaRPr lang="de-DE" sz="16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6678414" y="1844825"/>
            <a:ext cx="3744416" cy="101566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C++ Methode „</a:t>
            </a:r>
            <a:r>
              <a:rPr lang="de-DE" sz="2000" dirty="0" err="1"/>
              <a:t>myMethod</a:t>
            </a:r>
            <a:r>
              <a:rPr lang="de-DE" sz="2000" dirty="0"/>
              <a:t>“</a:t>
            </a:r>
          </a:p>
          <a:p>
            <a:r>
              <a:rPr lang="de-DE" sz="2000" dirty="0"/>
              <a:t>Leitet abhängig von </a:t>
            </a:r>
            <a:r>
              <a:rPr lang="de-DE" sz="2000" dirty="0" err="1"/>
              <a:t>id</a:t>
            </a:r>
            <a:r>
              <a:rPr lang="de-DE" sz="2000" dirty="0"/>
              <a:t> Signal a oder Signal b weiter (an c). </a:t>
            </a:r>
          </a:p>
        </p:txBody>
      </p:sp>
      <p:cxnSp>
        <p:nvCxnSpPr>
          <p:cNvPr id="16" name="Gerade Verbindung mit Pfeil 15"/>
          <p:cNvCxnSpPr/>
          <p:nvPr/>
        </p:nvCxnSpPr>
        <p:spPr bwMode="auto">
          <a:xfrm flipH="1">
            <a:off x="4878214" y="2780928"/>
            <a:ext cx="1800200" cy="3600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Textfeld 16"/>
          <p:cNvSpPr txBox="1"/>
          <p:nvPr/>
        </p:nvSpPr>
        <p:spPr>
          <a:xfrm>
            <a:off x="5886326" y="4077072"/>
            <a:ext cx="4536504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„</a:t>
            </a:r>
            <a:r>
              <a:rPr lang="de-DE" sz="2000" dirty="0" err="1"/>
              <a:t>myMethod</a:t>
            </a:r>
            <a:r>
              <a:rPr lang="de-DE" sz="2000" dirty="0"/>
              <a:t>“ in SC_METHOD kapseln</a:t>
            </a:r>
          </a:p>
        </p:txBody>
      </p:sp>
      <p:cxnSp>
        <p:nvCxnSpPr>
          <p:cNvPr id="19" name="Gerade Verbindung mit Pfeil 18"/>
          <p:cNvCxnSpPr/>
          <p:nvPr/>
        </p:nvCxnSpPr>
        <p:spPr bwMode="auto">
          <a:xfrm flipH="1">
            <a:off x="5310262" y="4509120"/>
            <a:ext cx="576064" cy="288032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Textfeld 19"/>
          <p:cNvSpPr txBox="1"/>
          <p:nvPr/>
        </p:nvSpPr>
        <p:spPr>
          <a:xfrm>
            <a:off x="2717974" y="5733256"/>
            <a:ext cx="7488832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s</a:t>
            </a:r>
            <a:r>
              <a:rPr lang="de-DE" sz="2000"/>
              <a:t>oll </a:t>
            </a:r>
            <a:r>
              <a:rPr lang="de-DE" sz="2000" dirty="0"/>
              <a:t>immer dann </a:t>
            </a:r>
            <a:r>
              <a:rPr lang="de-DE" sz="2000" dirty="0" err="1"/>
              <a:t>getriggert</a:t>
            </a:r>
            <a:r>
              <a:rPr lang="de-DE" sz="2000" dirty="0"/>
              <a:t> werden, wenn sich a ODER b ändert.</a:t>
            </a:r>
          </a:p>
        </p:txBody>
      </p:sp>
      <p:cxnSp>
        <p:nvCxnSpPr>
          <p:cNvPr id="22" name="Gerade Verbindung mit Pfeil 21"/>
          <p:cNvCxnSpPr/>
          <p:nvPr/>
        </p:nvCxnSpPr>
        <p:spPr bwMode="auto">
          <a:xfrm flipV="1">
            <a:off x="4518174" y="5301208"/>
            <a:ext cx="0" cy="43204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3" name="Textfeld 22"/>
          <p:cNvSpPr txBox="1"/>
          <p:nvPr/>
        </p:nvSpPr>
        <p:spPr>
          <a:xfrm>
            <a:off x="6174358" y="4725145"/>
            <a:ext cx="3456384" cy="70788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sensitive bezieht sich immer </a:t>
            </a:r>
          </a:p>
          <a:p>
            <a:r>
              <a:rPr lang="de-DE" sz="2000" dirty="0"/>
              <a:t>auf letzten erstellten Prozess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39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SC_THREAD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4247317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de-DE" dirty="0">
                <a:solidFill>
                  <a:srgbClr val="0000FF"/>
                </a:solidFill>
              </a:rPr>
              <a:t>kann</a:t>
            </a:r>
            <a:r>
              <a:rPr lang="de-DE" dirty="0"/>
              <a:t> </a:t>
            </a:r>
            <a:r>
              <a:rPr lang="de-DE" dirty="0">
                <a:solidFill>
                  <a:srgbClr val="0000FF"/>
                </a:solidFill>
              </a:rPr>
              <a:t>unterbrochen werden </a:t>
            </a:r>
            <a:r>
              <a:rPr lang="de-DE" dirty="0"/>
              <a:t>(mit </a:t>
            </a:r>
            <a:r>
              <a:rPr lang="de-DE" b="1" dirty="0" err="1">
                <a:latin typeface="Courier New" pitchFamily="49" charset="0"/>
                <a:cs typeface="Courier New" pitchFamily="49" charset="0"/>
              </a:rPr>
              <a:t>wait</a:t>
            </a:r>
            <a:r>
              <a:rPr lang="de-DE" b="1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de-DE" dirty="0"/>
              <a:t>)</a:t>
            </a:r>
          </a:p>
          <a:p>
            <a:pPr marL="742050" lvl="1" indent="-342000"/>
            <a:r>
              <a:rPr lang="de-DE" sz="2800" dirty="0">
                <a:cs typeface="Courier New" pitchFamily="49" charset="0"/>
              </a:rPr>
              <a:t>Kontrolle wird (freiwillig) abgegeben</a:t>
            </a:r>
          </a:p>
          <a:p>
            <a:pPr marL="742050" lvl="1" indent="-342000"/>
            <a:r>
              <a:rPr lang="de-DE" sz="2800" dirty="0">
                <a:cs typeface="Courier New" pitchFamily="49" charset="0"/>
              </a:rPr>
              <a:t>bis zum Auftreten eines Ereignisses </a:t>
            </a:r>
          </a:p>
          <a:p>
            <a:pPr marL="742050" lvl="1" indent="-342000"/>
            <a:r>
              <a:rPr lang="en-US" sz="2800" dirty="0" err="1"/>
              <a:t>oder</a:t>
            </a:r>
            <a:r>
              <a:rPr lang="en-US" sz="2800" dirty="0"/>
              <a:t> </a:t>
            </a:r>
            <a:r>
              <a:rPr lang="en-US" sz="2800" dirty="0" err="1"/>
              <a:t>bis</a:t>
            </a:r>
            <a:r>
              <a:rPr lang="en-US" sz="2800" dirty="0"/>
              <a:t> </a:t>
            </a:r>
            <a:r>
              <a:rPr lang="de-DE" sz="2800" dirty="0">
                <a:cs typeface="Courier New" pitchFamily="49" charset="0"/>
              </a:rPr>
              <a:t>zu einem bestimmten Simulationszeitpunkt</a:t>
            </a:r>
            <a:r>
              <a:rPr lang="en-US" sz="2800" dirty="0"/>
              <a:t> </a:t>
            </a:r>
          </a:p>
          <a:p>
            <a:pPr marL="342000" indent="-342000"/>
            <a:r>
              <a:rPr lang="en-US" dirty="0" err="1">
                <a:solidFill>
                  <a:srgbClr val="0000FF"/>
                </a:solidFill>
              </a:rPr>
              <a:t>interner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Zustand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zwischen</a:t>
            </a:r>
            <a:r>
              <a:rPr lang="en-US" dirty="0"/>
              <a:t> </a:t>
            </a:r>
            <a:r>
              <a:rPr lang="en-US" dirty="0" err="1"/>
              <a:t>Aufrufen</a:t>
            </a:r>
            <a:r>
              <a:rPr lang="en-US" dirty="0"/>
              <a:t> </a:t>
            </a:r>
            <a:r>
              <a:rPr lang="en-US" dirty="0" err="1"/>
              <a:t>gespeichert</a:t>
            </a:r>
            <a:endParaRPr lang="en-US" dirty="0"/>
          </a:p>
          <a:p>
            <a:pPr marL="342000" indent="-342000"/>
            <a:r>
              <a:rPr lang="en-US" dirty="0"/>
              <a:t>	 </a:t>
            </a:r>
            <a:r>
              <a:rPr lang="en-US" dirty="0">
                <a:sym typeface="Wingdings 3"/>
              </a:rPr>
              <a:t> 	</a:t>
            </a:r>
            <a:r>
              <a:rPr lang="en-US" dirty="0"/>
              <a:t>die </a:t>
            </a:r>
            <a:r>
              <a:rPr lang="en-US" dirty="0" err="1">
                <a:solidFill>
                  <a:srgbClr val="0000FF"/>
                </a:solidFill>
              </a:rPr>
              <a:t>Ausf</a:t>
            </a:r>
            <a:r>
              <a:rPr lang="de-DE" dirty="0">
                <a:solidFill>
                  <a:srgbClr val="0000FF"/>
                </a:solidFill>
              </a:rPr>
              <a:t>ü</a:t>
            </a:r>
            <a:r>
              <a:rPr lang="en-US" dirty="0" err="1">
                <a:solidFill>
                  <a:srgbClr val="0000FF"/>
                </a:solidFill>
              </a:rPr>
              <a:t>hrung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/>
              <a:t>wird</a:t>
            </a:r>
            <a:r>
              <a:rPr lang="en-US" dirty="0"/>
              <a:t> an der </a:t>
            </a:r>
            <a:r>
              <a:rPr lang="en-US" dirty="0" err="1"/>
              <a:t>Stelle</a:t>
            </a:r>
            <a:r>
              <a:rPr lang="en-US" dirty="0"/>
              <a:t> </a:t>
            </a:r>
            <a:r>
              <a:rPr lang="en-US" dirty="0" err="1">
                <a:solidFill>
                  <a:srgbClr val="0000FF"/>
                </a:solidFill>
              </a:rPr>
              <a:t>fortgesetzt</a:t>
            </a:r>
            <a:r>
              <a:rPr lang="en-US" dirty="0"/>
              <a:t>, an der </a:t>
            </a:r>
            <a:r>
              <a:rPr lang="en-US" dirty="0" err="1"/>
              <a:t>der</a:t>
            </a:r>
            <a:r>
              <a:rPr lang="en-US" dirty="0"/>
              <a:t> </a:t>
            </a:r>
            <a:r>
              <a:rPr lang="en-US" dirty="0" err="1"/>
              <a:t>Prozess</a:t>
            </a:r>
            <a:br>
              <a:rPr lang="en-US" dirty="0"/>
            </a:br>
            <a:r>
              <a:rPr lang="en-US" dirty="0"/>
              <a:t>						</a:t>
            </a:r>
            <a:r>
              <a:rPr lang="en-US" dirty="0" err="1"/>
              <a:t>zuletzt</a:t>
            </a:r>
            <a:r>
              <a:rPr lang="en-US" dirty="0"/>
              <a:t> </a:t>
            </a:r>
            <a:r>
              <a:rPr lang="en-US" dirty="0" err="1"/>
              <a:t>verlassen</a:t>
            </a:r>
            <a:r>
              <a:rPr lang="en-US" dirty="0"/>
              <a:t> </a:t>
            </a:r>
            <a:r>
              <a:rPr lang="en-US" dirty="0" err="1"/>
              <a:t>wurde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40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37"/>
          <p:cNvSpPr txBox="1">
            <a:spLocks/>
          </p:cNvSpPr>
          <p:nvPr/>
        </p:nvSpPr>
        <p:spPr bwMode="auto">
          <a:xfrm>
            <a:off x="1877798" y="1295408"/>
            <a:ext cx="8686800" cy="500066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SC_MODULE(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sc_in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&gt; id;</a:t>
            </a:r>
          </a:p>
          <a:p>
            <a:pPr marL="342000" indent="-342000"/>
            <a:r>
              <a:rPr lang="en-US" sz="1000" b="1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sc_inout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sc_uint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&lt;3&gt; &gt; a, b, c;</a:t>
            </a:r>
          </a:p>
          <a:p>
            <a:pPr marL="342000" indent="-342000"/>
            <a:endParaRPr lang="en-US" sz="7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void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myThread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while(true){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if(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id.read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())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c.write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a.read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else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c.write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b.read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wait();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SC_CTOR(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  SC_THREAD(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myThread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sensitive &lt;&lt;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a.value_changed_event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() &lt;&lt;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b.value_changed_event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};</a:t>
            </a:r>
            <a:endParaRPr lang="de-DE" sz="16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28" name="Gerade Verbindung mit Pfeil 27"/>
          <p:cNvCxnSpPr/>
          <p:nvPr/>
        </p:nvCxnSpPr>
        <p:spPr bwMode="auto">
          <a:xfrm flipH="1">
            <a:off x="6102360" y="4406772"/>
            <a:ext cx="1152119" cy="6896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Gerade Verbindung mit Pfeil 18"/>
          <p:cNvCxnSpPr/>
          <p:nvPr/>
        </p:nvCxnSpPr>
        <p:spPr bwMode="auto">
          <a:xfrm flipH="1">
            <a:off x="5094238" y="3212976"/>
            <a:ext cx="2520280" cy="1772932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4063980" cy="984885"/>
          </a:xfrm>
        </p:spPr>
        <p:txBody>
          <a:bodyPr/>
          <a:lstStyle/>
          <a:p>
            <a:pPr marL="342000" indent="-342000"/>
            <a:r>
              <a:rPr lang="en-US" dirty="0"/>
              <a:t>SC_THREAD (</a:t>
            </a:r>
            <a:r>
              <a:rPr lang="en-US" dirty="0" err="1"/>
              <a:t>Portänderung</a:t>
            </a:r>
            <a:r>
              <a:rPr lang="en-US" dirty="0"/>
              <a:t>)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6678414" y="1107902"/>
            <a:ext cx="3888432" cy="132343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C++ Methode „</a:t>
            </a:r>
            <a:r>
              <a:rPr lang="de-DE" sz="2000" dirty="0" err="1"/>
              <a:t>myThread</a:t>
            </a:r>
            <a:r>
              <a:rPr lang="de-DE" sz="2000" dirty="0"/>
              <a:t>“</a:t>
            </a:r>
          </a:p>
          <a:p>
            <a:r>
              <a:rPr lang="de-DE" sz="2000" dirty="0"/>
              <a:t>Leitet abhängig von </a:t>
            </a:r>
            <a:r>
              <a:rPr lang="de-DE" sz="2000" dirty="0" err="1"/>
              <a:t>id</a:t>
            </a:r>
            <a:r>
              <a:rPr lang="de-DE" sz="2000" dirty="0"/>
              <a:t> Signal a oder Signal b weiter (an c). Üblicherweise mit Endlosschleife</a:t>
            </a:r>
          </a:p>
        </p:txBody>
      </p:sp>
      <p:cxnSp>
        <p:nvCxnSpPr>
          <p:cNvPr id="17" name="Gerade Verbindung mit Pfeil 16"/>
          <p:cNvCxnSpPr/>
          <p:nvPr/>
        </p:nvCxnSpPr>
        <p:spPr bwMode="auto">
          <a:xfrm flipH="1">
            <a:off x="4266146" y="2472983"/>
            <a:ext cx="2412268" cy="15922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8" name="Textfeld 17"/>
          <p:cNvSpPr txBox="1"/>
          <p:nvPr/>
        </p:nvSpPr>
        <p:spPr>
          <a:xfrm>
            <a:off x="7038454" y="2924944"/>
            <a:ext cx="4392488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„</a:t>
            </a:r>
            <a:r>
              <a:rPr lang="de-DE" sz="2000" dirty="0" err="1"/>
              <a:t>myThread</a:t>
            </a:r>
            <a:r>
              <a:rPr lang="de-DE" sz="2000" dirty="0"/>
              <a:t>“ in SC_THREAD kapseln</a:t>
            </a:r>
          </a:p>
        </p:txBody>
      </p:sp>
      <p:sp>
        <p:nvSpPr>
          <p:cNvPr id="24" name="Textfeld 23"/>
          <p:cNvSpPr txBox="1"/>
          <p:nvPr/>
        </p:nvSpPr>
        <p:spPr>
          <a:xfrm>
            <a:off x="7254478" y="3645025"/>
            <a:ext cx="3888432" cy="101566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Prozess unterbricht Arbeit, bis Änderung an Port a oder b stattfindet.</a:t>
            </a:r>
          </a:p>
        </p:txBody>
      </p:sp>
      <p:cxnSp>
        <p:nvCxnSpPr>
          <p:cNvPr id="26" name="Gerade Verbindung mit Pfeil 25"/>
          <p:cNvCxnSpPr>
            <a:stCxn id="24" idx="1"/>
          </p:cNvCxnSpPr>
          <p:nvPr/>
        </p:nvCxnSpPr>
        <p:spPr bwMode="auto">
          <a:xfrm flipH="1" flipV="1">
            <a:off x="3654078" y="3898940"/>
            <a:ext cx="3600400" cy="2539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41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4063980" cy="984885"/>
          </a:xfrm>
        </p:spPr>
        <p:txBody>
          <a:bodyPr/>
          <a:lstStyle/>
          <a:p>
            <a:pPr marL="342000" indent="-342000"/>
            <a:r>
              <a:rPr lang="en-US" dirty="0"/>
              <a:t>SC_THREAD (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Zeit</a:t>
            </a:r>
            <a:r>
              <a:rPr lang="en-US" dirty="0"/>
              <a:t>)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0" name="Inhaltsplatzhalter 37"/>
          <p:cNvSpPr txBox="1">
            <a:spLocks/>
          </p:cNvSpPr>
          <p:nvPr/>
        </p:nvSpPr>
        <p:spPr bwMode="auto">
          <a:xfrm>
            <a:off x="1987550" y="1268760"/>
            <a:ext cx="4978896" cy="500066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SC_MODULE(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sc_in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&gt; id;</a:t>
            </a:r>
          </a:p>
          <a:p>
            <a:pPr marL="342000" indent="-342000"/>
            <a:r>
              <a:rPr lang="en-US" sz="900" b="1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sc_inout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sc_uint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&lt;3&gt; &gt; a, b, c;</a:t>
            </a:r>
          </a:p>
          <a:p>
            <a:pPr marL="342000" indent="-342000"/>
            <a:endParaRPr lang="en-US" sz="10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void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myThread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while(true){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if(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id.read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())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c.write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a.read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else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c.write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b.read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marL="342000" indent="-342000"/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wait(20, SC_NS);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SC_CTOR(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  SC_THREAD(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myThread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42000" indent="-342000">
              <a:defRPr/>
            </a:pP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};</a:t>
            </a:r>
            <a:endParaRPr lang="de-DE" sz="16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6390382" y="4005065"/>
            <a:ext cx="3888432" cy="101566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Prozess unterbricht Arbeit und wartet bis 20 Nanosekunden vergangen sind.</a:t>
            </a:r>
          </a:p>
        </p:txBody>
      </p:sp>
      <p:cxnSp>
        <p:nvCxnSpPr>
          <p:cNvPr id="26" name="Gerade Verbindung mit Pfeil 25"/>
          <p:cNvCxnSpPr/>
          <p:nvPr/>
        </p:nvCxnSpPr>
        <p:spPr bwMode="auto">
          <a:xfrm flipH="1" flipV="1">
            <a:off x="4806206" y="3861048"/>
            <a:ext cx="1584176" cy="576064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42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4063980" cy="984885"/>
          </a:xfrm>
        </p:spPr>
        <p:txBody>
          <a:bodyPr/>
          <a:lstStyle/>
          <a:p>
            <a:pPr marL="342000" indent="-342000"/>
            <a:r>
              <a:rPr lang="en-US" dirty="0"/>
              <a:t>SC_THREAD (</a:t>
            </a:r>
            <a:r>
              <a:rPr lang="en-US" dirty="0" err="1"/>
              <a:t>mit</a:t>
            </a:r>
            <a:r>
              <a:rPr lang="en-US" dirty="0"/>
              <a:t> clock)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0" name="Inhaltsplatzhalter 37"/>
          <p:cNvSpPr txBox="1">
            <a:spLocks/>
          </p:cNvSpPr>
          <p:nvPr/>
        </p:nvSpPr>
        <p:spPr bwMode="auto">
          <a:xfrm>
            <a:off x="1987550" y="1052736"/>
            <a:ext cx="4978896" cy="500066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SC_MODULE(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sc_in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&gt; id;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sc_in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&gt; clock;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sc_inout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sc_uint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&lt;3&gt; &gt; a, b, c;</a:t>
            </a:r>
          </a:p>
          <a:p>
            <a:pPr marL="342000" indent="-342000"/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void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myThread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while(true){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if(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id.read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())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c.write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a.read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else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c.write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b.read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wait();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SC_CTOR(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  SC_THREAD(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myThread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sensitive &lt;&lt; clock.pos();</a:t>
            </a: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342000" indent="-342000"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};</a:t>
            </a:r>
            <a:endParaRPr lang="de-DE" sz="16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6390382" y="4060544"/>
            <a:ext cx="3888432" cy="101566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Prozess unterbricht Arbeit an </a:t>
            </a:r>
            <a:r>
              <a:rPr lang="de-DE" sz="2000" dirty="0" err="1"/>
              <a:t>wait</a:t>
            </a:r>
            <a:r>
              <a:rPr lang="de-DE" sz="2000" dirty="0"/>
              <a:t>(), bis Ereignis clock.pos() eintritt (positive Uhrenflanke).</a:t>
            </a:r>
          </a:p>
        </p:txBody>
      </p:sp>
      <p:cxnSp>
        <p:nvCxnSpPr>
          <p:cNvPr id="26" name="Gerade Verbindung mit Pfeil 25"/>
          <p:cNvCxnSpPr/>
          <p:nvPr/>
        </p:nvCxnSpPr>
        <p:spPr bwMode="auto">
          <a:xfrm flipH="1" flipV="1">
            <a:off x="3726086" y="3789040"/>
            <a:ext cx="2664296" cy="559534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Gerade Verbindung mit Pfeil 27"/>
          <p:cNvCxnSpPr/>
          <p:nvPr/>
        </p:nvCxnSpPr>
        <p:spPr bwMode="auto">
          <a:xfrm flipH="1">
            <a:off x="5598294" y="4852630"/>
            <a:ext cx="792088" cy="3600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Form 29"/>
          <p:cNvCxnSpPr>
            <a:stCxn id="24" idx="0"/>
          </p:cNvCxnSpPr>
          <p:nvPr/>
        </p:nvCxnSpPr>
        <p:spPr bwMode="auto">
          <a:xfrm rot="16200000" flipV="1">
            <a:off x="5346266" y="1072210"/>
            <a:ext cx="2304256" cy="3672408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43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 dirty="0" err="1"/>
              <a:t>Sensitivität</a:t>
            </a:r>
            <a:endParaRPr lang="en-US" dirty="0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5232202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dirty="0" err="1">
                <a:solidFill>
                  <a:srgbClr val="0000FF"/>
                </a:solidFill>
              </a:rPr>
              <a:t>Sensitivität</a:t>
            </a:r>
            <a:r>
              <a:rPr lang="en-US" dirty="0">
                <a:solidFill>
                  <a:srgbClr val="0000FF"/>
                </a:solidFill>
              </a:rPr>
              <a:t>: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Prozess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sensitiv</a:t>
            </a:r>
            <a:r>
              <a:rPr lang="en-US" dirty="0"/>
              <a:t> auf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Ereignis</a:t>
            </a:r>
            <a:r>
              <a:rPr lang="en-US" dirty="0"/>
              <a:t>, </a:t>
            </a:r>
            <a:r>
              <a:rPr lang="en-US" dirty="0" err="1"/>
              <a:t>wenn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von </a:t>
            </a:r>
            <a:r>
              <a:rPr lang="en-US" dirty="0" err="1"/>
              <a:t>diesem</a:t>
            </a:r>
            <a:r>
              <a:rPr lang="en-US" dirty="0"/>
              <a:t> </a:t>
            </a:r>
            <a:r>
              <a:rPr lang="en-US" dirty="0" err="1"/>
              <a:t>angestoßen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kann</a:t>
            </a:r>
            <a:endParaRPr lang="en-US" dirty="0"/>
          </a:p>
          <a:p>
            <a:pPr marL="342000" indent="-342000"/>
            <a:endParaRPr lang="en-US" dirty="0"/>
          </a:p>
          <a:p>
            <a:pPr marL="342000" indent="-342000"/>
            <a:r>
              <a:rPr lang="en-US" dirty="0" err="1">
                <a:solidFill>
                  <a:srgbClr val="0000FF"/>
                </a:solidFill>
              </a:rPr>
              <a:t>Statische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Sensitivität</a:t>
            </a:r>
            <a:endParaRPr lang="en-US" dirty="0">
              <a:solidFill>
                <a:srgbClr val="0000FF"/>
              </a:solidFill>
            </a:endParaRPr>
          </a:p>
          <a:p>
            <a:pPr marL="342000" indent="-342000"/>
            <a:r>
              <a:rPr lang="en-US" sz="2400" dirty="0" err="1"/>
              <a:t>Prozesse</a:t>
            </a:r>
            <a:r>
              <a:rPr lang="en-US" sz="2400" dirty="0"/>
              <a:t> k</a:t>
            </a:r>
            <a:r>
              <a:rPr lang="de-DE" sz="2400" dirty="0" err="1"/>
              <a:t>önnen</a:t>
            </a:r>
            <a:r>
              <a:rPr lang="de-DE" sz="2400" dirty="0"/>
              <a:t> durch Ereignisse</a:t>
            </a:r>
            <a:r>
              <a:rPr lang="en-US" sz="2400" dirty="0"/>
              <a:t>, die in der </a:t>
            </a:r>
            <a:r>
              <a:rPr lang="en-US" sz="2400" dirty="0" err="1">
                <a:solidFill>
                  <a:srgbClr val="0000FF"/>
                </a:solidFill>
              </a:rPr>
              <a:t>statischen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Sensitivit</a:t>
            </a:r>
            <a:r>
              <a:rPr lang="de-DE" sz="2400" dirty="0">
                <a:solidFill>
                  <a:srgbClr val="0000FF"/>
                </a:solidFill>
              </a:rPr>
              <a:t>ä</a:t>
            </a:r>
            <a:r>
              <a:rPr lang="en-US" sz="2400" dirty="0" err="1">
                <a:solidFill>
                  <a:srgbClr val="0000FF"/>
                </a:solidFill>
              </a:rPr>
              <a:t>tsliste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/>
              <a:t>angegeben</a:t>
            </a:r>
            <a:r>
              <a:rPr lang="en-US" sz="2400" dirty="0"/>
              <a:t> </a:t>
            </a:r>
            <a:r>
              <a:rPr lang="en-US" sz="2400" dirty="0" err="1"/>
              <a:t>sind</a:t>
            </a:r>
            <a:r>
              <a:rPr lang="en-US" sz="2400" dirty="0"/>
              <a:t>, </a:t>
            </a:r>
            <a:r>
              <a:rPr lang="en-US" sz="2400" dirty="0" err="1"/>
              <a:t>getriggert</a:t>
            </a:r>
            <a:r>
              <a:rPr lang="en-US" sz="2400" dirty="0"/>
              <a:t> </a:t>
            </a:r>
            <a:r>
              <a:rPr lang="en-US" sz="2400"/>
              <a:t>werden</a:t>
            </a:r>
            <a:r>
              <a:rPr lang="en-US" sz="2400" dirty="0"/>
              <a:t> </a:t>
            </a:r>
            <a:r>
              <a:rPr lang="de-DE" sz="2400" dirty="0"/>
              <a:t>(z.B. Änderungen</a:t>
            </a:r>
            <a:r>
              <a:rPr lang="en-US" sz="2400" dirty="0"/>
              <a:t> an Input Ports)</a:t>
            </a:r>
          </a:p>
          <a:p>
            <a:pPr marL="342000" indent="-342000"/>
            <a:r>
              <a:rPr lang="en-US" sz="2400" dirty="0" err="1">
                <a:sym typeface="Wingdings 3"/>
              </a:rPr>
              <a:t>Wird</a:t>
            </a:r>
            <a:r>
              <a:rPr lang="en-US" sz="2400" dirty="0">
                <a:sym typeface="Wingdings 3"/>
              </a:rPr>
              <a:t> </a:t>
            </a:r>
            <a:r>
              <a:rPr lang="en-US" sz="2400" dirty="0" err="1">
                <a:sym typeface="Wingdings 3"/>
              </a:rPr>
              <a:t>bei</a:t>
            </a:r>
            <a:r>
              <a:rPr lang="en-US" sz="2400" dirty="0">
                <a:sym typeface="Wingdings 3"/>
              </a:rPr>
              <a:t> </a:t>
            </a:r>
            <a:r>
              <a:rPr lang="en-US" sz="2400" dirty="0" err="1">
                <a:sym typeface="Wingdings 3"/>
              </a:rPr>
              <a:t>der</a:t>
            </a:r>
            <a:r>
              <a:rPr lang="en-US" sz="2400" dirty="0">
                <a:sym typeface="Wingdings 3"/>
              </a:rPr>
              <a:t> </a:t>
            </a:r>
            <a:r>
              <a:rPr lang="en-US" sz="2400" dirty="0" err="1">
                <a:sym typeface="Wingdings 3"/>
              </a:rPr>
              <a:t>Prozesserstellung</a:t>
            </a:r>
            <a:r>
              <a:rPr lang="en-US" sz="2400" dirty="0">
                <a:sym typeface="Wingdings 3"/>
              </a:rPr>
              <a:t> </a:t>
            </a:r>
            <a:r>
              <a:rPr lang="en-US" sz="2400" dirty="0" err="1">
                <a:sym typeface="Wingdings 3"/>
              </a:rPr>
              <a:t>angegeben</a:t>
            </a:r>
            <a:endParaRPr lang="en-US" sz="2400" dirty="0">
              <a:sym typeface="Wingdings 3"/>
            </a:endParaRPr>
          </a:p>
          <a:p>
            <a:pPr marL="342000" indent="-342000"/>
            <a:r>
              <a:rPr lang="en-US" sz="2400" dirty="0" err="1">
                <a:sym typeface="Wingdings 3"/>
              </a:rPr>
              <a:t>Schlüsselwort</a:t>
            </a:r>
            <a:r>
              <a:rPr lang="en-US" sz="2400" dirty="0">
                <a:sym typeface="Wingdings 3"/>
              </a:rPr>
              <a:t>: </a:t>
            </a:r>
            <a:r>
              <a:rPr lang="en-US" sz="2400" dirty="0">
                <a:solidFill>
                  <a:srgbClr val="0000FF"/>
                </a:solidFill>
                <a:sym typeface="Wingdings 3"/>
              </a:rPr>
              <a:t>sensitive</a:t>
            </a:r>
          </a:p>
          <a:p>
            <a:pPr marL="342000" indent="-342000"/>
            <a:r>
              <a:rPr lang="en-US" sz="2400" dirty="0" err="1">
                <a:sym typeface="Wingdings 3"/>
              </a:rPr>
              <a:t>Beispiel</a:t>
            </a:r>
            <a:r>
              <a:rPr lang="en-US" sz="2400" dirty="0">
                <a:sym typeface="Wingdings 3"/>
              </a:rPr>
              <a:t>:</a:t>
            </a:r>
          </a:p>
          <a:p>
            <a:pPr marL="742050" lvl="1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SC_METHOD(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myMethod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);</a:t>
            </a:r>
            <a:r>
              <a:rPr lang="en-US" sz="2000" dirty="0">
                <a:cs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sensitive &lt;&lt; a &lt;&lt; b;</a:t>
            </a:r>
          </a:p>
          <a:p>
            <a:pPr marL="742050" lvl="1" indent="-34200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SC_THREAD(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myThread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); sensitive &lt;&lt; clock.pos();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742050" lvl="1" indent="-342000"/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sym typeface="Wingdings 3"/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44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4063980" cy="984885"/>
          </a:xfrm>
        </p:spPr>
        <p:txBody>
          <a:bodyPr/>
          <a:lstStyle/>
          <a:p>
            <a:pPr marL="342000" indent="-342000"/>
            <a:r>
              <a:rPr lang="en-US" dirty="0" err="1"/>
              <a:t>Dynamische</a:t>
            </a:r>
            <a:r>
              <a:rPr lang="en-US" dirty="0"/>
              <a:t> </a:t>
            </a:r>
            <a:r>
              <a:rPr lang="en-US" dirty="0" err="1"/>
              <a:t>Sensitivität</a:t>
            </a:r>
            <a:endParaRPr lang="en-US" dirty="0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4585871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de-DE" sz="2400" dirty="0"/>
              <a:t>statische Sensitivität kann zur Laufzeit dynamisch überschrieben werden</a:t>
            </a:r>
          </a:p>
          <a:p>
            <a:pPr marL="342000" indent="-342000"/>
            <a:r>
              <a:rPr lang="de-DE" sz="2400" dirty="0"/>
              <a:t>SC_METHOD: </a:t>
            </a:r>
            <a:r>
              <a:rPr lang="de-DE" sz="2400" dirty="0" err="1">
                <a:solidFill>
                  <a:srgbClr val="0000FF"/>
                </a:solidFill>
              </a:rPr>
              <a:t>next_trigger</a:t>
            </a:r>
            <a:r>
              <a:rPr lang="de-DE" sz="2400" dirty="0">
                <a:solidFill>
                  <a:srgbClr val="0000FF"/>
                </a:solidFill>
              </a:rPr>
              <a:t>(…);</a:t>
            </a:r>
          </a:p>
          <a:p>
            <a:pPr marL="742050" lvl="1" indent="-342000"/>
            <a:r>
              <a:rPr lang="de-DE" dirty="0"/>
              <a:t>Setzt einmalig einen anderen Auslöser für die SC_METHOD</a:t>
            </a:r>
          </a:p>
          <a:p>
            <a:pPr marL="742050" lvl="1" indent="-342000"/>
            <a:r>
              <a:rPr lang="de-DE" dirty="0"/>
              <a:t>SC_METHOD wird trotzdem bis zum Ende ausgeführt!</a:t>
            </a:r>
          </a:p>
          <a:p>
            <a:pPr marL="342000" indent="-342000"/>
            <a:r>
              <a:rPr lang="en-US" sz="2400" dirty="0">
                <a:sym typeface="Wingdings 3"/>
              </a:rPr>
              <a:t>SC_THREAD: </a:t>
            </a:r>
            <a:r>
              <a:rPr lang="en-US" sz="2400" dirty="0">
                <a:solidFill>
                  <a:srgbClr val="0000FF"/>
                </a:solidFill>
                <a:sym typeface="Wingdings 3"/>
              </a:rPr>
              <a:t>wait(…);</a:t>
            </a:r>
          </a:p>
          <a:p>
            <a:pPr marL="742050" lvl="1" indent="-342000"/>
            <a:r>
              <a:rPr lang="en-US" dirty="0" err="1">
                <a:sym typeface="Wingdings 3"/>
              </a:rPr>
              <a:t>Unterbricht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Ausführung</a:t>
            </a:r>
            <a:r>
              <a:rPr lang="en-US" dirty="0">
                <a:sym typeface="Wingdings 3"/>
              </a:rPr>
              <a:t> an </a:t>
            </a:r>
            <a:r>
              <a:rPr lang="en-US" dirty="0" err="1">
                <a:sym typeface="Wingdings 3"/>
              </a:rPr>
              <a:t>dieser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Stelle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bis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spezifiziertes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Ereignis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eintrifft</a:t>
            </a:r>
            <a:endParaRPr lang="en-US" dirty="0">
              <a:sym typeface="Wingdings 3"/>
            </a:endParaRPr>
          </a:p>
          <a:p>
            <a:pPr marL="742050" lvl="1" indent="-342000"/>
            <a:r>
              <a:rPr lang="en-US" dirty="0" err="1">
                <a:sym typeface="Wingdings 3"/>
              </a:rPr>
              <a:t>Auch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Kombination</a:t>
            </a:r>
            <a:r>
              <a:rPr lang="en-US" dirty="0">
                <a:sym typeface="Wingdings 3"/>
              </a:rPr>
              <a:t> von </a:t>
            </a:r>
            <a:r>
              <a:rPr lang="en-US" dirty="0" err="1">
                <a:sym typeface="Wingdings 3"/>
              </a:rPr>
              <a:t>next_trigger</a:t>
            </a:r>
            <a:r>
              <a:rPr lang="en-US" dirty="0">
                <a:sym typeface="Wingdings 3"/>
              </a:rPr>
              <a:t>(…); und wait(); </a:t>
            </a:r>
            <a:r>
              <a:rPr lang="en-US" dirty="0" err="1">
                <a:sym typeface="Wingdings 3"/>
              </a:rPr>
              <a:t>möglich</a:t>
            </a:r>
            <a:endParaRPr lang="en-US" dirty="0">
              <a:sym typeface="Wingdings 3"/>
            </a:endParaRPr>
          </a:p>
          <a:p>
            <a:pPr marL="742050" lvl="1" indent="-342000"/>
            <a:r>
              <a:rPr lang="en-US" dirty="0" err="1">
                <a:sym typeface="Wingdings 3"/>
              </a:rPr>
              <a:t>Bei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Aufruf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ohne</a:t>
            </a:r>
            <a:r>
              <a:rPr lang="en-US" dirty="0">
                <a:sym typeface="Wingdings 3"/>
              </a:rPr>
              <a:t> Parameter </a:t>
            </a:r>
            <a:r>
              <a:rPr lang="en-US" dirty="0" err="1">
                <a:sym typeface="Wingdings 3"/>
              </a:rPr>
              <a:t>greift</a:t>
            </a:r>
            <a:r>
              <a:rPr lang="en-US" dirty="0">
                <a:sym typeface="Wingdings 3"/>
              </a:rPr>
              <a:t> SC_THREAD auf die </a:t>
            </a:r>
            <a:r>
              <a:rPr lang="en-US" dirty="0" err="1">
                <a:sym typeface="Wingdings 3"/>
              </a:rPr>
              <a:t>statische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Sensitivitätsliste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zu</a:t>
            </a:r>
            <a:endParaRPr lang="en-US" sz="2000" dirty="0">
              <a:sym typeface="Wingdings 3"/>
            </a:endParaRPr>
          </a:p>
          <a:p>
            <a:pPr marL="742050" lvl="1" indent="-342000"/>
            <a:endParaRPr lang="en-US" sz="2000" dirty="0">
              <a:sym typeface="Wingdings 3"/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45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4063980" cy="984885"/>
          </a:xfrm>
        </p:spPr>
        <p:txBody>
          <a:bodyPr/>
          <a:lstStyle/>
          <a:p>
            <a:pPr marL="342000" indent="-342000"/>
            <a:r>
              <a:rPr lang="en-US" dirty="0" err="1"/>
              <a:t>Dynamische</a:t>
            </a:r>
            <a:r>
              <a:rPr lang="en-US" dirty="0"/>
              <a:t> </a:t>
            </a:r>
            <a:r>
              <a:rPr lang="en-US" dirty="0" err="1"/>
              <a:t>Sensitivität</a:t>
            </a:r>
            <a:endParaRPr lang="en-US" dirty="0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6155531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 defTabSz="314325">
              <a:tabLst>
                <a:tab pos="4038600" algn="l"/>
              </a:tabLst>
            </a:pPr>
            <a:r>
              <a:rPr lang="en-US" dirty="0"/>
              <a:t>	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wait(e);	</a:t>
            </a:r>
            <a:r>
              <a:rPr lang="en-US" sz="2000" dirty="0" err="1">
                <a:cs typeface="Courier New" pitchFamily="49" charset="0"/>
              </a:rPr>
              <a:t>warte</a:t>
            </a:r>
            <a:r>
              <a:rPr lang="en-US" sz="2000" dirty="0">
                <a:cs typeface="Courier New" pitchFamily="49" charset="0"/>
              </a:rPr>
              <a:t> auf </a:t>
            </a:r>
            <a:r>
              <a:rPr lang="en-US" sz="2000" dirty="0" err="1">
                <a:cs typeface="Courier New" pitchFamily="49" charset="0"/>
              </a:rPr>
              <a:t>Ereignis</a:t>
            </a:r>
            <a:r>
              <a:rPr lang="en-US" sz="2000" dirty="0">
                <a:cs typeface="Courier New" pitchFamily="49" charset="0"/>
              </a:rPr>
              <a:t> e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 defTabSz="314325">
              <a:tabLst>
                <a:tab pos="403860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wait(e1 &amp; e2);	</a:t>
            </a:r>
            <a:r>
              <a:rPr lang="en-US" sz="2000" dirty="0" err="1">
                <a:cs typeface="Courier New" pitchFamily="49" charset="0"/>
              </a:rPr>
              <a:t>warte</a:t>
            </a:r>
            <a:r>
              <a:rPr lang="en-US" sz="2000" dirty="0">
                <a:cs typeface="Courier New" pitchFamily="49" charset="0"/>
              </a:rPr>
              <a:t> auf </a:t>
            </a:r>
            <a:r>
              <a:rPr lang="en-US" sz="2000" dirty="0" err="1">
                <a:cs typeface="Courier New" pitchFamily="49" charset="0"/>
              </a:rPr>
              <a:t>Ereignisse</a:t>
            </a:r>
            <a:r>
              <a:rPr lang="en-US" sz="2000" dirty="0">
                <a:cs typeface="Courier New" pitchFamily="49" charset="0"/>
              </a:rPr>
              <a:t> e1 und e2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 defTabSz="314325">
              <a:tabLst>
                <a:tab pos="403860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wait(e1 | e2);	</a:t>
            </a:r>
            <a:r>
              <a:rPr lang="en-US" sz="2000" dirty="0" err="1">
                <a:cs typeface="Courier New" pitchFamily="49" charset="0"/>
              </a:rPr>
              <a:t>warte</a:t>
            </a:r>
            <a:r>
              <a:rPr lang="en-US" sz="2000" dirty="0">
                <a:cs typeface="Courier New" pitchFamily="49" charset="0"/>
              </a:rPr>
              <a:t> auf (</a:t>
            </a:r>
            <a:r>
              <a:rPr lang="en-US" sz="2000" dirty="0" err="1">
                <a:cs typeface="Courier New" pitchFamily="49" charset="0"/>
              </a:rPr>
              <a:t>mindestens</a:t>
            </a:r>
            <a:r>
              <a:rPr lang="en-US" sz="2000" dirty="0">
                <a:cs typeface="Courier New" pitchFamily="49" charset="0"/>
              </a:rPr>
              <a:t>) </a:t>
            </a:r>
            <a:r>
              <a:rPr lang="en-US" sz="2000" dirty="0" err="1">
                <a:cs typeface="Courier New" pitchFamily="49" charset="0"/>
              </a:rPr>
              <a:t>eins</a:t>
            </a:r>
            <a:r>
              <a:rPr lang="en-US" sz="2000" dirty="0">
                <a:cs typeface="Courier New" pitchFamily="49" charset="0"/>
              </a:rPr>
              <a:t> der </a:t>
            </a:r>
            <a:r>
              <a:rPr lang="en-US" sz="2000" dirty="0" err="1">
                <a:cs typeface="Courier New" pitchFamily="49" charset="0"/>
              </a:rPr>
              <a:t>Ereignisse</a:t>
            </a:r>
            <a:r>
              <a:rPr lang="en-US" sz="2000" dirty="0">
                <a:cs typeface="Courier New" pitchFamily="49" charset="0"/>
              </a:rPr>
              <a:t> e1 </a:t>
            </a:r>
            <a:r>
              <a:rPr lang="en-US" sz="2000" dirty="0" err="1">
                <a:cs typeface="Courier New" pitchFamily="49" charset="0"/>
              </a:rPr>
              <a:t>oder</a:t>
            </a:r>
            <a:r>
              <a:rPr lang="en-US" sz="2000" dirty="0">
                <a:cs typeface="Courier New" pitchFamily="49" charset="0"/>
              </a:rPr>
              <a:t> e2</a:t>
            </a:r>
          </a:p>
          <a:p>
            <a:pPr marL="342000" indent="-342000" defTabSz="314325">
              <a:tabLst>
                <a:tab pos="403860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wait(200,SC_NS);	</a:t>
            </a:r>
            <a:r>
              <a:rPr lang="en-US" sz="2000" dirty="0" err="1">
                <a:cs typeface="Courier New" pitchFamily="49" charset="0"/>
              </a:rPr>
              <a:t>warte</a:t>
            </a:r>
            <a:r>
              <a:rPr lang="en-US" sz="2000" dirty="0">
                <a:cs typeface="Courier New" pitchFamily="49" charset="0"/>
              </a:rPr>
              <a:t> 200 ns</a:t>
            </a:r>
            <a:r>
              <a:rPr lang="en-US" sz="2000" dirty="0">
                <a:solidFill>
                  <a:srgbClr val="0000FF"/>
                </a:solidFill>
                <a:cs typeface="Courier New" pitchFamily="49" charset="0"/>
              </a:rPr>
              <a:t>	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 defTabSz="314325">
              <a:tabLst>
                <a:tab pos="403860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wait(SC_ZERO_TIME);	</a:t>
            </a:r>
            <a:r>
              <a:rPr lang="en-US" sz="2000" dirty="0" err="1">
                <a:cs typeface="Courier New" pitchFamily="49" charset="0"/>
              </a:rPr>
              <a:t>warte</a:t>
            </a:r>
            <a:r>
              <a:rPr lang="en-US" sz="2000" dirty="0">
                <a:cs typeface="Courier New" pitchFamily="49" charset="0"/>
              </a:rPr>
              <a:t> </a:t>
            </a:r>
            <a:r>
              <a:rPr lang="en-US" sz="2000" dirty="0" err="1">
                <a:cs typeface="Courier New" pitchFamily="49" charset="0"/>
              </a:rPr>
              <a:t>einen</a:t>
            </a:r>
            <a:r>
              <a:rPr lang="en-US" sz="2000" dirty="0">
                <a:cs typeface="Courier New" pitchFamily="49" charset="0"/>
              </a:rPr>
              <a:t> delta-</a:t>
            </a:r>
            <a:r>
              <a:rPr lang="en-US" sz="2000" dirty="0" err="1">
                <a:cs typeface="Courier New" pitchFamily="49" charset="0"/>
              </a:rPr>
              <a:t>Zyklus</a:t>
            </a:r>
            <a:endParaRPr lang="en-US" sz="2000" dirty="0">
              <a:cs typeface="Courier New" pitchFamily="49" charset="0"/>
            </a:endParaRPr>
          </a:p>
          <a:p>
            <a:pPr marL="342000" indent="-342000" defTabSz="314325">
              <a:tabLst>
                <a:tab pos="403860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>
                <a:cs typeface="Courier New" pitchFamily="49" charset="0"/>
              </a:rPr>
              <a:t>(</a:t>
            </a:r>
            <a:r>
              <a:rPr lang="en-US" sz="2000" dirty="0" err="1">
                <a:cs typeface="Courier New" pitchFamily="49" charset="0"/>
              </a:rPr>
              <a:t>mehr</a:t>
            </a:r>
            <a:r>
              <a:rPr lang="en-US" sz="2000" dirty="0">
                <a:cs typeface="Courier New" pitchFamily="49" charset="0"/>
              </a:rPr>
              <a:t> </a:t>
            </a:r>
            <a:r>
              <a:rPr lang="en-US" sz="2000" dirty="0" err="1">
                <a:cs typeface="Courier New" pitchFamily="49" charset="0"/>
              </a:rPr>
              <a:t>dazu</a:t>
            </a:r>
            <a:r>
              <a:rPr lang="en-US" sz="2000" dirty="0">
                <a:cs typeface="Courier New" pitchFamily="49" charset="0"/>
              </a:rPr>
              <a:t> </a:t>
            </a:r>
            <a:r>
              <a:rPr lang="en-US" sz="2000" dirty="0" err="1">
                <a:cs typeface="Courier New" pitchFamily="49" charset="0"/>
              </a:rPr>
              <a:t>gleich</a:t>
            </a:r>
            <a:r>
              <a:rPr lang="en-US" sz="2000" dirty="0">
                <a:cs typeface="Courier New" pitchFamily="49" charset="0"/>
              </a:rPr>
              <a:t>)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 defTabSz="314325">
              <a:tabLst>
                <a:tab pos="403860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wait(200, SC_NS, e);	</a:t>
            </a:r>
            <a:r>
              <a:rPr lang="en-US" sz="2000" dirty="0" err="1">
                <a:cs typeface="Courier New" pitchFamily="49" charset="0"/>
              </a:rPr>
              <a:t>warte</a:t>
            </a:r>
            <a:r>
              <a:rPr lang="en-US" sz="2000" dirty="0">
                <a:cs typeface="Courier New" pitchFamily="49" charset="0"/>
              </a:rPr>
              <a:t> h</a:t>
            </a:r>
            <a:r>
              <a:rPr lang="de-DE" sz="2000" dirty="0">
                <a:cs typeface="Courier New" pitchFamily="49" charset="0"/>
              </a:rPr>
              <a:t>ö</a:t>
            </a:r>
            <a:r>
              <a:rPr lang="en-US" sz="2000" dirty="0" err="1">
                <a:cs typeface="Courier New" pitchFamily="49" charset="0"/>
              </a:rPr>
              <a:t>chstens</a:t>
            </a:r>
            <a:r>
              <a:rPr lang="en-US" sz="2000" dirty="0">
                <a:cs typeface="Courier New" pitchFamily="49" charset="0"/>
              </a:rPr>
              <a:t> 200 ns auf 		</a:t>
            </a:r>
            <a:br>
              <a:rPr lang="en-US" sz="2000" dirty="0">
                <a:cs typeface="Courier New" pitchFamily="49" charset="0"/>
              </a:rPr>
            </a:br>
            <a:r>
              <a:rPr lang="en-US" sz="2000" dirty="0">
                <a:cs typeface="Courier New" pitchFamily="49" charset="0"/>
              </a:rPr>
              <a:t>	</a:t>
            </a:r>
            <a:r>
              <a:rPr lang="en-US" sz="2000" dirty="0" err="1">
                <a:cs typeface="Courier New" pitchFamily="49" charset="0"/>
              </a:rPr>
              <a:t>Ereignis</a:t>
            </a:r>
            <a:r>
              <a:rPr lang="en-US" sz="2000" dirty="0">
                <a:cs typeface="Courier New" pitchFamily="49" charset="0"/>
              </a:rPr>
              <a:t> e (</a:t>
            </a:r>
            <a:r>
              <a:rPr lang="en-US" sz="2000" dirty="0" err="1">
                <a:cs typeface="Courier New" pitchFamily="49" charset="0"/>
              </a:rPr>
              <a:t>warten</a:t>
            </a:r>
            <a:r>
              <a:rPr lang="en-US" sz="2000" dirty="0">
                <a:cs typeface="Courier New" pitchFamily="49" charset="0"/>
              </a:rPr>
              <a:t> </a:t>
            </a:r>
            <a:r>
              <a:rPr lang="en-US" sz="2000" dirty="0" err="1">
                <a:cs typeface="Courier New" pitchFamily="49" charset="0"/>
              </a:rPr>
              <a:t>mit</a:t>
            </a:r>
            <a:r>
              <a:rPr lang="en-US" sz="2000" dirty="0">
                <a:cs typeface="Courier New" pitchFamily="49" charset="0"/>
              </a:rPr>
              <a:t> Timeout)</a:t>
            </a:r>
          </a:p>
          <a:p>
            <a:pPr defTabSz="314325">
              <a:tabLst>
                <a:tab pos="1076325" algn="l"/>
              </a:tabLst>
            </a:pPr>
            <a:br>
              <a:rPr lang="en-US" sz="2000" dirty="0">
                <a:cs typeface="Courier New" pitchFamily="49" charset="0"/>
              </a:rPr>
            </a:br>
            <a:endParaRPr lang="en-US" sz="2000" dirty="0">
              <a:cs typeface="Courier New" pitchFamily="49" charset="0"/>
            </a:endParaRPr>
          </a:p>
          <a:p>
            <a:pPr defTabSz="314325">
              <a:tabLst>
                <a:tab pos="1076325" algn="l"/>
              </a:tabLst>
            </a:pPr>
            <a:r>
              <a:rPr lang="en-US" sz="2000" dirty="0" err="1">
                <a:solidFill>
                  <a:srgbClr val="0000FF"/>
                </a:solidFill>
                <a:cs typeface="Courier New" pitchFamily="49" charset="0"/>
              </a:rPr>
              <a:t>Hinweis</a:t>
            </a:r>
            <a:r>
              <a:rPr lang="en-US" sz="2000" dirty="0">
                <a:cs typeface="Courier New" pitchFamily="49" charset="0"/>
              </a:rPr>
              <a:t>:  </a:t>
            </a:r>
            <a:r>
              <a:rPr lang="de-DE" sz="2000" dirty="0">
                <a:cs typeface="Courier New" pitchFamily="49" charset="0"/>
              </a:rPr>
              <a:t>alles auch mit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next_trigger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sz="2000" dirty="0">
                <a:cs typeface="Courier New" pitchFamily="49" charset="0"/>
              </a:rPr>
              <a:t> </a:t>
            </a:r>
            <a:r>
              <a:rPr lang="en-US" sz="2000" dirty="0" err="1">
                <a:cs typeface="Courier New" pitchFamily="49" charset="0"/>
              </a:rPr>
              <a:t>verwendbar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46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Übersicht</a:t>
            </a:r>
            <a:endParaRPr lang="de-DE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2492990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Motivation f</a:t>
            </a:r>
            <a:r>
              <a:rPr lang="el-GR" dirty="0">
                <a:solidFill>
                  <a:schemeClr val="bg1">
                    <a:lumMod val="65000"/>
                  </a:schemeClr>
                </a:solidFill>
              </a:rPr>
              <a:t>ϋ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Systembeschreibungssprachen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342000" indent="-342000"/>
            <a:r>
              <a:rPr lang="en-US" dirty="0" err="1"/>
              <a:t>Systementwurf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SystemC</a:t>
            </a:r>
            <a:endParaRPr lang="en-US" dirty="0"/>
          </a:p>
          <a:p>
            <a:pPr marL="742050" lvl="1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Einleitung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742050" lvl="1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Kernelemente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1142100" lvl="2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Struktur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: Module und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deren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Kommunikation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1142100" lvl="2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Verhalten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Prozesse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und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deren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Ausf</a:t>
            </a:r>
            <a:r>
              <a:rPr lang="de-DE" dirty="0">
                <a:solidFill>
                  <a:schemeClr val="bg1">
                    <a:lumMod val="65000"/>
                  </a:schemeClr>
                </a:solidFill>
              </a:rPr>
              <a:t>ü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hrung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742050" lvl="1" indent="-342000"/>
            <a:r>
              <a:rPr lang="en-US" dirty="0"/>
              <a:t>Simulation</a:t>
            </a:r>
          </a:p>
          <a:p>
            <a:pPr marL="742050" lvl="1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Systemkomposition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742050" lvl="1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Testbenches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47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Ereignisse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5262979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sz="2400" dirty="0" err="1"/>
              <a:t>steuern</a:t>
            </a:r>
            <a:r>
              <a:rPr lang="en-US" sz="2400" dirty="0"/>
              <a:t> die </a:t>
            </a:r>
            <a:r>
              <a:rPr lang="en-US" sz="2400" dirty="0" err="1">
                <a:solidFill>
                  <a:srgbClr val="0000FF"/>
                </a:solidFill>
              </a:rPr>
              <a:t>Ausf</a:t>
            </a:r>
            <a:r>
              <a:rPr lang="de-DE" sz="2400" dirty="0">
                <a:solidFill>
                  <a:srgbClr val="0000FF"/>
                </a:solidFill>
              </a:rPr>
              <a:t>ü</a:t>
            </a:r>
            <a:r>
              <a:rPr lang="en-US" sz="2400" dirty="0" err="1">
                <a:solidFill>
                  <a:srgbClr val="0000FF"/>
                </a:solidFill>
              </a:rPr>
              <a:t>hrung</a:t>
            </a:r>
            <a:r>
              <a:rPr lang="en-US" sz="2400" dirty="0">
                <a:solidFill>
                  <a:srgbClr val="0000FF"/>
                </a:solidFill>
              </a:rPr>
              <a:t> von </a:t>
            </a:r>
            <a:r>
              <a:rPr lang="en-US" sz="2400" dirty="0" err="1">
                <a:solidFill>
                  <a:srgbClr val="0000FF"/>
                </a:solidFill>
              </a:rPr>
              <a:t>Prozessen</a:t>
            </a:r>
            <a:endParaRPr lang="en-US" sz="2400" dirty="0">
              <a:solidFill>
                <a:srgbClr val="0000FF"/>
              </a:solidFill>
            </a:endParaRPr>
          </a:p>
          <a:p>
            <a:pPr marL="342000" indent="-342000"/>
            <a:r>
              <a:rPr lang="en-US" sz="2400" dirty="0" err="1"/>
              <a:t>werden</a:t>
            </a:r>
            <a:r>
              <a:rPr lang="en-US" sz="2400" dirty="0"/>
              <a:t> in </a:t>
            </a:r>
            <a:r>
              <a:rPr lang="en-US" sz="2400" dirty="0" err="1"/>
              <a:t>SystemC</a:t>
            </a:r>
            <a:r>
              <a:rPr lang="en-US" sz="2400" dirty="0"/>
              <a:t> </a:t>
            </a:r>
            <a:r>
              <a:rPr lang="en-US" sz="2400" dirty="0" err="1"/>
              <a:t>Objekte</a:t>
            </a:r>
            <a:r>
              <a:rPr lang="en-US" sz="2400" dirty="0"/>
              <a:t> </a:t>
            </a:r>
            <a:r>
              <a:rPr lang="en-US" sz="2400" dirty="0" err="1"/>
              <a:t>der</a:t>
            </a:r>
            <a:r>
              <a:rPr lang="en-US" sz="2400" dirty="0"/>
              <a:t> </a:t>
            </a:r>
            <a:r>
              <a:rPr lang="en-US" sz="2400" dirty="0" err="1"/>
              <a:t>Klasse</a:t>
            </a:r>
            <a:r>
              <a:rPr lang="en-US" sz="2400" dirty="0"/>
              <a:t> 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sc_event</a:t>
            </a:r>
            <a:r>
              <a:rPr lang="en-US" sz="2400" dirty="0"/>
              <a:t> </a:t>
            </a:r>
            <a:r>
              <a:rPr lang="en-US" sz="2400" dirty="0" err="1"/>
              <a:t>repr</a:t>
            </a:r>
            <a:r>
              <a:rPr lang="de-DE" sz="2400" dirty="0"/>
              <a:t>ä</a:t>
            </a:r>
            <a:r>
              <a:rPr lang="en-US" sz="2400" dirty="0" err="1"/>
              <a:t>sentiert</a:t>
            </a:r>
            <a:endParaRPr lang="en-US" sz="2400" dirty="0"/>
          </a:p>
          <a:p>
            <a:pPr marL="342000" indent="-342000"/>
            <a:r>
              <a:rPr lang="en-US" sz="2400" dirty="0" err="1"/>
              <a:t>Unterscheidung</a:t>
            </a:r>
            <a:r>
              <a:rPr lang="en-US" sz="2400" dirty="0"/>
              <a:t> von </a:t>
            </a:r>
            <a:r>
              <a:rPr lang="en-US" sz="2400" dirty="0" err="1"/>
              <a:t>Ereignissen</a:t>
            </a:r>
            <a:r>
              <a:rPr lang="en-US" sz="2400" dirty="0"/>
              <a:t> und </a:t>
            </a:r>
            <a:r>
              <a:rPr lang="en-US" sz="2400" dirty="0" err="1"/>
              <a:t>deren</a:t>
            </a:r>
            <a:r>
              <a:rPr lang="en-US" sz="2400" dirty="0"/>
              <a:t> </a:t>
            </a:r>
            <a:r>
              <a:rPr lang="en-US" sz="2400" dirty="0" err="1"/>
              <a:t>Ausl</a:t>
            </a:r>
            <a:r>
              <a:rPr lang="de-DE" sz="2400" dirty="0" err="1"/>
              <a:t>ösung</a:t>
            </a:r>
            <a:r>
              <a:rPr lang="en-US" sz="2400" dirty="0"/>
              <a:t>:</a:t>
            </a:r>
          </a:p>
          <a:p>
            <a:pPr marL="742050" lvl="1" indent="-342000"/>
            <a:r>
              <a:rPr lang="en-US" i="1" dirty="0">
                <a:solidFill>
                  <a:srgbClr val="0000FF"/>
                </a:solidFill>
              </a:rPr>
              <a:t>event</a:t>
            </a:r>
            <a:r>
              <a:rPr lang="en-US" dirty="0">
                <a:solidFill>
                  <a:srgbClr val="0000FF"/>
                </a:solidFill>
              </a:rPr>
              <a:t> 														  	</a:t>
            </a:r>
            <a:r>
              <a:rPr lang="en-US" dirty="0"/>
              <a:t>das </a:t>
            </a:r>
            <a:r>
              <a:rPr lang="en-US" dirty="0" err="1"/>
              <a:t>Objekt</a:t>
            </a:r>
            <a:r>
              <a:rPr lang="en-US" dirty="0"/>
              <a:t> </a:t>
            </a:r>
            <a:r>
              <a:rPr lang="en-US" dirty="0" err="1"/>
              <a:t>selbst</a:t>
            </a:r>
            <a:r>
              <a:rPr lang="en-US" dirty="0"/>
              <a:t> </a:t>
            </a:r>
          </a:p>
          <a:p>
            <a:pPr marL="742050" lvl="1" indent="-342000"/>
            <a:r>
              <a:rPr lang="en-US" i="1" dirty="0">
                <a:solidFill>
                  <a:srgbClr val="0000FF"/>
                </a:solidFill>
              </a:rPr>
              <a:t>event occurrence	</a:t>
            </a:r>
            <a:r>
              <a:rPr lang="en-US" dirty="0"/>
              <a:t>		</a:t>
            </a:r>
            <a:r>
              <a:rPr lang="en-US" dirty="0" err="1"/>
              <a:t>Zeit-Werte-Paar</a:t>
            </a:r>
            <a:r>
              <a:rPr lang="en-US" dirty="0"/>
              <a:t> (</a:t>
            </a:r>
            <a:r>
              <a:rPr lang="en-US" dirty="0" err="1"/>
              <a:t>Auftreten</a:t>
            </a:r>
            <a:r>
              <a:rPr lang="en-US" dirty="0"/>
              <a:t> des </a:t>
            </a:r>
            <a:r>
              <a:rPr lang="en-US" dirty="0" err="1"/>
              <a:t>Ereignisses</a:t>
            </a:r>
            <a:r>
              <a:rPr lang="en-US" dirty="0"/>
              <a:t>)</a:t>
            </a:r>
          </a:p>
          <a:p>
            <a:pPr marL="342000" indent="-342000"/>
            <a:r>
              <a:rPr lang="en-US" sz="2400" dirty="0" err="1"/>
              <a:t>Ausl</a:t>
            </a:r>
            <a:r>
              <a:rPr lang="de-DE" sz="2400" dirty="0"/>
              <a:t>ö</a:t>
            </a:r>
            <a:r>
              <a:rPr lang="en-US" sz="2400" dirty="0"/>
              <a:t>sung von </a:t>
            </a:r>
            <a:r>
              <a:rPr lang="en-US" sz="2400" dirty="0" err="1"/>
              <a:t>Ereignissen</a:t>
            </a:r>
            <a:r>
              <a:rPr lang="en-US" sz="2400" dirty="0"/>
              <a:t>: </a:t>
            </a:r>
            <a:r>
              <a:rPr lang="en-US" sz="2400" i="1" dirty="0">
                <a:solidFill>
                  <a:schemeClr val="tx2"/>
                </a:solidFill>
              </a:rPr>
              <a:t>notification</a:t>
            </a:r>
            <a:endParaRPr lang="en-US" sz="2400" i="1" dirty="0"/>
          </a:p>
          <a:p>
            <a:pPr marL="429313" lvl="1" indent="-342000"/>
            <a:r>
              <a:rPr lang="en-US" dirty="0" err="1"/>
              <a:t>jedes</a:t>
            </a:r>
            <a:r>
              <a:rPr lang="en-US" dirty="0"/>
              <a:t> </a:t>
            </a:r>
            <a:r>
              <a:rPr lang="en-US" dirty="0" err="1"/>
              <a:t>Ereignisobjekt</a:t>
            </a:r>
            <a:r>
              <a:rPr lang="en-US" dirty="0"/>
              <a:t> </a:t>
            </a:r>
            <a:r>
              <a:rPr lang="en-US" dirty="0" err="1"/>
              <a:t>enth</a:t>
            </a:r>
            <a:r>
              <a:rPr lang="de-DE" dirty="0" err="1"/>
              <a:t>ält</a:t>
            </a:r>
            <a:r>
              <a:rPr lang="de-DE" dirty="0"/>
              <a:t> eine Liste aller </a:t>
            </a:r>
            <a:r>
              <a:rPr lang="de-DE" dirty="0">
                <a:solidFill>
                  <a:srgbClr val="0000FF"/>
                </a:solidFill>
              </a:rPr>
              <a:t>Prozesse, die sensitiv auf dieses Ereignis sind</a:t>
            </a:r>
          </a:p>
          <a:p>
            <a:pPr marL="429313" lvl="1" indent="-342000"/>
            <a:r>
              <a:rPr lang="de-DE" dirty="0"/>
              <a:t>bei jeder </a:t>
            </a:r>
            <a:r>
              <a:rPr lang="en-US" i="1" dirty="0">
                <a:solidFill>
                  <a:srgbClr val="0000FF"/>
                </a:solidFill>
              </a:rPr>
              <a:t>notification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/>
              <a:t>informiert</a:t>
            </a:r>
            <a:r>
              <a:rPr lang="en-US" dirty="0"/>
              <a:t> das </a:t>
            </a:r>
            <a:r>
              <a:rPr lang="en-US" dirty="0" err="1"/>
              <a:t>Ereignisobjekt</a:t>
            </a:r>
            <a:r>
              <a:rPr lang="en-US" dirty="0"/>
              <a:t> den Scheduler, </a:t>
            </a:r>
            <a:r>
              <a:rPr lang="en-US" dirty="0" err="1"/>
              <a:t>welche</a:t>
            </a:r>
            <a:r>
              <a:rPr lang="en-US" dirty="0"/>
              <a:t> </a:t>
            </a:r>
            <a:r>
              <a:rPr lang="en-US" dirty="0" err="1">
                <a:solidFill>
                  <a:srgbClr val="0000FF"/>
                </a:solidFill>
              </a:rPr>
              <a:t>Prozesse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i="1" dirty="0" err="1">
                <a:solidFill>
                  <a:srgbClr val="0000FF"/>
                </a:solidFill>
              </a:rPr>
              <a:t>getriggert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sollen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48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Scheduler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3970318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sz="2400" dirty="0" err="1"/>
              <a:t>SystemC</a:t>
            </a:r>
            <a:r>
              <a:rPr lang="en-US" sz="2400" dirty="0"/>
              <a:t>-Scheduler: </a:t>
            </a:r>
            <a:r>
              <a:rPr lang="en-US" sz="2400" dirty="0" err="1">
                <a:solidFill>
                  <a:srgbClr val="0000FF"/>
                </a:solidFill>
              </a:rPr>
              <a:t>Herz</a:t>
            </a:r>
            <a:r>
              <a:rPr lang="en-US" sz="2400" dirty="0">
                <a:solidFill>
                  <a:srgbClr val="0000FF"/>
                </a:solidFill>
              </a:rPr>
              <a:t> von </a:t>
            </a:r>
            <a:r>
              <a:rPr lang="en-US" sz="2400" dirty="0" err="1">
                <a:solidFill>
                  <a:srgbClr val="0000FF"/>
                </a:solidFill>
              </a:rPr>
              <a:t>SystemC</a:t>
            </a:r>
            <a:endParaRPr lang="en-US" sz="2400" dirty="0">
              <a:solidFill>
                <a:srgbClr val="0000FF"/>
              </a:solidFill>
            </a:endParaRPr>
          </a:p>
          <a:p>
            <a:pPr marL="342000" indent="-342000"/>
            <a:r>
              <a:rPr lang="en-US" sz="2400" dirty="0"/>
              <a:t>der Scheduler </a:t>
            </a:r>
            <a:r>
              <a:rPr lang="en-US" sz="2400" dirty="0" err="1"/>
              <a:t>ist</a:t>
            </a:r>
            <a:r>
              <a:rPr lang="en-US" sz="2400" dirty="0"/>
              <a:t> </a:t>
            </a:r>
            <a:r>
              <a:rPr lang="en-US" sz="2400" dirty="0" err="1"/>
              <a:t>verantwortlich</a:t>
            </a:r>
            <a:r>
              <a:rPr lang="en-US" sz="2400" dirty="0"/>
              <a:t> f</a:t>
            </a:r>
            <a:r>
              <a:rPr lang="de-DE" sz="2400" dirty="0" err="1"/>
              <a:t>ür</a:t>
            </a:r>
            <a:r>
              <a:rPr lang="de-DE" sz="2400" dirty="0"/>
              <a:t> </a:t>
            </a:r>
          </a:p>
          <a:p>
            <a:pPr marL="742050" lvl="1" indent="-342000"/>
            <a:r>
              <a:rPr lang="en-US" dirty="0"/>
              <a:t>die </a:t>
            </a:r>
            <a:r>
              <a:rPr lang="en-US" dirty="0" err="1">
                <a:solidFill>
                  <a:srgbClr val="0000FF"/>
                </a:solidFill>
              </a:rPr>
              <a:t>Behandlung</a:t>
            </a:r>
            <a:r>
              <a:rPr lang="en-US" dirty="0">
                <a:solidFill>
                  <a:srgbClr val="0000FF"/>
                </a:solidFill>
              </a:rPr>
              <a:t> von </a:t>
            </a:r>
            <a:r>
              <a:rPr lang="en-US" dirty="0" err="1">
                <a:solidFill>
                  <a:srgbClr val="0000FF"/>
                </a:solidFill>
              </a:rPr>
              <a:t>Ereignissen</a:t>
            </a:r>
            <a:endParaRPr lang="en-US" dirty="0">
              <a:solidFill>
                <a:srgbClr val="0000FF"/>
              </a:solidFill>
            </a:endParaRPr>
          </a:p>
          <a:p>
            <a:pPr marL="742050" lvl="1" indent="-342000"/>
            <a:r>
              <a:rPr lang="en-US" dirty="0"/>
              <a:t>die </a:t>
            </a:r>
            <a:r>
              <a:rPr lang="en-US" dirty="0" err="1">
                <a:solidFill>
                  <a:srgbClr val="0000FF"/>
                </a:solidFill>
              </a:rPr>
              <a:t>Ausf</a:t>
            </a:r>
            <a:r>
              <a:rPr lang="de-DE" dirty="0">
                <a:solidFill>
                  <a:srgbClr val="0000FF"/>
                </a:solidFill>
              </a:rPr>
              <a:t>ü</a:t>
            </a:r>
            <a:r>
              <a:rPr lang="en-US" dirty="0" err="1">
                <a:solidFill>
                  <a:srgbClr val="0000FF"/>
                </a:solidFill>
              </a:rPr>
              <a:t>hrung</a:t>
            </a:r>
            <a:r>
              <a:rPr lang="en-US" dirty="0">
                <a:solidFill>
                  <a:srgbClr val="0000FF"/>
                </a:solidFill>
              </a:rPr>
              <a:t> von </a:t>
            </a:r>
            <a:r>
              <a:rPr lang="en-US" dirty="0" err="1">
                <a:solidFill>
                  <a:srgbClr val="0000FF"/>
                </a:solidFill>
              </a:rPr>
              <a:t>Prozessen</a:t>
            </a:r>
            <a:endParaRPr lang="en-US" dirty="0">
              <a:solidFill>
                <a:srgbClr val="0000FF"/>
              </a:solidFill>
            </a:endParaRPr>
          </a:p>
          <a:p>
            <a:pPr marL="742050" lvl="1" indent="-342000"/>
            <a:r>
              <a:rPr lang="en-US" dirty="0"/>
              <a:t>die </a:t>
            </a:r>
            <a:r>
              <a:rPr lang="en-US" dirty="0" err="1">
                <a:solidFill>
                  <a:srgbClr val="0000FF"/>
                </a:solidFill>
              </a:rPr>
              <a:t>Aktualisierung</a:t>
            </a:r>
            <a:r>
              <a:rPr lang="en-US" dirty="0">
                <a:solidFill>
                  <a:srgbClr val="0000FF"/>
                </a:solidFill>
              </a:rPr>
              <a:t> der </a:t>
            </a:r>
            <a:r>
              <a:rPr lang="en-US" dirty="0" err="1">
                <a:solidFill>
                  <a:srgbClr val="0000FF"/>
                </a:solidFill>
              </a:rPr>
              <a:t>Kan</a:t>
            </a:r>
            <a:r>
              <a:rPr lang="de-DE" dirty="0">
                <a:solidFill>
                  <a:srgbClr val="0000FF"/>
                </a:solidFill>
              </a:rPr>
              <a:t>ä</a:t>
            </a:r>
            <a:r>
              <a:rPr lang="en-US" dirty="0">
                <a:solidFill>
                  <a:srgbClr val="0000FF"/>
                </a:solidFill>
              </a:rPr>
              <a:t>le</a:t>
            </a:r>
          </a:p>
          <a:p>
            <a:pPr marL="742050" lvl="1" indent="-342000"/>
            <a:r>
              <a:rPr lang="en-US" dirty="0"/>
              <a:t>die </a:t>
            </a:r>
            <a:r>
              <a:rPr lang="en-US" dirty="0" err="1"/>
              <a:t>Verwaltung</a:t>
            </a:r>
            <a:r>
              <a:rPr lang="en-US" dirty="0"/>
              <a:t> der </a:t>
            </a:r>
            <a:r>
              <a:rPr lang="en-US" dirty="0" err="1">
                <a:solidFill>
                  <a:srgbClr val="0000FF"/>
                </a:solidFill>
              </a:rPr>
              <a:t>Simulationszeit</a:t>
            </a:r>
            <a:endParaRPr lang="en-US" dirty="0">
              <a:solidFill>
                <a:srgbClr val="0000FF"/>
              </a:solidFill>
            </a:endParaRPr>
          </a:p>
          <a:p>
            <a:pPr marL="342000" indent="-342000"/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dirty="0" err="1"/>
              <a:t>definiert</a:t>
            </a:r>
            <a:r>
              <a:rPr lang="en-US" sz="2400" dirty="0"/>
              <a:t> die </a:t>
            </a:r>
            <a:r>
              <a:rPr lang="en-US" sz="2400" dirty="0" err="1">
                <a:solidFill>
                  <a:srgbClr val="0000FF"/>
                </a:solidFill>
              </a:rPr>
              <a:t>Semantik</a:t>
            </a:r>
            <a:r>
              <a:rPr lang="en-US" sz="2400" dirty="0">
                <a:solidFill>
                  <a:srgbClr val="0000FF"/>
                </a:solidFill>
              </a:rPr>
              <a:t> der </a:t>
            </a:r>
            <a:r>
              <a:rPr lang="en-US" sz="2400" dirty="0" err="1">
                <a:solidFill>
                  <a:srgbClr val="0000FF"/>
                </a:solidFill>
              </a:rPr>
              <a:t>Ausf</a:t>
            </a:r>
            <a:r>
              <a:rPr lang="de-DE" sz="2400" dirty="0">
                <a:solidFill>
                  <a:srgbClr val="0000FF"/>
                </a:solidFill>
              </a:rPr>
              <a:t>ü</a:t>
            </a:r>
            <a:r>
              <a:rPr lang="en-US" sz="2400" dirty="0" err="1">
                <a:solidFill>
                  <a:srgbClr val="0000FF"/>
                </a:solidFill>
              </a:rPr>
              <a:t>hrung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von </a:t>
            </a:r>
            <a:r>
              <a:rPr lang="en-US" sz="2400" dirty="0" err="1"/>
              <a:t>SystemC-Modellen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dirty="0" err="1"/>
              <a:t>erlaubt</a:t>
            </a:r>
            <a:r>
              <a:rPr lang="en-US" sz="2400" dirty="0"/>
              <a:t> </a:t>
            </a:r>
            <a:r>
              <a:rPr lang="en-US" sz="2400" dirty="0" err="1"/>
              <a:t>Ausf</a:t>
            </a:r>
            <a:r>
              <a:rPr lang="de-DE" sz="2400" dirty="0" err="1"/>
              <a:t>ührung</a:t>
            </a:r>
            <a:r>
              <a:rPr lang="de-DE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nebenl</a:t>
            </a:r>
            <a:r>
              <a:rPr lang="de-DE" sz="2400" dirty="0">
                <a:solidFill>
                  <a:srgbClr val="0000FF"/>
                </a:solidFill>
              </a:rPr>
              <a:t>ä</a:t>
            </a:r>
            <a:r>
              <a:rPr lang="en-US" sz="2400" dirty="0" err="1">
                <a:solidFill>
                  <a:srgbClr val="0000FF"/>
                </a:solidFill>
              </a:rPr>
              <a:t>ufiger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Aktionen</a:t>
            </a:r>
            <a:r>
              <a:rPr lang="en-US" sz="2400" dirty="0">
                <a:solidFill>
                  <a:srgbClr val="0000FF"/>
                </a:solidFill>
              </a:rPr>
              <a:t> auf </a:t>
            </a:r>
            <a:r>
              <a:rPr lang="en-US" sz="2400" dirty="0" err="1">
                <a:solidFill>
                  <a:srgbClr val="0000FF"/>
                </a:solidFill>
              </a:rPr>
              <a:t>sequentieller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Maschine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</a:p>
          <a:p>
            <a:pPr marL="342000" indent="-342000"/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49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Nebenl</a:t>
            </a:r>
            <a:r>
              <a:rPr lang="de-DE"/>
              <a:t>ä</a:t>
            </a:r>
            <a:r>
              <a:rPr lang="en-US"/>
              <a:t>ufigkeit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1846659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sz="2400" dirty="0">
                <a:solidFill>
                  <a:srgbClr val="FF0000"/>
                </a:solidFill>
              </a:rPr>
              <a:t>Problem</a:t>
            </a:r>
            <a:r>
              <a:rPr lang="en-US" sz="2400" dirty="0"/>
              <a:t>: Simulation </a:t>
            </a:r>
            <a:r>
              <a:rPr lang="en-US" sz="2400" dirty="0" err="1"/>
              <a:t>nebenl</a:t>
            </a:r>
            <a:r>
              <a:rPr lang="de-DE" sz="2400" dirty="0"/>
              <a:t>ä</a:t>
            </a:r>
            <a:r>
              <a:rPr lang="en-US" sz="2400" dirty="0" err="1"/>
              <a:t>ufiger</a:t>
            </a:r>
            <a:r>
              <a:rPr lang="en-US" sz="2400" dirty="0"/>
              <a:t> </a:t>
            </a:r>
            <a:r>
              <a:rPr lang="en-US" sz="2400" dirty="0" err="1"/>
              <a:t>Aktionen</a:t>
            </a:r>
            <a:r>
              <a:rPr lang="en-US" sz="2400" dirty="0"/>
              <a:t> auf </a:t>
            </a:r>
            <a:r>
              <a:rPr lang="en-US" sz="2400" dirty="0" err="1"/>
              <a:t>sequentieller</a:t>
            </a:r>
            <a:r>
              <a:rPr lang="en-US" sz="2400" dirty="0"/>
              <a:t> </a:t>
            </a:r>
            <a:r>
              <a:rPr lang="en-US" sz="2400" dirty="0" err="1"/>
              <a:t>Maschine</a:t>
            </a:r>
            <a:endParaRPr lang="en-US" sz="2400" dirty="0"/>
          </a:p>
          <a:p>
            <a:endParaRPr lang="en-US" sz="2400" dirty="0"/>
          </a:p>
          <a:p>
            <a:pPr algn="ctr"/>
            <a:r>
              <a:rPr lang="en-US" sz="2400" b="1" dirty="0" err="1">
                <a:solidFill>
                  <a:srgbClr val="FF0000"/>
                </a:solidFill>
              </a:rPr>
              <a:t>Wann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genau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ist</a:t>
            </a:r>
            <a:r>
              <a:rPr lang="en-US" sz="2400" b="1" dirty="0">
                <a:solidFill>
                  <a:srgbClr val="FF0000"/>
                </a:solidFill>
              </a:rPr>
              <a:t> das </a:t>
            </a:r>
            <a:r>
              <a:rPr lang="en-US" sz="2400" b="1" dirty="0" err="1">
                <a:solidFill>
                  <a:srgbClr val="FF0000"/>
                </a:solidFill>
              </a:rPr>
              <a:t>ein</a:t>
            </a:r>
            <a:r>
              <a:rPr lang="en-US" sz="2400" b="1" dirty="0">
                <a:solidFill>
                  <a:srgbClr val="FF0000"/>
                </a:solidFill>
              </a:rPr>
              <a:t> Problem? </a:t>
            </a:r>
            <a:r>
              <a:rPr lang="en-US" sz="2400" b="1" dirty="0" err="1">
                <a:solidFill>
                  <a:srgbClr val="FF0000"/>
                </a:solidFill>
              </a:rPr>
              <a:t>Wie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könnte</a:t>
            </a:r>
            <a:r>
              <a:rPr lang="en-US" sz="2400" b="1" dirty="0">
                <a:solidFill>
                  <a:srgbClr val="FF0000"/>
                </a:solidFill>
              </a:rPr>
              <a:t> man das </a:t>
            </a:r>
            <a:r>
              <a:rPr lang="en-US" sz="2400" b="1" dirty="0" err="1">
                <a:solidFill>
                  <a:srgbClr val="FF0000"/>
                </a:solidFill>
              </a:rPr>
              <a:t>lösen</a:t>
            </a:r>
            <a:r>
              <a:rPr lang="en-US" sz="24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50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Nebenl</a:t>
            </a:r>
            <a:r>
              <a:rPr lang="de-DE"/>
              <a:t>ä</a:t>
            </a:r>
            <a:r>
              <a:rPr lang="en-US"/>
              <a:t>ufigkeit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8722901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sz="2400" dirty="0">
                <a:solidFill>
                  <a:srgbClr val="FF0000"/>
                </a:solidFill>
              </a:rPr>
              <a:t>Problem</a:t>
            </a:r>
            <a:r>
              <a:rPr lang="en-US" sz="2400" dirty="0"/>
              <a:t>: Simulation </a:t>
            </a:r>
            <a:r>
              <a:rPr lang="en-US" sz="2400" dirty="0" err="1"/>
              <a:t>nebenl</a:t>
            </a:r>
            <a:r>
              <a:rPr lang="de-DE" sz="2400" dirty="0"/>
              <a:t>ä</a:t>
            </a:r>
            <a:r>
              <a:rPr lang="en-US" sz="2400" dirty="0" err="1"/>
              <a:t>ufiger</a:t>
            </a:r>
            <a:r>
              <a:rPr lang="en-US" sz="2400" dirty="0"/>
              <a:t> </a:t>
            </a:r>
            <a:r>
              <a:rPr lang="en-US" sz="2400" dirty="0" err="1"/>
              <a:t>Aktionen</a:t>
            </a:r>
            <a:r>
              <a:rPr lang="en-US" sz="2400" dirty="0"/>
              <a:t> auf </a:t>
            </a:r>
            <a:r>
              <a:rPr lang="en-US" sz="2400" dirty="0" err="1"/>
              <a:t>sequentieller</a:t>
            </a:r>
            <a:r>
              <a:rPr lang="en-US" sz="2400" dirty="0"/>
              <a:t> </a:t>
            </a:r>
            <a:r>
              <a:rPr lang="en-US" sz="2400" dirty="0" err="1"/>
              <a:t>Maschine</a:t>
            </a:r>
            <a:endParaRPr lang="en-US" sz="2400" dirty="0"/>
          </a:p>
          <a:p>
            <a:endParaRPr lang="en-US" sz="2400" dirty="0"/>
          </a:p>
          <a:p>
            <a:pPr algn="ctr"/>
            <a:r>
              <a:rPr lang="en-US" sz="2400" b="1" dirty="0" err="1">
                <a:solidFill>
                  <a:srgbClr val="FF0000"/>
                </a:solidFill>
              </a:rPr>
              <a:t>Wann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genau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ist</a:t>
            </a:r>
            <a:r>
              <a:rPr lang="en-US" sz="2400" b="1" dirty="0">
                <a:solidFill>
                  <a:srgbClr val="FF0000"/>
                </a:solidFill>
              </a:rPr>
              <a:t> das </a:t>
            </a:r>
            <a:r>
              <a:rPr lang="en-US" sz="2400" b="1" dirty="0" err="1">
                <a:solidFill>
                  <a:srgbClr val="FF0000"/>
                </a:solidFill>
              </a:rPr>
              <a:t>ein</a:t>
            </a:r>
            <a:r>
              <a:rPr lang="en-US" sz="2400" b="1" dirty="0">
                <a:solidFill>
                  <a:srgbClr val="FF0000"/>
                </a:solidFill>
              </a:rPr>
              <a:t> Problem? </a:t>
            </a:r>
            <a:r>
              <a:rPr lang="en-US" sz="2400" b="1" dirty="0" err="1">
                <a:solidFill>
                  <a:srgbClr val="FF0000"/>
                </a:solidFill>
              </a:rPr>
              <a:t>Wie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könnte</a:t>
            </a:r>
            <a:r>
              <a:rPr lang="en-US" sz="2400" b="1" dirty="0">
                <a:solidFill>
                  <a:srgbClr val="FF0000"/>
                </a:solidFill>
              </a:rPr>
              <a:t> man das </a:t>
            </a:r>
            <a:r>
              <a:rPr lang="en-US" sz="2400" b="1" dirty="0" err="1">
                <a:solidFill>
                  <a:srgbClr val="FF0000"/>
                </a:solidFill>
              </a:rPr>
              <a:t>lösen</a:t>
            </a:r>
            <a:r>
              <a:rPr lang="en-US" sz="2400" b="1" dirty="0">
                <a:solidFill>
                  <a:srgbClr val="FF0000"/>
                </a:solidFill>
              </a:rPr>
              <a:t>? 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 err="1"/>
              <a:t>bei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Abhängigkeiten</a:t>
            </a:r>
            <a:r>
              <a:rPr lang="en-US" sz="2400" dirty="0"/>
              <a:t> </a:t>
            </a:r>
            <a:r>
              <a:rPr lang="en-US" sz="2400" dirty="0" err="1"/>
              <a:t>zwischen</a:t>
            </a:r>
            <a:r>
              <a:rPr lang="en-US" sz="2400" dirty="0"/>
              <a:t> den </a:t>
            </a:r>
            <a:r>
              <a:rPr lang="en-US" sz="2400" dirty="0" err="1"/>
              <a:t>Prozessen</a:t>
            </a:r>
            <a:endParaRPr lang="en-US" sz="2400" dirty="0"/>
          </a:p>
          <a:p>
            <a:r>
              <a:rPr lang="en-US" sz="2400" dirty="0" err="1"/>
              <a:t>Abhängigkeiten</a:t>
            </a:r>
            <a:r>
              <a:rPr lang="en-US" sz="2400" dirty="0"/>
              <a:t> </a:t>
            </a:r>
            <a:r>
              <a:rPr lang="en-US" sz="2400" dirty="0" err="1"/>
              <a:t>entstehen</a:t>
            </a:r>
            <a:r>
              <a:rPr lang="en-US" sz="2400" dirty="0"/>
              <a:t> </a:t>
            </a:r>
            <a:r>
              <a:rPr lang="en-US" sz="2400" dirty="0" err="1"/>
              <a:t>durch</a:t>
            </a:r>
            <a:r>
              <a:rPr lang="en-US" sz="2400" dirty="0"/>
              <a:t> </a:t>
            </a:r>
            <a:r>
              <a:rPr lang="en-US" sz="2400" dirty="0" err="1"/>
              <a:t>Kommunikation</a:t>
            </a:r>
            <a:endParaRPr lang="en-US" sz="2400" dirty="0"/>
          </a:p>
          <a:p>
            <a:pPr marL="269875" lvl="1" indent="-269875">
              <a:spcAft>
                <a:spcPts val="127"/>
              </a:spcAft>
            </a:pP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können</a:t>
            </a:r>
            <a:r>
              <a:rPr lang="en-US" sz="2400" dirty="0"/>
              <a:t> </a:t>
            </a:r>
            <a:r>
              <a:rPr lang="en-US" sz="2400" i="1" dirty="0">
                <a:solidFill>
                  <a:srgbClr val="0000FF"/>
                </a:solidFill>
              </a:rPr>
              <a:t>race conditions </a:t>
            </a:r>
            <a:r>
              <a:rPr lang="en-US" dirty="0" err="1"/>
              <a:t>entstehen</a:t>
            </a:r>
            <a:r>
              <a:rPr lang="en-US" dirty="0"/>
              <a:t>: </a:t>
            </a:r>
            <a:r>
              <a:rPr lang="en-US" dirty="0" err="1"/>
              <a:t>nicht-deterministische</a:t>
            </a:r>
            <a:r>
              <a:rPr lang="en-US" dirty="0"/>
              <a:t> </a:t>
            </a:r>
            <a:r>
              <a:rPr lang="en-US" dirty="0" err="1"/>
              <a:t>Ergebnisse</a:t>
            </a:r>
            <a:r>
              <a:rPr lang="en-US" dirty="0"/>
              <a:t> </a:t>
            </a:r>
            <a:r>
              <a:rPr lang="en-US" dirty="0" err="1"/>
              <a:t>wenn</a:t>
            </a:r>
            <a:r>
              <a:rPr lang="en-US" dirty="0"/>
              <a:t> </a:t>
            </a:r>
            <a:r>
              <a:rPr lang="de-DE" dirty="0"/>
              <a:t>Prozesse auf gemeinsame Variablen zugreifen</a:t>
            </a:r>
          </a:p>
          <a:p>
            <a:pPr marL="268288" indent="-268288"/>
            <a:r>
              <a:rPr lang="en-US" sz="2400" dirty="0" err="1"/>
              <a:t>Kommunikation</a:t>
            </a:r>
            <a:r>
              <a:rPr lang="en-US" sz="2400" dirty="0"/>
              <a:t> </a:t>
            </a:r>
            <a:r>
              <a:rPr lang="en-US" sz="2400" dirty="0" err="1"/>
              <a:t>zwischen</a:t>
            </a:r>
            <a:r>
              <a:rPr lang="en-US" sz="2400" dirty="0"/>
              <a:t> (</a:t>
            </a:r>
            <a:r>
              <a:rPr lang="en-US" sz="2400" dirty="0" err="1"/>
              <a:t>nebenl</a:t>
            </a:r>
            <a:r>
              <a:rPr lang="de-DE" sz="2400" dirty="0"/>
              <a:t>ä</a:t>
            </a:r>
            <a:r>
              <a:rPr lang="en-US" sz="2400" dirty="0" err="1"/>
              <a:t>ufigen</a:t>
            </a:r>
            <a:r>
              <a:rPr lang="en-US" sz="2400" dirty="0"/>
              <a:t>) </a:t>
            </a:r>
            <a:r>
              <a:rPr lang="en-US" sz="2400" dirty="0" err="1"/>
              <a:t>Prozessen</a:t>
            </a:r>
            <a:r>
              <a:rPr lang="en-US" sz="2400" dirty="0"/>
              <a:t> </a:t>
            </a:r>
            <a:r>
              <a:rPr lang="en-US" sz="2400" dirty="0" err="1"/>
              <a:t>erfolgt</a:t>
            </a:r>
            <a:r>
              <a:rPr lang="en-US" sz="2400" dirty="0"/>
              <a:t> </a:t>
            </a:r>
            <a:r>
              <a:rPr lang="en-US" sz="2400" dirty="0" err="1"/>
              <a:t>explizit</a:t>
            </a:r>
            <a:r>
              <a:rPr lang="en-US" sz="2400" dirty="0"/>
              <a:t> </a:t>
            </a:r>
            <a:r>
              <a:rPr lang="de-DE" sz="2400" dirty="0"/>
              <a:t>ü</a:t>
            </a:r>
            <a:r>
              <a:rPr lang="en-US" sz="2400" dirty="0" err="1"/>
              <a:t>ber</a:t>
            </a:r>
            <a:r>
              <a:rPr lang="en-US" sz="2400" dirty="0"/>
              <a:t> </a:t>
            </a:r>
            <a:r>
              <a:rPr lang="en-US" sz="2400" dirty="0" err="1"/>
              <a:t>Kan</a:t>
            </a:r>
            <a:r>
              <a:rPr lang="de-DE" sz="2400" dirty="0" err="1"/>
              <a:t>äle</a:t>
            </a:r>
            <a:endParaRPr lang="de-DE" sz="2400" dirty="0"/>
          </a:p>
          <a:p>
            <a:pPr marL="342000" indent="-342000"/>
            <a:r>
              <a:rPr lang="de-DE" sz="2400" dirty="0"/>
              <a:t>		</a:t>
            </a:r>
            <a:r>
              <a:rPr lang="de-DE" sz="2400" dirty="0">
                <a:solidFill>
                  <a:srgbClr val="0000FF"/>
                </a:solidFill>
                <a:sym typeface="Wingdings 3"/>
              </a:rPr>
              <a:t> </a:t>
            </a:r>
            <a:r>
              <a:rPr lang="en-US" sz="2400" dirty="0" err="1">
                <a:solidFill>
                  <a:srgbClr val="0000FF"/>
                </a:solidFill>
              </a:rPr>
              <a:t>simultaner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Zugriff</a:t>
            </a:r>
            <a:r>
              <a:rPr lang="en-US" sz="2400" dirty="0">
                <a:solidFill>
                  <a:srgbClr val="0000FF"/>
                </a:solidFill>
              </a:rPr>
              <a:t> auf </a:t>
            </a:r>
            <a:r>
              <a:rPr lang="en-US" sz="2400" dirty="0" err="1">
                <a:solidFill>
                  <a:srgbClr val="0000FF"/>
                </a:solidFill>
              </a:rPr>
              <a:t>Kan</a:t>
            </a:r>
            <a:r>
              <a:rPr lang="de-DE" sz="2400" dirty="0">
                <a:solidFill>
                  <a:srgbClr val="0000FF"/>
                </a:solidFill>
              </a:rPr>
              <a:t>ä</a:t>
            </a:r>
            <a:r>
              <a:rPr lang="en-US" sz="2400" dirty="0">
                <a:solidFill>
                  <a:srgbClr val="0000FF"/>
                </a:solidFill>
              </a:rPr>
              <a:t>le </a:t>
            </a:r>
            <a:r>
              <a:rPr lang="en-US" sz="2400" dirty="0" err="1">
                <a:solidFill>
                  <a:srgbClr val="0000FF"/>
                </a:solidFill>
              </a:rPr>
              <a:t>erforderlich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</a:p>
          <a:p>
            <a:pPr marL="342000" indent="-342000"/>
            <a:r>
              <a:rPr lang="en-US" sz="2400" dirty="0">
                <a:solidFill>
                  <a:schemeClr val="tx2"/>
                </a:solidFill>
              </a:rPr>
              <a:t>	</a:t>
            </a:r>
            <a:r>
              <a:rPr lang="en-US" sz="2400" dirty="0"/>
              <a:t>(die </a:t>
            </a:r>
            <a:r>
              <a:rPr lang="en-US" sz="2400" dirty="0" err="1"/>
              <a:t>Reihenfolge</a:t>
            </a:r>
            <a:r>
              <a:rPr lang="en-US" sz="2400" dirty="0"/>
              <a:t> des </a:t>
            </a:r>
            <a:r>
              <a:rPr lang="en-US" sz="2400" dirty="0" err="1"/>
              <a:t>Zugriffs</a:t>
            </a:r>
            <a:r>
              <a:rPr lang="en-US" sz="2400" dirty="0"/>
              <a:t> </a:t>
            </a:r>
            <a:r>
              <a:rPr lang="en-US" sz="2400" dirty="0" err="1"/>
              <a:t>darf</a:t>
            </a:r>
            <a:r>
              <a:rPr lang="en-US" sz="2400" dirty="0"/>
              <a:t> </a:t>
            </a:r>
            <a:r>
              <a:rPr lang="en-US" sz="2400" dirty="0" err="1"/>
              <a:t>keine</a:t>
            </a:r>
            <a:r>
              <a:rPr lang="en-US" sz="2400" dirty="0"/>
              <a:t> Rolle </a:t>
            </a:r>
            <a:r>
              <a:rPr lang="en-US" sz="2400" dirty="0" err="1"/>
              <a:t>spielen</a:t>
            </a:r>
            <a:r>
              <a:rPr lang="en-US" sz="2400" dirty="0"/>
              <a:t>)</a:t>
            </a:r>
          </a:p>
          <a:p>
            <a:r>
              <a:rPr lang="en-US" sz="2400" dirty="0">
                <a:solidFill>
                  <a:srgbClr val="FF0000"/>
                </a:solidFill>
              </a:rPr>
              <a:t>Interleaving</a:t>
            </a:r>
            <a:r>
              <a:rPr lang="en-US" sz="2400" dirty="0"/>
              <a:t>-</a:t>
            </a:r>
            <a:r>
              <a:rPr lang="en-US" sz="2400" dirty="0" err="1"/>
              <a:t>Semantik</a:t>
            </a:r>
            <a:r>
              <a:rPr lang="en-US" sz="2400" dirty="0"/>
              <a:t> </a:t>
            </a:r>
            <a:r>
              <a:rPr lang="en-US" sz="2400" dirty="0" err="1"/>
              <a:t>ist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FF0000"/>
                </a:solidFill>
              </a:rPr>
              <a:t>hier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nicht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ausreichend</a:t>
            </a:r>
            <a:r>
              <a:rPr lang="en-US" sz="2400" dirty="0"/>
              <a:t>, da </a:t>
            </a:r>
            <a:r>
              <a:rPr lang="en-US" sz="2400" dirty="0" err="1"/>
              <a:t>nur</a:t>
            </a:r>
            <a:r>
              <a:rPr lang="en-US" sz="2400" dirty="0"/>
              <a:t> </a:t>
            </a:r>
            <a:r>
              <a:rPr lang="en-US" sz="2400" dirty="0" err="1"/>
              <a:t>eine</a:t>
            </a:r>
            <a:r>
              <a:rPr lang="en-US" sz="2400" dirty="0"/>
              <a:t> </a:t>
            </a:r>
            <a:r>
              <a:rPr lang="en-US" sz="2400" dirty="0" err="1"/>
              <a:t>Reihenfolge</a:t>
            </a:r>
            <a:r>
              <a:rPr lang="en-US" sz="2400" dirty="0"/>
              <a:t> </a:t>
            </a:r>
            <a:r>
              <a:rPr lang="en-US" sz="2400" dirty="0" err="1"/>
              <a:t>möglich</a:t>
            </a:r>
            <a:endParaRPr lang="en-US" sz="2400" dirty="0"/>
          </a:p>
          <a:p>
            <a:pPr marL="0" lvl="1">
              <a:spcAft>
                <a:spcPts val="127"/>
              </a:spcAft>
            </a:pPr>
            <a:br>
              <a:rPr lang="de-DE" sz="2600" dirty="0"/>
            </a:br>
            <a:endParaRPr lang="en-US" sz="24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51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5881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 dirty="0" err="1"/>
              <a:t>Lösung</a:t>
            </a:r>
            <a:r>
              <a:rPr lang="en-US" dirty="0"/>
              <a:t>: </a:t>
            </a:r>
            <a:r>
              <a:rPr lang="el-GR" dirty="0">
                <a:latin typeface="Cambria" panose="02040503050406030204" pitchFamily="18" charset="0"/>
                <a:ea typeface="Cambria" panose="02040503050406030204" pitchFamily="18" charset="0"/>
              </a:rPr>
              <a:t>δ</a:t>
            </a:r>
            <a:r>
              <a:rPr lang="en-US" dirty="0"/>
              <a:t>-</a:t>
            </a:r>
            <a:r>
              <a:rPr lang="en-US" dirty="0" err="1"/>
              <a:t>Zyklen</a:t>
            </a:r>
            <a:endParaRPr lang="en-US" dirty="0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5786199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sz="2400" dirty="0" err="1"/>
              <a:t>ein</a:t>
            </a:r>
            <a:r>
              <a:rPr lang="en-US" sz="2400" dirty="0"/>
              <a:t> </a:t>
            </a:r>
            <a:r>
              <a:rPr lang="el-GR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δ</a:t>
            </a:r>
            <a:r>
              <a:rPr lang="en-US" sz="2400" dirty="0">
                <a:solidFill>
                  <a:srgbClr val="0000FF"/>
                </a:solidFill>
              </a:rPr>
              <a:t>-</a:t>
            </a:r>
            <a:r>
              <a:rPr lang="en-US" sz="2400" dirty="0" err="1">
                <a:solidFill>
                  <a:srgbClr val="0000FF"/>
                </a:solidFill>
              </a:rPr>
              <a:t>Zyklus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hat </a:t>
            </a:r>
            <a:r>
              <a:rPr lang="en-US" sz="2400" dirty="0" err="1"/>
              <a:t>keinen</a:t>
            </a:r>
            <a:r>
              <a:rPr lang="en-US" sz="2400" dirty="0"/>
              <a:t> </a:t>
            </a:r>
            <a:r>
              <a:rPr lang="en-US" sz="2400" dirty="0" err="1"/>
              <a:t>Einfluss</a:t>
            </a:r>
            <a:r>
              <a:rPr lang="en-US" sz="2400" dirty="0"/>
              <a:t> auf die </a:t>
            </a:r>
            <a:r>
              <a:rPr lang="en-US" sz="2400" dirty="0" err="1"/>
              <a:t>Simulationszeit</a:t>
            </a:r>
            <a:r>
              <a:rPr lang="en-US" sz="2400" dirty="0"/>
              <a:t> (</a:t>
            </a:r>
            <a:r>
              <a:rPr lang="en-US" sz="2400" i="1" dirty="0">
                <a:solidFill>
                  <a:srgbClr val="0000FF"/>
                </a:solidFill>
              </a:rPr>
              <a:t>zero-delay semantics</a:t>
            </a:r>
            <a:r>
              <a:rPr lang="en-US" sz="2400" dirty="0"/>
              <a:t>)</a:t>
            </a:r>
          </a:p>
          <a:p>
            <a:pPr marL="342000" indent="-342000"/>
            <a:r>
              <a:rPr lang="en-US" sz="2400" dirty="0" err="1"/>
              <a:t>ein</a:t>
            </a:r>
            <a:r>
              <a:rPr lang="en-US" sz="2400" dirty="0"/>
              <a:t> </a:t>
            </a:r>
            <a:r>
              <a:rPr lang="el-GR" sz="2400" dirty="0">
                <a:latin typeface="Cambria" panose="02040503050406030204" pitchFamily="18" charset="0"/>
                <a:ea typeface="Cambria" panose="02040503050406030204" pitchFamily="18" charset="0"/>
              </a:rPr>
              <a:t>δ</a:t>
            </a:r>
            <a:r>
              <a:rPr lang="en-US" sz="2400" dirty="0"/>
              <a:t>-</a:t>
            </a:r>
            <a:r>
              <a:rPr lang="en-US" sz="2400" dirty="0" err="1"/>
              <a:t>Zyklus</a:t>
            </a:r>
            <a:r>
              <a:rPr lang="en-US" sz="2400" dirty="0"/>
              <a:t> </a:t>
            </a:r>
            <a:r>
              <a:rPr lang="en-US" sz="2400" dirty="0" err="1"/>
              <a:t>besteht</a:t>
            </a:r>
            <a:r>
              <a:rPr lang="en-US" sz="2400" dirty="0"/>
              <a:t> </a:t>
            </a:r>
            <a:r>
              <a:rPr lang="en-US" sz="2400" dirty="0" err="1"/>
              <a:t>aus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zwei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Phasen</a:t>
            </a:r>
            <a:r>
              <a:rPr lang="en-US" sz="2400" dirty="0"/>
              <a:t>:</a:t>
            </a:r>
            <a:br>
              <a:rPr lang="en-US" sz="2400" dirty="0"/>
            </a:br>
            <a:endParaRPr lang="en-US" sz="1400" dirty="0"/>
          </a:p>
          <a:p>
            <a:pPr algn="ctr"/>
            <a:r>
              <a:rPr lang="en-US" sz="2400" dirty="0" err="1"/>
              <a:t>Auswertung</a:t>
            </a:r>
            <a:r>
              <a:rPr lang="en-US" sz="2400" dirty="0"/>
              <a:t> (</a:t>
            </a:r>
            <a:r>
              <a:rPr lang="en-US" sz="2400" i="1" dirty="0">
                <a:solidFill>
                  <a:srgbClr val="0000FF"/>
                </a:solidFill>
              </a:rPr>
              <a:t>evaluate</a:t>
            </a:r>
            <a:r>
              <a:rPr lang="en-US" sz="2400" dirty="0"/>
              <a:t>) und </a:t>
            </a:r>
            <a:r>
              <a:rPr lang="en-US" sz="2400" dirty="0" err="1"/>
              <a:t>Aktualisierung</a:t>
            </a:r>
            <a:r>
              <a:rPr lang="en-US" sz="2400" dirty="0"/>
              <a:t> (</a:t>
            </a:r>
            <a:r>
              <a:rPr lang="en-US" sz="2400" i="1" dirty="0">
                <a:solidFill>
                  <a:srgbClr val="0000FF"/>
                </a:solidFill>
              </a:rPr>
              <a:t>update</a:t>
            </a:r>
            <a:r>
              <a:rPr lang="en-US" sz="2400" dirty="0"/>
              <a:t>)</a:t>
            </a:r>
          </a:p>
          <a:p>
            <a:pPr marL="342000" indent="-342000"/>
            <a:endParaRPr lang="de-DE" sz="1400" dirty="0"/>
          </a:p>
          <a:p>
            <a:pPr marL="342000" indent="-342000"/>
            <a:r>
              <a:rPr lang="de-DE" sz="2400" dirty="0"/>
              <a:t>für </a:t>
            </a:r>
            <a:r>
              <a:rPr lang="de-DE" sz="2400" dirty="0">
                <a:solidFill>
                  <a:srgbClr val="0000FF"/>
                </a:solidFill>
              </a:rPr>
              <a:t>primitive Kanale</a:t>
            </a:r>
            <a:endParaRPr lang="en-US" sz="2400" dirty="0">
              <a:solidFill>
                <a:srgbClr val="0000FF"/>
              </a:solidFill>
            </a:endParaRPr>
          </a:p>
          <a:p>
            <a:pPr marL="429313" lvl="1" indent="-342000"/>
            <a:r>
              <a:rPr lang="en-US" dirty="0"/>
              <a:t>in der </a:t>
            </a:r>
            <a:r>
              <a:rPr lang="en-US" dirty="0" err="1"/>
              <a:t>Auswertungsphase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die </a:t>
            </a:r>
            <a:r>
              <a:rPr lang="en-US" dirty="0" err="1"/>
              <a:t>Prozesse</a:t>
            </a:r>
            <a:r>
              <a:rPr lang="en-US" dirty="0"/>
              <a:t> </a:t>
            </a:r>
            <a:r>
              <a:rPr lang="en-US" dirty="0" err="1"/>
              <a:t>ausgef</a:t>
            </a:r>
            <a:r>
              <a:rPr lang="de-DE" dirty="0" err="1"/>
              <a:t>ührt</a:t>
            </a:r>
            <a:r>
              <a:rPr lang="de-DE" dirty="0"/>
              <a:t> und die resultierenden </a:t>
            </a:r>
            <a:r>
              <a:rPr lang="de-DE" i="1" dirty="0" err="1">
                <a:solidFill>
                  <a:srgbClr val="0000FF"/>
                </a:solidFill>
              </a:rPr>
              <a:t>requests</a:t>
            </a:r>
            <a:r>
              <a:rPr lang="de-DE" dirty="0"/>
              <a:t> gespeichert</a:t>
            </a:r>
          </a:p>
          <a:p>
            <a:pPr marL="429313" lvl="1" indent="-342000"/>
            <a:r>
              <a:rPr lang="en-US" dirty="0"/>
              <a:t>in </a:t>
            </a:r>
            <a:r>
              <a:rPr lang="en-US" dirty="0" err="1"/>
              <a:t>der</a:t>
            </a:r>
            <a:r>
              <a:rPr lang="en-US" dirty="0"/>
              <a:t> </a:t>
            </a:r>
            <a:r>
              <a:rPr lang="en-US" dirty="0" err="1"/>
              <a:t>Aktualisierungsphase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neue</a:t>
            </a:r>
            <a:r>
              <a:rPr lang="en-US" dirty="0"/>
              <a:t> </a:t>
            </a:r>
            <a:r>
              <a:rPr lang="en-US" dirty="0" err="1"/>
              <a:t>Werte</a:t>
            </a:r>
            <a:r>
              <a:rPr lang="en-US" dirty="0"/>
              <a:t> f</a:t>
            </a:r>
            <a:r>
              <a:rPr lang="de-DE" dirty="0" err="1"/>
              <a:t>ür</a:t>
            </a:r>
            <a:r>
              <a:rPr lang="de-DE" dirty="0"/>
              <a:t> alle </a:t>
            </a:r>
            <a:r>
              <a:rPr lang="de-DE" dirty="0" err="1"/>
              <a:t>Kanä</a:t>
            </a:r>
            <a:r>
              <a:rPr lang="en-US" dirty="0"/>
              <a:t>le </a:t>
            </a:r>
            <a:r>
              <a:rPr lang="de-DE" dirty="0"/>
              <a:t>übernommen, indem die jeweiligen </a:t>
            </a:r>
            <a:r>
              <a:rPr lang="de-DE" i="1" dirty="0" err="1">
                <a:solidFill>
                  <a:srgbClr val="0000FF"/>
                </a:solidFill>
              </a:rPr>
              <a:t>updates</a:t>
            </a:r>
            <a:r>
              <a:rPr lang="de-DE" dirty="0"/>
              <a:t> ausgeführt werden</a:t>
            </a:r>
            <a:r>
              <a:rPr lang="en-US" dirty="0"/>
              <a:t> (</a:t>
            </a:r>
            <a:r>
              <a:rPr lang="en-US" dirty="0" err="1"/>
              <a:t>typische</a:t>
            </a:r>
            <a:r>
              <a:rPr lang="en-US" dirty="0"/>
              <a:t> Hardware-</a:t>
            </a:r>
            <a:r>
              <a:rPr lang="en-US" dirty="0" err="1"/>
              <a:t>Semantik</a:t>
            </a:r>
            <a:r>
              <a:rPr lang="en-US" dirty="0"/>
              <a:t>)</a:t>
            </a:r>
          </a:p>
          <a:p>
            <a:pPr marL="342000" indent="-342000"/>
            <a:endParaRPr lang="en-US" sz="2400" dirty="0"/>
          </a:p>
          <a:p>
            <a:pPr marL="342000" indent="-342000"/>
            <a:r>
              <a:rPr lang="en-US" sz="2400" dirty="0" err="1"/>
              <a:t>zu</a:t>
            </a:r>
            <a:r>
              <a:rPr lang="en-US" sz="2400" dirty="0"/>
              <a:t> </a:t>
            </a:r>
            <a:r>
              <a:rPr lang="en-US" sz="2400" dirty="0" err="1"/>
              <a:t>einem</a:t>
            </a:r>
            <a:r>
              <a:rPr lang="en-US" sz="2400" dirty="0"/>
              <a:t> </a:t>
            </a:r>
            <a:r>
              <a:rPr lang="en-US" sz="2400" dirty="0" err="1"/>
              <a:t>Simulationszeitpunkt</a:t>
            </a:r>
            <a:r>
              <a:rPr lang="en-US" sz="2400" dirty="0"/>
              <a:t> k</a:t>
            </a:r>
            <a:r>
              <a:rPr lang="de-DE" sz="2400" dirty="0"/>
              <a:t>ö</a:t>
            </a:r>
            <a:r>
              <a:rPr lang="en-US" sz="2400" dirty="0" err="1"/>
              <a:t>nnen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beliebig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viele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l-GR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δ</a:t>
            </a:r>
            <a:r>
              <a:rPr lang="en-US" sz="2400" dirty="0">
                <a:solidFill>
                  <a:srgbClr val="0000FF"/>
                </a:solidFill>
              </a:rPr>
              <a:t>-</a:t>
            </a:r>
            <a:r>
              <a:rPr lang="en-US" sz="2400" dirty="0" err="1">
                <a:solidFill>
                  <a:srgbClr val="0000FF"/>
                </a:solidFill>
              </a:rPr>
              <a:t>Zyklen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/>
              <a:t>ausgef</a:t>
            </a:r>
            <a:r>
              <a:rPr lang="de-DE" sz="2400" dirty="0"/>
              <a:t>ü</a:t>
            </a:r>
            <a:r>
              <a:rPr lang="en-US" sz="2400" dirty="0" err="1"/>
              <a:t>hrt</a:t>
            </a:r>
            <a:r>
              <a:rPr lang="en-US" sz="2400" dirty="0"/>
              <a:t> </a:t>
            </a:r>
            <a:r>
              <a:rPr lang="en-US" sz="2400" dirty="0" err="1"/>
              <a:t>werden</a:t>
            </a:r>
            <a:endParaRPr lang="en-US" sz="24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52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Simulationsablauf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6278642"/>
          </a:xfrm>
          <a:ln>
            <a:solidFill>
              <a:schemeClr val="bg1"/>
            </a:solidFill>
          </a:ln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400" dirty="0" err="1"/>
              <a:t>Initialisierung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de-DE" sz="2400" dirty="0">
                <a:solidFill>
                  <a:srgbClr val="0000FF"/>
                </a:solidFill>
              </a:rPr>
              <a:t>Ausführung</a:t>
            </a:r>
            <a:r>
              <a:rPr lang="de-DE" sz="2400" dirty="0"/>
              <a:t> aller Prozesse, die zum aktuellen Simulationszeitpunkt als bereit gekennzeichnet sind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2400" dirty="0"/>
              <a:t>Ausführung von Prozessen mit </a:t>
            </a:r>
            <a:r>
              <a:rPr lang="de-DE" sz="2400" i="1" dirty="0"/>
              <a:t>immediate</a:t>
            </a:r>
            <a:r>
              <a:rPr lang="de-DE" sz="2400" dirty="0"/>
              <a:t> </a:t>
            </a:r>
            <a:r>
              <a:rPr lang="de-DE" sz="2400" i="1" dirty="0" err="1"/>
              <a:t>notification</a:t>
            </a:r>
            <a:endParaRPr lang="de-DE" sz="2400" i="1" dirty="0"/>
          </a:p>
          <a:p>
            <a:pPr marL="514350" indent="-514350">
              <a:buFont typeface="+mj-lt"/>
              <a:buAutoNum type="arabicPeriod"/>
            </a:pPr>
            <a:r>
              <a:rPr lang="de-DE" sz="2400" dirty="0">
                <a:solidFill>
                  <a:srgbClr val="0000FF"/>
                </a:solidFill>
              </a:rPr>
              <a:t>Aktualisierung</a:t>
            </a:r>
            <a:r>
              <a:rPr lang="de-DE" sz="2400" dirty="0"/>
              <a:t> aller </a:t>
            </a:r>
            <a:r>
              <a:rPr lang="de-DE" sz="2400" dirty="0" err="1"/>
              <a:t>Kanä</a:t>
            </a:r>
            <a:r>
              <a:rPr lang="en-US" sz="2400" dirty="0"/>
              <a:t>le</a:t>
            </a:r>
            <a:endParaRPr lang="de-DE" sz="2400" dirty="0"/>
          </a:p>
          <a:p>
            <a:pPr marL="514350" indent="-514350">
              <a:buFont typeface="+mj-lt"/>
              <a:buAutoNum type="arabicPeriod"/>
            </a:pPr>
            <a:r>
              <a:rPr lang="de-DE" sz="2400" dirty="0"/>
              <a:t>Ausführung von Prozessen mit </a:t>
            </a:r>
            <a:r>
              <a:rPr lang="de-DE" sz="2400" i="1" dirty="0" err="1"/>
              <a:t>delta-delay</a:t>
            </a:r>
            <a:r>
              <a:rPr lang="de-DE" sz="2400" i="1" dirty="0"/>
              <a:t> </a:t>
            </a:r>
            <a:r>
              <a:rPr lang="de-DE" sz="2400" i="1" dirty="0" err="1"/>
              <a:t>notification</a:t>
            </a:r>
            <a:r>
              <a:rPr lang="de-DE" sz="2400" i="1" dirty="0"/>
              <a:t> </a:t>
            </a:r>
            <a:r>
              <a:rPr lang="de-DE" sz="2400" dirty="0"/>
              <a:t>bei gleichbleibender Simulationszeit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2400" dirty="0">
                <a:solidFill>
                  <a:srgbClr val="0000FF"/>
                </a:solidFill>
              </a:rPr>
              <a:t>Fortschreiten der Simulationszeit </a:t>
            </a:r>
            <a:r>
              <a:rPr lang="de-DE" sz="2400" dirty="0"/>
              <a:t>und Ausführung von Prozessen mit </a:t>
            </a:r>
            <a:r>
              <a:rPr lang="de-DE" sz="2400" i="1" dirty="0" err="1"/>
              <a:t>nonzero-delay</a:t>
            </a:r>
            <a:r>
              <a:rPr lang="de-DE" sz="2400" i="1" dirty="0"/>
              <a:t> </a:t>
            </a:r>
            <a:r>
              <a:rPr lang="de-DE" sz="2400" i="1" dirty="0" err="1"/>
              <a:t>notification</a:t>
            </a:r>
            <a:r>
              <a:rPr lang="de-DE" sz="2400" i="1" dirty="0"/>
              <a:t> </a:t>
            </a:r>
            <a:r>
              <a:rPr lang="de-DE" sz="2400" dirty="0"/>
              <a:t>(zurück </a:t>
            </a:r>
            <a:r>
              <a:rPr lang="en-US" sz="2400" dirty="0" err="1"/>
              <a:t>zu</a:t>
            </a:r>
            <a:r>
              <a:rPr lang="en-US" sz="2400" dirty="0"/>
              <a:t> 2.)</a:t>
            </a:r>
            <a:endParaRPr lang="de-DE" sz="2400" dirty="0"/>
          </a:p>
          <a:p>
            <a:pPr marL="514350" indent="-514350">
              <a:buFont typeface="+mj-lt"/>
              <a:buAutoNum type="arabicPeriod"/>
            </a:pPr>
            <a:r>
              <a:rPr lang="de-DE" sz="2400" dirty="0"/>
              <a:t>Wenn keine </a:t>
            </a:r>
            <a:r>
              <a:rPr lang="de-DE" sz="2400" i="1" dirty="0" err="1"/>
              <a:t>notification</a:t>
            </a:r>
            <a:r>
              <a:rPr lang="de-DE" sz="2400" dirty="0"/>
              <a:t> (weder </a:t>
            </a:r>
            <a:r>
              <a:rPr lang="de-DE" sz="2400" i="1" dirty="0" err="1"/>
              <a:t>timed</a:t>
            </a:r>
            <a:r>
              <a:rPr lang="de-DE" sz="2400" dirty="0"/>
              <a:t> noch </a:t>
            </a:r>
            <a:r>
              <a:rPr lang="de-DE" sz="2400" i="1" dirty="0" err="1"/>
              <a:t>untimed</a:t>
            </a:r>
            <a:r>
              <a:rPr lang="de-DE" sz="2400" dirty="0"/>
              <a:t>) mehr ansteht, wird die Simulation beendet 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53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Simulationsablauf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3693319"/>
          </a:xfrm>
        </p:spPr>
        <p:txBody>
          <a:bodyPr/>
          <a:lstStyle/>
          <a:p>
            <a:pPr algn="ctr"/>
            <a:r>
              <a:rPr lang="de-DE" sz="2400" b="1" dirty="0">
                <a:solidFill>
                  <a:srgbClr val="FF0000"/>
                </a:solidFill>
              </a:rPr>
              <a:t> </a:t>
            </a:r>
          </a:p>
          <a:p>
            <a:pPr algn="ctr"/>
            <a:endParaRPr lang="de-DE" sz="2400" b="1" dirty="0">
              <a:solidFill>
                <a:srgbClr val="FF0000"/>
              </a:solidFill>
            </a:endParaRPr>
          </a:p>
          <a:p>
            <a:pPr algn="ctr"/>
            <a:endParaRPr lang="de-DE" sz="2400" b="1" dirty="0">
              <a:solidFill>
                <a:srgbClr val="FF0000"/>
              </a:solidFill>
            </a:endParaRPr>
          </a:p>
          <a:p>
            <a:pPr algn="ctr"/>
            <a:endParaRPr lang="de-DE" sz="2400" b="1" dirty="0">
              <a:solidFill>
                <a:srgbClr val="FF0000"/>
              </a:solidFill>
            </a:endParaRPr>
          </a:p>
          <a:p>
            <a:pPr algn="ctr"/>
            <a:endParaRPr lang="de-DE" sz="2400" b="1" dirty="0">
              <a:solidFill>
                <a:srgbClr val="FF0000"/>
              </a:solidFill>
            </a:endParaRPr>
          </a:p>
          <a:p>
            <a:pPr algn="ctr"/>
            <a:endParaRPr lang="de-DE" sz="2400" b="1" dirty="0">
              <a:solidFill>
                <a:srgbClr val="FF0000"/>
              </a:solidFill>
            </a:endParaRPr>
          </a:p>
          <a:p>
            <a:pPr algn="ctr"/>
            <a:endParaRPr lang="de-DE" sz="2400" b="1" dirty="0">
              <a:solidFill>
                <a:srgbClr val="FF0000"/>
              </a:solidFill>
            </a:endParaRPr>
          </a:p>
          <a:p>
            <a:pPr algn="ctr"/>
            <a:endParaRPr lang="de-DE" sz="2400" b="1" dirty="0">
              <a:solidFill>
                <a:srgbClr val="FF0000"/>
              </a:solidFill>
            </a:endParaRPr>
          </a:p>
          <a:p>
            <a:pPr algn="ctr"/>
            <a:endParaRPr lang="de-DE" sz="2400" b="1" dirty="0">
              <a:solidFill>
                <a:srgbClr val="FF0000"/>
              </a:solidFill>
            </a:endParaRPr>
          </a:p>
          <a:p>
            <a:pPr algn="ctr"/>
            <a:endParaRPr lang="de-DE" sz="2400" b="1" dirty="0">
              <a:solidFill>
                <a:srgbClr val="FF0000"/>
              </a:solidFill>
            </a:endParaRPr>
          </a:p>
        </p:txBody>
      </p:sp>
      <p:sp>
        <p:nvSpPr>
          <p:cNvPr id="8" name="Ellipse 7"/>
          <p:cNvSpPr/>
          <p:nvPr/>
        </p:nvSpPr>
        <p:spPr bwMode="auto">
          <a:xfrm>
            <a:off x="2250350" y="1674224"/>
            <a:ext cx="1440000" cy="5400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1600"/>
              <a:t>Elaborate</a:t>
            </a:r>
            <a:endParaRPr lang="de-DE" sz="1600"/>
          </a:p>
        </p:txBody>
      </p:sp>
      <p:sp>
        <p:nvSpPr>
          <p:cNvPr id="9" name="Ellipse 8"/>
          <p:cNvSpPr/>
          <p:nvPr/>
        </p:nvSpPr>
        <p:spPr bwMode="auto">
          <a:xfrm>
            <a:off x="2250350" y="4089042"/>
            <a:ext cx="1440000" cy="5400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1600"/>
              <a:t>Cleanup</a:t>
            </a:r>
            <a:endParaRPr lang="de-DE" sz="1600"/>
          </a:p>
        </p:txBody>
      </p:sp>
      <p:cxnSp>
        <p:nvCxnSpPr>
          <p:cNvPr id="11" name="Gerade Verbindung mit Pfeil 10"/>
          <p:cNvCxnSpPr>
            <a:stCxn id="8" idx="4"/>
            <a:endCxn id="12" idx="0"/>
          </p:cNvCxnSpPr>
          <p:nvPr/>
        </p:nvCxnSpPr>
        <p:spPr bwMode="auto">
          <a:xfrm rot="16200000" flipH="1">
            <a:off x="2541066" y="2643509"/>
            <a:ext cx="864000" cy="5433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feld 11"/>
          <p:cNvSpPr txBox="1"/>
          <p:nvPr/>
        </p:nvSpPr>
        <p:spPr>
          <a:xfrm>
            <a:off x="2420985" y="3078224"/>
            <a:ext cx="1109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/>
              <a:t>sc_start()</a:t>
            </a:r>
            <a:endParaRPr lang="de-DE" sz="1600" b="1"/>
          </a:p>
        </p:txBody>
      </p:sp>
      <p:sp>
        <p:nvSpPr>
          <p:cNvPr id="14" name="Ellipse 13"/>
          <p:cNvSpPr/>
          <p:nvPr/>
        </p:nvSpPr>
        <p:spPr bwMode="auto">
          <a:xfrm>
            <a:off x="4305160" y="2977538"/>
            <a:ext cx="1440000" cy="5400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1600"/>
              <a:t>Initialize</a:t>
            </a:r>
            <a:endParaRPr lang="de-DE" sz="1600"/>
          </a:p>
        </p:txBody>
      </p:sp>
      <p:sp>
        <p:nvSpPr>
          <p:cNvPr id="15" name="Ellipse 14"/>
          <p:cNvSpPr/>
          <p:nvPr/>
        </p:nvSpPr>
        <p:spPr bwMode="auto">
          <a:xfrm>
            <a:off x="6459540" y="2977538"/>
            <a:ext cx="1440000" cy="5400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1600" b="1" dirty="0">
                <a:solidFill>
                  <a:srgbClr val="0000FF"/>
                </a:solidFill>
              </a:rPr>
              <a:t>Evaluate</a:t>
            </a:r>
            <a:endParaRPr lang="de-DE" sz="1600" b="1" dirty="0">
              <a:solidFill>
                <a:srgbClr val="0000FF"/>
              </a:solidFill>
            </a:endParaRPr>
          </a:p>
        </p:txBody>
      </p:sp>
      <p:sp>
        <p:nvSpPr>
          <p:cNvPr id="16" name="Ellipse 15"/>
          <p:cNvSpPr/>
          <p:nvPr/>
        </p:nvSpPr>
        <p:spPr bwMode="auto">
          <a:xfrm>
            <a:off x="8591440" y="2977538"/>
            <a:ext cx="1440000" cy="5400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rgbClr val="0000FF"/>
                </a:solidFill>
              </a:rPr>
              <a:t>Advance</a:t>
            </a:r>
            <a:br>
              <a:rPr lang="en-US" sz="1600" b="1" dirty="0">
                <a:solidFill>
                  <a:schemeClr val="tx2"/>
                </a:solidFill>
              </a:rPr>
            </a:br>
            <a:r>
              <a:rPr lang="en-US" sz="1600" b="1" dirty="0">
                <a:solidFill>
                  <a:srgbClr val="0000FF"/>
                </a:solidFill>
              </a:rPr>
              <a:t>Time</a:t>
            </a:r>
            <a:endParaRPr lang="de-DE" sz="1600" b="1" dirty="0">
              <a:solidFill>
                <a:srgbClr val="0000FF"/>
              </a:solidFill>
            </a:endParaRPr>
          </a:p>
        </p:txBody>
      </p:sp>
      <p:sp>
        <p:nvSpPr>
          <p:cNvPr id="17" name="Ellipse 16"/>
          <p:cNvSpPr/>
          <p:nvPr/>
        </p:nvSpPr>
        <p:spPr bwMode="auto">
          <a:xfrm>
            <a:off x="6459540" y="4089042"/>
            <a:ext cx="1440000" cy="5400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342900" indent="-342900" algn="ctr"/>
            <a:r>
              <a:rPr lang="en-US" sz="1600" b="1" dirty="0">
                <a:solidFill>
                  <a:srgbClr val="0000FF"/>
                </a:solidFill>
              </a:rPr>
              <a:t>Update</a:t>
            </a:r>
            <a:endParaRPr lang="de-DE" sz="1600" b="1" dirty="0">
              <a:solidFill>
                <a:srgbClr val="0000FF"/>
              </a:solidFill>
            </a:endParaRPr>
          </a:p>
        </p:txBody>
      </p:sp>
      <p:cxnSp>
        <p:nvCxnSpPr>
          <p:cNvPr id="20" name="Gerade Verbindung mit Pfeil 19"/>
          <p:cNvCxnSpPr>
            <a:stCxn id="12" idx="3"/>
            <a:endCxn id="14" idx="2"/>
          </p:cNvCxnSpPr>
          <p:nvPr/>
        </p:nvCxnSpPr>
        <p:spPr bwMode="auto">
          <a:xfrm>
            <a:off x="3530582" y="3247503"/>
            <a:ext cx="774578" cy="3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Gerade Verbindung mit Pfeil 23"/>
          <p:cNvCxnSpPr>
            <a:stCxn id="14" idx="6"/>
            <a:endCxn id="15" idx="2"/>
          </p:cNvCxnSpPr>
          <p:nvPr/>
        </p:nvCxnSpPr>
        <p:spPr bwMode="auto">
          <a:xfrm>
            <a:off x="5745160" y="3247538"/>
            <a:ext cx="714380" cy="158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Gerade Verbindung mit Pfeil 26"/>
          <p:cNvCxnSpPr>
            <a:stCxn id="17" idx="1"/>
            <a:endCxn id="15" idx="3"/>
          </p:cNvCxnSpPr>
          <p:nvPr/>
        </p:nvCxnSpPr>
        <p:spPr bwMode="auto">
          <a:xfrm rot="5400000" flipH="1" flipV="1">
            <a:off x="6305590" y="3803290"/>
            <a:ext cx="729666" cy="158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cxnSp>
        <p:nvCxnSpPr>
          <p:cNvPr id="31" name="Gerade Verbindung mit Pfeil 30"/>
          <p:cNvCxnSpPr>
            <a:stCxn id="15" idx="5"/>
            <a:endCxn id="17" idx="7"/>
          </p:cNvCxnSpPr>
          <p:nvPr/>
        </p:nvCxnSpPr>
        <p:spPr bwMode="auto">
          <a:xfrm rot="5400000">
            <a:off x="7323824" y="3803290"/>
            <a:ext cx="729666" cy="158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cxnSp>
        <p:nvCxnSpPr>
          <p:cNvPr id="35" name="Gerade Verbindung mit Pfeil 34"/>
          <p:cNvCxnSpPr>
            <a:stCxn id="16" idx="2"/>
            <a:endCxn id="15" idx="6"/>
          </p:cNvCxnSpPr>
          <p:nvPr/>
        </p:nvCxnSpPr>
        <p:spPr bwMode="auto">
          <a:xfrm rot="10800000">
            <a:off x="7899540" y="3247538"/>
            <a:ext cx="691900" cy="158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Gerade Verbindung mit Pfeil 38"/>
          <p:cNvCxnSpPr>
            <a:stCxn id="16" idx="3"/>
            <a:endCxn id="17" idx="6"/>
          </p:cNvCxnSpPr>
          <p:nvPr/>
        </p:nvCxnSpPr>
        <p:spPr bwMode="auto">
          <a:xfrm rot="5400000">
            <a:off x="7890642" y="3447360"/>
            <a:ext cx="920585" cy="902783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p:cxnSp>
        <p:nvCxnSpPr>
          <p:cNvPr id="42" name="Gerade Verbindung mit Pfeil 41"/>
          <p:cNvCxnSpPr>
            <a:stCxn id="17" idx="2"/>
            <a:endCxn id="9" idx="6"/>
          </p:cNvCxnSpPr>
          <p:nvPr/>
        </p:nvCxnSpPr>
        <p:spPr bwMode="auto">
          <a:xfrm rot="10800000">
            <a:off x="3690350" y="4359042"/>
            <a:ext cx="2769190" cy="158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Freihandform 46"/>
          <p:cNvSpPr/>
          <p:nvPr/>
        </p:nvSpPr>
        <p:spPr bwMode="auto">
          <a:xfrm>
            <a:off x="6851658" y="2503126"/>
            <a:ext cx="465138" cy="485775"/>
          </a:xfrm>
          <a:custGeom>
            <a:avLst/>
            <a:gdLst>
              <a:gd name="connsiteX0" fmla="*/ 465138 w 465138"/>
              <a:gd name="connsiteY0" fmla="*/ 457200 h 485775"/>
              <a:gd name="connsiteX1" fmla="*/ 369888 w 465138"/>
              <a:gd name="connsiteY1" fmla="*/ 57150 h 485775"/>
              <a:gd name="connsiteX2" fmla="*/ 36513 w 465138"/>
              <a:gd name="connsiteY2" fmla="*/ 114300 h 485775"/>
              <a:gd name="connsiteX3" fmla="*/ 150813 w 465138"/>
              <a:gd name="connsiteY3" fmla="*/ 485775 h 485775"/>
              <a:gd name="connsiteX4" fmla="*/ 150813 w 465138"/>
              <a:gd name="connsiteY4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138" h="485775">
                <a:moveTo>
                  <a:pt x="465138" y="457200"/>
                </a:moveTo>
                <a:cubicBezTo>
                  <a:pt x="453231" y="285750"/>
                  <a:pt x="441325" y="114300"/>
                  <a:pt x="369888" y="57150"/>
                </a:cubicBezTo>
                <a:cubicBezTo>
                  <a:pt x="298451" y="0"/>
                  <a:pt x="73026" y="42862"/>
                  <a:pt x="36513" y="114300"/>
                </a:cubicBezTo>
                <a:cubicBezTo>
                  <a:pt x="0" y="185738"/>
                  <a:pt x="150813" y="485775"/>
                  <a:pt x="150813" y="485775"/>
                </a:cubicBezTo>
                <a:lnTo>
                  <a:pt x="150813" y="485775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feld 47"/>
          <p:cNvSpPr txBox="1"/>
          <p:nvPr/>
        </p:nvSpPr>
        <p:spPr>
          <a:xfrm>
            <a:off x="6602418" y="1660152"/>
            <a:ext cx="11192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/>
              <a:t>while </a:t>
            </a:r>
            <a:br>
              <a:rPr lang="en-US" sz="1600"/>
            </a:br>
            <a:r>
              <a:rPr lang="en-US" sz="1600"/>
              <a:t>processes</a:t>
            </a:r>
            <a:br>
              <a:rPr lang="en-US" sz="1600"/>
            </a:br>
            <a:r>
              <a:rPr lang="en-US" sz="1600"/>
              <a:t>ready</a:t>
            </a:r>
            <a:endParaRPr lang="de-DE" sz="1600"/>
          </a:p>
        </p:txBody>
      </p:sp>
      <p:sp>
        <p:nvSpPr>
          <p:cNvPr id="51" name="Textfeld 50"/>
          <p:cNvSpPr txBox="1"/>
          <p:nvPr/>
        </p:nvSpPr>
        <p:spPr>
          <a:xfrm>
            <a:off x="6879970" y="3504269"/>
            <a:ext cx="651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/>
              <a:t>delta</a:t>
            </a:r>
            <a:br>
              <a:rPr lang="en-US" sz="1600"/>
            </a:br>
            <a:r>
              <a:rPr lang="en-US" sz="1600"/>
              <a:t>cycle</a:t>
            </a:r>
            <a:endParaRPr lang="de-DE" sz="1600"/>
          </a:p>
        </p:txBody>
      </p:sp>
      <p:cxnSp>
        <p:nvCxnSpPr>
          <p:cNvPr id="53" name="Gerade Verbindung 52"/>
          <p:cNvCxnSpPr/>
          <p:nvPr/>
        </p:nvCxnSpPr>
        <p:spPr bwMode="auto">
          <a:xfrm flipV="1">
            <a:off x="7316796" y="2303092"/>
            <a:ext cx="1000132" cy="428628"/>
          </a:xfrm>
          <a:prstGeom prst="line">
            <a:avLst/>
          </a:prstGeom>
          <a:noFill/>
          <a:ln w="28575" cap="flat" cmpd="sng" algn="ctr">
            <a:solidFill>
              <a:srgbClr val="0000FF"/>
            </a:solidFill>
            <a:prstDash val="sysDot"/>
            <a:round/>
            <a:headEnd type="none" w="med" len="med"/>
            <a:tailEnd type="none"/>
          </a:ln>
          <a:effectLst/>
        </p:spPr>
      </p:cxnSp>
      <p:sp>
        <p:nvSpPr>
          <p:cNvPr id="54" name="Rechteck 53"/>
          <p:cNvSpPr/>
          <p:nvPr/>
        </p:nvSpPr>
        <p:spPr bwMode="auto">
          <a:xfrm>
            <a:off x="8388366" y="1803026"/>
            <a:ext cx="1571636" cy="571504"/>
          </a:xfrm>
          <a:prstGeom prst="rect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solidFill>
                  <a:srgbClr val="0000FF"/>
                </a:solidFill>
              </a:rPr>
              <a:t>notify() / wait()</a:t>
            </a:r>
            <a:br>
              <a:rPr lang="en-US" sz="1600" dirty="0">
                <a:solidFill>
                  <a:srgbClr val="0000FF"/>
                </a:solidFill>
              </a:rPr>
            </a:br>
            <a:r>
              <a:rPr lang="en-US" sz="1600" i="1" dirty="0">
                <a:solidFill>
                  <a:srgbClr val="0000FF"/>
                </a:solidFill>
              </a:rPr>
              <a:t>immediate</a:t>
            </a:r>
            <a:endParaRPr lang="de-DE" sz="1600" dirty="0">
              <a:solidFill>
                <a:srgbClr val="0000FF"/>
              </a:solidFill>
            </a:endParaRPr>
          </a:p>
        </p:txBody>
      </p:sp>
      <p:sp>
        <p:nvSpPr>
          <p:cNvPr id="55" name="Rechteck 54"/>
          <p:cNvSpPr/>
          <p:nvPr/>
        </p:nvSpPr>
        <p:spPr bwMode="auto">
          <a:xfrm>
            <a:off x="8388366" y="4517670"/>
            <a:ext cx="1724036" cy="571504"/>
          </a:xfrm>
          <a:prstGeom prst="rect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>
                <a:solidFill>
                  <a:srgbClr val="0000FF"/>
                </a:solidFill>
              </a:rPr>
              <a:t>notify(t) / wait(t)</a:t>
            </a:r>
            <a:br>
              <a:rPr lang="en-US" sz="1600">
                <a:solidFill>
                  <a:srgbClr val="0000FF"/>
                </a:solidFill>
              </a:rPr>
            </a:br>
            <a:r>
              <a:rPr lang="en-US" sz="1600">
                <a:solidFill>
                  <a:srgbClr val="0000FF"/>
                </a:solidFill>
              </a:rPr>
              <a:t>timed</a:t>
            </a:r>
            <a:endParaRPr lang="de-DE" sz="1600">
              <a:solidFill>
                <a:srgbClr val="0000FF"/>
              </a:solidFill>
            </a:endParaRPr>
          </a:p>
        </p:txBody>
      </p:sp>
      <p:cxnSp>
        <p:nvCxnSpPr>
          <p:cNvPr id="56" name="Gerade Verbindung 55"/>
          <p:cNvCxnSpPr>
            <a:endCxn id="55" idx="0"/>
          </p:cNvCxnSpPr>
          <p:nvPr/>
        </p:nvCxnSpPr>
        <p:spPr bwMode="auto">
          <a:xfrm>
            <a:off x="8316928" y="3946166"/>
            <a:ext cx="933456" cy="571504"/>
          </a:xfrm>
          <a:prstGeom prst="line">
            <a:avLst/>
          </a:prstGeom>
          <a:noFill/>
          <a:ln w="28575" cap="flat" cmpd="sng" algn="ctr">
            <a:solidFill>
              <a:srgbClr val="0000FF"/>
            </a:solidFill>
            <a:prstDash val="sysDot"/>
            <a:round/>
            <a:headEnd type="none" w="med" len="med"/>
            <a:tailEnd type="none"/>
          </a:ln>
          <a:effectLst/>
        </p:spPr>
      </p:cxnSp>
      <p:sp>
        <p:nvSpPr>
          <p:cNvPr id="60" name="Rechteck 59"/>
          <p:cNvSpPr/>
          <p:nvPr/>
        </p:nvSpPr>
        <p:spPr bwMode="auto">
          <a:xfrm>
            <a:off x="4387838" y="4803422"/>
            <a:ext cx="1724036" cy="571504"/>
          </a:xfrm>
          <a:prstGeom prst="rect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solidFill>
                  <a:srgbClr val="0000FF"/>
                </a:solidFill>
              </a:rPr>
              <a:t>notify(0) / wait(0)</a:t>
            </a:r>
            <a:br>
              <a:rPr lang="en-US" sz="1600" dirty="0">
                <a:solidFill>
                  <a:srgbClr val="0000FF"/>
                </a:solidFill>
              </a:rPr>
            </a:br>
            <a:r>
              <a:rPr lang="en-US" sz="1600" dirty="0">
                <a:solidFill>
                  <a:srgbClr val="0000FF"/>
                </a:solidFill>
              </a:rPr>
              <a:t>delta-delay</a:t>
            </a:r>
            <a:endParaRPr lang="de-DE" sz="1600" dirty="0">
              <a:solidFill>
                <a:srgbClr val="0000FF"/>
              </a:solidFill>
            </a:endParaRPr>
          </a:p>
        </p:txBody>
      </p:sp>
      <p:cxnSp>
        <p:nvCxnSpPr>
          <p:cNvPr id="61" name="Gerade Verbindung 60"/>
          <p:cNvCxnSpPr>
            <a:endCxn id="60" idx="0"/>
          </p:cNvCxnSpPr>
          <p:nvPr/>
        </p:nvCxnSpPr>
        <p:spPr bwMode="auto">
          <a:xfrm rot="10800000" flipV="1">
            <a:off x="5249856" y="3803290"/>
            <a:ext cx="1423998" cy="1000132"/>
          </a:xfrm>
          <a:prstGeom prst="line">
            <a:avLst/>
          </a:prstGeom>
          <a:noFill/>
          <a:ln w="28575" cap="flat" cmpd="sng" algn="ctr">
            <a:solidFill>
              <a:srgbClr val="0000FF"/>
            </a:solidFill>
            <a:prstDash val="sysDot"/>
            <a:round/>
            <a:headEnd type="none" w="med" len="med"/>
            <a:tailEnd type="none"/>
          </a:ln>
          <a:effectLst/>
        </p:spPr>
      </p:cxnSp>
      <p:sp>
        <p:nvSpPr>
          <p:cNvPr id="64" name="Rechteck 63"/>
          <p:cNvSpPr/>
          <p:nvPr/>
        </p:nvSpPr>
        <p:spPr bwMode="auto">
          <a:xfrm>
            <a:off x="2101822" y="1517274"/>
            <a:ext cx="1785950" cy="4071966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sp>
        <p:nvSpPr>
          <p:cNvPr id="65" name="Rechteck 64"/>
          <p:cNvSpPr/>
          <p:nvPr/>
        </p:nvSpPr>
        <p:spPr bwMode="auto">
          <a:xfrm>
            <a:off x="4102086" y="1517274"/>
            <a:ext cx="6143668" cy="4071966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54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 dirty="0" err="1"/>
              <a:t>Zeit</a:t>
            </a:r>
            <a:r>
              <a:rPr lang="en-US" dirty="0"/>
              <a:t> in </a:t>
            </a:r>
            <a:r>
              <a:rPr lang="de-DE" dirty="0" err="1"/>
              <a:t>SystemC</a:t>
            </a:r>
            <a:endParaRPr lang="en-US" dirty="0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5539978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sz="2400" dirty="0" err="1"/>
              <a:t>Zeit</a:t>
            </a:r>
            <a:r>
              <a:rPr lang="en-US" sz="2400" dirty="0"/>
              <a:t> </a:t>
            </a:r>
            <a:r>
              <a:rPr lang="en-US" sz="2400" dirty="0" err="1"/>
              <a:t>besteht</a:t>
            </a:r>
            <a:r>
              <a:rPr lang="en-US" sz="2400" dirty="0"/>
              <a:t> </a:t>
            </a:r>
            <a:r>
              <a:rPr lang="en-US" sz="2400" dirty="0" err="1"/>
              <a:t>immer</a:t>
            </a:r>
            <a:r>
              <a:rPr lang="en-US" sz="2400" dirty="0"/>
              <a:t> </a:t>
            </a:r>
            <a:r>
              <a:rPr lang="en-US" sz="2400" dirty="0" err="1"/>
              <a:t>aus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numerischem</a:t>
            </a:r>
            <a:r>
              <a:rPr lang="en-US" sz="2400" dirty="0">
                <a:solidFill>
                  <a:srgbClr val="0000FF"/>
                </a:solidFill>
              </a:rPr>
              <a:t> Wert </a:t>
            </a:r>
            <a:r>
              <a:rPr lang="en-US" sz="2400" dirty="0"/>
              <a:t>und der </a:t>
            </a:r>
            <a:r>
              <a:rPr lang="en-US" sz="2400" dirty="0">
                <a:solidFill>
                  <a:srgbClr val="0000FF"/>
                </a:solidFill>
              </a:rPr>
              <a:t>Einheit</a:t>
            </a:r>
          </a:p>
          <a:p>
            <a:pPr marL="342000" indent="-342000"/>
            <a:r>
              <a:rPr lang="en-US" sz="2400" dirty="0" err="1">
                <a:solidFill>
                  <a:srgbClr val="0000FF"/>
                </a:solidFill>
              </a:rPr>
              <a:t>ganzzahlig</a:t>
            </a:r>
            <a:r>
              <a:rPr lang="en-US" sz="2400" dirty="0"/>
              <a:t>, </a:t>
            </a:r>
            <a:r>
              <a:rPr lang="en-US" sz="2400" dirty="0" err="1"/>
              <a:t>aber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mit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beliebiger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Auflösung</a:t>
            </a:r>
            <a:r>
              <a:rPr lang="en-US" sz="2400" dirty="0"/>
              <a:t>: </a:t>
            </a:r>
          </a:p>
          <a:p>
            <a:pPr algn="ctr"/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sc_set_time_resolution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(1.0, SC_NS);</a:t>
            </a:r>
          </a:p>
          <a:p>
            <a:endParaRPr lang="en-US" sz="2400" dirty="0"/>
          </a:p>
          <a:p>
            <a:pPr marL="342000" indent="-342000"/>
            <a:r>
              <a:rPr lang="en-US" sz="2400" dirty="0" err="1"/>
              <a:t>Objekt</a:t>
            </a:r>
            <a:r>
              <a:rPr lang="en-US" sz="2400" dirty="0"/>
              <a:t> </a:t>
            </a:r>
            <a:r>
              <a:rPr lang="en-US" sz="2400" dirty="0" err="1"/>
              <a:t>zur</a:t>
            </a:r>
            <a:r>
              <a:rPr lang="en-US" sz="2400" dirty="0"/>
              <a:t> </a:t>
            </a:r>
            <a:r>
              <a:rPr lang="en-US" sz="2400" dirty="0" err="1"/>
              <a:t>Verwaltung</a:t>
            </a:r>
            <a:r>
              <a:rPr lang="en-US" sz="2400" dirty="0"/>
              <a:t> von </a:t>
            </a:r>
            <a:r>
              <a:rPr lang="en-US" sz="2400" dirty="0" err="1"/>
              <a:t>Zeit</a:t>
            </a:r>
            <a:r>
              <a:rPr lang="en-US" sz="2400" dirty="0"/>
              <a:t>: </a:t>
            </a:r>
            <a:r>
              <a:rPr lang="en-US" sz="2400" dirty="0" err="1"/>
              <a:t>sc_time</a:t>
            </a:r>
            <a:br>
              <a:rPr lang="en-US" sz="2400" b="1" dirty="0"/>
            </a:b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sc_time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t1(20, SC_SEC);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sc_time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t2(5, SC_MS);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sc_time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t3(10.42, SC_NS);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sc_time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t4(40, SC_PS);</a:t>
            </a:r>
          </a:p>
          <a:p>
            <a:pPr marL="342000" indent="-342000"/>
            <a:endParaRPr lang="en-US" sz="2400" dirty="0">
              <a:solidFill>
                <a:srgbClr val="0000FF"/>
              </a:solidFill>
            </a:endParaRPr>
          </a:p>
          <a:p>
            <a:pPr marL="342000" indent="-342000"/>
            <a:r>
              <a:rPr lang="en-US" sz="2400" dirty="0" err="1">
                <a:solidFill>
                  <a:srgbClr val="0000FF"/>
                </a:solidFill>
              </a:rPr>
              <a:t>aktuelle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Simulationszeit</a:t>
            </a:r>
            <a:r>
              <a:rPr lang="en-US" sz="2400" dirty="0"/>
              <a:t>: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sc_time_stamp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342000" indent="-342000"/>
            <a:endParaRPr lang="en-US" sz="2400" b="1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55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69761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de-DE" dirty="0"/>
              <a:t>Taktgeber</a:t>
            </a:r>
            <a:endParaRPr lang="en-US" dirty="0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6278642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sz="2400" dirty="0" err="1"/>
              <a:t>spezielle</a:t>
            </a:r>
            <a:r>
              <a:rPr lang="en-US" sz="2400" dirty="0"/>
              <a:t> </a:t>
            </a:r>
            <a:r>
              <a:rPr lang="en-US" sz="2400" dirty="0" err="1"/>
              <a:t>Datenstruktur</a:t>
            </a:r>
            <a:r>
              <a:rPr lang="en-US" sz="2400" dirty="0"/>
              <a:t> </a:t>
            </a:r>
            <a:r>
              <a:rPr lang="en-US" sz="2400" dirty="0" err="1"/>
              <a:t>für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Meta  "/>
                <a:cs typeface="Courier New" panose="02070309020205020404" pitchFamily="49" charset="0"/>
              </a:rPr>
              <a:t>Taktgeber</a:t>
            </a:r>
            <a:r>
              <a:rPr lang="en-US" sz="2400" dirty="0">
                <a:latin typeface="Meta  "/>
                <a:cs typeface="Courier New" panose="02070309020205020404" pitchFamily="49" charset="0"/>
              </a:rPr>
              <a:t>: </a:t>
            </a:r>
          </a:p>
          <a:p>
            <a:pPr marL="342000" indent="-342000"/>
            <a:endParaRPr lang="en-US" sz="2400" dirty="0">
              <a:latin typeface="Meta  "/>
              <a:cs typeface="Courier New" panose="02070309020205020404" pitchFamily="49" charset="0"/>
            </a:endParaRPr>
          </a:p>
          <a:p>
            <a:pPr algn="ctr"/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sc_clock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(“label”, period,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duty_ratio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offset,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8775"/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sc_clock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”, 10, SC_NS, 0.6, 5, SC_NS, 1);</a:t>
            </a:r>
          </a:p>
          <a:p>
            <a:pPr marL="358775"/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8775"/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8775"/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8775"/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8775"/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8775"/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8775"/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sc_clock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”, 10, SC_NS);</a:t>
            </a:r>
          </a:p>
          <a:p>
            <a:pPr marL="358775"/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000" indent="-342000"/>
            <a:endParaRPr lang="en-US" sz="2400" b="1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56</a:t>
            </a:fld>
            <a:r>
              <a:rPr lang="de-DE"/>
              <a:t> </a:t>
            </a:r>
            <a:endParaRPr lang="de-DE" dirty="0"/>
          </a:p>
        </p:txBody>
      </p:sp>
      <p:cxnSp>
        <p:nvCxnSpPr>
          <p:cNvPr id="5" name="Gerader Verbinder 4"/>
          <p:cNvCxnSpPr/>
          <p:nvPr/>
        </p:nvCxnSpPr>
        <p:spPr>
          <a:xfrm flipV="1">
            <a:off x="7542510" y="1484784"/>
            <a:ext cx="288032" cy="576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7110462" y="1052737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latin typeface="Meta  "/>
              </a:rPr>
              <a:t>default</a:t>
            </a:r>
            <a:r>
              <a:rPr lang="de-DE" sz="2400" dirty="0">
                <a:latin typeface="Meta  "/>
              </a:rPr>
              <a:t>: 0.5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9126686" y="1095128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latin typeface="Meta  "/>
              </a:rPr>
              <a:t>default</a:t>
            </a:r>
            <a:r>
              <a:rPr lang="de-DE" sz="2400" dirty="0">
                <a:latin typeface="Meta  "/>
              </a:rPr>
              <a:t>: 0</a:t>
            </a:r>
          </a:p>
        </p:txBody>
      </p:sp>
      <p:cxnSp>
        <p:nvCxnSpPr>
          <p:cNvPr id="11" name="Gerader Verbinder 10"/>
          <p:cNvCxnSpPr/>
          <p:nvPr/>
        </p:nvCxnSpPr>
        <p:spPr>
          <a:xfrm flipV="1">
            <a:off x="9054678" y="1556792"/>
            <a:ext cx="288032" cy="576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 flipH="1" flipV="1">
            <a:off x="9630742" y="1556792"/>
            <a:ext cx="36004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4090" name="Gruppieren 174089"/>
          <p:cNvGrpSpPr/>
          <p:nvPr/>
        </p:nvGrpSpPr>
        <p:grpSpPr>
          <a:xfrm>
            <a:off x="3542768" y="3429000"/>
            <a:ext cx="4719822" cy="1872208"/>
            <a:chOff x="3536418" y="3429000"/>
            <a:chExt cx="4719822" cy="1872208"/>
          </a:xfrm>
        </p:grpSpPr>
        <p:cxnSp>
          <p:nvCxnSpPr>
            <p:cNvPr id="14" name="Gerade Verbindung mit Pfeil 13"/>
            <p:cNvCxnSpPr/>
            <p:nvPr/>
          </p:nvCxnSpPr>
          <p:spPr>
            <a:xfrm>
              <a:off x="3719736" y="4653136"/>
              <a:ext cx="453650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mit Pfeil 17"/>
            <p:cNvCxnSpPr/>
            <p:nvPr/>
          </p:nvCxnSpPr>
          <p:spPr>
            <a:xfrm flipH="1" flipV="1">
              <a:off x="3863752" y="3861048"/>
              <a:ext cx="0" cy="8724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/>
          </p:nvCxnSpPr>
          <p:spPr>
            <a:xfrm>
              <a:off x="3863752" y="4077072"/>
              <a:ext cx="3600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/>
            <p:cNvCxnSpPr/>
            <p:nvPr/>
          </p:nvCxnSpPr>
          <p:spPr>
            <a:xfrm>
              <a:off x="4223824" y="4581128"/>
              <a:ext cx="2880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/>
            <p:cNvCxnSpPr/>
            <p:nvPr/>
          </p:nvCxnSpPr>
          <p:spPr>
            <a:xfrm>
              <a:off x="4223824" y="4077072"/>
              <a:ext cx="0" cy="50405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/>
            <p:cNvCxnSpPr/>
            <p:nvPr/>
          </p:nvCxnSpPr>
          <p:spPr>
            <a:xfrm>
              <a:off x="4511888" y="4077072"/>
              <a:ext cx="0" cy="50405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/>
            <p:cNvCxnSpPr/>
            <p:nvPr/>
          </p:nvCxnSpPr>
          <p:spPr>
            <a:xfrm>
              <a:off x="4511888" y="4077072"/>
              <a:ext cx="4320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/>
            <p:cNvCxnSpPr/>
            <p:nvPr/>
          </p:nvCxnSpPr>
          <p:spPr>
            <a:xfrm>
              <a:off x="4943936" y="4581128"/>
              <a:ext cx="2880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/>
            <p:cNvCxnSpPr/>
            <p:nvPr/>
          </p:nvCxnSpPr>
          <p:spPr>
            <a:xfrm>
              <a:off x="4943936" y="4077072"/>
              <a:ext cx="0" cy="50405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/>
            <p:cNvCxnSpPr/>
            <p:nvPr/>
          </p:nvCxnSpPr>
          <p:spPr>
            <a:xfrm>
              <a:off x="5231968" y="4077072"/>
              <a:ext cx="0" cy="50405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/>
            <p:cNvCxnSpPr/>
            <p:nvPr/>
          </p:nvCxnSpPr>
          <p:spPr>
            <a:xfrm>
              <a:off x="5231968" y="4077072"/>
              <a:ext cx="4320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6"/>
            <p:cNvCxnSpPr/>
            <p:nvPr/>
          </p:nvCxnSpPr>
          <p:spPr>
            <a:xfrm>
              <a:off x="5664016" y="4581128"/>
              <a:ext cx="2880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/>
            <p:cNvCxnSpPr/>
            <p:nvPr/>
          </p:nvCxnSpPr>
          <p:spPr>
            <a:xfrm>
              <a:off x="5664016" y="4077072"/>
              <a:ext cx="0" cy="50405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/>
            <p:cNvCxnSpPr/>
            <p:nvPr/>
          </p:nvCxnSpPr>
          <p:spPr>
            <a:xfrm>
              <a:off x="5952048" y="4077072"/>
              <a:ext cx="0" cy="50405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/>
            <p:cNvCxnSpPr/>
            <p:nvPr/>
          </p:nvCxnSpPr>
          <p:spPr>
            <a:xfrm>
              <a:off x="5952048" y="4077072"/>
              <a:ext cx="4320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/>
            <p:cNvCxnSpPr/>
            <p:nvPr/>
          </p:nvCxnSpPr>
          <p:spPr>
            <a:xfrm>
              <a:off x="6384096" y="4581128"/>
              <a:ext cx="2880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/>
            <p:cNvCxnSpPr/>
            <p:nvPr/>
          </p:nvCxnSpPr>
          <p:spPr>
            <a:xfrm>
              <a:off x="6384096" y="4077072"/>
              <a:ext cx="0" cy="50405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/>
            <p:cNvCxnSpPr/>
            <p:nvPr/>
          </p:nvCxnSpPr>
          <p:spPr>
            <a:xfrm>
              <a:off x="6672128" y="4077072"/>
              <a:ext cx="0" cy="50405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/>
            <p:cNvCxnSpPr/>
            <p:nvPr/>
          </p:nvCxnSpPr>
          <p:spPr>
            <a:xfrm>
              <a:off x="6672128" y="4077072"/>
              <a:ext cx="4320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/>
            <p:cNvCxnSpPr/>
            <p:nvPr/>
          </p:nvCxnSpPr>
          <p:spPr>
            <a:xfrm>
              <a:off x="7104176" y="4581128"/>
              <a:ext cx="2880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/>
            <p:cNvCxnSpPr/>
            <p:nvPr/>
          </p:nvCxnSpPr>
          <p:spPr>
            <a:xfrm>
              <a:off x="7104176" y="4077072"/>
              <a:ext cx="0" cy="50405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/>
            <p:cNvCxnSpPr/>
            <p:nvPr/>
          </p:nvCxnSpPr>
          <p:spPr>
            <a:xfrm>
              <a:off x="7392176" y="4077072"/>
              <a:ext cx="0" cy="50405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48"/>
            <p:cNvCxnSpPr/>
            <p:nvPr/>
          </p:nvCxnSpPr>
          <p:spPr>
            <a:xfrm>
              <a:off x="7392176" y="4077072"/>
              <a:ext cx="4320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49"/>
            <p:cNvCxnSpPr/>
            <p:nvPr/>
          </p:nvCxnSpPr>
          <p:spPr>
            <a:xfrm>
              <a:off x="7824224" y="4581128"/>
              <a:ext cx="28800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r Verbinder 50"/>
            <p:cNvCxnSpPr/>
            <p:nvPr/>
          </p:nvCxnSpPr>
          <p:spPr>
            <a:xfrm>
              <a:off x="7824224" y="4077072"/>
              <a:ext cx="0" cy="50405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/>
            <p:cNvSpPr txBox="1"/>
            <p:nvPr/>
          </p:nvSpPr>
          <p:spPr>
            <a:xfrm>
              <a:off x="3710510" y="3429000"/>
              <a:ext cx="5245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dirty="0" err="1">
                  <a:latin typeface="Meta Offc Pro" panose="020B0504030101020102"/>
                </a:rPr>
                <a:t>init</a:t>
              </a:r>
              <a:endParaRPr lang="de-DE" dirty="0">
                <a:latin typeface="Meta Offc Pro" panose="020B0504030101020102"/>
              </a:endParaRPr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4074132" y="4655694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000" dirty="0">
                  <a:latin typeface="Meta Offc Pro" panose="020B0504030101020102"/>
                </a:rPr>
                <a:t>5</a:t>
              </a:r>
              <a:endParaRPr lang="de-DE" dirty="0">
                <a:latin typeface="Meta Offc Pro" panose="020B0504030101020102"/>
              </a:endParaRPr>
            </a:p>
          </p:txBody>
        </p:sp>
        <p:sp>
          <p:nvSpPr>
            <p:cNvPr id="56" name="Textfeld 55"/>
            <p:cNvSpPr txBox="1"/>
            <p:nvPr/>
          </p:nvSpPr>
          <p:spPr>
            <a:xfrm>
              <a:off x="4655840" y="4901098"/>
              <a:ext cx="8098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000" dirty="0" err="1">
                  <a:latin typeface="Meta Offc Pro" panose="020B0504030101020102"/>
                </a:rPr>
                <a:t>offset</a:t>
              </a:r>
              <a:endParaRPr lang="de-DE" dirty="0">
                <a:latin typeface="Meta Offc Pro" panose="020B0504030101020102"/>
              </a:endParaRPr>
            </a:p>
          </p:txBody>
        </p:sp>
        <p:sp>
          <p:nvSpPr>
            <p:cNvPr id="57" name="Textfeld 56"/>
            <p:cNvSpPr txBox="1"/>
            <p:nvPr/>
          </p:nvSpPr>
          <p:spPr>
            <a:xfrm>
              <a:off x="3536418" y="3861048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dirty="0">
                  <a:latin typeface="Meta Offc Pro" panose="020B0504030101020102"/>
                </a:rPr>
                <a:t>1</a:t>
              </a:r>
              <a:endParaRPr lang="de-DE" dirty="0">
                <a:latin typeface="Meta Offc Pro" panose="020B0504030101020102"/>
              </a:endParaRPr>
            </a:p>
          </p:txBody>
        </p:sp>
        <p:sp>
          <p:nvSpPr>
            <p:cNvPr id="58" name="Textfeld 57"/>
            <p:cNvSpPr txBox="1"/>
            <p:nvPr/>
          </p:nvSpPr>
          <p:spPr>
            <a:xfrm>
              <a:off x="3536418" y="4325034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dirty="0">
                  <a:latin typeface="Meta Offc Pro" panose="020B0504030101020102"/>
                </a:rPr>
                <a:t>0</a:t>
              </a:r>
              <a:endParaRPr lang="de-DE" dirty="0">
                <a:latin typeface="Meta Offc Pro" panose="020B0504030101020102"/>
              </a:endParaRPr>
            </a:p>
          </p:txBody>
        </p:sp>
        <p:cxnSp>
          <p:nvCxnSpPr>
            <p:cNvPr id="59" name="Gerader Verbinder 58"/>
            <p:cNvCxnSpPr/>
            <p:nvPr/>
          </p:nvCxnSpPr>
          <p:spPr>
            <a:xfrm>
              <a:off x="4488674" y="3861048"/>
              <a:ext cx="720000" cy="0"/>
            </a:xfrm>
            <a:prstGeom prst="line">
              <a:avLst/>
            </a:prstGeom>
            <a:ln w="317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feld 60"/>
            <p:cNvSpPr txBox="1"/>
            <p:nvPr/>
          </p:nvSpPr>
          <p:spPr>
            <a:xfrm>
              <a:off x="4395733" y="3460938"/>
              <a:ext cx="8980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000" dirty="0" err="1">
                  <a:latin typeface="Meta Offc Pro" panose="020B0504030101020102"/>
                </a:rPr>
                <a:t>period</a:t>
              </a:r>
              <a:endParaRPr lang="de-DE" dirty="0">
                <a:latin typeface="Meta Offc Pro" panose="020B0504030101020102"/>
              </a:endParaRPr>
            </a:p>
          </p:txBody>
        </p:sp>
        <p:sp>
          <p:nvSpPr>
            <p:cNvPr id="62" name="Textfeld 61"/>
            <p:cNvSpPr txBox="1"/>
            <p:nvPr/>
          </p:nvSpPr>
          <p:spPr>
            <a:xfrm>
              <a:off x="5723860" y="3429000"/>
              <a:ext cx="1236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000" dirty="0" err="1">
                  <a:latin typeface="Meta Offc Pro" panose="020B0504030101020102"/>
                </a:rPr>
                <a:t>duty</a:t>
              </a:r>
              <a:r>
                <a:rPr lang="de-DE" sz="2000" dirty="0">
                  <a:latin typeface="Meta Offc Pro" panose="020B0504030101020102"/>
                </a:rPr>
                <a:t> </a:t>
              </a:r>
              <a:r>
                <a:rPr lang="de-DE" sz="2000" dirty="0" err="1">
                  <a:latin typeface="Meta Offc Pro" panose="020B0504030101020102"/>
                </a:rPr>
                <a:t>ratio</a:t>
              </a:r>
              <a:endParaRPr lang="de-DE" dirty="0">
                <a:latin typeface="Meta Offc Pro" panose="020B0504030101020102"/>
              </a:endParaRPr>
            </a:p>
          </p:txBody>
        </p:sp>
        <p:cxnSp>
          <p:nvCxnSpPr>
            <p:cNvPr id="63" name="Gerader Verbinder 62"/>
            <p:cNvCxnSpPr/>
            <p:nvPr/>
          </p:nvCxnSpPr>
          <p:spPr>
            <a:xfrm>
              <a:off x="5952064" y="3861048"/>
              <a:ext cx="432000" cy="0"/>
            </a:xfrm>
            <a:prstGeom prst="line">
              <a:avLst/>
            </a:prstGeom>
            <a:ln w="317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/>
            <p:cNvCxnSpPr>
              <a:endCxn id="26" idx="2"/>
            </p:cNvCxnSpPr>
            <p:nvPr/>
          </p:nvCxnSpPr>
          <p:spPr>
            <a:xfrm flipH="1" flipV="1">
              <a:off x="3972762" y="3829110"/>
              <a:ext cx="94958" cy="24796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/>
            <p:cNvCxnSpPr/>
            <p:nvPr/>
          </p:nvCxnSpPr>
          <p:spPr>
            <a:xfrm flipH="1" flipV="1">
              <a:off x="4339248" y="4941168"/>
              <a:ext cx="370851" cy="1146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841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/>
      <p:bldP spid="7" grpId="0"/>
      <p:bldP spid="1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Übersicht</a:t>
            </a:r>
            <a:endParaRPr lang="de-DE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2492990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Motivation f</a:t>
            </a:r>
            <a:r>
              <a:rPr lang="el-GR" dirty="0">
                <a:solidFill>
                  <a:schemeClr val="bg1">
                    <a:lumMod val="65000"/>
                  </a:schemeClr>
                </a:solidFill>
              </a:rPr>
              <a:t>ϋ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Systembeschreibungssprachen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342000" indent="-342000"/>
            <a:r>
              <a:rPr lang="en-US" dirty="0" err="1"/>
              <a:t>Systementwurf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SystemC</a:t>
            </a:r>
            <a:endParaRPr lang="en-US" dirty="0"/>
          </a:p>
          <a:p>
            <a:pPr marL="742050" lvl="1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Einleitung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742050" lvl="1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Kernelemente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1142100" lvl="2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Struktur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: Module und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deren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Kommunikation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1142100" lvl="2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Verhalten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Prozesse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und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deren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Ausf</a:t>
            </a:r>
            <a:r>
              <a:rPr lang="de-DE" dirty="0">
                <a:solidFill>
                  <a:schemeClr val="bg1">
                    <a:lumMod val="65000"/>
                  </a:schemeClr>
                </a:solidFill>
              </a:rPr>
              <a:t>ü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hrung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742050" lvl="1" indent="-342000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Simulation</a:t>
            </a:r>
          </a:p>
          <a:p>
            <a:pPr marL="742050" lvl="1" indent="-342000"/>
            <a:r>
              <a:rPr lang="en-US" dirty="0" err="1"/>
              <a:t>Systemkomposition</a:t>
            </a:r>
            <a:endParaRPr lang="en-US" dirty="0"/>
          </a:p>
          <a:p>
            <a:pPr marL="742050" lvl="1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Testbenches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57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Systemkomposition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2215991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Komposition</a:t>
            </a:r>
            <a:r>
              <a:rPr lang="en-US" dirty="0"/>
              <a:t> von </a:t>
            </a:r>
            <a:r>
              <a:rPr lang="en-US" dirty="0" err="1"/>
              <a:t>Modulen</a:t>
            </a:r>
            <a:r>
              <a:rPr lang="en-US" dirty="0"/>
              <a:t> und Kan</a:t>
            </a:r>
            <a:r>
              <a:rPr lang="de-DE" dirty="0"/>
              <a:t>ä</a:t>
            </a:r>
            <a:r>
              <a:rPr lang="en-US" dirty="0" err="1"/>
              <a:t>len</a:t>
            </a:r>
            <a:r>
              <a:rPr lang="en-US" dirty="0"/>
              <a:t> </a:t>
            </a:r>
            <a:r>
              <a:rPr lang="de-DE" dirty="0" err="1"/>
              <a:t>mü</a:t>
            </a:r>
            <a:r>
              <a:rPr lang="en-US" dirty="0" err="1"/>
              <a:t>ssen</a:t>
            </a:r>
            <a:r>
              <a:rPr lang="en-US" dirty="0"/>
              <a:t> die </a:t>
            </a:r>
            <a:r>
              <a:rPr lang="en-US" dirty="0" err="1"/>
              <a:t>Komponenten</a:t>
            </a:r>
            <a:r>
              <a:rPr lang="en-US" dirty="0"/>
              <a:t> </a:t>
            </a:r>
            <a:r>
              <a:rPr lang="en-US" dirty="0" err="1">
                <a:solidFill>
                  <a:srgbClr val="0000FF"/>
                </a:solidFill>
              </a:rPr>
              <a:t>instanziiert</a:t>
            </a:r>
            <a:r>
              <a:rPr lang="en-US" dirty="0"/>
              <a:t> und </a:t>
            </a:r>
            <a:r>
              <a:rPr lang="en-US" dirty="0" err="1">
                <a:solidFill>
                  <a:srgbClr val="0000FF"/>
                </a:solidFill>
              </a:rPr>
              <a:t>gebunden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/>
              <a:t>werden</a:t>
            </a:r>
          </a:p>
          <a:p>
            <a:pPr marL="342000" indent="-342000"/>
            <a:r>
              <a:rPr lang="en-US" dirty="0"/>
              <a:t>in </a:t>
            </a:r>
            <a:r>
              <a:rPr lang="en-US" dirty="0" err="1"/>
              <a:t>hierarchischen</a:t>
            </a:r>
            <a:r>
              <a:rPr lang="en-US" dirty="0"/>
              <a:t> </a:t>
            </a:r>
            <a:r>
              <a:rPr lang="en-US" dirty="0" err="1"/>
              <a:t>Entw</a:t>
            </a:r>
            <a:r>
              <a:rPr lang="de-DE" dirty="0"/>
              <a:t>ü</a:t>
            </a:r>
            <a:r>
              <a:rPr lang="en-US" dirty="0" err="1"/>
              <a:t>rfen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de-DE" dirty="0"/>
              <a:t>Module und </a:t>
            </a:r>
            <a:r>
              <a:rPr lang="de-DE" dirty="0" err="1"/>
              <a:t>Kanä</a:t>
            </a:r>
            <a:r>
              <a:rPr lang="en-US" dirty="0"/>
              <a:t>le </a:t>
            </a:r>
            <a:r>
              <a:rPr lang="en-US" dirty="0" err="1"/>
              <a:t>jeweils</a:t>
            </a:r>
            <a:r>
              <a:rPr lang="en-US" dirty="0"/>
              <a:t> in </a:t>
            </a:r>
            <a:r>
              <a:rPr lang="en-US" dirty="0" err="1"/>
              <a:t>der</a:t>
            </a:r>
            <a:r>
              <a:rPr lang="en-US" dirty="0"/>
              <a:t> </a:t>
            </a:r>
            <a:r>
              <a:rPr lang="de-DE" dirty="0"/>
              <a:t>ü</a:t>
            </a:r>
            <a:r>
              <a:rPr lang="en-US" dirty="0" err="1"/>
              <a:t>bergeordneten</a:t>
            </a:r>
            <a:r>
              <a:rPr lang="en-US" dirty="0"/>
              <a:t> </a:t>
            </a:r>
            <a:r>
              <a:rPr lang="en-US" dirty="0" err="1"/>
              <a:t>Komponente</a:t>
            </a:r>
            <a:r>
              <a:rPr lang="en-US" dirty="0"/>
              <a:t> </a:t>
            </a:r>
            <a:r>
              <a:rPr lang="en-US" dirty="0" err="1"/>
              <a:t>instanziiert</a:t>
            </a:r>
            <a:r>
              <a:rPr lang="en-US" dirty="0"/>
              <a:t> und </a:t>
            </a:r>
            <a:r>
              <a:rPr lang="en-US" dirty="0" err="1"/>
              <a:t>verbunden</a:t>
            </a:r>
            <a:r>
              <a:rPr lang="en-US" dirty="0"/>
              <a:t> </a:t>
            </a:r>
          </a:p>
          <a:p>
            <a:pPr marL="342000" indent="-342000"/>
            <a:r>
              <a:rPr lang="en-US" dirty="0"/>
              <a:t>das </a:t>
            </a:r>
            <a:r>
              <a:rPr lang="en-US" dirty="0" err="1"/>
              <a:t>Gesamtsystem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de-DE" i="1" dirty="0">
                <a:solidFill>
                  <a:srgbClr val="0000FF"/>
                </a:solidFill>
              </a:rPr>
              <a:t>top</a:t>
            </a:r>
            <a:r>
              <a:rPr lang="en-US" i="1" dirty="0">
                <a:solidFill>
                  <a:srgbClr val="0000FF"/>
                </a:solidFill>
              </a:rPr>
              <a:t>-</a:t>
            </a:r>
            <a:r>
              <a:rPr lang="de-DE" i="1" dirty="0" err="1">
                <a:solidFill>
                  <a:srgbClr val="0000FF"/>
                </a:solidFill>
              </a:rPr>
              <a:t>level</a:t>
            </a:r>
            <a:r>
              <a:rPr lang="de-DE" i="1" dirty="0">
                <a:solidFill>
                  <a:srgbClr val="0000FF"/>
                </a:solidFill>
              </a:rPr>
              <a:t> design </a:t>
            </a:r>
            <a:r>
              <a:rPr lang="de-DE" dirty="0"/>
              <a:t>komponiert</a:t>
            </a:r>
          </a:p>
          <a:p>
            <a:pPr marL="342000" indent="-342000"/>
            <a:r>
              <a:rPr lang="de-DE" dirty="0"/>
              <a:t>dazu </a:t>
            </a:r>
            <a:r>
              <a:rPr lang="de-DE" dirty="0" err="1"/>
              <a:t>gehö</a:t>
            </a:r>
            <a:r>
              <a:rPr lang="en-US" dirty="0" err="1"/>
              <a:t>ren</a:t>
            </a:r>
            <a:r>
              <a:rPr lang="de-DE" dirty="0"/>
              <a:t> neben den Systemkomponenten geeignete </a:t>
            </a:r>
            <a:r>
              <a:rPr lang="de-DE" dirty="0" err="1">
                <a:solidFill>
                  <a:srgbClr val="0000FF"/>
                </a:solidFill>
              </a:rPr>
              <a:t>Testbenches</a:t>
            </a:r>
            <a:r>
              <a:rPr lang="de-DE" dirty="0">
                <a:solidFill>
                  <a:schemeClr val="tx2"/>
                </a:solidFill>
              </a:rPr>
              <a:t> 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58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4063980" cy="984885"/>
          </a:xfrm>
        </p:spPr>
        <p:txBody>
          <a:bodyPr/>
          <a:lstStyle/>
          <a:p>
            <a:pPr marL="342000" indent="-342000"/>
            <a:r>
              <a:rPr lang="en-US"/>
              <a:t>Entwurf auf h</a:t>
            </a:r>
            <a:r>
              <a:rPr lang="de-DE"/>
              <a:t>ö</a:t>
            </a:r>
            <a:r>
              <a:rPr lang="en-US"/>
              <a:t>chster Ebene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3113673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>
              <a:spcAft>
                <a:spcPts val="800"/>
              </a:spcAft>
            </a:pPr>
            <a:r>
              <a:rPr lang="en-US" dirty="0"/>
              <a:t>die h</a:t>
            </a:r>
            <a:r>
              <a:rPr lang="de-DE" dirty="0"/>
              <a:t>ö</a:t>
            </a:r>
            <a:r>
              <a:rPr lang="en-US" dirty="0" err="1"/>
              <a:t>chste</a:t>
            </a:r>
            <a:r>
              <a:rPr lang="en-US" dirty="0"/>
              <a:t> </a:t>
            </a:r>
            <a:r>
              <a:rPr lang="en-US" dirty="0" err="1"/>
              <a:t>Ebene</a:t>
            </a:r>
            <a:r>
              <a:rPr lang="en-US" dirty="0"/>
              <a:t> (</a:t>
            </a:r>
            <a:r>
              <a:rPr lang="en-US" i="1" dirty="0"/>
              <a:t>top-level design</a:t>
            </a:r>
            <a:r>
              <a:rPr lang="en-US" dirty="0"/>
              <a:t>)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i.d.R</a:t>
            </a:r>
            <a:r>
              <a:rPr lang="en-US" dirty="0"/>
              <a:t>. die 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sc_main</a:t>
            </a:r>
            <a:r>
              <a:rPr lang="en-US" b="1" dirty="0">
                <a:cs typeface="Courier New" pitchFamily="49" charset="0"/>
              </a:rPr>
              <a:t> </a:t>
            </a:r>
            <a:r>
              <a:rPr lang="en-US" dirty="0"/>
              <a:t>– </a:t>
            </a:r>
            <a:r>
              <a:rPr lang="en-US" dirty="0" err="1"/>
              <a:t>Funktion</a:t>
            </a:r>
            <a:endParaRPr lang="en-US" dirty="0"/>
          </a:p>
          <a:p>
            <a:pPr marL="342000" indent="-342000" algn="ctr">
              <a:spcBef>
                <a:spcPts val="1000"/>
              </a:spcBef>
              <a:spcAft>
                <a:spcPts val="1600"/>
              </a:spcAft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sc_main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char*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[]);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r>
              <a:rPr lang="en-US" dirty="0"/>
              <a:t>in </a:t>
            </a:r>
            <a:r>
              <a:rPr lang="en-US" dirty="0" err="1"/>
              <a:t>der</a:t>
            </a:r>
            <a:r>
              <a:rPr lang="en-US" dirty="0"/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sc_main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  <a:p>
            <a:pPr marL="742050" lvl="1" indent="-342000"/>
            <a:r>
              <a:rPr lang="en-US" dirty="0" err="1"/>
              <a:t>Systemkomponenten</a:t>
            </a:r>
            <a:r>
              <a:rPr lang="en-US" dirty="0"/>
              <a:t> </a:t>
            </a:r>
            <a:r>
              <a:rPr lang="en-US" dirty="0" err="1"/>
              <a:t>instanziiert</a:t>
            </a:r>
            <a:r>
              <a:rPr lang="en-US" dirty="0"/>
              <a:t> und </a:t>
            </a:r>
            <a:r>
              <a:rPr lang="en-US" dirty="0" err="1"/>
              <a:t>verbunden</a:t>
            </a:r>
            <a:endParaRPr lang="en-US" dirty="0"/>
          </a:p>
          <a:p>
            <a:pPr marL="742050" lvl="1" indent="-342000"/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Takt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mehrere</a:t>
            </a:r>
            <a:r>
              <a:rPr lang="en-US" dirty="0"/>
              <a:t> clocks </a:t>
            </a:r>
            <a:r>
              <a:rPr lang="en-US" dirty="0" err="1"/>
              <a:t>definiert</a:t>
            </a:r>
            <a:endParaRPr lang="en-US" dirty="0"/>
          </a:p>
          <a:p>
            <a:pPr marL="742050" lvl="1" indent="-342000"/>
            <a:r>
              <a:rPr lang="en-US" dirty="0" err="1"/>
              <a:t>Testbenches</a:t>
            </a:r>
            <a:r>
              <a:rPr lang="en-US" dirty="0"/>
              <a:t> </a:t>
            </a:r>
            <a:r>
              <a:rPr lang="en-US" dirty="0" err="1"/>
              <a:t>instanziiert</a:t>
            </a:r>
            <a:r>
              <a:rPr lang="en-US" dirty="0"/>
              <a:t> und </a:t>
            </a:r>
            <a:r>
              <a:rPr lang="en-US" dirty="0" err="1"/>
              <a:t>verbunden</a:t>
            </a:r>
            <a:r>
              <a:rPr lang="en-US" dirty="0"/>
              <a:t> </a:t>
            </a:r>
          </a:p>
          <a:p>
            <a:pPr marL="742050" lvl="1" indent="-342000"/>
            <a:r>
              <a:rPr lang="en-US" dirty="0"/>
              <a:t>Trace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files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/>
              <a:t>erzeugt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59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4678204"/>
          </a:xfrm>
          <a:ln w="28575"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sc_main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// channel instantiation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sc_signal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sc_uint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&lt;3&gt; &gt; a, b, c;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sc_signal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&lt;bool&gt; id;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// module instantiation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myModule1(“myModule1”);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MyModule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myModule2(“myModule2”);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// port binding (positional form)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myModule1(id, a, b, c);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// port binding (named form)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myModule2.identifier(id);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myModule2.in(c);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// other modules and channels,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testbenches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// ...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sc_start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(1000, SC_SEC);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42000" indent="-342000"/>
            <a:r>
              <a:rPr lang="en-US" sz="1600" b="1" dirty="0">
                <a:latin typeface="Courier New" pitchFamily="49" charset="0"/>
                <a:cs typeface="Courier New" pitchFamily="49" charset="0"/>
              </a:rPr>
              <a:t>	 </a:t>
            </a:r>
          </a:p>
        </p:txBody>
      </p:sp>
      <p:cxnSp>
        <p:nvCxnSpPr>
          <p:cNvPr id="19" name="Gerade Verbindung mit Pfeil 18"/>
          <p:cNvCxnSpPr/>
          <p:nvPr/>
        </p:nvCxnSpPr>
        <p:spPr bwMode="auto">
          <a:xfrm flipH="1">
            <a:off x="4950222" y="3501008"/>
            <a:ext cx="2880320" cy="288032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Gerade Verbindung mit Pfeil 14"/>
          <p:cNvCxnSpPr/>
          <p:nvPr/>
        </p:nvCxnSpPr>
        <p:spPr bwMode="auto">
          <a:xfrm flipH="1">
            <a:off x="4662190" y="1844824"/>
            <a:ext cx="2304256" cy="3600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Gerade Verbindung mit Pfeil 9"/>
          <p:cNvCxnSpPr/>
          <p:nvPr/>
        </p:nvCxnSpPr>
        <p:spPr bwMode="auto">
          <a:xfrm flipH="1">
            <a:off x="3582070" y="5379313"/>
            <a:ext cx="2736304" cy="7200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4063980" cy="984885"/>
          </a:xfrm>
        </p:spPr>
        <p:txBody>
          <a:bodyPr/>
          <a:lstStyle/>
          <a:p>
            <a:pPr marL="342000" indent="-342000"/>
            <a:r>
              <a:rPr lang="en-US"/>
              <a:t>Instanziierung und Bindung</a:t>
            </a:r>
            <a:endParaRPr lang="en-US" i="1"/>
          </a:p>
        </p:txBody>
      </p:sp>
      <p:sp>
        <p:nvSpPr>
          <p:cNvPr id="8" name="Textfeld 7"/>
          <p:cNvSpPr txBox="1"/>
          <p:nvPr/>
        </p:nvSpPr>
        <p:spPr>
          <a:xfrm>
            <a:off x="5670302" y="5097378"/>
            <a:ext cx="3600400" cy="70788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Simulation für 1000 Sekunden laufen lassen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6894438" y="1484784"/>
            <a:ext cx="2196752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Signale erzeugen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7614518" y="3284984"/>
            <a:ext cx="2880320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Signale an Ports binden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60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Übersicht</a:t>
            </a:r>
            <a:endParaRPr lang="de-DE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2492990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Motivation f</a:t>
            </a:r>
            <a:r>
              <a:rPr lang="el-GR" dirty="0">
                <a:solidFill>
                  <a:schemeClr val="bg1">
                    <a:lumMod val="65000"/>
                  </a:schemeClr>
                </a:solidFill>
              </a:rPr>
              <a:t>ϋ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Systembeschreibungssprachen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342000" indent="-342000"/>
            <a:r>
              <a:rPr lang="en-US" dirty="0" err="1"/>
              <a:t>Systementwurf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SystemC</a:t>
            </a:r>
            <a:endParaRPr lang="en-US" dirty="0"/>
          </a:p>
          <a:p>
            <a:pPr marL="742050" lvl="1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Einleitung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742050" lvl="1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Kernelemente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1142100" lvl="2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Struktur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: Module und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deren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Kommunikation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1142100" lvl="2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Verhalten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Prozesse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und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deren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Ausf</a:t>
            </a:r>
            <a:r>
              <a:rPr lang="de-DE" dirty="0">
                <a:solidFill>
                  <a:schemeClr val="bg1">
                    <a:lumMod val="65000"/>
                  </a:schemeClr>
                </a:solidFill>
              </a:rPr>
              <a:t>ü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hrung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742050" lvl="1" indent="-342000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Simulation</a:t>
            </a:r>
          </a:p>
          <a:p>
            <a:pPr marL="742050" lvl="1" indent="-342000"/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Systemkomposition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742050" lvl="1" indent="-342000"/>
            <a:r>
              <a:rPr lang="en-US" dirty="0" err="1"/>
              <a:t>Testbenches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61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Testbenches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2339102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dirty="0"/>
              <a:t>in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Testbench</a:t>
            </a:r>
            <a:r>
              <a:rPr lang="en-US" dirty="0"/>
              <a:t> </a:t>
            </a:r>
            <a:r>
              <a:rPr lang="en-US" sz="2600" dirty="0" err="1"/>
              <a:t>werden</a:t>
            </a:r>
            <a:endParaRPr lang="en-US" sz="2600" dirty="0"/>
          </a:p>
          <a:p>
            <a:pPr marL="742050" lvl="1" indent="-342000"/>
            <a:r>
              <a:rPr lang="en-US" dirty="0">
                <a:solidFill>
                  <a:srgbClr val="0000FF"/>
                </a:solidFill>
              </a:rPr>
              <a:t>Stimuli</a:t>
            </a:r>
            <a:r>
              <a:rPr lang="en-US" dirty="0"/>
              <a:t> f</a:t>
            </a:r>
            <a:r>
              <a:rPr lang="de-DE" dirty="0" err="1"/>
              <a:t>ür</a:t>
            </a:r>
            <a:r>
              <a:rPr lang="de-DE" dirty="0"/>
              <a:t> alle </a:t>
            </a:r>
            <a:r>
              <a:rPr lang="de-DE" dirty="0" err="1"/>
              <a:t>Eingä</a:t>
            </a:r>
            <a:r>
              <a:rPr lang="en-US" dirty="0" err="1"/>
              <a:t>nge</a:t>
            </a:r>
            <a:r>
              <a:rPr lang="en-US" dirty="0"/>
              <a:t> </a:t>
            </a:r>
            <a:r>
              <a:rPr lang="en-US" dirty="0" err="1">
                <a:solidFill>
                  <a:srgbClr val="0000FF"/>
                </a:solidFill>
              </a:rPr>
              <a:t>erzeugt</a:t>
            </a:r>
            <a:r>
              <a:rPr lang="en-US" dirty="0"/>
              <a:t>, um den </a:t>
            </a:r>
            <a:r>
              <a:rPr lang="en-US" dirty="0" err="1"/>
              <a:t>Entwurf</a:t>
            </a:r>
            <a:r>
              <a:rPr lang="en-US" dirty="0"/>
              <a:t> </a:t>
            </a:r>
            <a:r>
              <a:rPr lang="en-US" dirty="0" err="1"/>
              <a:t>pr</a:t>
            </a:r>
            <a:r>
              <a:rPr lang="de-DE" dirty="0" err="1"/>
              <a:t>üfen</a:t>
            </a:r>
            <a:r>
              <a:rPr lang="de-DE" dirty="0"/>
              <a:t> zu können</a:t>
            </a:r>
          </a:p>
          <a:p>
            <a:pPr marL="742050" lvl="1" indent="-342000"/>
            <a:r>
              <a:rPr lang="de-DE" dirty="0"/>
              <a:t>alle </a:t>
            </a:r>
            <a:r>
              <a:rPr lang="de-DE" dirty="0">
                <a:solidFill>
                  <a:srgbClr val="0000FF"/>
                </a:solidFill>
              </a:rPr>
              <a:t>Ausgänge</a:t>
            </a:r>
            <a:r>
              <a:rPr lang="de-DE" dirty="0"/>
              <a:t> </a:t>
            </a:r>
            <a:r>
              <a:rPr lang="de-DE" dirty="0">
                <a:solidFill>
                  <a:srgbClr val="0000FF"/>
                </a:solidFill>
              </a:rPr>
              <a:t>gelesen</a:t>
            </a:r>
            <a:r>
              <a:rPr lang="de-DE" dirty="0"/>
              <a:t> und die Ergebnisse protokolliert</a:t>
            </a:r>
          </a:p>
          <a:p>
            <a:pPr marL="742050" lvl="1" indent="-342000"/>
            <a:r>
              <a:rPr lang="de-DE" dirty="0"/>
              <a:t>ein Entwurf mit offenen Ports kann nicht simuliert werden</a:t>
            </a:r>
          </a:p>
          <a:p>
            <a:pPr marL="342000" indent="-342000"/>
            <a:endParaRPr lang="en-US" dirty="0"/>
          </a:p>
        </p:txBody>
      </p:sp>
      <p:grpSp>
        <p:nvGrpSpPr>
          <p:cNvPr id="68" name="Gruppieren 67"/>
          <p:cNvGrpSpPr/>
          <p:nvPr/>
        </p:nvGrpSpPr>
        <p:grpSpPr>
          <a:xfrm>
            <a:off x="2339210" y="3933056"/>
            <a:ext cx="7406478" cy="1428760"/>
            <a:chOff x="808860" y="4429132"/>
            <a:chExt cx="7406478" cy="1428760"/>
          </a:xfrm>
        </p:grpSpPr>
        <p:sp>
          <p:nvSpPr>
            <p:cNvPr id="8" name="Rechteck 7"/>
            <p:cNvSpPr/>
            <p:nvPr/>
          </p:nvSpPr>
          <p:spPr bwMode="auto">
            <a:xfrm>
              <a:off x="808860" y="4643446"/>
              <a:ext cx="1928826" cy="1000132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342900" indent="-342900" algn="ctr"/>
              <a:endParaRPr lang="de-DE">
                <a:solidFill>
                  <a:schemeClr val="tx2"/>
                </a:solidFill>
              </a:endParaRPr>
            </a:p>
          </p:txBody>
        </p:sp>
        <p:cxnSp>
          <p:nvCxnSpPr>
            <p:cNvPr id="9" name="Gerade Verbindung mit Pfeil 8"/>
            <p:cNvCxnSpPr/>
            <p:nvPr/>
          </p:nvCxnSpPr>
          <p:spPr bwMode="auto">
            <a:xfrm flipV="1">
              <a:off x="2903636" y="5072074"/>
              <a:ext cx="618092" cy="236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Textfeld 9"/>
            <p:cNvSpPr txBox="1"/>
            <p:nvPr/>
          </p:nvSpPr>
          <p:spPr>
            <a:xfrm>
              <a:off x="880298" y="4741143"/>
              <a:ext cx="157126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00FF"/>
                  </a:solidFill>
                </a:rPr>
                <a:t>Stimuli </a:t>
              </a:r>
              <a:br>
                <a:rPr lang="en-US" sz="2400" dirty="0">
                  <a:solidFill>
                    <a:srgbClr val="0000FF"/>
                  </a:solidFill>
                </a:rPr>
              </a:br>
              <a:r>
                <a:rPr lang="en-US" sz="2400" dirty="0">
                  <a:solidFill>
                    <a:srgbClr val="0000FF"/>
                  </a:solidFill>
                </a:rPr>
                <a:t>Generator</a:t>
              </a:r>
              <a:endParaRPr lang="de-DE" dirty="0">
                <a:solidFill>
                  <a:srgbClr val="0000FF"/>
                </a:solidFill>
              </a:endParaRP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3880694" y="4514687"/>
              <a:ext cx="157163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/>
                <a:t>System </a:t>
              </a:r>
              <a:br>
                <a:rPr lang="en-US" sz="2400"/>
              </a:br>
              <a:r>
                <a:rPr lang="en-US" sz="2400"/>
                <a:t>unter Test</a:t>
              </a:r>
              <a:br>
                <a:rPr lang="en-US" sz="2400"/>
              </a:br>
              <a:r>
                <a:rPr lang="en-US" sz="2400"/>
                <a:t>(SUT)</a:t>
              </a:r>
              <a:endParaRPr lang="de-DE"/>
            </a:p>
          </p:txBody>
        </p:sp>
        <p:grpSp>
          <p:nvGrpSpPr>
            <p:cNvPr id="47" name="Gruppieren 46"/>
            <p:cNvGrpSpPr/>
            <p:nvPr/>
          </p:nvGrpSpPr>
          <p:grpSpPr>
            <a:xfrm>
              <a:off x="2560528" y="4963276"/>
              <a:ext cx="357508" cy="360000"/>
              <a:chOff x="2323140" y="4963276"/>
              <a:chExt cx="357508" cy="360000"/>
            </a:xfrm>
          </p:grpSpPr>
          <p:sp>
            <p:nvSpPr>
              <p:cNvPr id="12" name="Rechteck 11"/>
              <p:cNvSpPr/>
              <p:nvPr/>
            </p:nvSpPr>
            <p:spPr bwMode="auto">
              <a:xfrm>
                <a:off x="2323140" y="4963276"/>
                <a:ext cx="357190" cy="36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indent="-342900" algn="ctr"/>
                <a:endParaRPr lang="de-DE"/>
              </a:p>
            </p:txBody>
          </p:sp>
          <p:cxnSp>
            <p:nvCxnSpPr>
              <p:cNvPr id="13" name="Gerade Verbindung mit Pfeil 12"/>
              <p:cNvCxnSpPr/>
              <p:nvPr/>
            </p:nvCxnSpPr>
            <p:spPr bwMode="auto">
              <a:xfrm rot="10800000" flipH="1">
                <a:off x="2323458" y="5072074"/>
                <a:ext cx="357190" cy="1588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4" name="Gerade Verbindung mit Pfeil 13"/>
              <p:cNvCxnSpPr/>
              <p:nvPr/>
            </p:nvCxnSpPr>
            <p:spPr bwMode="auto">
              <a:xfrm rot="10800000" flipH="1">
                <a:off x="2323458" y="5214950"/>
                <a:ext cx="357190" cy="1588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none"/>
              </a:ln>
              <a:effectLst/>
            </p:spPr>
          </p:cxnSp>
        </p:grpSp>
        <p:sp>
          <p:nvSpPr>
            <p:cNvPr id="15" name="Rechteck 14"/>
            <p:cNvSpPr/>
            <p:nvPr/>
          </p:nvSpPr>
          <p:spPr bwMode="auto">
            <a:xfrm>
              <a:off x="3704188" y="4429132"/>
              <a:ext cx="1905752" cy="1428760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342900" indent="-342900" algn="ctr"/>
              <a:endParaRPr lang="de-DE"/>
            </a:p>
          </p:txBody>
        </p:sp>
        <p:cxnSp>
          <p:nvCxnSpPr>
            <p:cNvPr id="16" name="Gerade Verbindung mit Pfeil 15"/>
            <p:cNvCxnSpPr/>
            <p:nvPr/>
          </p:nvCxnSpPr>
          <p:spPr bwMode="auto">
            <a:xfrm flipV="1">
              <a:off x="2903636" y="5224474"/>
              <a:ext cx="618092" cy="236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Rechteck 24"/>
            <p:cNvSpPr/>
            <p:nvPr/>
          </p:nvSpPr>
          <p:spPr bwMode="auto">
            <a:xfrm>
              <a:off x="6595338" y="4643446"/>
              <a:ext cx="1620000" cy="1000132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342900" indent="-342900" algn="ctr"/>
              <a:endParaRPr lang="de-DE"/>
            </a:p>
          </p:txBody>
        </p:sp>
        <p:grpSp>
          <p:nvGrpSpPr>
            <p:cNvPr id="26" name="Gruppieren 25"/>
            <p:cNvGrpSpPr/>
            <p:nvPr/>
          </p:nvGrpSpPr>
          <p:grpSpPr>
            <a:xfrm>
              <a:off x="6427612" y="4963276"/>
              <a:ext cx="357190" cy="360000"/>
              <a:chOff x="6427612" y="4820400"/>
              <a:chExt cx="357190" cy="360000"/>
            </a:xfrm>
          </p:grpSpPr>
          <p:sp>
            <p:nvSpPr>
              <p:cNvPr id="27" name="Rechteck 26"/>
              <p:cNvSpPr/>
              <p:nvPr/>
            </p:nvSpPr>
            <p:spPr bwMode="auto">
              <a:xfrm>
                <a:off x="6427612" y="4820400"/>
                <a:ext cx="357190" cy="36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indent="-342900" algn="ctr"/>
                <a:endParaRPr lang="de-DE"/>
              </a:p>
            </p:txBody>
          </p:sp>
          <p:cxnSp>
            <p:nvCxnSpPr>
              <p:cNvPr id="28" name="Gerade Verbindung mit Pfeil 27"/>
              <p:cNvCxnSpPr/>
              <p:nvPr/>
            </p:nvCxnSpPr>
            <p:spPr bwMode="auto">
              <a:xfrm rot="10800000" flipH="1">
                <a:off x="6427612" y="4929198"/>
                <a:ext cx="357190" cy="1588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9" name="Gerade Verbindung mit Pfeil 28"/>
              <p:cNvCxnSpPr/>
              <p:nvPr/>
            </p:nvCxnSpPr>
            <p:spPr bwMode="auto">
              <a:xfrm rot="10800000" flipH="1">
                <a:off x="6427612" y="5072074"/>
                <a:ext cx="357190" cy="1588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none"/>
              </a:ln>
              <a:effectLst/>
            </p:spPr>
          </p:cxnSp>
        </p:grpSp>
        <p:cxnSp>
          <p:nvCxnSpPr>
            <p:cNvPr id="30" name="Gerade Verbindung mit Pfeil 29"/>
            <p:cNvCxnSpPr/>
            <p:nvPr/>
          </p:nvCxnSpPr>
          <p:spPr bwMode="auto">
            <a:xfrm flipV="1">
              <a:off x="5809520" y="5072074"/>
              <a:ext cx="618092" cy="236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Gerade Verbindung mit Pfeil 30"/>
            <p:cNvCxnSpPr/>
            <p:nvPr/>
          </p:nvCxnSpPr>
          <p:spPr bwMode="auto">
            <a:xfrm flipV="1">
              <a:off x="5809520" y="5224474"/>
              <a:ext cx="618092" cy="236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48" name="Gruppieren 47"/>
            <p:cNvGrpSpPr/>
            <p:nvPr/>
          </p:nvGrpSpPr>
          <p:grpSpPr>
            <a:xfrm>
              <a:off x="3523186" y="4964400"/>
              <a:ext cx="357508" cy="360000"/>
              <a:chOff x="2323140" y="4963276"/>
              <a:chExt cx="357508" cy="360000"/>
            </a:xfrm>
          </p:grpSpPr>
          <p:sp>
            <p:nvSpPr>
              <p:cNvPr id="49" name="Rechteck 48"/>
              <p:cNvSpPr/>
              <p:nvPr/>
            </p:nvSpPr>
            <p:spPr bwMode="auto">
              <a:xfrm>
                <a:off x="2323140" y="4963276"/>
                <a:ext cx="357190" cy="36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indent="-342900" algn="ctr"/>
                <a:endParaRPr lang="de-DE"/>
              </a:p>
            </p:txBody>
          </p:sp>
          <p:cxnSp>
            <p:nvCxnSpPr>
              <p:cNvPr id="50" name="Gerade Verbindung mit Pfeil 49"/>
              <p:cNvCxnSpPr/>
              <p:nvPr/>
            </p:nvCxnSpPr>
            <p:spPr bwMode="auto">
              <a:xfrm rot="10800000" flipH="1">
                <a:off x="2323458" y="5072074"/>
                <a:ext cx="357190" cy="1588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51" name="Gerade Verbindung mit Pfeil 50"/>
              <p:cNvCxnSpPr/>
              <p:nvPr/>
            </p:nvCxnSpPr>
            <p:spPr bwMode="auto">
              <a:xfrm rot="10800000" flipH="1">
                <a:off x="2323458" y="5214950"/>
                <a:ext cx="357190" cy="1588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none"/>
              </a:ln>
              <a:effectLst/>
            </p:spPr>
          </p:cxnSp>
        </p:grpSp>
        <p:grpSp>
          <p:nvGrpSpPr>
            <p:cNvPr id="52" name="Gruppieren 51"/>
            <p:cNvGrpSpPr/>
            <p:nvPr/>
          </p:nvGrpSpPr>
          <p:grpSpPr>
            <a:xfrm>
              <a:off x="5428588" y="4964400"/>
              <a:ext cx="357508" cy="360000"/>
              <a:chOff x="2323140" y="4963276"/>
              <a:chExt cx="357508" cy="360000"/>
            </a:xfrm>
          </p:grpSpPr>
          <p:sp>
            <p:nvSpPr>
              <p:cNvPr id="53" name="Rechteck 52"/>
              <p:cNvSpPr/>
              <p:nvPr/>
            </p:nvSpPr>
            <p:spPr bwMode="auto">
              <a:xfrm>
                <a:off x="2323140" y="4963276"/>
                <a:ext cx="357190" cy="36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indent="-342900" algn="ctr"/>
                <a:endParaRPr lang="de-DE"/>
              </a:p>
            </p:txBody>
          </p:sp>
          <p:cxnSp>
            <p:nvCxnSpPr>
              <p:cNvPr id="54" name="Gerade Verbindung mit Pfeil 53"/>
              <p:cNvCxnSpPr/>
              <p:nvPr/>
            </p:nvCxnSpPr>
            <p:spPr bwMode="auto">
              <a:xfrm rot="10800000" flipH="1">
                <a:off x="2323458" y="5072074"/>
                <a:ext cx="357190" cy="1588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55" name="Gerade Verbindung mit Pfeil 54"/>
              <p:cNvCxnSpPr/>
              <p:nvPr/>
            </p:nvCxnSpPr>
            <p:spPr bwMode="auto">
              <a:xfrm rot="10800000" flipH="1">
                <a:off x="2323458" y="5214950"/>
                <a:ext cx="357190" cy="1588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none"/>
              </a:ln>
              <a:effectLst/>
            </p:spPr>
          </p:cxnSp>
        </p:grpSp>
        <p:sp>
          <p:nvSpPr>
            <p:cNvPr id="56" name="Textfeld 55"/>
            <p:cNvSpPr txBox="1"/>
            <p:nvPr/>
          </p:nvSpPr>
          <p:spPr>
            <a:xfrm>
              <a:off x="6809652" y="4896161"/>
              <a:ext cx="1356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00FF"/>
                  </a:solidFill>
                </a:rPr>
                <a:t>Monitor</a:t>
              </a:r>
              <a:endParaRPr lang="de-DE" dirty="0">
                <a:solidFill>
                  <a:srgbClr val="0000FF"/>
                </a:solidFill>
              </a:endParaRPr>
            </a:p>
          </p:txBody>
        </p:sp>
      </p:grp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62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Testbenches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1107996"/>
          </a:xfrm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US" sz="2400" b="1" dirty="0" err="1">
                <a:solidFill>
                  <a:srgbClr val="FF0000"/>
                </a:solidFill>
              </a:rPr>
              <a:t>Welche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Anforderungen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würden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Sie</a:t>
            </a:r>
            <a:r>
              <a:rPr lang="en-US" sz="2400" b="1" dirty="0">
                <a:solidFill>
                  <a:srgbClr val="FF0000"/>
                </a:solidFill>
              </a:rPr>
              <a:t> an </a:t>
            </a:r>
            <a:r>
              <a:rPr lang="en-US" sz="2400" b="1" dirty="0" err="1">
                <a:solidFill>
                  <a:srgbClr val="FF0000"/>
                </a:solidFill>
              </a:rPr>
              <a:t>eine</a:t>
            </a:r>
            <a:r>
              <a:rPr lang="en-US" sz="2400" b="1" dirty="0">
                <a:solidFill>
                  <a:srgbClr val="FF0000"/>
                </a:solidFill>
              </a:rPr>
              <a:t> “</a:t>
            </a:r>
            <a:r>
              <a:rPr lang="en-US" sz="2400" b="1" dirty="0" err="1">
                <a:solidFill>
                  <a:srgbClr val="FF0000"/>
                </a:solidFill>
              </a:rPr>
              <a:t>gute</a:t>
            </a:r>
            <a:r>
              <a:rPr lang="en-US" sz="2400" b="1" dirty="0">
                <a:solidFill>
                  <a:srgbClr val="FF0000"/>
                </a:solidFill>
              </a:rPr>
              <a:t>” </a:t>
            </a:r>
            <a:r>
              <a:rPr lang="en-US" sz="2400" b="1" dirty="0" err="1">
                <a:solidFill>
                  <a:srgbClr val="FF0000"/>
                </a:solidFill>
              </a:rPr>
              <a:t>Testbench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stellen</a:t>
            </a:r>
            <a:r>
              <a:rPr lang="en-US" sz="2400" b="1" dirty="0">
                <a:solidFill>
                  <a:srgbClr val="FF0000"/>
                </a:solidFill>
              </a:rPr>
              <a:t>?</a:t>
            </a:r>
          </a:p>
          <a:p>
            <a:endParaRPr lang="en-US" sz="24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63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Testbenches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6647974"/>
          </a:xfrm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US" sz="2400" b="1" dirty="0" err="1">
                <a:solidFill>
                  <a:srgbClr val="FF0000"/>
                </a:solidFill>
              </a:rPr>
              <a:t>Welche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Anforderungen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würden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Sie</a:t>
            </a:r>
            <a:r>
              <a:rPr lang="en-US" sz="2400" b="1" dirty="0">
                <a:solidFill>
                  <a:srgbClr val="FF0000"/>
                </a:solidFill>
              </a:rPr>
              <a:t> an </a:t>
            </a:r>
            <a:r>
              <a:rPr lang="en-US" sz="2400" b="1" dirty="0" err="1">
                <a:solidFill>
                  <a:srgbClr val="FF0000"/>
                </a:solidFill>
              </a:rPr>
              <a:t>eine</a:t>
            </a:r>
            <a:r>
              <a:rPr lang="en-US" sz="2400" b="1" dirty="0">
                <a:solidFill>
                  <a:srgbClr val="FF0000"/>
                </a:solidFill>
              </a:rPr>
              <a:t> “</a:t>
            </a:r>
            <a:r>
              <a:rPr lang="en-US" sz="2400" b="1" dirty="0" err="1">
                <a:solidFill>
                  <a:srgbClr val="FF0000"/>
                </a:solidFill>
              </a:rPr>
              <a:t>gute</a:t>
            </a:r>
            <a:r>
              <a:rPr lang="en-US" sz="2400" b="1" dirty="0">
                <a:solidFill>
                  <a:srgbClr val="FF0000"/>
                </a:solidFill>
              </a:rPr>
              <a:t>” </a:t>
            </a:r>
            <a:r>
              <a:rPr lang="en-US" sz="2400" b="1" dirty="0" err="1">
                <a:solidFill>
                  <a:srgbClr val="FF0000"/>
                </a:solidFill>
              </a:rPr>
              <a:t>Testbench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stellen</a:t>
            </a:r>
            <a:r>
              <a:rPr lang="en-US" sz="2400" b="1" dirty="0">
                <a:solidFill>
                  <a:srgbClr val="FF0000"/>
                </a:solidFill>
              </a:rPr>
              <a:t>?</a:t>
            </a:r>
          </a:p>
          <a:p>
            <a:pPr marL="342000" indent="-342000"/>
            <a:endParaRPr lang="en-US" sz="2400" dirty="0"/>
          </a:p>
          <a:p>
            <a:pPr marL="342000" indent="-342000"/>
            <a:r>
              <a:rPr lang="en-US" sz="2400" dirty="0" err="1"/>
              <a:t>Testbenches</a:t>
            </a:r>
            <a:r>
              <a:rPr lang="en-US" sz="2400" dirty="0"/>
              <a:t> </a:t>
            </a:r>
            <a:r>
              <a:rPr lang="en-US" sz="2400" dirty="0" err="1"/>
              <a:t>sollten</a:t>
            </a:r>
            <a:r>
              <a:rPr lang="en-US" sz="2400" dirty="0"/>
              <a:t> </a:t>
            </a:r>
            <a:r>
              <a:rPr lang="en-US" sz="2400" dirty="0" err="1"/>
              <a:t>sowohl</a:t>
            </a:r>
            <a:r>
              <a:rPr lang="en-US" sz="2400" dirty="0"/>
              <a:t> f</a:t>
            </a:r>
            <a:r>
              <a:rPr lang="de-DE" sz="2400" dirty="0" err="1"/>
              <a:t>ür</a:t>
            </a:r>
            <a:r>
              <a:rPr lang="de-DE" sz="2400" dirty="0"/>
              <a:t> </a:t>
            </a:r>
            <a:r>
              <a:rPr lang="en-US" sz="2400" dirty="0"/>
              <a:t>das </a:t>
            </a:r>
            <a:r>
              <a:rPr lang="en-US" sz="2400" dirty="0" err="1"/>
              <a:t>Gesamtsystem</a:t>
            </a:r>
            <a:r>
              <a:rPr lang="en-US" sz="2400" dirty="0"/>
              <a:t> </a:t>
            </a:r>
            <a:r>
              <a:rPr lang="en-US" sz="2400" dirty="0" err="1"/>
              <a:t>als</a:t>
            </a:r>
            <a:r>
              <a:rPr lang="en-US" sz="2400" dirty="0"/>
              <a:t> </a:t>
            </a:r>
            <a:r>
              <a:rPr lang="en-US" sz="2400" dirty="0" err="1"/>
              <a:t>auch</a:t>
            </a:r>
            <a:r>
              <a:rPr lang="en-US" sz="2400" dirty="0"/>
              <a:t> f</a:t>
            </a:r>
            <a:r>
              <a:rPr lang="de-DE" sz="2400" dirty="0"/>
              <a:t>ü</a:t>
            </a:r>
            <a:r>
              <a:rPr lang="en-US" sz="2400" dirty="0"/>
              <a:t>r </a:t>
            </a:r>
            <a:r>
              <a:rPr lang="en-US" sz="2400" dirty="0" err="1"/>
              <a:t>jede</a:t>
            </a:r>
            <a:r>
              <a:rPr lang="en-US" sz="2400" dirty="0"/>
              <a:t> </a:t>
            </a:r>
            <a:r>
              <a:rPr lang="en-US" sz="2400" dirty="0" err="1"/>
              <a:t>einzelne</a:t>
            </a:r>
            <a:r>
              <a:rPr lang="en-US" sz="2400" dirty="0"/>
              <a:t> </a:t>
            </a:r>
            <a:r>
              <a:rPr lang="en-US" sz="2400" dirty="0" err="1"/>
              <a:t>Komponente</a:t>
            </a:r>
            <a:r>
              <a:rPr lang="en-US" sz="2400" dirty="0"/>
              <a:t> </a:t>
            </a:r>
            <a:r>
              <a:rPr lang="en-US" sz="2400" dirty="0" err="1"/>
              <a:t>entworfen</a:t>
            </a:r>
            <a:r>
              <a:rPr lang="en-US" sz="2400" dirty="0"/>
              <a:t> </a:t>
            </a:r>
            <a:r>
              <a:rPr lang="en-US" sz="2400" dirty="0" err="1"/>
              <a:t>werden</a:t>
            </a:r>
            <a:endParaRPr lang="en-US" sz="2400" dirty="0"/>
          </a:p>
          <a:p>
            <a:pPr marL="342000" indent="-342000"/>
            <a:r>
              <a:rPr lang="en-US" sz="2400" dirty="0" err="1"/>
              <a:t>Testbenches</a:t>
            </a:r>
            <a:r>
              <a:rPr lang="en-US" sz="2400" dirty="0"/>
              <a:t> </a:t>
            </a:r>
            <a:r>
              <a:rPr lang="en-US" sz="2400" dirty="0" err="1"/>
              <a:t>sollten</a:t>
            </a:r>
            <a:r>
              <a:rPr lang="en-US" sz="2400" dirty="0"/>
              <a:t> m</a:t>
            </a:r>
            <a:r>
              <a:rPr lang="de-DE" sz="2400" dirty="0" err="1"/>
              <a:t>öglichst</a:t>
            </a:r>
            <a:r>
              <a:rPr lang="de-DE" sz="2400" dirty="0"/>
              <a:t> </a:t>
            </a:r>
            <a:r>
              <a:rPr lang="en-US" sz="2400" dirty="0" err="1"/>
              <a:t>sinnvolle</a:t>
            </a:r>
            <a:r>
              <a:rPr lang="en-US" sz="2400" dirty="0"/>
              <a:t> </a:t>
            </a:r>
            <a:r>
              <a:rPr lang="en-US" sz="2400" dirty="0" err="1"/>
              <a:t>Eingabedaten</a:t>
            </a:r>
            <a:r>
              <a:rPr lang="en-US" sz="2400" dirty="0"/>
              <a:t> (Stimuli) </a:t>
            </a:r>
            <a:r>
              <a:rPr lang="en-US" sz="2400" dirty="0" err="1"/>
              <a:t>generieren</a:t>
            </a:r>
            <a:endParaRPr lang="en-US" sz="2400" dirty="0"/>
          </a:p>
          <a:p>
            <a:pPr marL="342000" indent="-342000"/>
            <a:r>
              <a:rPr lang="en-US" sz="2400" dirty="0"/>
              <a:t>Stimuli Generator: SC_THREAD</a:t>
            </a:r>
            <a:br>
              <a:rPr lang="en-US" sz="2400" dirty="0"/>
            </a:br>
            <a:r>
              <a:rPr lang="en-US" sz="2400" dirty="0">
                <a:sym typeface="Wingdings 3"/>
              </a:rPr>
              <a:t> </a:t>
            </a:r>
            <a:r>
              <a:rPr lang="en-US" sz="2400" dirty="0" err="1">
                <a:sym typeface="Wingdings 3"/>
              </a:rPr>
              <a:t>Erzeugung</a:t>
            </a:r>
            <a:r>
              <a:rPr lang="en-US" sz="2400" dirty="0">
                <a:sym typeface="Wingdings 3"/>
              </a:rPr>
              <a:t> </a:t>
            </a:r>
            <a:r>
              <a:rPr lang="en-US" sz="2400" dirty="0" err="1">
                <a:sym typeface="Wingdings 3"/>
              </a:rPr>
              <a:t>beliebiger</a:t>
            </a:r>
            <a:r>
              <a:rPr lang="en-US" sz="2400" dirty="0">
                <a:sym typeface="Wingdings 3"/>
              </a:rPr>
              <a:t> </a:t>
            </a:r>
            <a:r>
              <a:rPr lang="en-US" sz="2400" dirty="0" err="1">
                <a:sym typeface="Wingdings 3"/>
              </a:rPr>
              <a:t>Signalverl</a:t>
            </a:r>
            <a:r>
              <a:rPr lang="de-DE" sz="2400" dirty="0">
                <a:sym typeface="Wingdings 3"/>
              </a:rPr>
              <a:t>ä</a:t>
            </a:r>
            <a:r>
              <a:rPr lang="en-US" sz="2400" dirty="0" err="1">
                <a:sym typeface="Wingdings 3"/>
              </a:rPr>
              <a:t>ufe</a:t>
            </a:r>
            <a:endParaRPr lang="en-US" sz="2400" dirty="0">
              <a:sym typeface="Wingdings 3"/>
            </a:endParaRPr>
          </a:p>
          <a:p>
            <a:pPr marL="342000" indent="-342000"/>
            <a:r>
              <a:rPr lang="en-US" sz="2400" dirty="0"/>
              <a:t>m</a:t>
            </a:r>
            <a:r>
              <a:rPr lang="de-DE" sz="2400" dirty="0"/>
              <a:t>ö</a:t>
            </a:r>
            <a:r>
              <a:rPr lang="en-US" sz="2400" dirty="0" err="1"/>
              <a:t>glichst</a:t>
            </a:r>
            <a:r>
              <a:rPr lang="en-US" sz="2400" dirty="0"/>
              <a:t> </a:t>
            </a:r>
            <a:r>
              <a:rPr lang="en-US" sz="2400" dirty="0" err="1"/>
              <a:t>viele</a:t>
            </a:r>
            <a:r>
              <a:rPr lang="en-US" sz="2400" dirty="0"/>
              <a:t> Stimuli / </a:t>
            </a:r>
            <a:r>
              <a:rPr lang="en-US" sz="2400" dirty="0" err="1"/>
              <a:t>möglichst</a:t>
            </a:r>
            <a:r>
              <a:rPr lang="en-US" sz="2400" dirty="0"/>
              <a:t> </a:t>
            </a:r>
            <a:r>
              <a:rPr lang="en-US" sz="2400" dirty="0" err="1"/>
              <a:t>gute</a:t>
            </a:r>
            <a:r>
              <a:rPr lang="en-US" sz="2400" dirty="0"/>
              <a:t> </a:t>
            </a:r>
            <a:r>
              <a:rPr lang="en-US" sz="2400" dirty="0" err="1"/>
              <a:t>Überdeckung</a:t>
            </a:r>
            <a:r>
              <a:rPr lang="en-US" sz="2400" dirty="0"/>
              <a:t> des Systems</a:t>
            </a:r>
            <a:br>
              <a:rPr lang="en-US" sz="2400" dirty="0"/>
            </a:br>
            <a:r>
              <a:rPr lang="en-US" sz="2400" dirty="0">
                <a:sym typeface="Wingdings 3"/>
              </a:rPr>
              <a:t> </a:t>
            </a:r>
            <a:r>
              <a:rPr lang="en-US" sz="2400" dirty="0" err="1"/>
              <a:t>Verwendung</a:t>
            </a:r>
            <a:r>
              <a:rPr lang="en-US" sz="2400" dirty="0"/>
              <a:t> von </a:t>
            </a:r>
            <a:r>
              <a:rPr lang="en-US" sz="2400" dirty="0" err="1"/>
              <a:t>Schleifen</a:t>
            </a:r>
            <a:r>
              <a:rPr lang="en-US" sz="2400" dirty="0"/>
              <a:t> und </a:t>
            </a:r>
            <a:r>
              <a:rPr lang="en-US" sz="2400" dirty="0" err="1"/>
              <a:t>Methoden</a:t>
            </a:r>
            <a:r>
              <a:rPr lang="en-US" sz="2400" dirty="0"/>
              <a:t> f</a:t>
            </a:r>
            <a:r>
              <a:rPr lang="de-DE" sz="2400" dirty="0" err="1"/>
              <a:t>ür</a:t>
            </a:r>
            <a:r>
              <a:rPr lang="de-DE" sz="2400" dirty="0"/>
              <a:t> wiederverwendbare Teile</a:t>
            </a:r>
          </a:p>
          <a:p>
            <a:pPr marL="342000" indent="-342000"/>
            <a:r>
              <a:rPr lang="en-US" sz="2400" dirty="0"/>
              <a:t>Monitor und </a:t>
            </a:r>
            <a:r>
              <a:rPr lang="en-US" sz="2400" dirty="0" err="1"/>
              <a:t>sonstige</a:t>
            </a:r>
            <a:r>
              <a:rPr lang="en-US" sz="2400" dirty="0"/>
              <a:t> Test-</a:t>
            </a:r>
            <a:r>
              <a:rPr lang="en-US" sz="2400" dirty="0" err="1"/>
              <a:t>Ausgaben</a:t>
            </a:r>
            <a:r>
              <a:rPr lang="en-US" sz="2400" dirty="0"/>
              <a:t>: </a:t>
            </a:r>
            <a:br>
              <a:rPr lang="en-US" sz="2400" dirty="0"/>
            </a:br>
            <a:r>
              <a:rPr lang="en-US" sz="2400" dirty="0" err="1"/>
              <a:t>mit</a:t>
            </a:r>
            <a:r>
              <a:rPr lang="en-US" sz="2400" dirty="0"/>
              <a:t> </a:t>
            </a:r>
            <a:r>
              <a:rPr lang="en-US" sz="2400" dirty="0" err="1"/>
              <a:t>Modulname</a:t>
            </a:r>
            <a:r>
              <a:rPr lang="en-US" sz="2400" dirty="0"/>
              <a:t> und </a:t>
            </a:r>
            <a:r>
              <a:rPr lang="en-US" sz="2400" dirty="0" err="1"/>
              <a:t>Zeitstempel</a:t>
            </a:r>
            <a:r>
              <a:rPr lang="en-US" sz="2400" dirty="0"/>
              <a:t> (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name(),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sc_time_stamp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sz="2400" dirty="0">
                <a:cs typeface="Courier New" pitchFamily="49" charset="0"/>
              </a:rPr>
              <a:t>)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64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527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Sinnvolle Stimuli</a:t>
            </a:r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4616648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dirty="0" err="1"/>
              <a:t>Auswahl</a:t>
            </a:r>
            <a:endParaRPr lang="de-DE" dirty="0"/>
          </a:p>
          <a:p>
            <a:pPr marL="742050" lvl="1" indent="-342000"/>
            <a:r>
              <a:rPr lang="de-DE" dirty="0">
                <a:solidFill>
                  <a:srgbClr val="0000FF"/>
                </a:solidFill>
              </a:rPr>
              <a:t>t</a:t>
            </a:r>
            <a:r>
              <a:rPr lang="en-US" dirty="0">
                <a:solidFill>
                  <a:srgbClr val="0000FF"/>
                </a:solidFill>
              </a:rPr>
              <a:t>y</a:t>
            </a:r>
            <a:r>
              <a:rPr lang="de-DE" dirty="0" err="1">
                <a:solidFill>
                  <a:srgbClr val="0000FF"/>
                </a:solidFill>
              </a:rPr>
              <a:t>pische</a:t>
            </a:r>
            <a:r>
              <a:rPr lang="de-DE" dirty="0">
                <a:solidFill>
                  <a:srgbClr val="0000FF"/>
                </a:solidFill>
              </a:rPr>
              <a:t> (Nut</a:t>
            </a:r>
            <a:r>
              <a:rPr lang="en-US" dirty="0" err="1">
                <a:solidFill>
                  <a:srgbClr val="0000FF"/>
                </a:solidFill>
              </a:rPr>
              <a:t>zungs</a:t>
            </a:r>
            <a:r>
              <a:rPr lang="en-US" dirty="0">
                <a:solidFill>
                  <a:srgbClr val="0000FF"/>
                </a:solidFill>
              </a:rPr>
              <a:t>-)</a:t>
            </a:r>
            <a:r>
              <a:rPr lang="en-US" dirty="0" err="1">
                <a:solidFill>
                  <a:srgbClr val="0000FF"/>
                </a:solidFill>
              </a:rPr>
              <a:t>Szenarien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/>
              <a:t>sollten</a:t>
            </a:r>
            <a:r>
              <a:rPr lang="en-US" dirty="0"/>
              <a:t> auf </a:t>
            </a:r>
            <a:r>
              <a:rPr lang="en-US" dirty="0" err="1"/>
              <a:t>jeden</a:t>
            </a:r>
            <a:r>
              <a:rPr lang="en-US" dirty="0"/>
              <a:t> Fall </a:t>
            </a:r>
            <a:r>
              <a:rPr lang="en-US" dirty="0" err="1"/>
              <a:t>gepr</a:t>
            </a:r>
            <a:r>
              <a:rPr lang="de-DE" dirty="0"/>
              <a:t>ü</a:t>
            </a:r>
            <a:r>
              <a:rPr lang="en-US" dirty="0"/>
              <a:t>ft </a:t>
            </a:r>
            <a:r>
              <a:rPr lang="en-US" dirty="0" err="1"/>
              <a:t>werden</a:t>
            </a:r>
            <a:endParaRPr lang="en-US" dirty="0"/>
          </a:p>
          <a:p>
            <a:pPr marL="742050" lvl="1" indent="-342000">
              <a:buFont typeface="Wingdings 3"/>
              <a:buChar char="_"/>
            </a:pPr>
            <a:r>
              <a:rPr lang="en-US" dirty="0">
                <a:sym typeface="Wingdings 3"/>
              </a:rPr>
              <a:t>Pr</a:t>
            </a:r>
            <a:r>
              <a:rPr lang="de-DE" dirty="0">
                <a:sym typeface="Wingdings 3"/>
              </a:rPr>
              <a:t>ü</a:t>
            </a:r>
            <a:r>
              <a:rPr lang="en-US" dirty="0" err="1">
                <a:sym typeface="Wingdings 3"/>
              </a:rPr>
              <a:t>fung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ym typeface="Wingdings 3"/>
              </a:rPr>
              <a:t>der</a:t>
            </a:r>
            <a:r>
              <a:rPr lang="en-US" dirty="0">
                <a:sym typeface="Wingdings 3"/>
              </a:rPr>
              <a:t> </a:t>
            </a:r>
            <a:r>
              <a:rPr lang="en-US" dirty="0" err="1">
                <a:solidFill>
                  <a:srgbClr val="0000FF"/>
                </a:solidFill>
                <a:sym typeface="Wingdings 3"/>
              </a:rPr>
              <a:t>Funktionalit</a:t>
            </a:r>
            <a:r>
              <a:rPr lang="de-DE" dirty="0">
                <a:solidFill>
                  <a:srgbClr val="0000FF"/>
                </a:solidFill>
                <a:sym typeface="Wingdings 3"/>
              </a:rPr>
              <a:t>ä</a:t>
            </a:r>
            <a:r>
              <a:rPr lang="en-US" dirty="0">
                <a:solidFill>
                  <a:srgbClr val="0000FF"/>
                </a:solidFill>
                <a:sym typeface="Wingdings 3"/>
              </a:rPr>
              <a:t>t </a:t>
            </a:r>
            <a:r>
              <a:rPr lang="en-US" dirty="0">
                <a:sym typeface="Wingdings 3"/>
              </a:rPr>
              <a:t>und des </a:t>
            </a:r>
            <a:r>
              <a:rPr lang="en-US" dirty="0" err="1">
                <a:solidFill>
                  <a:srgbClr val="0000FF"/>
                </a:solidFill>
                <a:sym typeface="Wingdings 3"/>
              </a:rPr>
              <a:t>Zeitverhaltens</a:t>
            </a:r>
            <a:endParaRPr lang="de-DE" dirty="0">
              <a:solidFill>
                <a:srgbClr val="0000FF"/>
              </a:solidFill>
            </a:endParaRPr>
          </a:p>
          <a:p>
            <a:pPr marL="742050" lvl="1" indent="-342000"/>
            <a:r>
              <a:rPr lang="en-US" dirty="0" err="1"/>
              <a:t>zur</a:t>
            </a:r>
            <a:r>
              <a:rPr lang="en-US" dirty="0"/>
              <a:t> Pr</a:t>
            </a:r>
            <a:r>
              <a:rPr lang="de-DE" dirty="0"/>
              <a:t>ü</a:t>
            </a:r>
            <a:r>
              <a:rPr lang="en-US" dirty="0" err="1"/>
              <a:t>fung</a:t>
            </a:r>
            <a:r>
              <a:rPr lang="en-US" dirty="0"/>
              <a:t> von </a:t>
            </a:r>
            <a:r>
              <a:rPr lang="en-US" dirty="0" err="1">
                <a:solidFill>
                  <a:srgbClr val="0000FF"/>
                </a:solidFill>
              </a:rPr>
              <a:t>Robustheit</a:t>
            </a:r>
            <a:r>
              <a:rPr lang="en-US" dirty="0"/>
              <a:t> und </a:t>
            </a:r>
            <a:r>
              <a:rPr lang="en-US" dirty="0" err="1">
                <a:solidFill>
                  <a:srgbClr val="0000FF"/>
                </a:solidFill>
              </a:rPr>
              <a:t>Fehlertoleranz</a:t>
            </a:r>
            <a:r>
              <a:rPr lang="en-US" dirty="0"/>
              <a:t>: </a:t>
            </a:r>
            <a:r>
              <a:rPr lang="en-US" dirty="0" err="1">
                <a:solidFill>
                  <a:srgbClr val="0000FF"/>
                </a:solidFill>
              </a:rPr>
              <a:t>unerwartete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Szenarien</a:t>
            </a:r>
            <a:endParaRPr lang="de-DE" dirty="0">
              <a:solidFill>
                <a:srgbClr val="0000FF"/>
              </a:solidFill>
            </a:endParaRPr>
          </a:p>
          <a:p>
            <a:pPr marL="342000" indent="-342000"/>
            <a:r>
              <a:rPr lang="de-DE" dirty="0"/>
              <a:t>Kriterien zur Beurteilung</a:t>
            </a:r>
          </a:p>
          <a:p>
            <a:pPr marL="742050" lvl="1" indent="-342000"/>
            <a:r>
              <a:rPr lang="en-US" dirty="0"/>
              <a:t>was f</a:t>
            </a:r>
            <a:r>
              <a:rPr lang="de-DE" dirty="0"/>
              <a:t>ü</a:t>
            </a:r>
            <a:r>
              <a:rPr lang="en-US" dirty="0"/>
              <a:t>r </a:t>
            </a:r>
            <a:r>
              <a:rPr lang="en-US" dirty="0" err="1">
                <a:solidFill>
                  <a:srgbClr val="0000FF"/>
                </a:solidFill>
              </a:rPr>
              <a:t>Fehler</a:t>
            </a:r>
            <a:r>
              <a:rPr lang="en-US" dirty="0"/>
              <a:t> k</a:t>
            </a:r>
            <a:r>
              <a:rPr lang="de-DE" dirty="0"/>
              <a:t>ö</a:t>
            </a:r>
            <a:r>
              <a:rPr lang="en-US" dirty="0" err="1"/>
              <a:t>nnen</a:t>
            </a:r>
            <a:r>
              <a:rPr lang="en-US" dirty="0"/>
              <a:t> </a:t>
            </a:r>
            <a:r>
              <a:rPr lang="de-DE" dirty="0"/>
              <a:t>ü</a:t>
            </a:r>
            <a:r>
              <a:rPr lang="en-US" dirty="0" err="1"/>
              <a:t>berhaupt</a:t>
            </a:r>
            <a:r>
              <a:rPr lang="en-US" dirty="0"/>
              <a:t> </a:t>
            </a:r>
            <a:r>
              <a:rPr lang="en-US" dirty="0" err="1"/>
              <a:t>gefunden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?</a:t>
            </a:r>
            <a:endParaRPr lang="de-DE" dirty="0"/>
          </a:p>
          <a:p>
            <a:pPr marL="742050" lvl="1" indent="-342000"/>
            <a:r>
              <a:rPr lang="de-DE" dirty="0">
                <a:solidFill>
                  <a:srgbClr val="0000FF"/>
                </a:solidFill>
              </a:rPr>
              <a:t>Überdeckung</a:t>
            </a:r>
            <a:r>
              <a:rPr lang="de-DE" dirty="0"/>
              <a:t> der Eingaben / des Systems: </a:t>
            </a:r>
          </a:p>
          <a:p>
            <a:pPr marL="829362" lvl="2" indent="-342000"/>
            <a:r>
              <a:rPr lang="de-DE" dirty="0"/>
              <a:t>Wurden alle Eingabe-Kombinationen getestet? (</a:t>
            </a:r>
            <a:r>
              <a:rPr lang="de-DE" i="1" dirty="0" err="1"/>
              <a:t>black</a:t>
            </a:r>
            <a:r>
              <a:rPr lang="de-DE" i="1" dirty="0"/>
              <a:t> box</a:t>
            </a:r>
            <a:r>
              <a:rPr lang="de-DE" dirty="0"/>
              <a:t>)</a:t>
            </a:r>
          </a:p>
          <a:p>
            <a:pPr marL="829362" lvl="2" indent="-342000"/>
            <a:r>
              <a:rPr lang="de-DE" dirty="0"/>
              <a:t>Wurden alle Teile der Komponente mindestens einmal </a:t>
            </a:r>
            <a:r>
              <a:rPr lang="de-DE" dirty="0" err="1"/>
              <a:t>ausgefü</a:t>
            </a:r>
            <a:r>
              <a:rPr lang="en-US" dirty="0" err="1"/>
              <a:t>hrt</a:t>
            </a:r>
            <a:r>
              <a:rPr lang="en-US" dirty="0"/>
              <a:t>?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white box</a:t>
            </a:r>
            <a:r>
              <a:rPr lang="en-US" dirty="0"/>
              <a:t>, </a:t>
            </a:r>
            <a:r>
              <a:rPr lang="en-US" dirty="0" err="1"/>
              <a:t>z.B</a:t>
            </a:r>
            <a:r>
              <a:rPr lang="en-US" dirty="0"/>
              <a:t>. </a:t>
            </a:r>
            <a:r>
              <a:rPr lang="en-US" dirty="0" err="1"/>
              <a:t>Anweisungs</a:t>
            </a:r>
            <a:r>
              <a:rPr lang="en-US" dirty="0"/>
              <a:t>-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Pfad</a:t>
            </a:r>
            <a:r>
              <a:rPr lang="de-DE" dirty="0" err="1"/>
              <a:t>überdeckung</a:t>
            </a:r>
            <a:r>
              <a:rPr lang="de-DE" dirty="0"/>
              <a:t>)</a:t>
            </a:r>
            <a:endParaRPr lang="en-US" sz="30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65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Tracing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3046988"/>
          </a:xfrm>
        </p:spPr>
        <p:txBody>
          <a:bodyPr/>
          <a:lstStyle/>
          <a:p>
            <a:pPr marL="342000" indent="-342000"/>
            <a:r>
              <a:rPr lang="en-US" dirty="0"/>
              <a:t>“</a:t>
            </a:r>
            <a:r>
              <a:rPr lang="en-US" dirty="0" err="1"/>
              <a:t>Tracen</a:t>
            </a:r>
            <a:r>
              <a:rPr lang="en-US" dirty="0"/>
              <a:t>” von </a:t>
            </a:r>
            <a:r>
              <a:rPr lang="en-US" dirty="0" err="1"/>
              <a:t>Signalen</a:t>
            </a:r>
            <a:r>
              <a:rPr lang="en-US" dirty="0"/>
              <a:t> = </a:t>
            </a:r>
            <a:r>
              <a:rPr lang="en-US" dirty="0" err="1">
                <a:solidFill>
                  <a:srgbClr val="0000FF"/>
                </a:solidFill>
              </a:rPr>
              <a:t>Aufzeichnen</a:t>
            </a:r>
            <a:r>
              <a:rPr lang="en-US" dirty="0">
                <a:solidFill>
                  <a:srgbClr val="0000FF"/>
                </a:solidFill>
              </a:rPr>
              <a:t> des </a:t>
            </a:r>
            <a:r>
              <a:rPr lang="en-US" dirty="0" err="1">
                <a:solidFill>
                  <a:srgbClr val="0000FF"/>
                </a:solidFill>
              </a:rPr>
              <a:t>Signalverlaufs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in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Datei</a:t>
            </a:r>
            <a:endParaRPr lang="en-US" dirty="0"/>
          </a:p>
          <a:p>
            <a:pPr marL="342000" indent="-342000"/>
            <a:r>
              <a:rPr lang="en-US" dirty="0" err="1"/>
              <a:t>gebr</a:t>
            </a:r>
            <a:r>
              <a:rPr lang="de-DE" dirty="0"/>
              <a:t>ä</a:t>
            </a:r>
            <a:r>
              <a:rPr lang="en-US" dirty="0" err="1"/>
              <a:t>uchliche</a:t>
            </a:r>
            <a:r>
              <a:rPr lang="en-US" dirty="0"/>
              <a:t> </a:t>
            </a:r>
            <a:r>
              <a:rPr lang="en-US" dirty="0" err="1"/>
              <a:t>Formate</a:t>
            </a:r>
            <a:r>
              <a:rPr lang="en-US" dirty="0"/>
              <a:t>: </a:t>
            </a:r>
          </a:p>
          <a:p>
            <a:pPr marL="742050" lvl="1" indent="-342000"/>
            <a:r>
              <a:rPr lang="en-US" dirty="0"/>
              <a:t>Value Change Dump (VCD)</a:t>
            </a:r>
          </a:p>
          <a:p>
            <a:pPr marL="742050" lvl="1" indent="-342000"/>
            <a:r>
              <a:rPr lang="en-US" dirty="0"/>
              <a:t>Waveform Intermediate Format (WIF)</a:t>
            </a:r>
          </a:p>
          <a:p>
            <a:pPr marL="742050" lvl="1" indent="-342000"/>
            <a:r>
              <a:rPr lang="en-US" dirty="0"/>
              <a:t>Integrated Signal Data Base (ISDB)</a:t>
            </a:r>
          </a:p>
          <a:p>
            <a:pPr marL="342000" indent="-342000"/>
            <a:r>
              <a:rPr lang="en-US" dirty="0" err="1"/>
              <a:t>SystemC</a:t>
            </a:r>
            <a:r>
              <a:rPr lang="en-US" dirty="0"/>
              <a:t> </a:t>
            </a:r>
            <a:r>
              <a:rPr lang="en-US" dirty="0" err="1"/>
              <a:t>stellt</a:t>
            </a:r>
            <a:r>
              <a:rPr lang="en-US" dirty="0"/>
              <a:t> </a:t>
            </a:r>
            <a:r>
              <a:rPr lang="en-US" dirty="0" err="1"/>
              <a:t>Funktionen</a:t>
            </a:r>
            <a:r>
              <a:rPr lang="en-US" dirty="0"/>
              <a:t> f</a:t>
            </a:r>
            <a:r>
              <a:rPr lang="de-DE" dirty="0"/>
              <a:t>ü</a:t>
            </a:r>
            <a:r>
              <a:rPr lang="en-US" dirty="0"/>
              <a:t>r </a:t>
            </a:r>
            <a:r>
              <a:rPr lang="en-US" dirty="0" err="1">
                <a:solidFill>
                  <a:srgbClr val="0000FF"/>
                </a:solidFill>
              </a:rPr>
              <a:t>automatisches</a:t>
            </a:r>
            <a:r>
              <a:rPr lang="en-US" dirty="0">
                <a:solidFill>
                  <a:srgbClr val="0000FF"/>
                </a:solidFill>
              </a:rPr>
              <a:t> Tracing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Verf</a:t>
            </a:r>
            <a:r>
              <a:rPr lang="de-DE" dirty="0" err="1"/>
              <a:t>ügung</a:t>
            </a:r>
            <a:endParaRPr lang="de-DE" dirty="0"/>
          </a:p>
          <a:p>
            <a:pPr marL="342000" indent="-342000"/>
            <a:r>
              <a:rPr lang="de-DE" dirty="0"/>
              <a:t>die Ergebnisse können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i="1" dirty="0"/>
              <a:t>wave viewer </a:t>
            </a:r>
            <a:r>
              <a:rPr lang="en-US" dirty="0" err="1">
                <a:solidFill>
                  <a:srgbClr val="0000FF"/>
                </a:solidFill>
              </a:rPr>
              <a:t>visualisiert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, </a:t>
            </a:r>
            <a:r>
              <a:rPr lang="en-US" dirty="0" err="1"/>
              <a:t>z.B</a:t>
            </a:r>
            <a:r>
              <a:rPr lang="en-US" dirty="0"/>
              <a:t>. </a:t>
            </a:r>
            <a:r>
              <a:rPr lang="en-US" dirty="0" err="1"/>
              <a:t>GTKWave</a:t>
            </a:r>
            <a:r>
              <a:rPr lang="en-US" dirty="0"/>
              <a:t> 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gtkwave</a:t>
            </a:r>
            <a:r>
              <a:rPr lang="en-US" dirty="0">
                <a:cs typeface="Courier New" pitchFamily="49" charset="0"/>
              </a:rPr>
              <a:t>)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66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414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/>
              <a:t>Tracing in SystemC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6478697"/>
          </a:xfrm>
        </p:spPr>
        <p:txBody>
          <a:bodyPr/>
          <a:lstStyle/>
          <a:p>
            <a:pPr marL="514350" indent="-514350">
              <a:spcAft>
                <a:spcPts val="1200"/>
              </a:spcAft>
            </a:pPr>
            <a:r>
              <a:rPr lang="en-US" dirty="0" err="1">
                <a:cs typeface="Courier New" pitchFamily="49" charset="0"/>
              </a:rPr>
              <a:t>vor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Simulationsbeginn</a:t>
            </a:r>
            <a:r>
              <a:rPr lang="en-US" dirty="0">
                <a:cs typeface="Courier New" pitchFamily="49" charset="0"/>
              </a:rPr>
              <a:t> 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sc_start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>
                <a:cs typeface="Courier New" pitchFamily="49" charset="0"/>
              </a:rPr>
              <a:t>):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en-US" dirty="0">
                <a:cs typeface="Courier New" pitchFamily="49" charset="0"/>
              </a:rPr>
              <a:t>Trace file </a:t>
            </a:r>
            <a:r>
              <a:rPr lang="en-US" dirty="0" err="1">
                <a:solidFill>
                  <a:srgbClr val="0000FF"/>
                </a:solidFill>
                <a:cs typeface="Courier New" pitchFamily="49" charset="0"/>
              </a:rPr>
              <a:t>erzeugen</a:t>
            </a:r>
            <a:br>
              <a:rPr lang="en-US" sz="1050" dirty="0">
                <a:cs typeface="Courier New" pitchFamily="49" charset="0"/>
              </a:rPr>
            </a:b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sc_trace_file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*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tf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= 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sc_create_vcd_trace_file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myTrace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”);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en-US" dirty="0" err="1">
                <a:cs typeface="Courier New" pitchFamily="49" charset="0"/>
              </a:rPr>
              <a:t>Signale</a:t>
            </a:r>
            <a:r>
              <a:rPr lang="en-US" dirty="0">
                <a:cs typeface="Courier New" pitchFamily="49" charset="0"/>
              </a:rPr>
              <a:t> und/</a:t>
            </a:r>
            <a:r>
              <a:rPr lang="en-US" dirty="0" err="1">
                <a:cs typeface="Courier New" pitchFamily="49" charset="0"/>
              </a:rPr>
              <a:t>oder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Variablen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cs typeface="Courier New" pitchFamily="49" charset="0"/>
              </a:rPr>
              <a:t>registrieren</a:t>
            </a:r>
            <a:br>
              <a:rPr lang="en-US" dirty="0">
                <a:cs typeface="Courier New" pitchFamily="49" charset="0"/>
              </a:rPr>
            </a:b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sc_trace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tf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signal1, “signal1”);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sc_trace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tf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myModule.signal2, “myModule.signal2”);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en-US" dirty="0">
                <a:cs typeface="Courier New" pitchFamily="49" charset="0"/>
              </a:rPr>
              <a:t>Trace file </a:t>
            </a:r>
            <a:r>
              <a:rPr lang="en-US" dirty="0" err="1">
                <a:solidFill>
                  <a:srgbClr val="0000FF"/>
                </a:solidFill>
                <a:cs typeface="Courier New" pitchFamily="49" charset="0"/>
              </a:rPr>
              <a:t>schlie</a:t>
            </a:r>
            <a:r>
              <a:rPr lang="de-DE" dirty="0" err="1">
                <a:solidFill>
                  <a:srgbClr val="0000FF"/>
                </a:solidFill>
                <a:cs typeface="Courier New" pitchFamily="49" charset="0"/>
              </a:rPr>
              <a:t>ßen</a:t>
            </a:r>
            <a:r>
              <a:rPr lang="de-DE" dirty="0">
                <a:cs typeface="Courier New" pitchFamily="49" charset="0"/>
              </a:rPr>
              <a:t>, bevor </a:t>
            </a:r>
            <a:r>
              <a:rPr lang="de-DE" b="1" dirty="0" err="1">
                <a:latin typeface="Courier New" pitchFamily="49" charset="0"/>
                <a:cs typeface="Courier New" pitchFamily="49" charset="0"/>
              </a:rPr>
              <a:t>sc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r>
              <a:rPr lang="de-DE" b="1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de-DE" dirty="0">
                <a:cs typeface="Courier New" pitchFamily="49" charset="0"/>
              </a:rPr>
              <a:t> verlassen wird</a:t>
            </a:r>
            <a:br>
              <a:rPr lang="de-DE" sz="1050" dirty="0">
                <a:cs typeface="Courier New" pitchFamily="49" charset="0"/>
              </a:rPr>
            </a:br>
            <a:r>
              <a:rPr lang="de-DE" sz="2400" b="1" dirty="0" err="1">
                <a:latin typeface="Courier New" pitchFamily="49" charset="0"/>
                <a:cs typeface="Courier New" pitchFamily="49" charset="0"/>
              </a:rPr>
              <a:t>sc_close_vcd_trace_file</a:t>
            </a:r>
            <a:r>
              <a:rPr lang="de-DE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2400" b="1" dirty="0" err="1">
                <a:latin typeface="Courier New" pitchFamily="49" charset="0"/>
                <a:cs typeface="Courier New" pitchFamily="49" charset="0"/>
              </a:rPr>
              <a:t>tf</a:t>
            </a:r>
            <a:r>
              <a:rPr lang="de-DE" sz="2400" b="1" dirty="0">
                <a:latin typeface="Courier New" pitchFamily="49" charset="0"/>
                <a:cs typeface="Courier New" pitchFamily="49" charset="0"/>
              </a:rPr>
              <a:t>);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14350" indent="-514350">
              <a:spcAft>
                <a:spcPts val="1200"/>
              </a:spcAft>
            </a:pPr>
            <a:r>
              <a:rPr lang="en-US" dirty="0" err="1">
                <a:cs typeface="Courier New" pitchFamily="49" charset="0"/>
              </a:rPr>
              <a:t>Ergebnisse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anzeigen</a:t>
            </a:r>
            <a:r>
              <a:rPr lang="en-US" dirty="0">
                <a:cs typeface="Courier New" pitchFamily="49" charset="0"/>
              </a:rPr>
              <a:t>: &gt;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gtkwave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myTrace.vcd</a:t>
            </a:r>
            <a:endParaRPr lang="en-US" dirty="0">
              <a:cs typeface="Courier New" pitchFamily="49" charset="0"/>
            </a:endParaRPr>
          </a:p>
          <a:p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67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762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000" indent="-342000"/>
            <a:r>
              <a:rPr lang="en-US" dirty="0" err="1"/>
              <a:t>Zusammenfassung</a:t>
            </a:r>
            <a:endParaRPr lang="en-US" dirty="0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3"/>
            <a:ext cx="5323205" cy="4431983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lang="de-DE" dirty="0">
                <a:solidFill>
                  <a:srgbClr val="0000FF"/>
                </a:solidFill>
              </a:rPr>
              <a:t>HW/SW </a:t>
            </a:r>
            <a:r>
              <a:rPr lang="de-DE" dirty="0" err="1">
                <a:solidFill>
                  <a:srgbClr val="0000FF"/>
                </a:solidFill>
              </a:rPr>
              <a:t>Codesign</a:t>
            </a:r>
            <a:r>
              <a:rPr lang="de-DE" dirty="0"/>
              <a:t>: integrierte Entwicklung von Hardware und Software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00FF"/>
                </a:solidFill>
              </a:rPr>
              <a:t>Fr</a:t>
            </a:r>
            <a:r>
              <a:rPr lang="el-GR" dirty="0">
                <a:solidFill>
                  <a:srgbClr val="0000FF"/>
                </a:solidFill>
                <a:cs typeface="Arial" charset="0"/>
              </a:rPr>
              <a:t>ϋ</a:t>
            </a:r>
            <a:r>
              <a:rPr lang="en-US" dirty="0">
                <a:solidFill>
                  <a:srgbClr val="0000FF"/>
                </a:solidFill>
                <a:cs typeface="Arial" charset="0"/>
              </a:rPr>
              <a:t>he </a:t>
            </a:r>
            <a:r>
              <a:rPr lang="en-US" dirty="0" err="1">
                <a:solidFill>
                  <a:srgbClr val="0000FF"/>
                </a:solidFill>
                <a:cs typeface="Arial" charset="0"/>
              </a:rPr>
              <a:t>Analyse</a:t>
            </a:r>
            <a:r>
              <a:rPr lang="en-US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dirty="0">
                <a:cs typeface="Arial" charset="0"/>
              </a:rPr>
              <a:t>von HW/SW-</a:t>
            </a:r>
            <a:r>
              <a:rPr lang="en-US" dirty="0" err="1">
                <a:cs typeface="Arial" charset="0"/>
              </a:rPr>
              <a:t>Grenzen</a:t>
            </a:r>
            <a:endParaRPr lang="en-US" dirty="0">
              <a:cs typeface="Arial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cs typeface="Arial" charset="0"/>
              </a:rPr>
              <a:t>Vereinfachte</a:t>
            </a:r>
            <a:r>
              <a:rPr lang="en-US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cs typeface="Arial" charset="0"/>
              </a:rPr>
              <a:t>Systemintegration</a:t>
            </a:r>
            <a:endParaRPr lang="en-US" dirty="0">
              <a:solidFill>
                <a:srgbClr val="0000FF"/>
              </a:solidFill>
              <a:cs typeface="Arial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cs typeface="Arial" charset="0"/>
              </a:rPr>
              <a:t>Bewertung</a:t>
            </a:r>
            <a:r>
              <a:rPr lang="en-US" dirty="0">
                <a:cs typeface="Arial" charset="0"/>
              </a:rPr>
              <a:t> von </a:t>
            </a:r>
            <a:r>
              <a:rPr lang="en-US" dirty="0" err="1">
                <a:solidFill>
                  <a:srgbClr val="0000FF"/>
                </a:solidFill>
                <a:cs typeface="Arial" charset="0"/>
              </a:rPr>
              <a:t>Entwurfsalternativen</a:t>
            </a:r>
            <a:endParaRPr lang="en-US" dirty="0">
              <a:solidFill>
                <a:srgbClr val="0000FF"/>
              </a:solidFill>
              <a:cs typeface="Arial" charset="0"/>
            </a:endParaRPr>
          </a:p>
          <a:p>
            <a:pPr marL="342000" indent="-342000"/>
            <a:endParaRPr lang="en-US" dirty="0"/>
          </a:p>
          <a:p>
            <a:pPr marL="342000" indent="-342000"/>
            <a:r>
              <a:rPr lang="en-US" dirty="0" err="1">
                <a:solidFill>
                  <a:srgbClr val="0000FF"/>
                </a:solidFill>
              </a:rPr>
              <a:t>SystemC</a:t>
            </a:r>
            <a:r>
              <a:rPr lang="en-US" dirty="0"/>
              <a:t>: </a:t>
            </a:r>
            <a:r>
              <a:rPr lang="en-US" dirty="0" err="1"/>
              <a:t>Modellierung</a:t>
            </a:r>
            <a:r>
              <a:rPr lang="en-US" dirty="0"/>
              <a:t> und Simulation von Hardware und Software</a:t>
            </a:r>
          </a:p>
          <a:p>
            <a:pPr marL="429313" lvl="1" indent="-342000"/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Menge</a:t>
            </a:r>
            <a:r>
              <a:rPr lang="en-US" dirty="0"/>
              <a:t> von </a:t>
            </a:r>
            <a:r>
              <a:rPr lang="en-US" dirty="0" err="1">
                <a:solidFill>
                  <a:srgbClr val="0000FF"/>
                </a:solidFill>
              </a:rPr>
              <a:t>kommunizierenden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dirty="0" err="1">
                <a:solidFill>
                  <a:srgbClr val="0000FF"/>
                </a:solidFill>
              </a:rPr>
              <a:t>nebenläufigen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Prozessen</a:t>
            </a:r>
            <a:endParaRPr lang="en-US" dirty="0">
              <a:solidFill>
                <a:srgbClr val="0000FF"/>
              </a:solidFill>
            </a:endParaRPr>
          </a:p>
          <a:p>
            <a:pPr marL="429313" lvl="1" indent="-342000"/>
            <a:r>
              <a:rPr lang="en-US" dirty="0" err="1">
                <a:solidFill>
                  <a:srgbClr val="0000FF"/>
                </a:solidFill>
              </a:rPr>
              <a:t>Ereignis-diskrete</a:t>
            </a:r>
            <a:r>
              <a:rPr lang="en-US" dirty="0">
                <a:solidFill>
                  <a:srgbClr val="0000FF"/>
                </a:solidFill>
              </a:rPr>
              <a:t> Simulation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i="1" dirty="0"/>
              <a:t>zero-delay</a:t>
            </a:r>
            <a:r>
              <a:rPr lang="en-US" dirty="0"/>
              <a:t> </a:t>
            </a:r>
            <a:r>
              <a:rPr lang="en-US" dirty="0" err="1"/>
              <a:t>Semantik</a:t>
            </a:r>
            <a:r>
              <a:rPr lang="en-US" dirty="0"/>
              <a:t> (</a:t>
            </a:r>
            <a:r>
              <a:rPr lang="el-GR" dirty="0">
                <a:latin typeface="Cambria" panose="02040503050406030204" pitchFamily="18" charset="0"/>
                <a:ea typeface="Cambria" panose="02040503050406030204" pitchFamily="18" charset="0"/>
              </a:rPr>
              <a:t>δ</a:t>
            </a:r>
            <a:r>
              <a:rPr lang="de-DE" dirty="0">
                <a:latin typeface="Cambria" panose="02040503050406030204" pitchFamily="18" charset="0"/>
                <a:ea typeface="Cambria" panose="02040503050406030204" pitchFamily="18" charset="0"/>
              </a:rPr>
              <a:t>-Zyklen)</a:t>
            </a:r>
            <a:endParaRPr lang="en-US" dirty="0"/>
          </a:p>
          <a:p>
            <a:pPr marL="429313" lvl="1" indent="-342000"/>
            <a:r>
              <a:rPr lang="en-US" i="1" dirty="0">
                <a:solidFill>
                  <a:srgbClr val="0000FF"/>
                </a:solidFill>
              </a:rPr>
              <a:t>request-update</a:t>
            </a:r>
            <a:r>
              <a:rPr lang="en-US" dirty="0"/>
              <a:t> Schema </a:t>
            </a:r>
            <a:r>
              <a:rPr lang="en-US" dirty="0" err="1"/>
              <a:t>für</a:t>
            </a:r>
            <a:r>
              <a:rPr lang="en-US" dirty="0"/>
              <a:t> Simulation von </a:t>
            </a:r>
            <a:r>
              <a:rPr lang="en-US" dirty="0" err="1"/>
              <a:t>Parallelität</a:t>
            </a:r>
            <a:endParaRPr lang="en-US" dirty="0"/>
          </a:p>
          <a:p>
            <a:pPr marL="429313" lvl="1" indent="-342000"/>
            <a:r>
              <a:rPr lang="en-US" dirty="0" err="1"/>
              <a:t>Verschiedene</a:t>
            </a:r>
            <a:r>
              <a:rPr lang="en-US" dirty="0"/>
              <a:t> </a:t>
            </a:r>
            <a:r>
              <a:rPr lang="en-US" dirty="0" err="1"/>
              <a:t>Abstraktionsebenen</a:t>
            </a:r>
            <a:r>
              <a:rPr lang="en-US" dirty="0"/>
              <a:t>, </a:t>
            </a:r>
            <a:r>
              <a:rPr lang="en-US" dirty="0" err="1"/>
              <a:t>verschiedene</a:t>
            </a:r>
            <a:r>
              <a:rPr lang="en-US" dirty="0"/>
              <a:t> </a:t>
            </a:r>
            <a:r>
              <a:rPr lang="en-US" i="1" dirty="0"/>
              <a:t>Models of Computation</a:t>
            </a:r>
          </a:p>
          <a:p>
            <a:pPr marL="429313" lvl="1" indent="-342000"/>
            <a:r>
              <a:rPr lang="en-US" dirty="0" err="1">
                <a:solidFill>
                  <a:srgbClr val="0000FF"/>
                </a:solidFill>
              </a:rPr>
              <a:t>Trennung</a:t>
            </a:r>
            <a:r>
              <a:rPr lang="en-US" dirty="0">
                <a:solidFill>
                  <a:srgbClr val="0000FF"/>
                </a:solidFill>
              </a:rPr>
              <a:t> von </a:t>
            </a:r>
            <a:r>
              <a:rPr lang="en-US" dirty="0" err="1">
                <a:solidFill>
                  <a:srgbClr val="0000FF"/>
                </a:solidFill>
              </a:rPr>
              <a:t>Kommunikation</a:t>
            </a:r>
            <a:r>
              <a:rPr lang="en-US" dirty="0">
                <a:solidFill>
                  <a:srgbClr val="0000FF"/>
                </a:solidFill>
              </a:rPr>
              <a:t> und </a:t>
            </a:r>
            <a:r>
              <a:rPr lang="en-US" dirty="0" err="1">
                <a:solidFill>
                  <a:srgbClr val="0000FF"/>
                </a:solidFill>
              </a:rPr>
              <a:t>Berechnung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68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87387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Literatur</a:t>
            </a:r>
            <a:endParaRPr lang="de-DE"/>
          </a:p>
        </p:txBody>
      </p:sp>
      <p:sp>
        <p:nvSpPr>
          <p:cNvPr id="38" name="Inhaltsplatzhalter 37"/>
          <p:cNvSpPr>
            <a:spLocks noGrp="1"/>
          </p:cNvSpPr>
          <p:nvPr>
            <p:ph idx="1"/>
          </p:nvPr>
        </p:nvSpPr>
        <p:spPr>
          <a:xfrm>
            <a:off x="352781" y="2558542"/>
            <a:ext cx="5323205" cy="1969770"/>
          </a:xfrm>
          <a:ln>
            <a:solidFill>
              <a:schemeClr val="bg1"/>
            </a:solidFill>
          </a:ln>
        </p:spPr>
        <p:txBody>
          <a:bodyPr/>
          <a:lstStyle/>
          <a:p>
            <a:pPr marL="342000" indent="-342000"/>
            <a:r>
              <a:rPr lang="en-US" dirty="0"/>
              <a:t>T. </a:t>
            </a:r>
            <a:r>
              <a:rPr lang="en-US" dirty="0" err="1"/>
              <a:t>Grötker</a:t>
            </a:r>
            <a:r>
              <a:rPr lang="en-US" dirty="0"/>
              <a:t>, S. Liao, G. Martin, S. Swan</a:t>
            </a:r>
            <a:br>
              <a:rPr lang="en-US" dirty="0"/>
            </a:br>
            <a:r>
              <a:rPr lang="en-US" dirty="0"/>
              <a:t>System Design with </a:t>
            </a:r>
            <a:r>
              <a:rPr lang="en-US" dirty="0" err="1"/>
              <a:t>SystemC</a:t>
            </a:r>
            <a:r>
              <a:rPr lang="en-US" dirty="0"/>
              <a:t>, </a:t>
            </a:r>
            <a:r>
              <a:rPr lang="en-US" dirty="0" err="1"/>
              <a:t>Kluwer</a:t>
            </a:r>
            <a:r>
              <a:rPr lang="en-US" dirty="0"/>
              <a:t>, 2002</a:t>
            </a:r>
          </a:p>
          <a:p>
            <a:pPr marL="342000" indent="-342000"/>
            <a:r>
              <a:rPr lang="en-US" dirty="0"/>
              <a:t>David C. Black, Jack Donovan</a:t>
            </a:r>
            <a:br>
              <a:rPr lang="en-US" dirty="0"/>
            </a:br>
            <a:r>
              <a:rPr lang="en-US" dirty="0" err="1"/>
              <a:t>SystemC</a:t>
            </a:r>
            <a:r>
              <a:rPr lang="en-US" dirty="0"/>
              <a:t>: From the Ground Up, </a:t>
            </a:r>
            <a:r>
              <a:rPr lang="en-US" dirty="0" err="1"/>
              <a:t>Kluwer</a:t>
            </a:r>
            <a:r>
              <a:rPr lang="en-US" dirty="0"/>
              <a:t>, 2004</a:t>
            </a:r>
          </a:p>
          <a:p>
            <a:pPr marL="342000" indent="-342000"/>
            <a:r>
              <a:rPr lang="en-US" dirty="0"/>
              <a:t>IEEE Standard </a:t>
            </a:r>
            <a:r>
              <a:rPr lang="en-US" dirty="0" err="1"/>
              <a:t>SystemC</a:t>
            </a:r>
            <a:r>
              <a:rPr lang="en-US" dirty="0"/>
              <a:t> Language Reference Manual, IEEE </a:t>
            </a:r>
            <a:r>
              <a:rPr lang="en-US" dirty="0" err="1"/>
              <a:t>Std</a:t>
            </a:r>
            <a:r>
              <a:rPr lang="en-US" dirty="0"/>
              <a:t> 1666-2011, 2011</a:t>
            </a:r>
            <a:endParaRPr lang="en-US" sz="2000" dirty="0"/>
          </a:p>
          <a:p>
            <a:pPr marL="342000" indent="-342000"/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161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2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249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69</a:t>
            </a:fld>
            <a:r>
              <a:rPr lang="de-DE"/>
              <a:t> </a:t>
            </a:r>
            <a:endParaRPr lang="de-D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11281</TotalTime>
  <Words>4788</Words>
  <Application>Microsoft Macintosh PowerPoint</Application>
  <PresentationFormat>Custom</PresentationFormat>
  <Paragraphs>899</Paragraphs>
  <Slides>69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1" baseType="lpstr">
      <vt:lpstr>Aptos</vt:lpstr>
      <vt:lpstr>Arial</vt:lpstr>
      <vt:lpstr>Calibri</vt:lpstr>
      <vt:lpstr>Cambria</vt:lpstr>
      <vt:lpstr>Courier New</vt:lpstr>
      <vt:lpstr>Meta  </vt:lpstr>
      <vt:lpstr>Meta Offc Pro</vt:lpstr>
      <vt:lpstr>Symbol</vt:lpstr>
      <vt:lpstr>Trebuchet MS</vt:lpstr>
      <vt:lpstr>Wingdings</vt:lpstr>
      <vt:lpstr>Wingdings 3</vt:lpstr>
      <vt:lpstr>Office Theme</vt:lpstr>
      <vt:lpstr>Embedded Systems Engineering  SystemC</vt:lpstr>
      <vt:lpstr>Überblick über die gesamte Vorlesung</vt:lpstr>
      <vt:lpstr>Überblick über die gesamte Vorlesung</vt:lpstr>
      <vt:lpstr>Übersicht</vt:lpstr>
      <vt:lpstr>Übersicht</vt:lpstr>
      <vt:lpstr>Entwurfsaufgaben</vt:lpstr>
      <vt:lpstr>Klassischer Design Flow</vt:lpstr>
      <vt:lpstr>Probleme</vt:lpstr>
      <vt:lpstr>Hardware/Software Co-Design</vt:lpstr>
      <vt:lpstr>Co-Design Flow   </vt:lpstr>
      <vt:lpstr>Co-Design Flow   </vt:lpstr>
      <vt:lpstr>Anforderungen an Systemmodelle</vt:lpstr>
      <vt:lpstr>Anforderungen an Systemmodelle</vt:lpstr>
      <vt:lpstr>SystemC: Idee</vt:lpstr>
      <vt:lpstr>SystemC: Entwurfsprozess</vt:lpstr>
      <vt:lpstr>Spracharchitektur</vt:lpstr>
      <vt:lpstr>Übersicht</vt:lpstr>
      <vt:lpstr>Sichten in SystemC</vt:lpstr>
      <vt:lpstr>Übersicht</vt:lpstr>
      <vt:lpstr>Module</vt:lpstr>
      <vt:lpstr>Modulbeispiel (1)</vt:lpstr>
      <vt:lpstr>Konstruktor</vt:lpstr>
      <vt:lpstr>Modulbeispiel (2)</vt:lpstr>
      <vt:lpstr>Module</vt:lpstr>
      <vt:lpstr>Kommunikation</vt:lpstr>
      <vt:lpstr>Ports, Channels und Interfaces</vt:lpstr>
      <vt:lpstr>Kommunikationskonzept</vt:lpstr>
      <vt:lpstr>Interfaces</vt:lpstr>
      <vt:lpstr>Ports</vt:lpstr>
      <vt:lpstr>Kanäle</vt:lpstr>
      <vt:lpstr>Modulkommunikation</vt:lpstr>
      <vt:lpstr>Hierarchische Kanäle</vt:lpstr>
      <vt:lpstr>Portbeispiel</vt:lpstr>
      <vt:lpstr>Primitive Kanäle</vt:lpstr>
      <vt:lpstr>Primitive Kanäle</vt:lpstr>
      <vt:lpstr>Übersicht</vt:lpstr>
      <vt:lpstr>Prozesse</vt:lpstr>
      <vt:lpstr>SC_METHOD</vt:lpstr>
      <vt:lpstr>SC_METHOD</vt:lpstr>
      <vt:lpstr>SC_THREAD</vt:lpstr>
      <vt:lpstr>SC_THREAD (Portänderung)</vt:lpstr>
      <vt:lpstr>SC_THREAD (mit Zeit)</vt:lpstr>
      <vt:lpstr>SC_THREAD (mit clock)</vt:lpstr>
      <vt:lpstr>Sensitivität</vt:lpstr>
      <vt:lpstr>Dynamische Sensitivität</vt:lpstr>
      <vt:lpstr>Dynamische Sensitivität</vt:lpstr>
      <vt:lpstr>Übersicht</vt:lpstr>
      <vt:lpstr>Ereignisse</vt:lpstr>
      <vt:lpstr>Scheduler</vt:lpstr>
      <vt:lpstr>Nebenläufigkeit</vt:lpstr>
      <vt:lpstr>Nebenläufigkeit</vt:lpstr>
      <vt:lpstr>Lösung: δ-Zyklen</vt:lpstr>
      <vt:lpstr>Simulationsablauf</vt:lpstr>
      <vt:lpstr>Simulationsablauf</vt:lpstr>
      <vt:lpstr>Zeit in SystemC</vt:lpstr>
      <vt:lpstr>Taktgeber</vt:lpstr>
      <vt:lpstr>Übersicht</vt:lpstr>
      <vt:lpstr>Systemkomposition</vt:lpstr>
      <vt:lpstr>Entwurf auf höchster Ebene</vt:lpstr>
      <vt:lpstr>Instanziierung und Bindung</vt:lpstr>
      <vt:lpstr>Übersicht</vt:lpstr>
      <vt:lpstr>Testbenches</vt:lpstr>
      <vt:lpstr>Testbenches</vt:lpstr>
      <vt:lpstr>Testbenches</vt:lpstr>
      <vt:lpstr>Sinnvolle Stimuli</vt:lpstr>
      <vt:lpstr>Tracing</vt:lpstr>
      <vt:lpstr>Tracing in SystemC</vt:lpstr>
      <vt:lpstr>Zusammenfassung</vt:lpstr>
      <vt:lpstr>Literatur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</dc:title>
  <dc:creator>Thomas Hupperich</dc:creator>
  <cp:lastModifiedBy>Schlesinger, Sebastian</cp:lastModifiedBy>
  <cp:revision>8</cp:revision>
  <dcterms:created xsi:type="dcterms:W3CDTF">2023-01-30T17:03:51Z</dcterms:created>
  <dcterms:modified xsi:type="dcterms:W3CDTF">2026-02-03T14:33:16Z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2023-01-30T00:00:00Z</vt:filetime>
  </property>
  <property fmtid="{D5CDD505-2E9C-101B-9397-08002B2CF9AE}" pid="3" name="Creator">
    <vt:lpwstr>Adobe Acrobat Pro (64-bit) 22.3.20314</vt:lpwstr>
  </property>
  <property fmtid="{D5CDD505-2E9C-101B-9397-08002B2CF9AE}" pid="4" name="LastSaved">
    <vt:filetime>2023-01-30T00:00:00Z</vt:filetime>
  </property>
  <property fmtid="{D5CDD505-2E9C-101B-9397-08002B2CF9AE}" pid="5" name="Producer">
    <vt:lpwstr>Adobe Acrobat Pro (64-bit) 22.3.20314</vt:lpwstr>
  </property>
</Properties>
</file>