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jpg"/>
  <Override PartName="/ppt/media/image5.jpg" ContentType="image/jp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6.jpg" ContentType="image/jpg"/>
  <Override PartName="/ppt/media/image8.jpg" ContentType="image/jpg"/>
  <Override PartName="/ppt/media/image9.jpg" ContentType="image/jpg"/>
  <Override PartName="/ppt/notesSlides/notesSlide3.xml" ContentType="application/vnd.openxmlformats-officedocument.presentationml.notesSlide+xml"/>
  <Override PartName="/ppt/media/image13.jpg" ContentType="image/jp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14.jpg" ContentType="image/jp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6"/>
  </p:notesMasterIdLst>
  <p:sldIdLst>
    <p:sldId id="785" r:id="rId2"/>
    <p:sldId id="504" r:id="rId3"/>
    <p:sldId id="790" r:id="rId4"/>
    <p:sldId id="259" r:id="rId5"/>
    <p:sldId id="797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405" r:id="rId14"/>
    <p:sldId id="457" r:id="rId15"/>
    <p:sldId id="272" r:id="rId16"/>
    <p:sldId id="796" r:id="rId17"/>
    <p:sldId id="804" r:id="rId18"/>
    <p:sldId id="294" r:id="rId19"/>
    <p:sldId id="805" r:id="rId20"/>
    <p:sldId id="803" r:id="rId21"/>
    <p:sldId id="299" r:id="rId22"/>
    <p:sldId id="461" r:id="rId23"/>
    <p:sldId id="786" r:id="rId24"/>
    <p:sldId id="273" r:id="rId25"/>
    <p:sldId id="798" r:id="rId26"/>
    <p:sldId id="338" r:id="rId27"/>
    <p:sldId id="391" r:id="rId28"/>
    <p:sldId id="369" r:id="rId29"/>
    <p:sldId id="390" r:id="rId30"/>
    <p:sldId id="447" r:id="rId31"/>
    <p:sldId id="799" r:id="rId32"/>
    <p:sldId id="392" r:id="rId33"/>
    <p:sldId id="261" r:id="rId34"/>
    <p:sldId id="370" r:id="rId35"/>
    <p:sldId id="281" r:id="rId36"/>
    <p:sldId id="282" r:id="rId37"/>
    <p:sldId id="283" r:id="rId38"/>
    <p:sldId id="284" r:id="rId39"/>
    <p:sldId id="285" r:id="rId40"/>
    <p:sldId id="460" r:id="rId41"/>
    <p:sldId id="477" r:id="rId42"/>
    <p:sldId id="404" r:id="rId43"/>
    <p:sldId id="394" r:id="rId44"/>
    <p:sldId id="260" r:id="rId45"/>
    <p:sldId id="787" r:id="rId46"/>
    <p:sldId id="289" r:id="rId47"/>
    <p:sldId id="290" r:id="rId48"/>
    <p:sldId id="293" r:id="rId49"/>
    <p:sldId id="275" r:id="rId50"/>
    <p:sldId id="342" r:id="rId51"/>
    <p:sldId id="305" r:id="rId52"/>
    <p:sldId id="278" r:id="rId53"/>
    <p:sldId id="327" r:id="rId54"/>
    <p:sldId id="280" r:id="rId55"/>
    <p:sldId id="279" r:id="rId56"/>
    <p:sldId id="455" r:id="rId57"/>
    <p:sldId id="471" r:id="rId58"/>
    <p:sldId id="416" r:id="rId59"/>
    <p:sldId id="398" r:id="rId60"/>
    <p:sldId id="399" r:id="rId61"/>
    <p:sldId id="485" r:id="rId62"/>
    <p:sldId id="486" r:id="rId63"/>
    <p:sldId id="400" r:id="rId64"/>
    <p:sldId id="792" r:id="rId65"/>
    <p:sldId id="791" r:id="rId66"/>
    <p:sldId id="793" r:id="rId67"/>
    <p:sldId id="487" r:id="rId68"/>
    <p:sldId id="489" r:id="rId69"/>
    <p:sldId id="490" r:id="rId70"/>
    <p:sldId id="491" r:id="rId71"/>
    <p:sldId id="492" r:id="rId72"/>
    <p:sldId id="453" r:id="rId73"/>
    <p:sldId id="472" r:id="rId74"/>
    <p:sldId id="401" r:id="rId75"/>
    <p:sldId id="788" r:id="rId76"/>
    <p:sldId id="470" r:id="rId77"/>
    <p:sldId id="393" r:id="rId78"/>
    <p:sldId id="295" r:id="rId79"/>
    <p:sldId id="482" r:id="rId80"/>
    <p:sldId id="296" r:id="rId81"/>
    <p:sldId id="479" r:id="rId82"/>
    <p:sldId id="484" r:id="rId83"/>
    <p:sldId id="800" r:id="rId84"/>
    <p:sldId id="801" r:id="rId85"/>
    <p:sldId id="802" r:id="rId86"/>
    <p:sldId id="395" r:id="rId87"/>
    <p:sldId id="494" r:id="rId88"/>
    <p:sldId id="495" r:id="rId89"/>
    <p:sldId id="435" r:id="rId90"/>
    <p:sldId id="794" r:id="rId91"/>
    <p:sldId id="795" r:id="rId92"/>
    <p:sldId id="789" r:id="rId93"/>
    <p:sldId id="496" r:id="rId94"/>
    <p:sldId id="274" r:id="rId95"/>
  </p:sldIdLst>
  <p:sldSz cx="12204700" cy="6858000"/>
  <p:notesSz cx="122047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899BE8-315C-0748-95A6-C5F773703424}" v="2035" dt="2026-02-11T15:42:11.29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29"/>
    <p:restoredTop sz="94499"/>
  </p:normalViewPr>
  <p:slideViewPr>
    <p:cSldViewPr snapToGrid="0">
      <p:cViewPr varScale="1">
        <p:scale>
          <a:sx n="118" d="100"/>
          <a:sy n="118" d="100"/>
        </p:scale>
        <p:origin x="1056" y="19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microsoft.com/office/2015/10/relationships/revisionInfo" Target="revisionInfo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10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lesinger, Sebastian" userId="d814e6c9-e9fb-4b77-84f7-ccd8aa3529bb" providerId="ADAL" clId="{814D90CD-D400-5612-B49E-CD4DF6BF7C8B}"/>
    <pc:docChg chg="undo custSel addSld delSld modSld sldOrd">
      <pc:chgData name="Schlesinger, Sebastian" userId="d814e6c9-e9fb-4b77-84f7-ccd8aa3529bb" providerId="ADAL" clId="{814D90CD-D400-5612-B49E-CD4DF6BF7C8B}" dt="2026-02-11T15:42:11.296" v="9230" actId="12"/>
      <pc:docMkLst>
        <pc:docMk/>
      </pc:docMkLst>
      <pc:sldChg chg="delSp modSp add mod ord">
        <pc:chgData name="Schlesinger, Sebastian" userId="d814e6c9-e9fb-4b77-84f7-ccd8aa3529bb" providerId="ADAL" clId="{814D90CD-D400-5612-B49E-CD4DF6BF7C8B}" dt="2026-02-07T11:21:21.376" v="7148" actId="1076"/>
        <pc:sldMkLst>
          <pc:docMk/>
          <pc:sldMk cId="0" sldId="259"/>
        </pc:sldMkLst>
        <pc:spChg chg="mod">
          <ac:chgData name="Schlesinger, Sebastian" userId="d814e6c9-e9fb-4b77-84f7-ccd8aa3529bb" providerId="ADAL" clId="{814D90CD-D400-5612-B49E-CD4DF6BF7C8B}" dt="2026-02-07T11:21:21.376" v="7148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21:14.226" v="7145" actId="1076"/>
          <ac:spMkLst>
            <pc:docMk/>
            <pc:sldMk cId="0" sldId="259"/>
            <ac:spMk id="3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7T11:21:18.710" v="7147" actId="1076"/>
          <ac:picMkLst>
            <pc:docMk/>
            <pc:sldMk cId="0" sldId="259"/>
            <ac:picMk id="4" creationId="{00000000-0000-0000-0000-000000000000}"/>
          </ac:picMkLst>
        </pc:picChg>
      </pc:sldChg>
      <pc:sldChg chg="modSp add mod modAnim">
        <pc:chgData name="Schlesinger, Sebastian" userId="d814e6c9-e9fb-4b77-84f7-ccd8aa3529bb" providerId="ADAL" clId="{814D90CD-D400-5612-B49E-CD4DF6BF7C8B}" dt="2026-01-27T13:40:29.123" v="3132" actId="20577"/>
        <pc:sldMkLst>
          <pc:docMk/>
          <pc:sldMk cId="0" sldId="260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260"/>
            <ac:spMk id="409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260"/>
            <ac:spMk id="410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39:55.437" v="3124" actId="14100"/>
          <ac:spMkLst>
            <pc:docMk/>
            <pc:sldMk cId="0" sldId="260"/>
            <ac:spMk id="410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40:29.123" v="3132" actId="20577"/>
          <ac:spMkLst>
            <pc:docMk/>
            <pc:sldMk cId="0" sldId="260"/>
            <ac:spMk id="4102" creationId="{00000000-0000-0000-0000-000000000000}"/>
          </ac:spMkLst>
        </pc:spChg>
        <pc:graphicFrameChg chg="mod modGraphic">
          <ac:chgData name="Schlesinger, Sebastian" userId="d814e6c9-e9fb-4b77-84f7-ccd8aa3529bb" providerId="ADAL" clId="{814D90CD-D400-5612-B49E-CD4DF6BF7C8B}" dt="2026-01-27T13:40:25.338" v="3131" actId="20577"/>
          <ac:graphicFrameMkLst>
            <pc:docMk/>
            <pc:sldMk cId="0" sldId="260"/>
            <ac:graphicFrameMk id="7" creationId="{00000000-0000-0000-0000-000000000000}"/>
          </ac:graphicFrameMkLst>
        </pc:graphicFrameChg>
      </pc:sldChg>
      <pc:sldChg chg="modSp add mod modAnim">
        <pc:chgData name="Schlesinger, Sebastian" userId="d814e6c9-e9fb-4b77-84f7-ccd8aa3529bb" providerId="ADAL" clId="{814D90CD-D400-5612-B49E-CD4DF6BF7C8B}" dt="2026-02-07T11:57:33.937" v="7503" actId="108"/>
        <pc:sldMkLst>
          <pc:docMk/>
          <pc:sldMk cId="0" sldId="261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261"/>
            <ac:spMk id="614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261"/>
            <ac:spMk id="614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36:50.679" v="7333" actId="20577"/>
          <ac:spMkLst>
            <pc:docMk/>
            <pc:sldMk cId="0" sldId="261"/>
            <ac:spMk id="614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57:33.937" v="7503" actId="108"/>
          <ac:spMkLst>
            <pc:docMk/>
            <pc:sldMk cId="0" sldId="261"/>
            <ac:spMk id="6150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1:24:14.516" v="7187" actId="14100"/>
        <pc:sldMkLst>
          <pc:docMk/>
          <pc:sldMk cId="0" sldId="262"/>
        </pc:sldMkLst>
        <pc:spChg chg="mod">
          <ac:chgData name="Schlesinger, Sebastian" userId="d814e6c9-e9fb-4b77-84f7-ccd8aa3529bb" providerId="ADAL" clId="{814D90CD-D400-5612-B49E-CD4DF6BF7C8B}" dt="2026-02-07T11:22:12.674" v="7163" actId="14100"/>
          <ac:spMkLst>
            <pc:docMk/>
            <pc:sldMk cId="0" sldId="262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24:14.516" v="7187" actId="14100"/>
          <ac:spMkLst>
            <pc:docMk/>
            <pc:sldMk cId="0" sldId="262"/>
            <ac:spMk id="3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1:23:50.743" v="7183" actId="14100"/>
        <pc:sldMkLst>
          <pc:docMk/>
          <pc:sldMk cId="0" sldId="263"/>
        </pc:sldMkLst>
        <pc:spChg chg="mod">
          <ac:chgData name="Schlesinger, Sebastian" userId="d814e6c9-e9fb-4b77-84f7-ccd8aa3529bb" providerId="ADAL" clId="{814D90CD-D400-5612-B49E-CD4DF6BF7C8B}" dt="2026-02-07T11:23:50.743" v="7183" actId="14100"/>
          <ac:spMkLst>
            <pc:docMk/>
            <pc:sldMk cId="0" sldId="263"/>
            <ac:spMk id="3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1:24:56.585" v="7196" actId="14100"/>
        <pc:sldMkLst>
          <pc:docMk/>
          <pc:sldMk cId="0" sldId="264"/>
        </pc:sldMkLst>
        <pc:spChg chg="mod">
          <ac:chgData name="Schlesinger, Sebastian" userId="d814e6c9-e9fb-4b77-84f7-ccd8aa3529bb" providerId="ADAL" clId="{814D90CD-D400-5612-B49E-CD4DF6BF7C8B}" dt="2026-02-07T11:24:27.579" v="7190" actId="14100"/>
          <ac:spMkLst>
            <pc:docMk/>
            <pc:sldMk cId="0" sldId="264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24:56.585" v="7196" actId="14100"/>
          <ac:spMkLst>
            <pc:docMk/>
            <pc:sldMk cId="0" sldId="264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24:49.526" v="7194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24:49.526" v="7194" actId="1076"/>
          <ac:spMkLst>
            <pc:docMk/>
            <pc:sldMk cId="0" sldId="264"/>
            <ac:spMk id="8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1:25:35.593" v="7212" actId="14100"/>
        <pc:sldMkLst>
          <pc:docMk/>
          <pc:sldMk cId="0" sldId="265"/>
        </pc:sldMkLst>
        <pc:spChg chg="mod">
          <ac:chgData name="Schlesinger, Sebastian" userId="d814e6c9-e9fb-4b77-84f7-ccd8aa3529bb" providerId="ADAL" clId="{814D90CD-D400-5612-B49E-CD4DF6BF7C8B}" dt="2026-02-07T11:25:20.336" v="7208" actId="20577"/>
          <ac:spMkLst>
            <pc:docMk/>
            <pc:sldMk cId="0" sldId="265"/>
            <ac:spMk id="2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7T11:25:35.593" v="7212" actId="14100"/>
          <ac:picMkLst>
            <pc:docMk/>
            <pc:sldMk cId="0" sldId="265"/>
            <ac:picMk id="3" creationId="{00000000-0000-0000-0000-000000000000}"/>
          </ac:picMkLst>
        </pc:picChg>
      </pc:sldChg>
      <pc:sldChg chg="delSp modSp add mod">
        <pc:chgData name="Schlesinger, Sebastian" userId="d814e6c9-e9fb-4b77-84f7-ccd8aa3529bb" providerId="ADAL" clId="{814D90CD-D400-5612-B49E-CD4DF6BF7C8B}" dt="2026-02-07T11:26:40.376" v="7223" actId="20577"/>
        <pc:sldMkLst>
          <pc:docMk/>
          <pc:sldMk cId="0" sldId="266"/>
        </pc:sldMkLst>
        <pc:spChg chg="mod">
          <ac:chgData name="Schlesinger, Sebastian" userId="d814e6c9-e9fb-4b77-84f7-ccd8aa3529bb" providerId="ADAL" clId="{814D90CD-D400-5612-B49E-CD4DF6BF7C8B}" dt="2026-02-07T11:26:09.845" v="7215" actId="14100"/>
          <ac:spMkLst>
            <pc:docMk/>
            <pc:sldMk cId="0" sldId="266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26:40.376" v="7223" actId="20577"/>
          <ac:spMkLst>
            <pc:docMk/>
            <pc:sldMk cId="0" sldId="266"/>
            <ac:spMk id="3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1:29:52.227" v="7228" actId="14100"/>
        <pc:sldMkLst>
          <pc:docMk/>
          <pc:sldMk cId="0" sldId="267"/>
        </pc:sldMkLst>
        <pc:spChg chg="mod">
          <ac:chgData name="Schlesinger, Sebastian" userId="d814e6c9-e9fb-4b77-84f7-ccd8aa3529bb" providerId="ADAL" clId="{814D90CD-D400-5612-B49E-CD4DF6BF7C8B}" dt="2026-02-07T11:29:49.823" v="7227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29:52.227" v="7228" actId="14100"/>
          <ac:spMkLst>
            <pc:docMk/>
            <pc:sldMk cId="0" sldId="267"/>
            <ac:spMk id="3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1:30:24.342" v="7233" actId="1076"/>
        <pc:sldMkLst>
          <pc:docMk/>
          <pc:sldMk cId="0" sldId="268"/>
        </pc:sldMkLst>
        <pc:spChg chg="mod">
          <ac:chgData name="Schlesinger, Sebastian" userId="d814e6c9-e9fb-4b77-84f7-ccd8aa3529bb" providerId="ADAL" clId="{814D90CD-D400-5612-B49E-CD4DF6BF7C8B}" dt="2026-02-07T11:30:24.342" v="7233" actId="1076"/>
          <ac:spMkLst>
            <pc:docMk/>
            <pc:sldMk cId="0" sldId="268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30:07.527" v="7232" actId="14100"/>
          <ac:spMkLst>
            <pc:docMk/>
            <pc:sldMk cId="0" sldId="268"/>
            <ac:spMk id="3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9T16:30:46.108" v="9205" actId="1076"/>
        <pc:sldMkLst>
          <pc:docMk/>
          <pc:sldMk cId="0" sldId="272"/>
        </pc:sldMkLst>
        <pc:spChg chg="mod">
          <ac:chgData name="Schlesinger, Sebastian" userId="d814e6c9-e9fb-4b77-84f7-ccd8aa3529bb" providerId="ADAL" clId="{814D90CD-D400-5612-B49E-CD4DF6BF7C8B}" dt="2026-02-09T16:29:57.093" v="9199" actId="14100"/>
          <ac:spMkLst>
            <pc:docMk/>
            <pc:sldMk cId="0" sldId="272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16:29:59.776" v="9200" actId="1076"/>
          <ac:spMkLst>
            <pc:docMk/>
            <pc:sldMk cId="0" sldId="272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16:30:46.108" v="9205" actId="1076"/>
          <ac:spMkLst>
            <pc:docMk/>
            <pc:sldMk cId="0" sldId="272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16:30:46.108" v="9205" actId="10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16:30:46.108" v="9205" actId="1076"/>
          <ac:spMkLst>
            <pc:docMk/>
            <pc:sldMk cId="0" sldId="272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16:30:42.459" v="9204" actId="1076"/>
          <ac:spMkLst>
            <pc:docMk/>
            <pc:sldMk cId="0" sldId="272"/>
            <ac:spMk id="10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9T16:30:42.459" v="9204" actId="1076"/>
          <ac:grpSpMkLst>
            <pc:docMk/>
            <pc:sldMk cId="0" sldId="272"/>
            <ac:grpSpMk id="7" creationId="{00000000-0000-0000-0000-000000000000}"/>
          </ac:grpSpMkLst>
        </pc:grpChg>
        <pc:grpChg chg="mod">
          <ac:chgData name="Schlesinger, Sebastian" userId="d814e6c9-e9fb-4b77-84f7-ccd8aa3529bb" providerId="ADAL" clId="{814D90CD-D400-5612-B49E-CD4DF6BF7C8B}" dt="2026-02-09T16:30:42.459" v="9204" actId="1076"/>
          <ac:grpSpMkLst>
            <pc:docMk/>
            <pc:sldMk cId="0" sldId="272"/>
            <ac:grpSpMk id="11" creationId="{00000000-0000-0000-0000-000000000000}"/>
          </ac:grpSpMkLst>
        </pc:grpChg>
      </pc:sldChg>
      <pc:sldChg chg="delSp modSp add mod">
        <pc:chgData name="Schlesinger, Sebastian" userId="d814e6c9-e9fb-4b77-84f7-ccd8aa3529bb" providerId="ADAL" clId="{814D90CD-D400-5612-B49E-CD4DF6BF7C8B}" dt="2026-02-07T11:33:55.124" v="7275" actId="1076"/>
        <pc:sldMkLst>
          <pc:docMk/>
          <pc:sldMk cId="0" sldId="273"/>
        </pc:sldMkLst>
        <pc:spChg chg="mod">
          <ac:chgData name="Schlesinger, Sebastian" userId="d814e6c9-e9fb-4b77-84f7-ccd8aa3529bb" providerId="ADAL" clId="{814D90CD-D400-5612-B49E-CD4DF6BF7C8B}" dt="2026-02-07T11:33:49.530" v="7273" actId="1076"/>
          <ac:spMkLst>
            <pc:docMk/>
            <pc:sldMk cId="0" sldId="27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33:55.124" v="7275" actId="1076"/>
          <ac:spMkLst>
            <pc:docMk/>
            <pc:sldMk cId="0" sldId="273"/>
            <ac:spMk id="3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9:58:18.286" v="3425" actId="1036"/>
        <pc:sldMkLst>
          <pc:docMk/>
          <pc:sldMk cId="0" sldId="274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274"/>
            <ac:spMk id="5222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274"/>
            <ac:spMk id="5222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9:58:18.286" v="3425" actId="1036"/>
          <ac:spMkLst>
            <pc:docMk/>
            <pc:sldMk cId="0" sldId="274"/>
            <ac:spMk id="52230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3:53:40.251" v="3150" actId="12"/>
        <pc:sldMkLst>
          <pc:docMk/>
          <pc:sldMk cId="0" sldId="275"/>
        </pc:sldMkLst>
        <pc:spChg chg="mod">
          <ac:chgData name="Schlesinger, Sebastian" userId="d814e6c9-e9fb-4b77-84f7-ccd8aa3529bb" providerId="ADAL" clId="{814D90CD-D400-5612-B49E-CD4DF6BF7C8B}" dt="2026-01-27T13:53:31.898" v="3149" actId="1076"/>
          <ac:spMkLst>
            <pc:docMk/>
            <pc:sldMk cId="0" sldId="275"/>
            <ac:spMk id="5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31.898" v="3149" actId="1076"/>
          <ac:spMkLst>
            <pc:docMk/>
            <pc:sldMk cId="0" sldId="275"/>
            <ac:spMk id="6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31.898" v="3149" actId="1076"/>
          <ac:spMkLst>
            <pc:docMk/>
            <pc:sldMk cId="0" sldId="275"/>
            <ac:spMk id="6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31.898" v="3149" actId="1076"/>
          <ac:spMkLst>
            <pc:docMk/>
            <pc:sldMk cId="0" sldId="275"/>
            <ac:spMk id="7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31.898" v="3149" actId="1076"/>
          <ac:spMkLst>
            <pc:docMk/>
            <pc:sldMk cId="0" sldId="275"/>
            <ac:spMk id="7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31.898" v="3149" actId="1076"/>
          <ac:spMkLst>
            <pc:docMk/>
            <pc:sldMk cId="0" sldId="275"/>
            <ac:spMk id="7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31.898" v="3149" actId="1076"/>
          <ac:spMkLst>
            <pc:docMk/>
            <pc:sldMk cId="0" sldId="275"/>
            <ac:spMk id="8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31.898" v="3149" actId="1076"/>
          <ac:spMkLst>
            <pc:docMk/>
            <pc:sldMk cId="0" sldId="275"/>
            <ac:spMk id="8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31.898" v="3149" actId="1076"/>
          <ac:spMkLst>
            <pc:docMk/>
            <pc:sldMk cId="0" sldId="275"/>
            <ac:spMk id="9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31.898" v="3149" actId="1076"/>
          <ac:spMkLst>
            <pc:docMk/>
            <pc:sldMk cId="0" sldId="275"/>
            <ac:spMk id="9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275"/>
            <ac:spMk id="2867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275"/>
            <ac:spMk id="2867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40:59.250" v="3137" actId="14100"/>
          <ac:spMkLst>
            <pc:docMk/>
            <pc:sldMk cId="0" sldId="275"/>
            <ac:spMk id="2867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40.251" v="3150" actId="12"/>
          <ac:spMkLst>
            <pc:docMk/>
            <pc:sldMk cId="0" sldId="275"/>
            <ac:spMk id="28678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3:55:18.192" v="3167" actId="255"/>
        <pc:sldMkLst>
          <pc:docMk/>
          <pc:sldMk cId="0" sldId="278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278"/>
            <ac:spMk id="4403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278"/>
            <ac:spMk id="4403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18.192" v="3167" actId="255"/>
          <ac:spMkLst>
            <pc:docMk/>
            <pc:sldMk cId="0" sldId="278"/>
            <ac:spMk id="4403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04.349" v="3165" actId="1076"/>
          <ac:spMkLst>
            <pc:docMk/>
            <pc:sldMk cId="0" sldId="278"/>
            <ac:spMk id="4404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04.349" v="3165" actId="1076"/>
          <ac:spMkLst>
            <pc:docMk/>
            <pc:sldMk cId="0" sldId="278"/>
            <ac:spMk id="4404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04.349" v="3165" actId="1076"/>
          <ac:spMkLst>
            <pc:docMk/>
            <pc:sldMk cId="0" sldId="278"/>
            <ac:spMk id="4404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04.349" v="3165" actId="1076"/>
          <ac:spMkLst>
            <pc:docMk/>
            <pc:sldMk cId="0" sldId="278"/>
            <ac:spMk id="4404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04.349" v="3165" actId="1076"/>
          <ac:spMkLst>
            <pc:docMk/>
            <pc:sldMk cId="0" sldId="278"/>
            <ac:spMk id="4404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04.349" v="3165" actId="1076"/>
          <ac:spMkLst>
            <pc:docMk/>
            <pc:sldMk cId="0" sldId="278"/>
            <ac:spMk id="4405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04.349" v="3165" actId="1076"/>
          <ac:spMkLst>
            <pc:docMk/>
            <pc:sldMk cId="0" sldId="278"/>
            <ac:spMk id="4405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04.349" v="3165" actId="1076"/>
          <ac:spMkLst>
            <pc:docMk/>
            <pc:sldMk cId="0" sldId="278"/>
            <ac:spMk id="4405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04.349" v="3165" actId="1076"/>
          <ac:spMkLst>
            <pc:docMk/>
            <pc:sldMk cId="0" sldId="278"/>
            <ac:spMk id="4406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04.349" v="3165" actId="1076"/>
          <ac:spMkLst>
            <pc:docMk/>
            <pc:sldMk cId="0" sldId="278"/>
            <ac:spMk id="44063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3:56:57.975" v="3188" actId="1076"/>
        <pc:sldMkLst>
          <pc:docMk/>
          <pc:sldMk cId="0" sldId="279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279"/>
            <ac:spMk id="5017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279"/>
            <ac:spMk id="5018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6:35.178" v="3183" actId="1076"/>
          <ac:spMkLst>
            <pc:docMk/>
            <pc:sldMk cId="0" sldId="279"/>
            <ac:spMk id="5018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6:57.975" v="3188" actId="1076"/>
          <ac:spMkLst>
            <pc:docMk/>
            <pc:sldMk cId="0" sldId="279"/>
            <ac:spMk id="50182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3:56:25.009" v="3181" actId="1076"/>
        <pc:sldMkLst>
          <pc:docMk/>
          <pc:sldMk cId="0" sldId="280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280"/>
            <ac:spMk id="4915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280"/>
            <ac:spMk id="4915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6:25.009" v="3181" actId="1076"/>
          <ac:spMkLst>
            <pc:docMk/>
            <pc:sldMk cId="0" sldId="280"/>
            <ac:spMk id="49158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2:00:53.525" v="7521" actId="14100"/>
        <pc:sldMkLst>
          <pc:docMk/>
          <pc:sldMk cId="0" sldId="281"/>
        </pc:sldMkLst>
        <pc:spChg chg="mod">
          <ac:chgData name="Schlesinger, Sebastian" userId="d814e6c9-e9fb-4b77-84f7-ccd8aa3529bb" providerId="ADAL" clId="{814D90CD-D400-5612-B49E-CD4DF6BF7C8B}" dt="2026-02-07T12:00:41.425" v="7517" actId="14100"/>
          <ac:spMkLst>
            <pc:docMk/>
            <pc:sldMk cId="0" sldId="281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0:53.525" v="7521" actId="14100"/>
          <ac:spMkLst>
            <pc:docMk/>
            <pc:sldMk cId="0" sldId="281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0:53.525" v="7521" actId="14100"/>
          <ac:spMkLst>
            <pc:docMk/>
            <pc:sldMk cId="0" sldId="281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0:53.525" v="7521" actId="14100"/>
          <ac:spMkLst>
            <pc:docMk/>
            <pc:sldMk cId="0" sldId="281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0:53.525" v="7521" actId="14100"/>
          <ac:spMkLst>
            <pc:docMk/>
            <pc:sldMk cId="0" sldId="281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0:53.525" v="7521" actId="14100"/>
          <ac:spMkLst>
            <pc:docMk/>
            <pc:sldMk cId="0" sldId="281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0:53.525" v="7521" actId="14100"/>
          <ac:spMkLst>
            <pc:docMk/>
            <pc:sldMk cId="0" sldId="281"/>
            <ac:spMk id="10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7T12:00:53.525" v="7521" actId="14100"/>
          <ac:picMkLst>
            <pc:docMk/>
            <pc:sldMk cId="0" sldId="281"/>
            <ac:picMk id="7" creationId="{00000000-0000-0000-0000-000000000000}"/>
          </ac:picMkLst>
        </pc:picChg>
        <pc:picChg chg="mod">
          <ac:chgData name="Schlesinger, Sebastian" userId="d814e6c9-e9fb-4b77-84f7-ccd8aa3529bb" providerId="ADAL" clId="{814D90CD-D400-5612-B49E-CD4DF6BF7C8B}" dt="2026-02-07T12:00:53.525" v="7521" actId="14100"/>
          <ac:picMkLst>
            <pc:docMk/>
            <pc:sldMk cId="0" sldId="281"/>
            <ac:picMk id="9" creationId="{00000000-0000-0000-0000-000000000000}"/>
          </ac:picMkLst>
        </pc:picChg>
      </pc:sldChg>
      <pc:sldChg chg="delSp modSp add mod">
        <pc:chgData name="Schlesinger, Sebastian" userId="d814e6c9-e9fb-4b77-84f7-ccd8aa3529bb" providerId="ADAL" clId="{814D90CD-D400-5612-B49E-CD4DF6BF7C8B}" dt="2026-02-07T12:00:25.482" v="7515" actId="478"/>
        <pc:sldMkLst>
          <pc:docMk/>
          <pc:sldMk cId="0" sldId="282"/>
        </pc:sldMkLst>
        <pc:spChg chg="mod">
          <ac:chgData name="Schlesinger, Sebastian" userId="d814e6c9-e9fb-4b77-84f7-ccd8aa3529bb" providerId="ADAL" clId="{814D90CD-D400-5612-B49E-CD4DF6BF7C8B}" dt="2026-02-07T12:00:23.059" v="7514" actId="14100"/>
          <ac:spMkLst>
            <pc:docMk/>
            <pc:sldMk cId="0" sldId="282"/>
            <ac:spMk id="2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2:01:08.776" v="7525" actId="478"/>
        <pc:sldMkLst>
          <pc:docMk/>
          <pc:sldMk cId="0" sldId="283"/>
        </pc:sldMkLst>
        <pc:spChg chg="mod">
          <ac:chgData name="Schlesinger, Sebastian" userId="d814e6c9-e9fb-4b77-84f7-ccd8aa3529bb" providerId="ADAL" clId="{814D90CD-D400-5612-B49E-CD4DF6BF7C8B}" dt="2026-02-07T12:01:03.841" v="7523" actId="14100"/>
          <ac:spMkLst>
            <pc:docMk/>
            <pc:sldMk cId="0" sldId="283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1:06.308" v="7524" actId="1076"/>
          <ac:spMkLst>
            <pc:docMk/>
            <pc:sldMk cId="0" sldId="283"/>
            <ac:spMk id="4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2:01:30.510" v="7529" actId="478"/>
        <pc:sldMkLst>
          <pc:docMk/>
          <pc:sldMk cId="0" sldId="284"/>
        </pc:sldMkLst>
        <pc:spChg chg="mod">
          <ac:chgData name="Schlesinger, Sebastian" userId="d814e6c9-e9fb-4b77-84f7-ccd8aa3529bb" providerId="ADAL" clId="{814D90CD-D400-5612-B49E-CD4DF6BF7C8B}" dt="2026-02-07T12:01:25.291" v="7526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1:29.057" v="7528" actId="1076"/>
          <ac:spMkLst>
            <pc:docMk/>
            <pc:sldMk cId="0" sldId="284"/>
            <ac:spMk id="3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2:01:39.365" v="7532" actId="478"/>
        <pc:sldMkLst>
          <pc:docMk/>
          <pc:sldMk cId="0" sldId="285"/>
        </pc:sldMkLst>
        <pc:spChg chg="mod">
          <ac:chgData name="Schlesinger, Sebastian" userId="d814e6c9-e9fb-4b77-84f7-ccd8aa3529bb" providerId="ADAL" clId="{814D90CD-D400-5612-B49E-CD4DF6BF7C8B}" dt="2026-02-07T12:01:34.542" v="7530" actId="1076"/>
          <ac:spMkLst>
            <pc:docMk/>
            <pc:sldMk cId="0" sldId="285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1:37.557" v="7531" actId="1076"/>
          <ac:spMkLst>
            <pc:docMk/>
            <pc:sldMk cId="0" sldId="285"/>
            <ac:spMk id="3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9T16:32:15.692" v="9214" actId="1076"/>
        <pc:sldMkLst>
          <pc:docMk/>
          <pc:sldMk cId="0" sldId="289"/>
        </pc:sldMkLst>
        <pc:spChg chg="mod">
          <ac:chgData name="Schlesinger, Sebastian" userId="d814e6c9-e9fb-4b77-84f7-ccd8aa3529bb" providerId="ADAL" clId="{814D90CD-D400-5612-B49E-CD4DF6BF7C8B}" dt="2026-02-09T16:31:55.559" v="9208" actId="14100"/>
          <ac:spMkLst>
            <pc:docMk/>
            <pc:sldMk cId="0" sldId="289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16:32:15.692" v="9214" actId="1076"/>
          <ac:spMkLst>
            <pc:docMk/>
            <pc:sldMk cId="0" sldId="289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16:32:15.692" v="9214" actId="1076"/>
          <ac:spMkLst>
            <pc:docMk/>
            <pc:sldMk cId="0" sldId="289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16:32:15.692" v="9214" actId="1076"/>
          <ac:spMkLst>
            <pc:docMk/>
            <pc:sldMk cId="0" sldId="289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16:32:15.692" v="9214" actId="1076"/>
          <ac:spMkLst>
            <pc:docMk/>
            <pc:sldMk cId="0" sldId="289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16:32:15.692" v="9214" actId="1076"/>
          <ac:spMkLst>
            <pc:docMk/>
            <pc:sldMk cId="0" sldId="289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16:32:15.692" v="9214" actId="1076"/>
          <ac:spMkLst>
            <pc:docMk/>
            <pc:sldMk cId="0" sldId="289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16:32:15.692" v="9214" actId="1076"/>
          <ac:spMkLst>
            <pc:docMk/>
            <pc:sldMk cId="0" sldId="289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16:32:15.692" v="9214" actId="1076"/>
          <ac:spMkLst>
            <pc:docMk/>
            <pc:sldMk cId="0" sldId="289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16:32:15.692" v="9214" actId="1076"/>
          <ac:spMkLst>
            <pc:docMk/>
            <pc:sldMk cId="0" sldId="289"/>
            <ac:spMk id="1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16:32:15.692" v="9214" actId="1076"/>
          <ac:spMkLst>
            <pc:docMk/>
            <pc:sldMk cId="0" sldId="289"/>
            <ac:spMk id="13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9T16:32:02.759" v="9211" actId="14100"/>
          <ac:picMkLst>
            <pc:docMk/>
            <pc:sldMk cId="0" sldId="289"/>
            <ac:picMk id="3" creationId="{00000000-0000-0000-0000-000000000000}"/>
          </ac:picMkLst>
        </pc:picChg>
      </pc:sldChg>
      <pc:sldChg chg="delSp modSp add mod">
        <pc:chgData name="Schlesinger, Sebastian" userId="d814e6c9-e9fb-4b77-84f7-ccd8aa3529bb" providerId="ADAL" clId="{814D90CD-D400-5612-B49E-CD4DF6BF7C8B}" dt="2026-02-09T16:33:10.727" v="9228" actId="403"/>
        <pc:sldMkLst>
          <pc:docMk/>
          <pc:sldMk cId="0" sldId="290"/>
        </pc:sldMkLst>
        <pc:spChg chg="mod">
          <ac:chgData name="Schlesinger, Sebastian" userId="d814e6c9-e9fb-4b77-84f7-ccd8aa3529bb" providerId="ADAL" clId="{814D90CD-D400-5612-B49E-CD4DF6BF7C8B}" dt="2026-02-09T16:32:24.666" v="9216" actId="14100"/>
          <ac:spMkLst>
            <pc:docMk/>
            <pc:sldMk cId="0" sldId="290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9T16:32:59.719" v="9226" actId="404"/>
          <ac:spMkLst>
            <pc:docMk/>
            <pc:sldMk cId="0" sldId="290"/>
            <ac:spMk id="3" creationId="{00000000-0000-0000-0000-000000000000}"/>
          </ac:spMkLst>
        </pc:spChg>
        <pc:graphicFrameChg chg="mod modGraphic">
          <ac:chgData name="Schlesinger, Sebastian" userId="d814e6c9-e9fb-4b77-84f7-ccd8aa3529bb" providerId="ADAL" clId="{814D90CD-D400-5612-B49E-CD4DF6BF7C8B}" dt="2026-02-09T16:33:10.727" v="9228" actId="403"/>
          <ac:graphicFrameMkLst>
            <pc:docMk/>
            <pc:sldMk cId="0" sldId="290"/>
            <ac:graphicFrameMk id="4" creationId="{00000000-0000-0000-0000-000000000000}"/>
          </ac:graphicFrameMkLst>
        </pc:graphicFrameChg>
      </pc:sldChg>
      <pc:sldChg chg="delSp modSp add mod">
        <pc:chgData name="Schlesinger, Sebastian" userId="d814e6c9-e9fb-4b77-84f7-ccd8aa3529bb" providerId="ADAL" clId="{814D90CD-D400-5612-B49E-CD4DF6BF7C8B}" dt="2026-02-07T12:06:19.428" v="7566" actId="121"/>
        <pc:sldMkLst>
          <pc:docMk/>
          <pc:sldMk cId="0" sldId="293"/>
        </pc:sldMkLst>
        <pc:spChg chg="mod">
          <ac:chgData name="Schlesinger, Sebastian" userId="d814e6c9-e9fb-4b77-84f7-ccd8aa3529bb" providerId="ADAL" clId="{814D90CD-D400-5612-B49E-CD4DF6BF7C8B}" dt="2026-02-07T12:03:18.659" v="7545" actId="14100"/>
          <ac:spMkLst>
            <pc:docMk/>
            <pc:sldMk cId="0" sldId="293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4:49.356" v="7551" actId="1076"/>
          <ac:spMkLst>
            <pc:docMk/>
            <pc:sldMk cId="0" sldId="293"/>
            <ac:spMk id="3" creationId="{00000000-0000-0000-0000-000000000000}"/>
          </ac:spMkLst>
        </pc:spChg>
        <pc:graphicFrameChg chg="mod modGraphic">
          <ac:chgData name="Schlesinger, Sebastian" userId="d814e6c9-e9fb-4b77-84f7-ccd8aa3529bb" providerId="ADAL" clId="{814D90CD-D400-5612-B49E-CD4DF6BF7C8B}" dt="2026-02-07T12:06:19.428" v="7566" actId="121"/>
          <ac:graphicFrameMkLst>
            <pc:docMk/>
            <pc:sldMk cId="0" sldId="293"/>
            <ac:graphicFrameMk id="4" creationId="{00000000-0000-0000-0000-000000000000}"/>
          </ac:graphicFrameMkLst>
        </pc:graphicFrameChg>
      </pc:sldChg>
      <pc:sldChg chg="delSp modSp add mod">
        <pc:chgData name="Schlesinger, Sebastian" userId="d814e6c9-e9fb-4b77-84f7-ccd8aa3529bb" providerId="ADAL" clId="{814D90CD-D400-5612-B49E-CD4DF6BF7C8B}" dt="2026-02-07T13:34:03.097" v="9177" actId="478"/>
        <pc:sldMkLst>
          <pc:docMk/>
          <pc:sldMk cId="0" sldId="294"/>
        </pc:sldMkLst>
        <pc:spChg chg="mod">
          <ac:chgData name="Schlesinger, Sebastian" userId="d814e6c9-e9fb-4b77-84f7-ccd8aa3529bb" providerId="ADAL" clId="{814D90CD-D400-5612-B49E-CD4DF6BF7C8B}" dt="2026-02-07T13:34:01.012" v="9176" actId="14100"/>
          <ac:spMkLst>
            <pc:docMk/>
            <pc:sldMk cId="0" sldId="294"/>
            <ac:spMk id="2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7T13:33:59.209" v="9175" actId="1076"/>
          <ac:picMkLst>
            <pc:docMk/>
            <pc:sldMk cId="0" sldId="294"/>
            <ac:picMk id="3" creationId="{00000000-0000-0000-0000-000000000000}"/>
          </ac:picMkLst>
        </pc:picChg>
      </pc:sldChg>
      <pc:sldChg chg="delSp modSp add mod">
        <pc:chgData name="Schlesinger, Sebastian" userId="d814e6c9-e9fb-4b77-84f7-ccd8aa3529bb" providerId="ADAL" clId="{814D90CD-D400-5612-B49E-CD4DF6BF7C8B}" dt="2026-02-07T12:07:47.535" v="7571" actId="478"/>
        <pc:sldMkLst>
          <pc:docMk/>
          <pc:sldMk cId="0" sldId="295"/>
        </pc:sldMkLst>
        <pc:spChg chg="mod">
          <ac:chgData name="Schlesinger, Sebastian" userId="d814e6c9-e9fb-4b77-84f7-ccd8aa3529bb" providerId="ADAL" clId="{814D90CD-D400-5612-B49E-CD4DF6BF7C8B}" dt="2026-02-07T12:07:39.794" v="7568" actId="1076"/>
          <ac:spMkLst>
            <pc:docMk/>
            <pc:sldMk cId="0" sldId="295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7:45.294" v="7570" actId="14100"/>
          <ac:spMkLst>
            <pc:docMk/>
            <pc:sldMk cId="0" sldId="295"/>
            <ac:spMk id="3" creationId="{00000000-0000-0000-0000-000000000000}"/>
          </ac:spMkLst>
        </pc:spChg>
      </pc:sldChg>
      <pc:sldChg chg="addSp delSp modSp add mod">
        <pc:chgData name="Schlesinger, Sebastian" userId="d814e6c9-e9fb-4b77-84f7-ccd8aa3529bb" providerId="ADAL" clId="{814D90CD-D400-5612-B49E-CD4DF6BF7C8B}" dt="2026-02-07T12:19:37.232" v="8212"/>
        <pc:sldMkLst>
          <pc:docMk/>
          <pc:sldMk cId="0" sldId="296"/>
        </pc:sldMkLst>
        <pc:spChg chg="mod">
          <ac:chgData name="Schlesinger, Sebastian" userId="d814e6c9-e9fb-4b77-84f7-ccd8aa3529bb" providerId="ADAL" clId="{814D90CD-D400-5612-B49E-CD4DF6BF7C8B}" dt="2026-02-07T12:08:48.643" v="7576" actId="1076"/>
          <ac:spMkLst>
            <pc:docMk/>
            <pc:sldMk cId="0" sldId="296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8:55.958" v="7578" actId="1076"/>
          <ac:spMkLst>
            <pc:docMk/>
            <pc:sldMk cId="0" sldId="29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8:55.958" v="7578" actId="1076"/>
          <ac:spMkLst>
            <pc:docMk/>
            <pc:sldMk cId="0" sldId="296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8:55.958" v="7578" actId="1076"/>
          <ac:spMkLst>
            <pc:docMk/>
            <pc:sldMk cId="0" sldId="296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8:55.958" v="7578" actId="1076"/>
          <ac:spMkLst>
            <pc:docMk/>
            <pc:sldMk cId="0" sldId="296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15:52.427" v="7887" actId="1076"/>
          <ac:spMkLst>
            <pc:docMk/>
            <pc:sldMk cId="0" sldId="296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8:55.958" v="7578" actId="1076"/>
          <ac:spMkLst>
            <pc:docMk/>
            <pc:sldMk cId="0" sldId="296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18:33.779" v="8204" actId="14100"/>
          <ac:spMkLst>
            <pc:docMk/>
            <pc:sldMk cId="0" sldId="296"/>
            <ac:spMk id="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8:55.958" v="7578" actId="1076"/>
          <ac:spMkLst>
            <pc:docMk/>
            <pc:sldMk cId="0" sldId="296"/>
            <ac:spMk id="1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12:41.213" v="7727" actId="20577"/>
          <ac:spMkLst>
            <pc:docMk/>
            <pc:sldMk cId="0" sldId="296"/>
            <ac:spMk id="1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8:55.958" v="7578" actId="1076"/>
          <ac:spMkLst>
            <pc:docMk/>
            <pc:sldMk cId="0" sldId="296"/>
            <ac:spMk id="1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17:37.861" v="8080" actId="2085"/>
          <ac:spMkLst>
            <pc:docMk/>
            <pc:sldMk cId="0" sldId="296"/>
            <ac:spMk id="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19:37.232" v="8212"/>
          <ac:spMkLst>
            <pc:docMk/>
            <pc:sldMk cId="0" sldId="296"/>
            <ac:spMk id="1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2:08:55.958" v="7578" actId="1076"/>
          <ac:spMkLst>
            <pc:docMk/>
            <pc:sldMk cId="0" sldId="296"/>
            <ac:spMk id="19" creationId="{00000000-0000-0000-0000-000000000000}"/>
          </ac:spMkLst>
        </pc:spChg>
        <pc:spChg chg="add mod">
          <ac:chgData name="Schlesinger, Sebastian" userId="d814e6c9-e9fb-4b77-84f7-ccd8aa3529bb" providerId="ADAL" clId="{814D90CD-D400-5612-B49E-CD4DF6BF7C8B}" dt="2026-02-07T12:19:17.518" v="8211" actId="14100"/>
          <ac:spMkLst>
            <pc:docMk/>
            <pc:sldMk cId="0" sldId="296"/>
            <ac:spMk id="22" creationId="{776FB5C2-667B-56D2-CE5F-2477E4C96FF5}"/>
          </ac:spMkLst>
        </pc:spChg>
        <pc:spChg chg="add mod">
          <ac:chgData name="Schlesinger, Sebastian" userId="d814e6c9-e9fb-4b77-84f7-ccd8aa3529bb" providerId="ADAL" clId="{814D90CD-D400-5612-B49E-CD4DF6BF7C8B}" dt="2026-02-07T12:19:17.518" v="8211" actId="14100"/>
          <ac:spMkLst>
            <pc:docMk/>
            <pc:sldMk cId="0" sldId="296"/>
            <ac:spMk id="23" creationId="{82EB6AE1-C7C1-052E-ECD2-4E5F0DD52D8D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35:28.979" v="9196" actId="1076"/>
        <pc:sldMkLst>
          <pc:docMk/>
          <pc:sldMk cId="0" sldId="299"/>
        </pc:sldMkLst>
        <pc:spChg chg="mod">
          <ac:chgData name="Schlesinger, Sebastian" userId="d814e6c9-e9fb-4b77-84f7-ccd8aa3529bb" providerId="ADAL" clId="{814D90CD-D400-5612-B49E-CD4DF6BF7C8B}" dt="2026-02-07T13:35:05.396" v="9189" actId="14100"/>
          <ac:spMkLst>
            <pc:docMk/>
            <pc:sldMk cId="0" sldId="299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5:28.979" v="9196" actId="1076"/>
          <ac:spMkLst>
            <pc:docMk/>
            <pc:sldMk cId="0" sldId="299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5:28.979" v="9196" actId="1076"/>
          <ac:spMkLst>
            <pc:docMk/>
            <pc:sldMk cId="0" sldId="299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5:28.979" v="9196" actId="1076"/>
          <ac:spMkLst>
            <pc:docMk/>
            <pc:sldMk cId="0" sldId="299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5:28.979" v="9196" actId="1076"/>
          <ac:spMkLst>
            <pc:docMk/>
            <pc:sldMk cId="0" sldId="299"/>
            <ac:spMk id="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5:28.979" v="9196" actId="1076"/>
          <ac:spMkLst>
            <pc:docMk/>
            <pc:sldMk cId="0" sldId="299"/>
            <ac:spMk id="1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5:28.979" v="9196" actId="1076"/>
          <ac:spMkLst>
            <pc:docMk/>
            <pc:sldMk cId="0" sldId="299"/>
            <ac:spMk id="1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5:28.979" v="9196" actId="1076"/>
          <ac:spMkLst>
            <pc:docMk/>
            <pc:sldMk cId="0" sldId="299"/>
            <ac:spMk id="1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5:28.979" v="9196" actId="1076"/>
          <ac:spMkLst>
            <pc:docMk/>
            <pc:sldMk cId="0" sldId="299"/>
            <ac:spMk id="2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5:28.979" v="9196" actId="1076"/>
          <ac:spMkLst>
            <pc:docMk/>
            <pc:sldMk cId="0" sldId="299"/>
            <ac:spMk id="2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5:28.979" v="9196" actId="1076"/>
          <ac:spMkLst>
            <pc:docMk/>
            <pc:sldMk cId="0" sldId="299"/>
            <ac:spMk id="22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3:54:05.964" v="3157" actId="14100"/>
        <pc:sldMkLst>
          <pc:docMk/>
          <pc:sldMk cId="0" sldId="305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05"/>
            <ac:spMk id="3481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05"/>
            <ac:spMk id="3482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4:05.964" v="3157" actId="14100"/>
          <ac:spMkLst>
            <pc:docMk/>
            <pc:sldMk cId="0" sldId="305"/>
            <ac:spMk id="34822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1-27T13:53:53.701" v="3152" actId="1076"/>
          <ac:picMkLst>
            <pc:docMk/>
            <pc:sldMk cId="0" sldId="305"/>
            <ac:picMk id="7" creationId="{00000000-0000-0000-0000-000000000000}"/>
          </ac:picMkLst>
        </pc:picChg>
      </pc:sldChg>
      <pc:sldChg chg="modSp add mod">
        <pc:chgData name="Schlesinger, Sebastian" userId="d814e6c9-e9fb-4b77-84f7-ccd8aa3529bb" providerId="ADAL" clId="{814D90CD-D400-5612-B49E-CD4DF6BF7C8B}" dt="2026-01-27T13:55:42.211" v="3174" actId="1076"/>
        <pc:sldMkLst>
          <pc:docMk/>
          <pc:sldMk cId="0" sldId="327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27"/>
            <ac:spMk id="4710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37.352" v="3173" actId="1076"/>
          <ac:spMkLst>
            <pc:docMk/>
            <pc:sldMk cId="0" sldId="327"/>
            <ac:spMk id="4710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33.624" v="3171" actId="14100"/>
          <ac:spMkLst>
            <pc:docMk/>
            <pc:sldMk cId="0" sldId="327"/>
            <ac:spMk id="4711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42.211" v="3174" actId="1076"/>
          <ac:spMkLst>
            <pc:docMk/>
            <pc:sldMk cId="0" sldId="327"/>
            <ac:spMk id="471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42.211" v="3174" actId="1076"/>
          <ac:spMkLst>
            <pc:docMk/>
            <pc:sldMk cId="0" sldId="327"/>
            <ac:spMk id="4711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42.211" v="3174" actId="1076"/>
          <ac:spMkLst>
            <pc:docMk/>
            <pc:sldMk cId="0" sldId="327"/>
            <ac:spMk id="4712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42.211" v="3174" actId="1076"/>
          <ac:spMkLst>
            <pc:docMk/>
            <pc:sldMk cId="0" sldId="327"/>
            <ac:spMk id="4712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42.211" v="3174" actId="1076"/>
          <ac:spMkLst>
            <pc:docMk/>
            <pc:sldMk cId="0" sldId="327"/>
            <ac:spMk id="4712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42.211" v="3174" actId="1076"/>
          <ac:spMkLst>
            <pc:docMk/>
            <pc:sldMk cId="0" sldId="327"/>
            <ac:spMk id="4713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42.211" v="3174" actId="1076"/>
          <ac:spMkLst>
            <pc:docMk/>
            <pc:sldMk cId="0" sldId="327"/>
            <ac:spMk id="4713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42.211" v="3174" actId="1076"/>
          <ac:spMkLst>
            <pc:docMk/>
            <pc:sldMk cId="0" sldId="327"/>
            <ac:spMk id="4714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42.211" v="3174" actId="1076"/>
          <ac:spMkLst>
            <pc:docMk/>
            <pc:sldMk cId="0" sldId="327"/>
            <ac:spMk id="4714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5:42.211" v="3174" actId="1076"/>
          <ac:spMkLst>
            <pc:docMk/>
            <pc:sldMk cId="0" sldId="327"/>
            <ac:spMk id="47150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1-27T13:23:42.540" v="3066" actId="12"/>
        <pc:sldMkLst>
          <pc:docMk/>
          <pc:sldMk cId="0" sldId="338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38"/>
            <ac:spMk id="512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38"/>
            <ac:spMk id="512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01:30.296" v="3009" actId="14100"/>
          <ac:spMkLst>
            <pc:docMk/>
            <pc:sldMk cId="0" sldId="338"/>
            <ac:spMk id="512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23:42.540" v="3066" actId="12"/>
          <ac:spMkLst>
            <pc:docMk/>
            <pc:sldMk cId="0" sldId="338"/>
            <ac:spMk id="5126" creationId="{00000000-0000-0000-0000-000000000000}"/>
          </ac:spMkLst>
        </pc:spChg>
      </pc:sldChg>
      <pc:sldChg chg="modSp add del mod">
        <pc:chgData name="Schlesinger, Sebastian" userId="d814e6c9-e9fb-4b77-84f7-ccd8aa3529bb" providerId="ADAL" clId="{814D90CD-D400-5612-B49E-CD4DF6BF7C8B}" dt="2026-01-27T13:53:49.257" v="3151" actId="1076"/>
        <pc:sldMkLst>
          <pc:docMk/>
          <pc:sldMk cId="0" sldId="342"/>
        </pc:sldMkLst>
        <pc:spChg chg="mod">
          <ac:chgData name="Schlesinger, Sebastian" userId="d814e6c9-e9fb-4b77-84f7-ccd8aa3529bb" providerId="ADAL" clId="{814D90CD-D400-5612-B49E-CD4DF6BF7C8B}" dt="2026-01-27T13:53:49.257" v="3151" actId="1076"/>
          <ac:spMkLst>
            <pc:docMk/>
            <pc:sldMk cId="0" sldId="342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42"/>
            <ac:spMk id="3072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42"/>
            <ac:spMk id="3072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49.257" v="3151" actId="1076"/>
          <ac:spMkLst>
            <pc:docMk/>
            <pc:sldMk cId="0" sldId="342"/>
            <ac:spMk id="3072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49.257" v="3151" actId="1076"/>
          <ac:spMkLst>
            <pc:docMk/>
            <pc:sldMk cId="0" sldId="342"/>
            <ac:spMk id="3073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49.257" v="3151" actId="1076"/>
          <ac:spMkLst>
            <pc:docMk/>
            <pc:sldMk cId="0" sldId="342"/>
            <ac:spMk id="3073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49.257" v="3151" actId="1076"/>
          <ac:spMkLst>
            <pc:docMk/>
            <pc:sldMk cId="0" sldId="342"/>
            <ac:spMk id="3074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49.257" v="3151" actId="1076"/>
          <ac:spMkLst>
            <pc:docMk/>
            <pc:sldMk cId="0" sldId="342"/>
            <ac:spMk id="3074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49.257" v="3151" actId="1076"/>
          <ac:spMkLst>
            <pc:docMk/>
            <pc:sldMk cId="0" sldId="342"/>
            <ac:spMk id="3074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49.257" v="3151" actId="1076"/>
          <ac:spMkLst>
            <pc:docMk/>
            <pc:sldMk cId="0" sldId="342"/>
            <ac:spMk id="3074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49.257" v="3151" actId="1076"/>
          <ac:spMkLst>
            <pc:docMk/>
            <pc:sldMk cId="0" sldId="342"/>
            <ac:spMk id="3075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3:49.257" v="3151" actId="1076"/>
          <ac:spMkLst>
            <pc:docMk/>
            <pc:sldMk cId="0" sldId="342"/>
            <ac:spMk id="30762" creationId="{00000000-0000-0000-0000-000000000000}"/>
          </ac:spMkLst>
        </pc:spChg>
      </pc:sldChg>
      <pc:sldChg chg="modSp add mod modNotes">
        <pc:chgData name="Schlesinger, Sebastian" userId="d814e6c9-e9fb-4b77-84f7-ccd8aa3529bb" providerId="ADAL" clId="{814D90CD-D400-5612-B49E-CD4DF6BF7C8B}" dt="2026-02-11T15:42:11.296" v="9230" actId="12"/>
        <pc:sldMkLst>
          <pc:docMk/>
          <pc:sldMk cId="0" sldId="369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69"/>
            <ac:spMk id="512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69"/>
            <ac:spMk id="512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11T15:42:11.296" v="9230" actId="12"/>
          <ac:spMkLst>
            <pc:docMk/>
            <pc:sldMk cId="0" sldId="369"/>
            <ac:spMk id="5126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2-07T11:59:39.260" v="7511" actId="12"/>
        <pc:sldMkLst>
          <pc:docMk/>
          <pc:sldMk cId="0" sldId="370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70"/>
            <ac:spMk id="512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70"/>
            <ac:spMk id="512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24:29.441" v="3073" actId="1076"/>
          <ac:spMkLst>
            <pc:docMk/>
            <pc:sldMk cId="0" sldId="370"/>
            <ac:spMk id="512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59:39.260" v="7511" actId="12"/>
          <ac:spMkLst>
            <pc:docMk/>
            <pc:sldMk cId="0" sldId="370"/>
            <ac:spMk id="5126" creationId="{00000000-0000-0000-0000-000000000000}"/>
          </ac:spMkLst>
        </pc:spChg>
      </pc:sldChg>
      <pc:sldChg chg="add">
        <pc:chgData name="Schlesinger, Sebastian" userId="d814e6c9-e9fb-4b77-84f7-ccd8aa3529bb" providerId="ADAL" clId="{814D90CD-D400-5612-B49E-CD4DF6BF7C8B}" dt="2026-02-07T12:56:29.335" v="9160"/>
        <pc:sldMkLst>
          <pc:docMk/>
          <pc:sldMk cId="1537626224" sldId="390"/>
        </pc:sldMkLst>
      </pc:sldChg>
      <pc:sldChg chg="add">
        <pc:chgData name="Schlesinger, Sebastian" userId="d814e6c9-e9fb-4b77-84f7-ccd8aa3529bb" providerId="ADAL" clId="{814D90CD-D400-5612-B49E-CD4DF6BF7C8B}" dt="2026-02-07T12:56:14.048" v="9158"/>
        <pc:sldMkLst>
          <pc:docMk/>
          <pc:sldMk cId="1005141994" sldId="391"/>
        </pc:sldMkLst>
      </pc:sldChg>
      <pc:sldChg chg="add">
        <pc:chgData name="Schlesinger, Sebastian" userId="d814e6c9-e9fb-4b77-84f7-ccd8aa3529bb" providerId="ADAL" clId="{814D90CD-D400-5612-B49E-CD4DF6BF7C8B}" dt="2026-02-07T12:56:57.853" v="9162"/>
        <pc:sldMkLst>
          <pc:docMk/>
          <pc:sldMk cId="4143955894" sldId="392"/>
        </pc:sldMkLst>
      </pc:sldChg>
      <pc:sldChg chg="modSp add mod">
        <pc:chgData name="Schlesinger, Sebastian" userId="d814e6c9-e9fb-4b77-84f7-ccd8aa3529bb" providerId="ADAL" clId="{814D90CD-D400-5612-B49E-CD4DF6BF7C8B}" dt="2026-02-04T16:09:09.642" v="5965" actId="12"/>
        <pc:sldMkLst>
          <pc:docMk/>
          <pc:sldMk cId="0" sldId="393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93"/>
            <ac:spMk id="307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93"/>
            <ac:spMk id="307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6:15.535" v="3313" actId="1076"/>
          <ac:spMkLst>
            <pc:docMk/>
            <pc:sldMk cId="0" sldId="393"/>
            <ac:spMk id="307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6:09:09.642" v="5965" actId="12"/>
          <ac:spMkLst>
            <pc:docMk/>
            <pc:sldMk cId="0" sldId="393"/>
            <ac:spMk id="3078" creationId="{00000000-0000-0000-0000-000000000000}"/>
          </ac:spMkLst>
        </pc:spChg>
      </pc:sldChg>
      <pc:sldChg chg="add">
        <pc:chgData name="Schlesinger, Sebastian" userId="d814e6c9-e9fb-4b77-84f7-ccd8aa3529bb" providerId="ADAL" clId="{814D90CD-D400-5612-B49E-CD4DF6BF7C8B}" dt="2026-02-07T12:57:25.223" v="9163"/>
        <pc:sldMkLst>
          <pc:docMk/>
          <pc:sldMk cId="2001897770" sldId="394"/>
        </pc:sldMkLst>
      </pc:sldChg>
      <pc:sldChg chg="modSp add mod modNotes">
        <pc:chgData name="Schlesinger, Sebastian" userId="d814e6c9-e9fb-4b77-84f7-ccd8aa3529bb" providerId="ADAL" clId="{814D90CD-D400-5612-B49E-CD4DF6BF7C8B}" dt="2026-01-27T17:38:37.303" v="3360" actId="207"/>
        <pc:sldMkLst>
          <pc:docMk/>
          <pc:sldMk cId="0" sldId="395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95"/>
            <ac:spMk id="307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95"/>
            <ac:spMk id="307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8:21.812" v="3353" actId="14100"/>
          <ac:spMkLst>
            <pc:docMk/>
            <pc:sldMk cId="0" sldId="395"/>
            <ac:spMk id="307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8:37.303" v="3360" actId="207"/>
          <ac:spMkLst>
            <pc:docMk/>
            <pc:sldMk cId="0" sldId="395"/>
            <ac:spMk id="3078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4:04:54.544" v="3223" actId="403"/>
        <pc:sldMkLst>
          <pc:docMk/>
          <pc:sldMk cId="0" sldId="398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98"/>
            <ac:spMk id="1229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98"/>
            <ac:spMk id="1229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4:54.544" v="3223" actId="403"/>
          <ac:spMkLst>
            <pc:docMk/>
            <pc:sldMk cId="0" sldId="398"/>
            <ac:spMk id="12294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4:06:03.007" v="3237" actId="1076"/>
        <pc:sldMkLst>
          <pc:docMk/>
          <pc:sldMk cId="0" sldId="399"/>
        </pc:sldMkLst>
        <pc:spChg chg="mod">
          <ac:chgData name="Schlesinger, Sebastian" userId="d814e6c9-e9fb-4b77-84f7-ccd8aa3529bb" providerId="ADAL" clId="{814D90CD-D400-5612-B49E-CD4DF6BF7C8B}" dt="2026-01-27T14:06:03.007" v="3237" actId="1076"/>
          <ac:spMkLst>
            <pc:docMk/>
            <pc:sldMk cId="0" sldId="399"/>
            <ac:spMk id="5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399"/>
            <ac:spMk id="133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4:01.163" v="3214" actId="1076"/>
          <ac:spMkLst>
            <pc:docMk/>
            <pc:sldMk cId="0" sldId="399"/>
            <ac:spMk id="133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4:47.556" v="3222" actId="948"/>
          <ac:spMkLst>
            <pc:docMk/>
            <pc:sldMk cId="0" sldId="399"/>
            <ac:spMk id="1331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3.007" v="3237" actId="1076"/>
          <ac:spMkLst>
            <pc:docMk/>
            <pc:sldMk cId="0" sldId="399"/>
            <ac:spMk id="1332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3.007" v="3237" actId="1076"/>
          <ac:spMkLst>
            <pc:docMk/>
            <pc:sldMk cId="0" sldId="399"/>
            <ac:spMk id="1332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3.007" v="3237" actId="1076"/>
          <ac:spMkLst>
            <pc:docMk/>
            <pc:sldMk cId="0" sldId="399"/>
            <ac:spMk id="1332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3.007" v="3237" actId="1076"/>
          <ac:spMkLst>
            <pc:docMk/>
            <pc:sldMk cId="0" sldId="399"/>
            <ac:spMk id="1332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3.007" v="3237" actId="1076"/>
          <ac:spMkLst>
            <pc:docMk/>
            <pc:sldMk cId="0" sldId="399"/>
            <ac:spMk id="1333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3.007" v="3237" actId="1076"/>
          <ac:spMkLst>
            <pc:docMk/>
            <pc:sldMk cId="0" sldId="399"/>
            <ac:spMk id="1333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3.007" v="3237" actId="1076"/>
          <ac:spMkLst>
            <pc:docMk/>
            <pc:sldMk cId="0" sldId="399"/>
            <ac:spMk id="1333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3.007" v="3237" actId="1076"/>
          <ac:spMkLst>
            <pc:docMk/>
            <pc:sldMk cId="0" sldId="399"/>
            <ac:spMk id="1334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3.007" v="3237" actId="1076"/>
          <ac:spMkLst>
            <pc:docMk/>
            <pc:sldMk cId="0" sldId="399"/>
            <ac:spMk id="13342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4:07:55.332" v="3266" actId="1076"/>
        <pc:sldMkLst>
          <pc:docMk/>
          <pc:sldMk cId="0" sldId="400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400"/>
            <ac:spMk id="1536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400"/>
            <ac:spMk id="1536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29.013" v="3260" actId="14100"/>
          <ac:spMkLst>
            <pc:docMk/>
            <pc:sldMk cId="0" sldId="400"/>
            <ac:spMk id="1536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45.706" v="3265" actId="12"/>
          <ac:spMkLst>
            <pc:docMk/>
            <pc:sldMk cId="0" sldId="400"/>
            <ac:spMk id="1536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55.332" v="3266" actId="1076"/>
          <ac:spMkLst>
            <pc:docMk/>
            <pc:sldMk cId="0" sldId="400"/>
            <ac:spMk id="1536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55.332" v="3266" actId="1076"/>
          <ac:spMkLst>
            <pc:docMk/>
            <pc:sldMk cId="0" sldId="400"/>
            <ac:spMk id="1537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55.332" v="3266" actId="1076"/>
          <ac:spMkLst>
            <pc:docMk/>
            <pc:sldMk cId="0" sldId="400"/>
            <ac:spMk id="1537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55.332" v="3266" actId="1076"/>
          <ac:spMkLst>
            <pc:docMk/>
            <pc:sldMk cId="0" sldId="400"/>
            <ac:spMk id="1537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55.332" v="3266" actId="1076"/>
          <ac:spMkLst>
            <pc:docMk/>
            <pc:sldMk cId="0" sldId="400"/>
            <ac:spMk id="1538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55.332" v="3266" actId="1076"/>
          <ac:spMkLst>
            <pc:docMk/>
            <pc:sldMk cId="0" sldId="400"/>
            <ac:spMk id="1538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55.332" v="3266" actId="1076"/>
          <ac:spMkLst>
            <pc:docMk/>
            <pc:sldMk cId="0" sldId="400"/>
            <ac:spMk id="1539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55.332" v="3266" actId="1076"/>
          <ac:spMkLst>
            <pc:docMk/>
            <pc:sldMk cId="0" sldId="400"/>
            <ac:spMk id="1540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55.332" v="3266" actId="1076"/>
          <ac:spMkLst>
            <pc:docMk/>
            <pc:sldMk cId="0" sldId="400"/>
            <ac:spMk id="1540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55.332" v="3266" actId="1076"/>
          <ac:spMkLst>
            <pc:docMk/>
            <pc:sldMk cId="0" sldId="400"/>
            <ac:spMk id="15407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7:35:49.771" v="3309" actId="1076"/>
        <pc:sldMkLst>
          <pc:docMk/>
          <pc:sldMk cId="0" sldId="401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401"/>
            <ac:spMk id="1638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401"/>
            <ac:spMk id="1638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5:28.455" v="3302" actId="14100"/>
          <ac:spMkLst>
            <pc:docMk/>
            <pc:sldMk cId="0" sldId="401"/>
            <ac:spMk id="1638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5:49.771" v="3309" actId="1076"/>
          <ac:spMkLst>
            <pc:docMk/>
            <pc:sldMk cId="0" sldId="401"/>
            <ac:spMk id="16390" creationId="{00000000-0000-0000-0000-000000000000}"/>
          </ac:spMkLst>
        </pc:spChg>
      </pc:sldChg>
      <pc:sldChg chg="modSp add mod modAnim modNotes">
        <pc:chgData name="Schlesinger, Sebastian" userId="d814e6c9-e9fb-4b77-84f7-ccd8aa3529bb" providerId="ADAL" clId="{814D90CD-D400-5612-B49E-CD4DF6BF7C8B}" dt="2026-02-04T12:09:50.433" v="3846" actId="1076"/>
        <pc:sldMkLst>
          <pc:docMk/>
          <pc:sldMk cId="0" sldId="404"/>
        </pc:sldMkLst>
        <pc:spChg chg="mod">
          <ac:chgData name="Schlesinger, Sebastian" userId="d814e6c9-e9fb-4b77-84f7-ccd8aa3529bb" providerId="ADAL" clId="{814D90CD-D400-5612-B49E-CD4DF6BF7C8B}" dt="2026-02-04T12:09:50.433" v="3846" actId="1076"/>
          <ac:spMkLst>
            <pc:docMk/>
            <pc:sldMk cId="0" sldId="404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404"/>
            <ac:spMk id="512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404"/>
            <ac:spMk id="512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24:37.003" v="3075" actId="1076"/>
          <ac:spMkLst>
            <pc:docMk/>
            <pc:sldMk cId="0" sldId="404"/>
            <ac:spMk id="512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2:09:44.758" v="3845" actId="1076"/>
          <ac:spMkLst>
            <pc:docMk/>
            <pc:sldMk cId="0" sldId="404"/>
            <ac:spMk id="5126" creationId="{00000000-0000-0000-0000-000000000000}"/>
          </ac:spMkLst>
        </pc:spChg>
      </pc:sldChg>
      <pc:sldChg chg="modSp add mod modNotes">
        <pc:chgData name="Schlesinger, Sebastian" userId="d814e6c9-e9fb-4b77-84f7-ccd8aa3529bb" providerId="ADAL" clId="{814D90CD-D400-5612-B49E-CD4DF6BF7C8B}" dt="2026-01-27T09:56:15.223" v="2982" actId="14100"/>
        <pc:sldMkLst>
          <pc:docMk/>
          <pc:sldMk cId="0" sldId="405"/>
        </pc:sldMkLst>
        <pc:spChg chg="mod">
          <ac:chgData name="Schlesinger, Sebastian" userId="d814e6c9-e9fb-4b77-84f7-ccd8aa3529bb" providerId="ADAL" clId="{814D90CD-D400-5612-B49E-CD4DF6BF7C8B}" dt="2026-01-27T09:56:15.223" v="2982" actId="14100"/>
          <ac:spMkLst>
            <pc:docMk/>
            <pc:sldMk cId="0" sldId="405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405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405"/>
            <ac:spMk id="6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3:58:57.181" v="3207" actId="12"/>
        <pc:sldMkLst>
          <pc:docMk/>
          <pc:sldMk cId="0" sldId="416"/>
        </pc:sldMkLst>
        <pc:spChg chg="mod">
          <ac:chgData name="Schlesinger, Sebastian" userId="d814e6c9-e9fb-4b77-84f7-ccd8aa3529bb" providerId="ADAL" clId="{814D90CD-D400-5612-B49E-CD4DF6BF7C8B}" dt="2026-01-27T13:58:57.181" v="3207" actId="12"/>
          <ac:spMkLst>
            <pc:docMk/>
            <pc:sldMk cId="0" sldId="416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416"/>
            <ac:spMk id="1945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416"/>
            <ac:spMk id="1946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8:12.704" v="3200" actId="1076"/>
          <ac:spMkLst>
            <pc:docMk/>
            <pc:sldMk cId="0" sldId="416"/>
            <ac:spMk id="19461" creationId="{00000000-0000-0000-0000-000000000000}"/>
          </ac:spMkLst>
        </pc:spChg>
      </pc:sldChg>
      <pc:sldChg chg="addSp delSp modSp add mod modAnim">
        <pc:chgData name="Schlesinger, Sebastian" userId="d814e6c9-e9fb-4b77-84f7-ccd8aa3529bb" providerId="ADAL" clId="{814D90CD-D400-5612-B49E-CD4DF6BF7C8B}" dt="2026-02-04T16:17:23.499" v="6064" actId="478"/>
        <pc:sldMkLst>
          <pc:docMk/>
          <pc:sldMk cId="0" sldId="435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435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0" sldId="435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9:14.749" v="3373" actId="14100"/>
          <ac:spMkLst>
            <pc:docMk/>
            <pc:sldMk cId="0" sldId="435"/>
            <ac:spMk id="24166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6:16:36.858" v="5973" actId="14100"/>
          <ac:spMkLst>
            <pc:docMk/>
            <pc:sldMk cId="0" sldId="435"/>
            <ac:spMk id="241667" creationId="{00000000-0000-0000-0000-000000000000}"/>
          </ac:spMkLst>
        </pc:spChg>
      </pc:sldChg>
      <pc:sldChg chg="add">
        <pc:chgData name="Schlesinger, Sebastian" userId="d814e6c9-e9fb-4b77-84f7-ccd8aa3529bb" providerId="ADAL" clId="{814D90CD-D400-5612-B49E-CD4DF6BF7C8B}" dt="2026-02-07T12:56:35.600" v="9161"/>
        <pc:sldMkLst>
          <pc:docMk/>
          <pc:sldMk cId="3489217631" sldId="447"/>
        </pc:sldMkLst>
      </pc:sldChg>
      <pc:sldChg chg="modSp add mod modAnim modNotes">
        <pc:chgData name="Schlesinger, Sebastian" userId="d814e6c9-e9fb-4b77-84f7-ccd8aa3529bb" providerId="ADAL" clId="{814D90CD-D400-5612-B49E-CD4DF6BF7C8B}" dt="2026-02-04T16:01:18.920" v="5963" actId="20577"/>
        <pc:sldMkLst>
          <pc:docMk/>
          <pc:sldMk cId="1692433219" sldId="453"/>
        </pc:sldMkLst>
        <pc:spChg chg="mod">
          <ac:chgData name="Schlesinger, Sebastian" userId="d814e6c9-e9fb-4b77-84f7-ccd8aa3529bb" providerId="ADAL" clId="{814D90CD-D400-5612-B49E-CD4DF6BF7C8B}" dt="2026-01-27T17:34:41.945" v="3289" actId="1076"/>
          <ac:spMkLst>
            <pc:docMk/>
            <pc:sldMk cId="1692433219" sldId="453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41.945" v="3289" actId="1076"/>
          <ac:spMkLst>
            <pc:docMk/>
            <pc:sldMk cId="1692433219" sldId="453"/>
            <ac:spMk id="7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41.945" v="3289" actId="1076"/>
          <ac:spMkLst>
            <pc:docMk/>
            <pc:sldMk cId="1692433219" sldId="453"/>
            <ac:spMk id="7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41.945" v="3289" actId="1076"/>
          <ac:spMkLst>
            <pc:docMk/>
            <pc:sldMk cId="1692433219" sldId="453"/>
            <ac:spMk id="7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41.945" v="3289" actId="1076"/>
          <ac:spMkLst>
            <pc:docMk/>
            <pc:sldMk cId="1692433219" sldId="453"/>
            <ac:spMk id="7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41.945" v="3289" actId="1076"/>
          <ac:spMkLst>
            <pc:docMk/>
            <pc:sldMk cId="1692433219" sldId="453"/>
            <ac:spMk id="7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692433219" sldId="453"/>
            <ac:spMk id="1536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692433219" sldId="453"/>
            <ac:spMk id="1536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6:01:18.920" v="5963" actId="20577"/>
          <ac:spMkLst>
            <pc:docMk/>
            <pc:sldMk cId="1692433219" sldId="453"/>
            <ac:spMk id="1536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41.945" v="3289" actId="1076"/>
          <ac:spMkLst>
            <pc:docMk/>
            <pc:sldMk cId="1692433219" sldId="453"/>
            <ac:spMk id="1537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41.945" v="3289" actId="1076"/>
          <ac:spMkLst>
            <pc:docMk/>
            <pc:sldMk cId="1692433219" sldId="453"/>
            <ac:spMk id="1539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41.945" v="3289" actId="1076"/>
          <ac:spMkLst>
            <pc:docMk/>
            <pc:sldMk cId="1692433219" sldId="453"/>
            <ac:spMk id="1539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41.945" v="3289" actId="1076"/>
          <ac:spMkLst>
            <pc:docMk/>
            <pc:sldMk cId="1692433219" sldId="453"/>
            <ac:spMk id="15399" creationId="{00000000-0000-0000-0000-000000000000}"/>
          </ac:spMkLst>
        </pc:spChg>
      </pc:sldChg>
      <pc:sldChg chg="modSp add mod modNotes">
        <pc:chgData name="Schlesinger, Sebastian" userId="d814e6c9-e9fb-4b77-84f7-ccd8aa3529bb" providerId="ADAL" clId="{814D90CD-D400-5612-B49E-CD4DF6BF7C8B}" dt="2026-01-27T13:57:38.978" v="3194" actId="1076"/>
        <pc:sldMkLst>
          <pc:docMk/>
          <pc:sldMk cId="513678839" sldId="455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513678839" sldId="455"/>
            <ac:spMk id="5017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513678839" sldId="455"/>
            <ac:spMk id="5018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7:38.978" v="3194" actId="1076"/>
          <ac:spMkLst>
            <pc:docMk/>
            <pc:sldMk cId="513678839" sldId="455"/>
            <ac:spMk id="50182" creationId="{00000000-0000-0000-0000-000000000000}"/>
          </ac:spMkLst>
        </pc:spChg>
      </pc:sldChg>
      <pc:sldChg chg="addSp modSp add mod modNotes">
        <pc:chgData name="Schlesinger, Sebastian" userId="d814e6c9-e9fb-4b77-84f7-ccd8aa3529bb" providerId="ADAL" clId="{814D90CD-D400-5612-B49E-CD4DF6BF7C8B}" dt="2026-02-07T11:31:19.875" v="7270" actId="20577"/>
        <pc:sldMkLst>
          <pc:docMk/>
          <pc:sldMk cId="1091514658" sldId="457"/>
        </pc:sldMkLst>
        <pc:spChg chg="mod">
          <ac:chgData name="Schlesinger, Sebastian" userId="d814e6c9-e9fb-4b77-84f7-ccd8aa3529bb" providerId="ADAL" clId="{814D90CD-D400-5612-B49E-CD4DF6BF7C8B}" dt="2026-02-07T11:31:19.875" v="7270" actId="20577"/>
          <ac:spMkLst>
            <pc:docMk/>
            <pc:sldMk cId="1091514658" sldId="45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091514658" sldId="457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091514658" sldId="457"/>
            <ac:spMk id="6" creationId="{00000000-0000-0000-0000-000000000000}"/>
          </ac:spMkLst>
        </pc:spChg>
        <pc:spChg chg="add mod">
          <ac:chgData name="Schlesinger, Sebastian" userId="d814e6c9-e9fb-4b77-84f7-ccd8aa3529bb" providerId="ADAL" clId="{814D90CD-D400-5612-B49E-CD4DF6BF7C8B}" dt="2026-02-07T11:31:00.773" v="7239" actId="1076"/>
          <ac:spMkLst>
            <pc:docMk/>
            <pc:sldMk cId="1091514658" sldId="457"/>
            <ac:spMk id="7" creationId="{0841B993-C6B6-0B36-2A14-3373DCF04190}"/>
          </ac:spMkLst>
        </pc:spChg>
        <pc:picChg chg="add mod">
          <ac:chgData name="Schlesinger, Sebastian" userId="d814e6c9-e9fb-4b77-84f7-ccd8aa3529bb" providerId="ADAL" clId="{814D90CD-D400-5612-B49E-CD4DF6BF7C8B}" dt="2026-02-07T11:31:00.773" v="7239" actId="1076"/>
          <ac:picMkLst>
            <pc:docMk/>
            <pc:sldMk cId="1091514658" sldId="457"/>
            <ac:picMk id="4" creationId="{5DDA0767-47B1-2653-2DE5-16D8661A84D2}"/>
          </ac:picMkLst>
        </pc:picChg>
      </pc:sldChg>
      <pc:sldChg chg="modSp add mod ord">
        <pc:chgData name="Schlesinger, Sebastian" userId="d814e6c9-e9fb-4b77-84f7-ccd8aa3529bb" providerId="ADAL" clId="{814D90CD-D400-5612-B49E-CD4DF6BF7C8B}" dt="2026-02-07T12:02:17.180" v="7540" actId="20578"/>
        <pc:sldMkLst>
          <pc:docMk/>
          <pc:sldMk cId="1740150256" sldId="460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740150256" sldId="460"/>
            <ac:spMk id="614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740150256" sldId="460"/>
            <ac:spMk id="614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24:26.969" v="3072" actId="1076"/>
          <ac:spMkLst>
            <pc:docMk/>
            <pc:sldMk cId="1740150256" sldId="460"/>
            <ac:spMk id="614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23:17.808" v="3063" actId="12"/>
          <ac:spMkLst>
            <pc:docMk/>
            <pc:sldMk cId="1740150256" sldId="460"/>
            <ac:spMk id="6150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3:00:38.991" v="3003" actId="20577"/>
        <pc:sldMkLst>
          <pc:docMk/>
          <pc:sldMk cId="1305311182" sldId="461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305311182" sldId="461"/>
            <ac:spMk id="307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305311182" sldId="461"/>
            <ac:spMk id="307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37.600" v="2987" actId="14100"/>
          <ac:spMkLst>
            <pc:docMk/>
            <pc:sldMk cId="1305311182" sldId="461"/>
            <ac:spMk id="307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00:38.991" v="3003" actId="20577"/>
          <ac:spMkLst>
            <pc:docMk/>
            <pc:sldMk cId="1305311182" sldId="461"/>
            <ac:spMk id="3078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9:52:47.974" v="3399" actId="1036"/>
        <pc:sldMkLst>
          <pc:docMk/>
          <pc:sldMk cId="3732330270" sldId="470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3732330270" sldId="470"/>
            <ac:spMk id="307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3732330270" sldId="470"/>
            <ac:spMk id="307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9:52:38.244" v="3387" actId="14100"/>
          <ac:spMkLst>
            <pc:docMk/>
            <pc:sldMk cId="3732330270" sldId="470"/>
            <ac:spMk id="3078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1-27T19:52:47.974" v="3399" actId="1036"/>
          <ac:grpSpMkLst>
            <pc:docMk/>
            <pc:sldMk cId="3732330270" sldId="470"/>
            <ac:grpSpMk id="9" creationId="{00000000-0000-0000-0000-000000000000}"/>
          </ac:grpSpMkLst>
        </pc:grpChg>
        <pc:picChg chg="mod">
          <ac:chgData name="Schlesinger, Sebastian" userId="d814e6c9-e9fb-4b77-84f7-ccd8aa3529bb" providerId="ADAL" clId="{814D90CD-D400-5612-B49E-CD4DF6BF7C8B}" dt="2026-01-27T19:52:47.974" v="3399" actId="1036"/>
          <ac:picMkLst>
            <pc:docMk/>
            <pc:sldMk cId="3732330270" sldId="470"/>
            <ac:picMk id="8" creationId="{00000000-0000-0000-0000-000000000000}"/>
          </ac:picMkLst>
        </pc:picChg>
        <pc:cxnChg chg="mod">
          <ac:chgData name="Schlesinger, Sebastian" userId="d814e6c9-e9fb-4b77-84f7-ccd8aa3529bb" providerId="ADAL" clId="{814D90CD-D400-5612-B49E-CD4DF6BF7C8B}" dt="2026-01-27T19:52:47.974" v="3399" actId="1036"/>
          <ac:cxnSpMkLst>
            <pc:docMk/>
            <pc:sldMk cId="3732330270" sldId="470"/>
            <ac:cxnSpMk id="146" creationId="{00000000-0000-0000-0000-000000000000}"/>
          </ac:cxnSpMkLst>
        </pc:cxnChg>
        <pc:cxnChg chg="mod">
          <ac:chgData name="Schlesinger, Sebastian" userId="d814e6c9-e9fb-4b77-84f7-ccd8aa3529bb" providerId="ADAL" clId="{814D90CD-D400-5612-B49E-CD4DF6BF7C8B}" dt="2026-01-27T19:52:47.974" v="3399" actId="1036"/>
          <ac:cxnSpMkLst>
            <pc:docMk/>
            <pc:sldMk cId="3732330270" sldId="470"/>
            <ac:cxnSpMk id="147" creationId="{00000000-0000-0000-0000-000000000000}"/>
          </ac:cxnSpMkLst>
        </pc:cxnChg>
      </pc:sldChg>
      <pc:sldChg chg="modSp add mod">
        <pc:chgData name="Schlesinger, Sebastian" userId="d814e6c9-e9fb-4b77-84f7-ccd8aa3529bb" providerId="ADAL" clId="{814D90CD-D400-5612-B49E-CD4DF6BF7C8B}" dt="2026-01-27T13:57:53.464" v="3196" actId="1076"/>
        <pc:sldMkLst>
          <pc:docMk/>
          <pc:sldMk cId="2595116298" sldId="471"/>
        </pc:sldMkLst>
        <pc:spChg chg="mod">
          <ac:chgData name="Schlesinger, Sebastian" userId="d814e6c9-e9fb-4b77-84f7-ccd8aa3529bb" providerId="ADAL" clId="{814D90CD-D400-5612-B49E-CD4DF6BF7C8B}" dt="2026-01-27T13:57:53.464" v="3196" actId="1076"/>
          <ac:spMkLst>
            <pc:docMk/>
            <pc:sldMk cId="2595116298" sldId="471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2595116298" sldId="471"/>
            <ac:spMk id="1945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2595116298" sldId="471"/>
            <ac:spMk id="1946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57:50.210" v="3195" actId="14100"/>
          <ac:spMkLst>
            <pc:docMk/>
            <pc:sldMk cId="2595116298" sldId="471"/>
            <ac:spMk id="19461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7:35:22.199" v="3300" actId="1076"/>
        <pc:sldMkLst>
          <pc:docMk/>
          <pc:sldMk cId="899481291" sldId="472"/>
        </pc:sldMkLst>
        <pc:spChg chg="mod">
          <ac:chgData name="Schlesinger, Sebastian" userId="d814e6c9-e9fb-4b77-84f7-ccd8aa3529bb" providerId="ADAL" clId="{814D90CD-D400-5612-B49E-CD4DF6BF7C8B}" dt="2026-01-27T17:35:22.199" v="3300" actId="1076"/>
          <ac:spMkLst>
            <pc:docMk/>
            <pc:sldMk cId="899481291" sldId="472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899481291" sldId="472"/>
            <ac:spMk id="1945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899481291" sldId="472"/>
            <ac:spMk id="1946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5:19.815" v="3299" actId="14100"/>
          <ac:spMkLst>
            <pc:docMk/>
            <pc:sldMk cId="899481291" sldId="472"/>
            <ac:spMk id="19461" creationId="{00000000-0000-0000-0000-000000000000}"/>
          </ac:spMkLst>
        </pc:spChg>
      </pc:sldChg>
      <pc:sldChg chg="modSp add mod modNotes">
        <pc:chgData name="Schlesinger, Sebastian" userId="d814e6c9-e9fb-4b77-84f7-ccd8aa3529bb" providerId="ADAL" clId="{814D90CD-D400-5612-B49E-CD4DF6BF7C8B}" dt="2026-01-27T13:24:22.943" v="3071" actId="1076"/>
        <pc:sldMkLst>
          <pc:docMk/>
          <pc:sldMk cId="1114634275" sldId="477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114634275" sldId="477"/>
            <ac:spMk id="512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114634275" sldId="477"/>
            <ac:spMk id="512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24:22.943" v="3071" actId="1076"/>
          <ac:spMkLst>
            <pc:docMk/>
            <pc:sldMk cId="1114634275" sldId="477"/>
            <ac:spMk id="512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3:24:19.651" v="3070" actId="1076"/>
          <ac:spMkLst>
            <pc:docMk/>
            <pc:sldMk cId="1114634275" sldId="477"/>
            <ac:spMk id="5126" creationId="{00000000-0000-0000-0000-000000000000}"/>
          </ac:spMkLst>
        </pc:spChg>
      </pc:sldChg>
      <pc:sldChg chg="modSp add mod modNotes">
        <pc:chgData name="Schlesinger, Sebastian" userId="d814e6c9-e9fb-4b77-84f7-ccd8aa3529bb" providerId="ADAL" clId="{814D90CD-D400-5612-B49E-CD4DF6BF7C8B}" dt="2026-01-27T17:38:09.334" v="3351" actId="20577"/>
        <pc:sldMkLst>
          <pc:docMk/>
          <pc:sldMk cId="3365249363" sldId="479"/>
        </pc:sldMkLst>
        <pc:spChg chg="mod">
          <ac:chgData name="Schlesinger, Sebastian" userId="d814e6c9-e9fb-4b77-84f7-ccd8aa3529bb" providerId="ADAL" clId="{814D90CD-D400-5612-B49E-CD4DF6BF7C8B}" dt="2026-01-27T17:37:09.458" v="3327" actId="1076"/>
          <ac:spMkLst>
            <pc:docMk/>
            <pc:sldMk cId="3365249363" sldId="479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3365249363" sldId="479"/>
            <ac:spMk id="307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3365249363" sldId="479"/>
            <ac:spMk id="307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7:06.718" v="3326" actId="14100"/>
          <ac:spMkLst>
            <pc:docMk/>
            <pc:sldMk cId="3365249363" sldId="479"/>
            <ac:spMk id="307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8:09.334" v="3351" actId="20577"/>
          <ac:spMkLst>
            <pc:docMk/>
            <pc:sldMk cId="3365249363" sldId="479"/>
            <ac:spMk id="3078" creationId="{00000000-0000-0000-0000-000000000000}"/>
          </ac:spMkLst>
        </pc:spChg>
      </pc:sldChg>
      <pc:sldChg chg="modSp add mod modNotes">
        <pc:chgData name="Schlesinger, Sebastian" userId="d814e6c9-e9fb-4b77-84f7-ccd8aa3529bb" providerId="ADAL" clId="{814D90CD-D400-5612-B49E-CD4DF6BF7C8B}" dt="2026-01-27T17:36:47.782" v="3325" actId="14100"/>
        <pc:sldMkLst>
          <pc:docMk/>
          <pc:sldMk cId="1989066478" sldId="482"/>
        </pc:sldMkLst>
        <pc:spChg chg="mod">
          <ac:chgData name="Schlesinger, Sebastian" userId="d814e6c9-e9fb-4b77-84f7-ccd8aa3529bb" providerId="ADAL" clId="{814D90CD-D400-5612-B49E-CD4DF6BF7C8B}" dt="2026-01-27T17:36:45.701" v="3324" actId="1076"/>
          <ac:spMkLst>
            <pc:docMk/>
            <pc:sldMk cId="1989066478" sldId="482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6:42.467" v="3323" actId="1076"/>
          <ac:spMkLst>
            <pc:docMk/>
            <pc:sldMk cId="1989066478" sldId="482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989066478" sldId="482"/>
            <ac:spMk id="307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989066478" sldId="482"/>
            <ac:spMk id="307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6:47.782" v="3325" actId="14100"/>
          <ac:spMkLst>
            <pc:docMk/>
            <pc:sldMk cId="1989066478" sldId="482"/>
            <ac:spMk id="3077" creationId="{00000000-0000-0000-0000-000000000000}"/>
          </ac:spMkLst>
        </pc:spChg>
      </pc:sldChg>
      <pc:sldChg chg="addSp delSp modSp add mod">
        <pc:chgData name="Schlesinger, Sebastian" userId="d814e6c9-e9fb-4b77-84f7-ccd8aa3529bb" providerId="ADAL" clId="{814D90CD-D400-5612-B49E-CD4DF6BF7C8B}" dt="2026-02-04T16:12:27.761" v="5966" actId="478"/>
        <pc:sldMkLst>
          <pc:docMk/>
          <pc:sldMk cId="2502586299" sldId="484"/>
        </pc:sldMkLst>
        <pc:spChg chg="add mod">
          <ac:chgData name="Schlesinger, Sebastian" userId="d814e6c9-e9fb-4b77-84f7-ccd8aa3529bb" providerId="ADAL" clId="{814D90CD-D400-5612-B49E-CD4DF6BF7C8B}" dt="2026-01-27T13:54:17.460" v="3158"/>
          <ac:spMkLst>
            <pc:docMk/>
            <pc:sldMk cId="2502586299" sldId="484"/>
            <ac:spMk id="3" creationId="{5C3AF017-F864-0106-2C46-38B8E90F3AAA}"/>
          </ac:spMkLst>
        </pc:spChg>
        <pc:spChg chg="mod">
          <ac:chgData name="Schlesinger, Sebastian" userId="d814e6c9-e9fb-4b77-84f7-ccd8aa3529bb" providerId="ADAL" clId="{814D90CD-D400-5612-B49E-CD4DF6BF7C8B}" dt="2026-01-27T17:37:34.484" v="3330" actId="14100"/>
          <ac:spMkLst>
            <pc:docMk/>
            <pc:sldMk cId="2502586299" sldId="484"/>
            <ac:spMk id="307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7:39.231" v="3331" actId="20577"/>
          <ac:spMkLst>
            <pc:docMk/>
            <pc:sldMk cId="2502586299" sldId="484"/>
            <ac:spMk id="3078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4:06:09.472" v="3239" actId="1035"/>
        <pc:sldMkLst>
          <pc:docMk/>
          <pc:sldMk cId="3592514620" sldId="485"/>
        </pc:sldMkLst>
        <pc:spChg chg="mod">
          <ac:chgData name="Schlesinger, Sebastian" userId="d814e6c9-e9fb-4b77-84f7-ccd8aa3529bb" providerId="ADAL" clId="{814D90CD-D400-5612-B49E-CD4DF6BF7C8B}" dt="2026-01-27T14:06:09.472" v="3239" actId="1035"/>
          <ac:spMkLst>
            <pc:docMk/>
            <pc:sldMk cId="3592514620" sldId="485"/>
            <ac:spMk id="5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3592514620" sldId="485"/>
            <ac:spMk id="133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3592514620" sldId="485"/>
            <ac:spMk id="133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5:23.633" v="3230" actId="1076"/>
          <ac:spMkLst>
            <pc:docMk/>
            <pc:sldMk cId="3592514620" sldId="485"/>
            <ac:spMk id="1331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9.472" v="3239" actId="1035"/>
          <ac:spMkLst>
            <pc:docMk/>
            <pc:sldMk cId="3592514620" sldId="485"/>
            <ac:spMk id="1332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9.472" v="3239" actId="1035"/>
          <ac:spMkLst>
            <pc:docMk/>
            <pc:sldMk cId="3592514620" sldId="485"/>
            <ac:spMk id="1332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9.472" v="3239" actId="1035"/>
          <ac:spMkLst>
            <pc:docMk/>
            <pc:sldMk cId="3592514620" sldId="485"/>
            <ac:spMk id="1333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9.472" v="3239" actId="1035"/>
          <ac:spMkLst>
            <pc:docMk/>
            <pc:sldMk cId="3592514620" sldId="485"/>
            <ac:spMk id="1333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9.472" v="3239" actId="1035"/>
          <ac:spMkLst>
            <pc:docMk/>
            <pc:sldMk cId="3592514620" sldId="485"/>
            <ac:spMk id="1333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9.472" v="3239" actId="1035"/>
          <ac:spMkLst>
            <pc:docMk/>
            <pc:sldMk cId="3592514620" sldId="485"/>
            <ac:spMk id="1334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9.472" v="3239" actId="1035"/>
          <ac:spMkLst>
            <pc:docMk/>
            <pc:sldMk cId="3592514620" sldId="485"/>
            <ac:spMk id="1334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9.472" v="3239" actId="1035"/>
          <ac:spMkLst>
            <pc:docMk/>
            <pc:sldMk cId="3592514620" sldId="485"/>
            <ac:spMk id="1334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6:09.472" v="3239" actId="1035"/>
          <ac:spMkLst>
            <pc:docMk/>
            <pc:sldMk cId="3592514620" sldId="485"/>
            <ac:spMk id="13344" creationId="{00000000-0000-0000-0000-000000000000}"/>
          </ac:spMkLst>
        </pc:spChg>
      </pc:sldChg>
      <pc:sldChg chg="addSp delSp modSp add mod">
        <pc:chgData name="Schlesinger, Sebastian" userId="d814e6c9-e9fb-4b77-84f7-ccd8aa3529bb" providerId="ADAL" clId="{814D90CD-D400-5612-B49E-CD4DF6BF7C8B}" dt="2026-01-27T14:07:21.440" v="3259" actId="1036"/>
        <pc:sldMkLst>
          <pc:docMk/>
          <pc:sldMk cId="1070211074" sldId="486"/>
        </pc:sldMkLst>
        <pc:spChg chg="add mod">
          <ac:chgData name="Schlesinger, Sebastian" userId="d814e6c9-e9fb-4b77-84f7-ccd8aa3529bb" providerId="ADAL" clId="{814D90CD-D400-5612-B49E-CD4DF6BF7C8B}" dt="2026-01-27T14:05:44.248" v="3234"/>
          <ac:spMkLst>
            <pc:docMk/>
            <pc:sldMk cId="1070211074" sldId="486"/>
            <ac:spMk id="4" creationId="{01BFAC4E-8710-7266-0958-9C0415618DB7}"/>
          </ac:spMkLst>
        </pc:spChg>
        <pc:spChg chg="mod">
          <ac:chgData name="Schlesinger, Sebastian" userId="d814e6c9-e9fb-4b77-84f7-ccd8aa3529bb" providerId="ADAL" clId="{814D90CD-D400-5612-B49E-CD4DF6BF7C8B}" dt="2026-01-27T14:07:21.440" v="3259" actId="1036"/>
          <ac:spMkLst>
            <pc:docMk/>
            <pc:sldMk cId="1070211074" sldId="486"/>
            <ac:spMk id="5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070211074" sldId="486"/>
            <ac:spMk id="133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070211074" sldId="486"/>
            <ac:spMk id="133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21.440" v="3259" actId="1036"/>
          <ac:spMkLst>
            <pc:docMk/>
            <pc:sldMk cId="1070211074" sldId="486"/>
            <ac:spMk id="1332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21.440" v="3259" actId="1036"/>
          <ac:spMkLst>
            <pc:docMk/>
            <pc:sldMk cId="1070211074" sldId="486"/>
            <ac:spMk id="1332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21.440" v="3259" actId="1036"/>
          <ac:spMkLst>
            <pc:docMk/>
            <pc:sldMk cId="1070211074" sldId="486"/>
            <ac:spMk id="1332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21.440" v="3259" actId="1036"/>
          <ac:spMkLst>
            <pc:docMk/>
            <pc:sldMk cId="1070211074" sldId="486"/>
            <ac:spMk id="1332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21.440" v="3259" actId="1036"/>
          <ac:spMkLst>
            <pc:docMk/>
            <pc:sldMk cId="1070211074" sldId="486"/>
            <ac:spMk id="1332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21.440" v="3259" actId="1036"/>
          <ac:spMkLst>
            <pc:docMk/>
            <pc:sldMk cId="1070211074" sldId="486"/>
            <ac:spMk id="1333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21.440" v="3259" actId="1036"/>
          <ac:spMkLst>
            <pc:docMk/>
            <pc:sldMk cId="1070211074" sldId="486"/>
            <ac:spMk id="1333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21.440" v="3259" actId="1036"/>
          <ac:spMkLst>
            <pc:docMk/>
            <pc:sldMk cId="1070211074" sldId="486"/>
            <ac:spMk id="1333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7:21.440" v="3259" actId="1036"/>
          <ac:spMkLst>
            <pc:docMk/>
            <pc:sldMk cId="1070211074" sldId="486"/>
            <ac:spMk id="13344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7:33:17.750" v="3278" actId="1076"/>
        <pc:sldMkLst>
          <pc:docMk/>
          <pc:sldMk cId="115929" sldId="487"/>
        </pc:sldMkLst>
        <pc:spChg chg="mod">
          <ac:chgData name="Schlesinger, Sebastian" userId="d814e6c9-e9fb-4b77-84f7-ccd8aa3529bb" providerId="ADAL" clId="{814D90CD-D400-5612-B49E-CD4DF6BF7C8B}" dt="2026-01-27T17:33:17.750" v="3278" actId="1076"/>
          <ac:spMkLst>
            <pc:docMk/>
            <pc:sldMk cId="115929" sldId="487"/>
            <ac:spMk id="4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17.750" v="3278" actId="1076"/>
          <ac:spMkLst>
            <pc:docMk/>
            <pc:sldMk cId="115929" sldId="487"/>
            <ac:spMk id="4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17.750" v="3278" actId="1076"/>
          <ac:spMkLst>
            <pc:docMk/>
            <pc:sldMk cId="115929" sldId="487"/>
            <ac:spMk id="5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17.750" v="3278" actId="1076"/>
          <ac:spMkLst>
            <pc:docMk/>
            <pc:sldMk cId="115929" sldId="487"/>
            <ac:spMk id="5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17.750" v="3278" actId="1076"/>
          <ac:spMkLst>
            <pc:docMk/>
            <pc:sldMk cId="115929" sldId="487"/>
            <ac:spMk id="5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17.750" v="3278" actId="1076"/>
          <ac:spMkLst>
            <pc:docMk/>
            <pc:sldMk cId="115929" sldId="487"/>
            <ac:spMk id="6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17.750" v="3278" actId="1076"/>
          <ac:spMkLst>
            <pc:docMk/>
            <pc:sldMk cId="115929" sldId="487"/>
            <ac:spMk id="7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17.750" v="3278" actId="1076"/>
          <ac:spMkLst>
            <pc:docMk/>
            <pc:sldMk cId="115929" sldId="487"/>
            <ac:spMk id="7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17.750" v="3278" actId="1076"/>
          <ac:spMkLst>
            <pc:docMk/>
            <pc:sldMk cId="115929" sldId="487"/>
            <ac:spMk id="7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15929" sldId="487"/>
            <ac:spMk id="133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9:08.881" v="3274" actId="1076"/>
          <ac:spMkLst>
            <pc:docMk/>
            <pc:sldMk cId="115929" sldId="487"/>
            <ac:spMk id="133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4:08:15.791" v="3268" actId="14100"/>
          <ac:spMkLst>
            <pc:docMk/>
            <pc:sldMk cId="115929" sldId="487"/>
            <ac:spMk id="1331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17.750" v="3278" actId="1076"/>
          <ac:spMkLst>
            <pc:docMk/>
            <pc:sldMk cId="115929" sldId="487"/>
            <ac:spMk id="13331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7:33:30.196" v="3280" actId="1076"/>
        <pc:sldMkLst>
          <pc:docMk/>
          <pc:sldMk cId="3670257314" sldId="489"/>
        </pc:sldMkLst>
        <pc:spChg chg="mod">
          <ac:chgData name="Schlesinger, Sebastian" userId="d814e6c9-e9fb-4b77-84f7-ccd8aa3529bb" providerId="ADAL" clId="{814D90CD-D400-5612-B49E-CD4DF6BF7C8B}" dt="2026-01-27T17:33:30.196" v="3280" actId="1076"/>
          <ac:spMkLst>
            <pc:docMk/>
            <pc:sldMk cId="3670257314" sldId="489"/>
            <ac:spMk id="4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30.196" v="3280" actId="1076"/>
          <ac:spMkLst>
            <pc:docMk/>
            <pc:sldMk cId="3670257314" sldId="489"/>
            <ac:spMk id="5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30.196" v="3280" actId="1076"/>
          <ac:spMkLst>
            <pc:docMk/>
            <pc:sldMk cId="3670257314" sldId="489"/>
            <ac:spMk id="6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30.196" v="3280" actId="1076"/>
          <ac:spMkLst>
            <pc:docMk/>
            <pc:sldMk cId="3670257314" sldId="489"/>
            <ac:spMk id="7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30.196" v="3280" actId="1076"/>
          <ac:spMkLst>
            <pc:docMk/>
            <pc:sldMk cId="3670257314" sldId="489"/>
            <ac:spMk id="7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30.196" v="3280" actId="1076"/>
          <ac:spMkLst>
            <pc:docMk/>
            <pc:sldMk cId="3670257314" sldId="489"/>
            <ac:spMk id="7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3670257314" sldId="489"/>
            <ac:spMk id="133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25.959" v="3279" actId="1076"/>
          <ac:spMkLst>
            <pc:docMk/>
            <pc:sldMk cId="3670257314" sldId="489"/>
            <ac:spMk id="133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2:49.392" v="3275" actId="14100"/>
          <ac:spMkLst>
            <pc:docMk/>
            <pc:sldMk cId="3670257314" sldId="489"/>
            <ac:spMk id="1331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30.196" v="3280" actId="1076"/>
          <ac:spMkLst>
            <pc:docMk/>
            <pc:sldMk cId="3670257314" sldId="489"/>
            <ac:spMk id="1332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30.196" v="3280" actId="1076"/>
          <ac:spMkLst>
            <pc:docMk/>
            <pc:sldMk cId="3670257314" sldId="489"/>
            <ac:spMk id="1332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30.196" v="3280" actId="1076"/>
          <ac:spMkLst>
            <pc:docMk/>
            <pc:sldMk cId="3670257314" sldId="489"/>
            <ac:spMk id="1332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30.196" v="3280" actId="1076"/>
          <ac:spMkLst>
            <pc:docMk/>
            <pc:sldMk cId="3670257314" sldId="489"/>
            <ac:spMk id="13331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2-04T15:55:11.770" v="5937" actId="1037"/>
        <pc:sldMkLst>
          <pc:docMk/>
          <pc:sldMk cId="531540815" sldId="490"/>
        </pc:sldMkLst>
        <pc:spChg chg="mod">
          <ac:chgData name="Schlesinger, Sebastian" userId="d814e6c9-e9fb-4b77-84f7-ccd8aa3529bb" providerId="ADAL" clId="{814D90CD-D400-5612-B49E-CD4DF6BF7C8B}" dt="2026-02-04T15:55:11.770" v="5937" actId="1037"/>
          <ac:spMkLst>
            <pc:docMk/>
            <pc:sldMk cId="531540815" sldId="490"/>
            <ac:spMk id="4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45.917" v="3282" actId="1076"/>
          <ac:spMkLst>
            <pc:docMk/>
            <pc:sldMk cId="531540815" sldId="490"/>
            <ac:spMk id="4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5:11.770" v="5937" actId="1037"/>
          <ac:spMkLst>
            <pc:docMk/>
            <pc:sldMk cId="531540815" sldId="490"/>
            <ac:spMk id="4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45.917" v="3282" actId="1076"/>
          <ac:spMkLst>
            <pc:docMk/>
            <pc:sldMk cId="531540815" sldId="490"/>
            <ac:spMk id="5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5:11.770" v="5937" actId="1037"/>
          <ac:spMkLst>
            <pc:docMk/>
            <pc:sldMk cId="531540815" sldId="490"/>
            <ac:spMk id="6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45.917" v="3282" actId="1076"/>
          <ac:spMkLst>
            <pc:docMk/>
            <pc:sldMk cId="531540815" sldId="490"/>
            <ac:spMk id="6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5:11.770" v="5937" actId="1037"/>
          <ac:spMkLst>
            <pc:docMk/>
            <pc:sldMk cId="531540815" sldId="490"/>
            <ac:spMk id="7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45.917" v="3282" actId="1076"/>
          <ac:spMkLst>
            <pc:docMk/>
            <pc:sldMk cId="531540815" sldId="490"/>
            <ac:spMk id="7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45.917" v="3282" actId="1076"/>
          <ac:spMkLst>
            <pc:docMk/>
            <pc:sldMk cId="531540815" sldId="490"/>
            <ac:spMk id="7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531540815" sldId="490"/>
            <ac:spMk id="133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531540815" sldId="490"/>
            <ac:spMk id="133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39.192" v="3281" actId="14100"/>
          <ac:spMkLst>
            <pc:docMk/>
            <pc:sldMk cId="531540815" sldId="490"/>
            <ac:spMk id="1331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5:11.770" v="5937" actId="1037"/>
          <ac:spMkLst>
            <pc:docMk/>
            <pc:sldMk cId="531540815" sldId="490"/>
            <ac:spMk id="1331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45.917" v="3282" actId="1076"/>
          <ac:spMkLst>
            <pc:docMk/>
            <pc:sldMk cId="531540815" sldId="490"/>
            <ac:spMk id="1332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45.917" v="3282" actId="1076"/>
          <ac:spMkLst>
            <pc:docMk/>
            <pc:sldMk cId="531540815" sldId="490"/>
            <ac:spMk id="1332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5:11.770" v="5937" actId="1037"/>
          <ac:spMkLst>
            <pc:docMk/>
            <pc:sldMk cId="531540815" sldId="490"/>
            <ac:spMk id="1332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5:11.770" v="5937" actId="1037"/>
          <ac:spMkLst>
            <pc:docMk/>
            <pc:sldMk cId="531540815" sldId="490"/>
            <ac:spMk id="1332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5:11.770" v="5937" actId="1037"/>
          <ac:spMkLst>
            <pc:docMk/>
            <pc:sldMk cId="531540815" sldId="490"/>
            <ac:spMk id="1332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5:11.770" v="5937" actId="1037"/>
          <ac:spMkLst>
            <pc:docMk/>
            <pc:sldMk cId="531540815" sldId="490"/>
            <ac:spMk id="1333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5:11.770" v="5937" actId="1037"/>
          <ac:spMkLst>
            <pc:docMk/>
            <pc:sldMk cId="531540815" sldId="490"/>
            <ac:spMk id="13333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2-04T15:58:56.584" v="5960" actId="1035"/>
        <pc:sldMkLst>
          <pc:docMk/>
          <pc:sldMk cId="240993158" sldId="491"/>
        </pc:sldMkLst>
        <pc:spChg chg="mod">
          <ac:chgData name="Schlesinger, Sebastian" userId="d814e6c9-e9fb-4b77-84f7-ccd8aa3529bb" providerId="ADAL" clId="{814D90CD-D400-5612-B49E-CD4DF6BF7C8B}" dt="2026-02-04T15:58:56.584" v="5960" actId="1035"/>
          <ac:spMkLst>
            <pc:docMk/>
            <pc:sldMk cId="240993158" sldId="491"/>
            <ac:spMk id="4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56.250" v="3284" actId="1076"/>
          <ac:spMkLst>
            <pc:docMk/>
            <pc:sldMk cId="240993158" sldId="491"/>
            <ac:spMk id="5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8:56.584" v="5960" actId="1035"/>
          <ac:spMkLst>
            <pc:docMk/>
            <pc:sldMk cId="240993158" sldId="491"/>
            <ac:spMk id="6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8:56.584" v="5960" actId="1035"/>
          <ac:spMkLst>
            <pc:docMk/>
            <pc:sldMk cId="240993158" sldId="491"/>
            <ac:spMk id="6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8:56.584" v="5960" actId="1035"/>
          <ac:spMkLst>
            <pc:docMk/>
            <pc:sldMk cId="240993158" sldId="491"/>
            <ac:spMk id="6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8:56.584" v="5960" actId="1035"/>
          <ac:spMkLst>
            <pc:docMk/>
            <pc:sldMk cId="240993158" sldId="491"/>
            <ac:spMk id="7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56.250" v="3284" actId="1076"/>
          <ac:spMkLst>
            <pc:docMk/>
            <pc:sldMk cId="240993158" sldId="491"/>
            <ac:spMk id="7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56.250" v="3284" actId="1076"/>
          <ac:spMkLst>
            <pc:docMk/>
            <pc:sldMk cId="240993158" sldId="491"/>
            <ac:spMk id="7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240993158" sldId="491"/>
            <ac:spMk id="133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240993158" sldId="491"/>
            <ac:spMk id="133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50.409" v="3283" actId="14100"/>
          <ac:spMkLst>
            <pc:docMk/>
            <pc:sldMk cId="240993158" sldId="491"/>
            <ac:spMk id="1331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8:56.584" v="5960" actId="1035"/>
          <ac:spMkLst>
            <pc:docMk/>
            <pc:sldMk cId="240993158" sldId="491"/>
            <ac:spMk id="1332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8:56.584" v="5960" actId="1035"/>
          <ac:spMkLst>
            <pc:docMk/>
            <pc:sldMk cId="240993158" sldId="491"/>
            <ac:spMk id="1332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56.250" v="3284" actId="1076"/>
          <ac:spMkLst>
            <pc:docMk/>
            <pc:sldMk cId="240993158" sldId="491"/>
            <ac:spMk id="1332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8:56.584" v="5960" actId="1035"/>
          <ac:spMkLst>
            <pc:docMk/>
            <pc:sldMk cId="240993158" sldId="491"/>
            <ac:spMk id="1332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3:56.250" v="3284" actId="1076"/>
          <ac:spMkLst>
            <pc:docMk/>
            <pc:sldMk cId="240993158" sldId="491"/>
            <ac:spMk id="1333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8:56.584" v="5960" actId="1035"/>
          <ac:spMkLst>
            <pc:docMk/>
            <pc:sldMk cId="240993158" sldId="491"/>
            <ac:spMk id="1333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5:58:56.584" v="5960" actId="1035"/>
          <ac:spMkLst>
            <pc:docMk/>
            <pc:sldMk cId="240993158" sldId="491"/>
            <ac:spMk id="13333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7:34:08.339" v="3286" actId="1076"/>
        <pc:sldMkLst>
          <pc:docMk/>
          <pc:sldMk cId="134387421" sldId="492"/>
        </pc:sldMkLst>
        <pc:spChg chg="mod">
          <ac:chgData name="Schlesinger, Sebastian" userId="d814e6c9-e9fb-4b77-84f7-ccd8aa3529bb" providerId="ADAL" clId="{814D90CD-D400-5612-B49E-CD4DF6BF7C8B}" dt="2026-01-27T17:34:08.339" v="3286" actId="1076"/>
          <ac:spMkLst>
            <pc:docMk/>
            <pc:sldMk cId="134387421" sldId="492"/>
            <ac:spMk id="4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08.339" v="3286" actId="1076"/>
          <ac:spMkLst>
            <pc:docMk/>
            <pc:sldMk cId="134387421" sldId="492"/>
            <ac:spMk id="4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08.339" v="3286" actId="1076"/>
          <ac:spMkLst>
            <pc:docMk/>
            <pc:sldMk cId="134387421" sldId="492"/>
            <ac:spMk id="4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08.339" v="3286" actId="1076"/>
          <ac:spMkLst>
            <pc:docMk/>
            <pc:sldMk cId="134387421" sldId="492"/>
            <ac:spMk id="51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08.339" v="3286" actId="1076"/>
          <ac:spMkLst>
            <pc:docMk/>
            <pc:sldMk cId="134387421" sldId="492"/>
            <ac:spMk id="5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08.339" v="3286" actId="1076"/>
          <ac:spMkLst>
            <pc:docMk/>
            <pc:sldMk cId="134387421" sldId="492"/>
            <ac:spMk id="6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08.339" v="3286" actId="1076"/>
          <ac:spMkLst>
            <pc:docMk/>
            <pc:sldMk cId="134387421" sldId="492"/>
            <ac:spMk id="6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08.339" v="3286" actId="1076"/>
          <ac:spMkLst>
            <pc:docMk/>
            <pc:sldMk cId="134387421" sldId="492"/>
            <ac:spMk id="7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08.339" v="3286" actId="1076"/>
          <ac:spMkLst>
            <pc:docMk/>
            <pc:sldMk cId="134387421" sldId="492"/>
            <ac:spMk id="8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34387421" sldId="492"/>
            <ac:spMk id="1331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34387421" sldId="492"/>
            <ac:spMk id="1331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01.014" v="3285" actId="14100"/>
          <ac:spMkLst>
            <pc:docMk/>
            <pc:sldMk cId="134387421" sldId="492"/>
            <ac:spMk id="1331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4:08.339" v="3286" actId="1076"/>
          <ac:spMkLst>
            <pc:docMk/>
            <pc:sldMk cId="134387421" sldId="492"/>
            <ac:spMk id="13331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7:38:48.174" v="3363" actId="1076"/>
        <pc:sldMkLst>
          <pc:docMk/>
          <pc:sldMk cId="3622278983" sldId="494"/>
        </pc:sldMkLst>
        <pc:spChg chg="mod">
          <ac:chgData name="Schlesinger, Sebastian" userId="d814e6c9-e9fb-4b77-84f7-ccd8aa3529bb" providerId="ADAL" clId="{814D90CD-D400-5612-B49E-CD4DF6BF7C8B}" dt="2026-01-27T17:38:48.174" v="3363" actId="1076"/>
          <ac:spMkLst>
            <pc:docMk/>
            <pc:sldMk cId="3622278983" sldId="494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3622278983" sldId="494"/>
            <ac:spMk id="19459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3622278983" sldId="494"/>
            <ac:spMk id="19460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8:45.168" v="3362" actId="14100"/>
          <ac:spMkLst>
            <pc:docMk/>
            <pc:sldMk cId="3622278983" sldId="494"/>
            <ac:spMk id="19461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2-04T16:21:53.705" v="6680" actId="20577"/>
        <pc:sldMkLst>
          <pc:docMk/>
          <pc:sldMk cId="1929162331" sldId="495"/>
        </pc:sldMkLst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929162331" sldId="495"/>
            <ac:spMk id="5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929162331" sldId="495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17:38:51.872" v="3364" actId="14100"/>
          <ac:spMkLst>
            <pc:docMk/>
            <pc:sldMk cId="1929162331" sldId="495"/>
            <ac:spMk id="24166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4T16:21:53.705" v="6680" actId="20577"/>
          <ac:spMkLst>
            <pc:docMk/>
            <pc:sldMk cId="1929162331" sldId="495"/>
            <ac:spMk id="241667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9:53:57.293" v="3413" actId="1076"/>
        <pc:sldMkLst>
          <pc:docMk/>
          <pc:sldMk cId="1195148772" sldId="496"/>
        </pc:sldMkLst>
        <pc:spChg chg="mod">
          <ac:chgData name="Schlesinger, Sebastian" userId="d814e6c9-e9fb-4b77-84f7-ccd8aa3529bb" providerId="ADAL" clId="{814D90CD-D400-5612-B49E-CD4DF6BF7C8B}" dt="2026-01-27T19:53:57.293" v="3413" actId="1076"/>
          <ac:spMkLst>
            <pc:docMk/>
            <pc:sldMk cId="1195148772" sldId="496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195148772" sldId="496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1-27T09:56:08.114" v="2981"/>
          <ac:spMkLst>
            <pc:docMk/>
            <pc:sldMk cId="1195148772" sldId="496"/>
            <ac:spMk id="5" creationId="{00000000-0000-0000-0000-000000000000}"/>
          </ac:spMkLst>
        </pc:spChg>
      </pc:sldChg>
      <pc:sldChg chg="add">
        <pc:chgData name="Schlesinger, Sebastian" userId="d814e6c9-e9fb-4b77-84f7-ccd8aa3529bb" providerId="ADAL" clId="{814D90CD-D400-5612-B49E-CD4DF6BF7C8B}" dt="2026-02-02T17:18:18.728" v="3837"/>
        <pc:sldMkLst>
          <pc:docMk/>
          <pc:sldMk cId="4022119539" sldId="504"/>
        </pc:sldMkLst>
      </pc:sldChg>
      <pc:sldChg chg="addSp modSp mod">
        <pc:chgData name="Schlesinger, Sebastian" userId="d814e6c9-e9fb-4b77-84f7-ccd8aa3529bb" providerId="ADAL" clId="{814D90CD-D400-5612-B49E-CD4DF6BF7C8B}" dt="2026-01-27T09:55:45.207" v="2979" actId="20577"/>
        <pc:sldMkLst>
          <pc:docMk/>
          <pc:sldMk cId="2039478384" sldId="785"/>
        </pc:sldMkLst>
        <pc:spChg chg="add mod">
          <ac:chgData name="Schlesinger, Sebastian" userId="d814e6c9-e9fb-4b77-84f7-ccd8aa3529bb" providerId="ADAL" clId="{814D90CD-D400-5612-B49E-CD4DF6BF7C8B}" dt="2026-01-22T18:13:24.320" v="1715"/>
          <ac:spMkLst>
            <pc:docMk/>
            <pc:sldMk cId="2039478384" sldId="785"/>
            <ac:spMk id="2" creationId="{F16F884C-11E3-EEBA-FB5D-886B3FF7FAE6}"/>
          </ac:spMkLst>
        </pc:spChg>
        <pc:spChg chg="mod">
          <ac:chgData name="Schlesinger, Sebastian" userId="d814e6c9-e9fb-4b77-84f7-ccd8aa3529bb" providerId="ADAL" clId="{814D90CD-D400-5612-B49E-CD4DF6BF7C8B}" dt="2026-01-27T09:55:45.207" v="2979" actId="20577"/>
          <ac:spMkLst>
            <pc:docMk/>
            <pc:sldMk cId="2039478384" sldId="785"/>
            <ac:spMk id="4" creationId="{1E39F0E3-8C0D-B9FB-C5FC-26F66EBAD397}"/>
          </ac:spMkLst>
        </pc:spChg>
        <pc:spChg chg="add mod">
          <ac:chgData name="Schlesinger, Sebastian" userId="d814e6c9-e9fb-4b77-84f7-ccd8aa3529bb" providerId="ADAL" clId="{814D90CD-D400-5612-B49E-CD4DF6BF7C8B}" dt="2026-01-22T18:13:24.320" v="1715"/>
          <ac:spMkLst>
            <pc:docMk/>
            <pc:sldMk cId="2039478384" sldId="785"/>
            <ac:spMk id="6" creationId="{544A7715-BA0F-DB10-A552-EBA003592AE6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3:01:24.025" v="3008" actId="207"/>
        <pc:sldMkLst>
          <pc:docMk/>
          <pc:sldMk cId="2935813120" sldId="786"/>
        </pc:sldMkLst>
        <pc:spChg chg="mod">
          <ac:chgData name="Schlesinger, Sebastian" userId="d814e6c9-e9fb-4b77-84f7-ccd8aa3529bb" providerId="ADAL" clId="{814D90CD-D400-5612-B49E-CD4DF6BF7C8B}" dt="2026-01-27T13:01:24.025" v="3008" actId="207"/>
          <ac:spMkLst>
            <pc:docMk/>
            <pc:sldMk cId="2935813120" sldId="786"/>
            <ac:spMk id="3078" creationId="{86E9FDAC-582D-4C09-4C5D-8A4D014998AB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3:40:55.944" v="3136" actId="207"/>
        <pc:sldMkLst>
          <pc:docMk/>
          <pc:sldMk cId="3537565441" sldId="787"/>
        </pc:sldMkLst>
        <pc:spChg chg="mod">
          <ac:chgData name="Schlesinger, Sebastian" userId="d814e6c9-e9fb-4b77-84f7-ccd8aa3529bb" providerId="ADAL" clId="{814D90CD-D400-5612-B49E-CD4DF6BF7C8B}" dt="2026-01-27T13:40:55.944" v="3136" actId="207"/>
          <ac:spMkLst>
            <pc:docMk/>
            <pc:sldMk cId="3537565441" sldId="787"/>
            <ac:spMk id="3078" creationId="{24444D90-57AC-27B1-6171-96F3DCEE1297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9:53:23.731" v="3403" actId="207"/>
        <pc:sldMkLst>
          <pc:docMk/>
          <pc:sldMk cId="2763633767" sldId="788"/>
        </pc:sldMkLst>
        <pc:spChg chg="mod">
          <ac:chgData name="Schlesinger, Sebastian" userId="d814e6c9-e9fb-4b77-84f7-ccd8aa3529bb" providerId="ADAL" clId="{814D90CD-D400-5612-B49E-CD4DF6BF7C8B}" dt="2026-01-27T19:53:23.731" v="3403" actId="207"/>
          <ac:spMkLst>
            <pc:docMk/>
            <pc:sldMk cId="2763633767" sldId="788"/>
            <ac:spMk id="3078" creationId="{8CB1E9E8-540F-FB90-5BF1-3EE7BEEEA3DE}"/>
          </ac:spMkLst>
        </pc:spChg>
      </pc:sldChg>
      <pc:sldChg chg="modSp add mod">
        <pc:chgData name="Schlesinger, Sebastian" userId="d814e6c9-e9fb-4b77-84f7-ccd8aa3529bb" providerId="ADAL" clId="{814D90CD-D400-5612-B49E-CD4DF6BF7C8B}" dt="2026-01-27T19:53:38.328" v="3406" actId="207"/>
        <pc:sldMkLst>
          <pc:docMk/>
          <pc:sldMk cId="453196550" sldId="789"/>
        </pc:sldMkLst>
        <pc:spChg chg="mod">
          <ac:chgData name="Schlesinger, Sebastian" userId="d814e6c9-e9fb-4b77-84f7-ccd8aa3529bb" providerId="ADAL" clId="{814D90CD-D400-5612-B49E-CD4DF6BF7C8B}" dt="2026-01-27T19:53:38.328" v="3406" actId="207"/>
          <ac:spMkLst>
            <pc:docMk/>
            <pc:sldMk cId="453196550" sldId="789"/>
            <ac:spMk id="3078" creationId="{0A5FCB40-01AA-B95A-3EA7-FB7AF4D6C6AB}"/>
          </ac:spMkLst>
        </pc:spChg>
      </pc:sldChg>
      <pc:sldChg chg="modSp add">
        <pc:chgData name="Schlesinger, Sebastian" userId="d814e6c9-e9fb-4b77-84f7-ccd8aa3529bb" providerId="ADAL" clId="{814D90CD-D400-5612-B49E-CD4DF6BF7C8B}" dt="2026-02-02T17:19:48.523" v="3840" actId="167"/>
        <pc:sldMkLst>
          <pc:docMk/>
          <pc:sldMk cId="2518620448" sldId="790"/>
        </pc:sldMkLst>
        <pc:grpChg chg="mod">
          <ac:chgData name="Schlesinger, Sebastian" userId="d814e6c9-e9fb-4b77-84f7-ccd8aa3529bb" providerId="ADAL" clId="{814D90CD-D400-5612-B49E-CD4DF6BF7C8B}" dt="2026-02-02T17:19:48.523" v="3840" actId="167"/>
          <ac:grpSpMkLst>
            <pc:docMk/>
            <pc:sldMk cId="2518620448" sldId="790"/>
            <ac:grpSpMk id="49" creationId="{0D5C5A30-668E-6C4B-E524-65245F3AF011}"/>
          </ac:grpSpMkLst>
        </pc:grpChg>
        <pc:grpChg chg="mod">
          <ac:chgData name="Schlesinger, Sebastian" userId="d814e6c9-e9fb-4b77-84f7-ccd8aa3529bb" providerId="ADAL" clId="{814D90CD-D400-5612-B49E-CD4DF6BF7C8B}" dt="2026-02-02T17:19:48.523" v="3840" actId="167"/>
          <ac:grpSpMkLst>
            <pc:docMk/>
            <pc:sldMk cId="2518620448" sldId="790"/>
            <ac:grpSpMk id="76" creationId="{BE4FDBAF-983E-3278-E604-563699158515}"/>
          </ac:grpSpMkLst>
        </pc:grpChg>
        <pc:grpChg chg="mod">
          <ac:chgData name="Schlesinger, Sebastian" userId="d814e6c9-e9fb-4b77-84f7-ccd8aa3529bb" providerId="ADAL" clId="{814D90CD-D400-5612-B49E-CD4DF6BF7C8B}" dt="2026-02-02T17:19:48.523" v="3840" actId="167"/>
          <ac:grpSpMkLst>
            <pc:docMk/>
            <pc:sldMk cId="2518620448" sldId="790"/>
            <ac:grpSpMk id="82" creationId="{48F0F5F0-6005-8C0D-2270-4A97E5430D44}"/>
          </ac:grpSpMkLst>
        </pc:grpChg>
        <pc:grpChg chg="mod">
          <ac:chgData name="Schlesinger, Sebastian" userId="d814e6c9-e9fb-4b77-84f7-ccd8aa3529bb" providerId="ADAL" clId="{814D90CD-D400-5612-B49E-CD4DF6BF7C8B}" dt="2026-02-02T17:19:48.523" v="3840" actId="167"/>
          <ac:grpSpMkLst>
            <pc:docMk/>
            <pc:sldMk cId="2518620448" sldId="790"/>
            <ac:grpSpMk id="88" creationId="{01F38B4C-AEEB-0D42-BC75-81B87E59CF67}"/>
          </ac:grpSpMkLst>
        </pc:grpChg>
        <pc:grpChg chg="mod">
          <ac:chgData name="Schlesinger, Sebastian" userId="d814e6c9-e9fb-4b77-84f7-ccd8aa3529bb" providerId="ADAL" clId="{814D90CD-D400-5612-B49E-CD4DF6BF7C8B}" dt="2026-02-02T17:19:48.523" v="3840" actId="167"/>
          <ac:grpSpMkLst>
            <pc:docMk/>
            <pc:sldMk cId="2518620448" sldId="790"/>
            <ac:grpSpMk id="91" creationId="{378EC566-55B7-73DB-A452-B0B6CC8A14E4}"/>
          </ac:grpSpMkLst>
        </pc:grpChg>
        <pc:grpChg chg="mod">
          <ac:chgData name="Schlesinger, Sebastian" userId="d814e6c9-e9fb-4b77-84f7-ccd8aa3529bb" providerId="ADAL" clId="{814D90CD-D400-5612-B49E-CD4DF6BF7C8B}" dt="2026-02-02T17:19:48.523" v="3840" actId="167"/>
          <ac:grpSpMkLst>
            <pc:docMk/>
            <pc:sldMk cId="2518620448" sldId="790"/>
            <ac:grpSpMk id="94" creationId="{068A7CA3-9ECE-C943-FBCA-A5A5123CCE29}"/>
          </ac:grpSpMkLst>
        </pc:grpChg>
        <pc:grpChg chg="mod">
          <ac:chgData name="Schlesinger, Sebastian" userId="d814e6c9-e9fb-4b77-84f7-ccd8aa3529bb" providerId="ADAL" clId="{814D90CD-D400-5612-B49E-CD4DF6BF7C8B}" dt="2026-02-02T17:19:41.349" v="3839" actId="167"/>
          <ac:grpSpMkLst>
            <pc:docMk/>
            <pc:sldMk cId="2518620448" sldId="790"/>
            <ac:grpSpMk id="97" creationId="{D9380D8D-54AA-16F4-7579-007013B1E663}"/>
          </ac:grpSpMkLst>
        </pc:grpChg>
        <pc:grpChg chg="mod">
          <ac:chgData name="Schlesinger, Sebastian" userId="d814e6c9-e9fb-4b77-84f7-ccd8aa3529bb" providerId="ADAL" clId="{814D90CD-D400-5612-B49E-CD4DF6BF7C8B}" dt="2026-02-02T17:19:41.349" v="3839" actId="167"/>
          <ac:grpSpMkLst>
            <pc:docMk/>
            <pc:sldMk cId="2518620448" sldId="790"/>
            <ac:grpSpMk id="110" creationId="{F94FE837-3A13-57AD-5141-E54F8BA30C0B}"/>
          </ac:grpSpMkLst>
        </pc:grpChg>
        <pc:grpChg chg="mod">
          <ac:chgData name="Schlesinger, Sebastian" userId="d814e6c9-e9fb-4b77-84f7-ccd8aa3529bb" providerId="ADAL" clId="{814D90CD-D400-5612-B49E-CD4DF6BF7C8B}" dt="2026-02-02T17:19:41.349" v="3839" actId="167"/>
          <ac:grpSpMkLst>
            <pc:docMk/>
            <pc:sldMk cId="2518620448" sldId="790"/>
            <ac:grpSpMk id="113" creationId="{58190858-0180-8416-D356-D80C29B36E92}"/>
          </ac:grpSpMkLst>
        </pc:grpChg>
      </pc:sldChg>
      <pc:sldChg chg="addSp delSp modSp new mod">
        <pc:chgData name="Schlesinger, Sebastian" userId="d814e6c9-e9fb-4b77-84f7-ccd8aa3529bb" providerId="ADAL" clId="{814D90CD-D400-5612-B49E-CD4DF6BF7C8B}" dt="2026-02-04T13:29:13.594" v="5935" actId="20577"/>
        <pc:sldMkLst>
          <pc:docMk/>
          <pc:sldMk cId="764314456" sldId="791"/>
        </pc:sldMkLst>
        <pc:spChg chg="mod">
          <ac:chgData name="Schlesinger, Sebastian" userId="d814e6c9-e9fb-4b77-84f7-ccd8aa3529bb" providerId="ADAL" clId="{814D90CD-D400-5612-B49E-CD4DF6BF7C8B}" dt="2026-02-04T12:47:02.810" v="3960" actId="14100"/>
          <ac:spMkLst>
            <pc:docMk/>
            <pc:sldMk cId="764314456" sldId="791"/>
            <ac:spMk id="2" creationId="{0ABC112F-9535-615F-79FF-D63E2AD0862A}"/>
          </ac:spMkLst>
        </pc:spChg>
        <pc:spChg chg="mod">
          <ac:chgData name="Schlesinger, Sebastian" userId="d814e6c9-e9fb-4b77-84f7-ccd8aa3529bb" providerId="ADAL" clId="{814D90CD-D400-5612-B49E-CD4DF6BF7C8B}" dt="2026-02-04T13:25:33.660" v="5842" actId="1076"/>
          <ac:spMkLst>
            <pc:docMk/>
            <pc:sldMk cId="764314456" sldId="791"/>
            <ac:spMk id="3" creationId="{2CA9CDBD-D43B-38C8-88A4-120F39891DAC}"/>
          </ac:spMkLst>
        </pc:spChg>
        <pc:spChg chg="add mod">
          <ac:chgData name="Schlesinger, Sebastian" userId="d814e6c9-e9fb-4b77-84f7-ccd8aa3529bb" providerId="ADAL" clId="{814D90CD-D400-5612-B49E-CD4DF6BF7C8B}" dt="2026-02-04T13:29:13.594" v="5935" actId="20577"/>
          <ac:spMkLst>
            <pc:docMk/>
            <pc:sldMk cId="764314456" sldId="791"/>
            <ac:spMk id="6" creationId="{71AA1F4B-0A1F-5811-D037-C849CAC42A4A}"/>
          </ac:spMkLst>
        </pc:spChg>
        <pc:picChg chg="add mod">
          <ac:chgData name="Schlesinger, Sebastian" userId="d814e6c9-e9fb-4b77-84f7-ccd8aa3529bb" providerId="ADAL" clId="{814D90CD-D400-5612-B49E-CD4DF6BF7C8B}" dt="2026-02-04T13:14:25.971" v="5449" actId="1076"/>
          <ac:picMkLst>
            <pc:docMk/>
            <pc:sldMk cId="764314456" sldId="791"/>
            <ac:picMk id="7" creationId="{90CB93AE-D555-3AF9-F2B4-B8EA67330E8D}"/>
          </ac:picMkLst>
        </pc:picChg>
        <pc:picChg chg="add mod">
          <ac:chgData name="Schlesinger, Sebastian" userId="d814e6c9-e9fb-4b77-84f7-ccd8aa3529bb" providerId="ADAL" clId="{814D90CD-D400-5612-B49E-CD4DF6BF7C8B}" dt="2026-02-04T13:14:27.686" v="5450" actId="1076"/>
          <ac:picMkLst>
            <pc:docMk/>
            <pc:sldMk cId="764314456" sldId="791"/>
            <ac:picMk id="8" creationId="{1B2C85FD-2E5A-BE31-B1FC-C6C10EF2C023}"/>
          </ac:picMkLst>
        </pc:picChg>
        <pc:cxnChg chg="add mod">
          <ac:chgData name="Schlesinger, Sebastian" userId="d814e6c9-e9fb-4b77-84f7-ccd8aa3529bb" providerId="ADAL" clId="{814D90CD-D400-5612-B49E-CD4DF6BF7C8B}" dt="2026-02-04T13:14:33.153" v="5452" actId="14100"/>
          <ac:cxnSpMkLst>
            <pc:docMk/>
            <pc:sldMk cId="764314456" sldId="791"/>
            <ac:cxnSpMk id="10" creationId="{8FD1DF97-EAC4-FBE6-DE64-CB8910ED5BA2}"/>
          </ac:cxnSpMkLst>
        </pc:cxnChg>
        <pc:cxnChg chg="add mod">
          <ac:chgData name="Schlesinger, Sebastian" userId="d814e6c9-e9fb-4b77-84f7-ccd8aa3529bb" providerId="ADAL" clId="{814D90CD-D400-5612-B49E-CD4DF6BF7C8B}" dt="2026-02-04T13:14:30.622" v="5451" actId="14100"/>
          <ac:cxnSpMkLst>
            <pc:docMk/>
            <pc:sldMk cId="764314456" sldId="791"/>
            <ac:cxnSpMk id="12" creationId="{6921E065-3053-E4F8-7A54-2BC59B961495}"/>
          </ac:cxnSpMkLst>
        </pc:cxnChg>
      </pc:sldChg>
      <pc:sldChg chg="modSp new mod">
        <pc:chgData name="Schlesinger, Sebastian" userId="d814e6c9-e9fb-4b77-84f7-ccd8aa3529bb" providerId="ADAL" clId="{814D90CD-D400-5612-B49E-CD4DF6BF7C8B}" dt="2026-02-04T13:18:38.992" v="5713" actId="1076"/>
        <pc:sldMkLst>
          <pc:docMk/>
          <pc:sldMk cId="1125556718" sldId="792"/>
        </pc:sldMkLst>
        <pc:spChg chg="mod">
          <ac:chgData name="Schlesinger, Sebastian" userId="d814e6c9-e9fb-4b77-84f7-ccd8aa3529bb" providerId="ADAL" clId="{814D90CD-D400-5612-B49E-CD4DF6BF7C8B}" dt="2026-02-04T13:18:20.976" v="5655" actId="20577"/>
          <ac:spMkLst>
            <pc:docMk/>
            <pc:sldMk cId="1125556718" sldId="792"/>
            <ac:spMk id="2" creationId="{E5EBD560-CBFE-30C4-9A10-9A9F21BA3764}"/>
          </ac:spMkLst>
        </pc:spChg>
        <pc:spChg chg="mod">
          <ac:chgData name="Schlesinger, Sebastian" userId="d814e6c9-e9fb-4b77-84f7-ccd8aa3529bb" providerId="ADAL" clId="{814D90CD-D400-5612-B49E-CD4DF6BF7C8B}" dt="2026-02-04T13:18:38.992" v="5713" actId="1076"/>
          <ac:spMkLst>
            <pc:docMk/>
            <pc:sldMk cId="1125556718" sldId="792"/>
            <ac:spMk id="3" creationId="{4F70DA91-4901-87E7-DDED-6CD1D8FA588A}"/>
          </ac:spMkLst>
        </pc:spChg>
      </pc:sldChg>
      <pc:sldChg chg="addSp delSp modSp new mod">
        <pc:chgData name="Schlesinger, Sebastian" userId="d814e6c9-e9fb-4b77-84f7-ccd8aa3529bb" providerId="ADAL" clId="{814D90CD-D400-5612-B49E-CD4DF6BF7C8B}" dt="2026-02-04T13:19:56.207" v="5743" actId="1076"/>
        <pc:sldMkLst>
          <pc:docMk/>
          <pc:sldMk cId="3963104619" sldId="793"/>
        </pc:sldMkLst>
        <pc:spChg chg="mod">
          <ac:chgData name="Schlesinger, Sebastian" userId="d814e6c9-e9fb-4b77-84f7-ccd8aa3529bb" providerId="ADAL" clId="{814D90CD-D400-5612-B49E-CD4DF6BF7C8B}" dt="2026-02-04T13:19:26.691" v="5722" actId="20577"/>
          <ac:spMkLst>
            <pc:docMk/>
            <pc:sldMk cId="3963104619" sldId="793"/>
            <ac:spMk id="2" creationId="{6E48E8E2-DD02-B51C-D43D-E1C78C3FC587}"/>
          </ac:spMkLst>
        </pc:spChg>
        <pc:spChg chg="add mod">
          <ac:chgData name="Schlesinger, Sebastian" userId="d814e6c9-e9fb-4b77-84f7-ccd8aa3529bb" providerId="ADAL" clId="{814D90CD-D400-5612-B49E-CD4DF6BF7C8B}" dt="2026-02-04T13:19:56.207" v="5743" actId="1076"/>
          <ac:spMkLst>
            <pc:docMk/>
            <pc:sldMk cId="3963104619" sldId="793"/>
            <ac:spMk id="8" creationId="{2BC93C66-13E3-8847-6A9A-B6701DC7F809}"/>
          </ac:spMkLst>
        </pc:spChg>
        <pc:picChg chg="add mod">
          <ac:chgData name="Schlesinger, Sebastian" userId="d814e6c9-e9fb-4b77-84f7-ccd8aa3529bb" providerId="ADAL" clId="{814D90CD-D400-5612-B49E-CD4DF6BF7C8B}" dt="2026-02-04T13:19:33.259" v="5726" actId="1076"/>
          <ac:picMkLst>
            <pc:docMk/>
            <pc:sldMk cId="3963104619" sldId="793"/>
            <ac:picMk id="6" creationId="{C599F267-DDB3-9D1E-4D4D-D6CB700DF83C}"/>
          </ac:picMkLst>
        </pc:picChg>
      </pc:sldChg>
      <pc:sldChg chg="add">
        <pc:chgData name="Schlesinger, Sebastian" userId="d814e6c9-e9fb-4b77-84f7-ccd8aa3529bb" providerId="ADAL" clId="{814D90CD-D400-5612-B49E-CD4DF6BF7C8B}" dt="2026-02-04T16:17:18.428" v="6063"/>
        <pc:sldMkLst>
          <pc:docMk/>
          <pc:sldMk cId="1985003335" sldId="794"/>
        </pc:sldMkLst>
      </pc:sldChg>
      <pc:sldChg chg="addSp modSp add mod">
        <pc:chgData name="Schlesinger, Sebastian" userId="d814e6c9-e9fb-4b77-84f7-ccd8aa3529bb" providerId="ADAL" clId="{814D90CD-D400-5612-B49E-CD4DF6BF7C8B}" dt="2026-02-04T16:19:36.607" v="6516" actId="1035"/>
        <pc:sldMkLst>
          <pc:docMk/>
          <pc:sldMk cId="1238422339" sldId="795"/>
        </pc:sldMkLst>
        <pc:spChg chg="mod">
          <ac:chgData name="Schlesinger, Sebastian" userId="d814e6c9-e9fb-4b77-84f7-ccd8aa3529bb" providerId="ADAL" clId="{814D90CD-D400-5612-B49E-CD4DF6BF7C8B}" dt="2026-02-04T16:19:36.607" v="6516" actId="1035"/>
          <ac:spMkLst>
            <pc:docMk/>
            <pc:sldMk cId="1238422339" sldId="795"/>
            <ac:spMk id="2" creationId="{4C178410-36D4-35E5-FCF7-C3064A5D231D}"/>
          </ac:spMkLst>
        </pc:spChg>
        <pc:spChg chg="add mod">
          <ac:chgData name="Schlesinger, Sebastian" userId="d814e6c9-e9fb-4b77-84f7-ccd8aa3529bb" providerId="ADAL" clId="{814D90CD-D400-5612-B49E-CD4DF6BF7C8B}" dt="2026-02-04T16:19:36.607" v="6516" actId="1035"/>
          <ac:spMkLst>
            <pc:docMk/>
            <pc:sldMk cId="1238422339" sldId="795"/>
            <ac:spMk id="3" creationId="{4C187CC9-3A87-D73F-AAE3-E3433A5E9307}"/>
          </ac:spMkLst>
        </pc:spChg>
      </pc:sldChg>
      <pc:sldChg chg="addSp delSp modSp new mod">
        <pc:chgData name="Schlesinger, Sebastian" userId="d814e6c9-e9fb-4b77-84f7-ccd8aa3529bb" providerId="ADAL" clId="{814D90CD-D400-5612-B49E-CD4DF6BF7C8B}" dt="2026-02-04T16:34:24.169" v="7139" actId="1076"/>
        <pc:sldMkLst>
          <pc:docMk/>
          <pc:sldMk cId="2289554070" sldId="796"/>
        </pc:sldMkLst>
        <pc:spChg chg="mod">
          <ac:chgData name="Schlesinger, Sebastian" userId="d814e6c9-e9fb-4b77-84f7-ccd8aa3529bb" providerId="ADAL" clId="{814D90CD-D400-5612-B49E-CD4DF6BF7C8B}" dt="2026-02-04T16:24:57.252" v="6710" actId="14100"/>
          <ac:spMkLst>
            <pc:docMk/>
            <pc:sldMk cId="2289554070" sldId="796"/>
            <ac:spMk id="2" creationId="{3E4FE161-9675-6893-2C01-4F6D362C27CB}"/>
          </ac:spMkLst>
        </pc:spChg>
        <pc:spChg chg="mod">
          <ac:chgData name="Schlesinger, Sebastian" userId="d814e6c9-e9fb-4b77-84f7-ccd8aa3529bb" providerId="ADAL" clId="{814D90CD-D400-5612-B49E-CD4DF6BF7C8B}" dt="2026-02-04T16:34:24.169" v="7139" actId="1076"/>
          <ac:spMkLst>
            <pc:docMk/>
            <pc:sldMk cId="2289554070" sldId="796"/>
            <ac:spMk id="3" creationId="{92A8D357-5605-9C5F-54CC-53CB8991F26C}"/>
          </ac:spMkLst>
        </pc:spChg>
        <pc:spChg chg="add mod">
          <ac:chgData name="Schlesinger, Sebastian" userId="d814e6c9-e9fb-4b77-84f7-ccd8aa3529bb" providerId="ADAL" clId="{814D90CD-D400-5612-B49E-CD4DF6BF7C8B}" dt="2026-02-04T16:25:22.314" v="6726" actId="1076"/>
          <ac:spMkLst>
            <pc:docMk/>
            <pc:sldMk cId="2289554070" sldId="796"/>
            <ac:spMk id="8" creationId="{2339F542-485F-93C1-FFC4-BE609D50B995}"/>
          </ac:spMkLst>
        </pc:spChg>
        <pc:picChg chg="add mod">
          <ac:chgData name="Schlesinger, Sebastian" userId="d814e6c9-e9fb-4b77-84f7-ccd8aa3529bb" providerId="ADAL" clId="{814D90CD-D400-5612-B49E-CD4DF6BF7C8B}" dt="2026-02-04T16:34:17.026" v="7137" actId="14100"/>
          <ac:picMkLst>
            <pc:docMk/>
            <pc:sldMk cId="2289554070" sldId="796"/>
            <ac:picMk id="6" creationId="{F312ECEA-3FB7-3E4C-B23C-C35B46EC1CFC}"/>
          </ac:picMkLst>
        </pc:picChg>
      </pc:sldChg>
      <pc:sldChg chg="delSp modSp add mod">
        <pc:chgData name="Schlesinger, Sebastian" userId="d814e6c9-e9fb-4b77-84f7-ccd8aa3529bb" providerId="ADAL" clId="{814D90CD-D400-5612-B49E-CD4DF6BF7C8B}" dt="2026-02-07T11:21:56.161" v="7160" actId="14100"/>
        <pc:sldMkLst>
          <pc:docMk/>
          <pc:sldMk cId="0" sldId="797"/>
        </pc:sldMkLst>
        <pc:spChg chg="mod">
          <ac:chgData name="Schlesinger, Sebastian" userId="d814e6c9-e9fb-4b77-84f7-ccd8aa3529bb" providerId="ADAL" clId="{814D90CD-D400-5612-B49E-CD4DF6BF7C8B}" dt="2026-02-07T11:21:31.760" v="7151" actId="14100"/>
          <ac:spMkLst>
            <pc:docMk/>
            <pc:sldMk cId="0" sldId="797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21:56.161" v="7160" actId="14100"/>
          <ac:spMkLst>
            <pc:docMk/>
            <pc:sldMk cId="0" sldId="797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21:50.076" v="7158" actId="1076"/>
          <ac:spMkLst>
            <pc:docMk/>
            <pc:sldMk cId="0" sldId="797"/>
            <ac:spMk id="5" creationId="{00000000-0000-0000-0000-000000000000}"/>
          </ac:spMkLst>
        </pc:spChg>
        <pc:picChg chg="mod">
          <ac:chgData name="Schlesinger, Sebastian" userId="d814e6c9-e9fb-4b77-84f7-ccd8aa3529bb" providerId="ADAL" clId="{814D90CD-D400-5612-B49E-CD4DF6BF7C8B}" dt="2026-02-07T11:21:51.775" v="7159" actId="1076"/>
          <ac:picMkLst>
            <pc:docMk/>
            <pc:sldMk cId="0" sldId="797"/>
            <ac:picMk id="4" creationId="{00000000-0000-0000-0000-000000000000}"/>
          </ac:picMkLst>
        </pc:picChg>
      </pc:sldChg>
      <pc:sldChg chg="delSp modSp add mod">
        <pc:chgData name="Schlesinger, Sebastian" userId="d814e6c9-e9fb-4b77-84f7-ccd8aa3529bb" providerId="ADAL" clId="{814D90CD-D400-5612-B49E-CD4DF6BF7C8B}" dt="2026-02-07T11:35:08.911" v="7289" actId="207"/>
        <pc:sldMkLst>
          <pc:docMk/>
          <pc:sldMk cId="0" sldId="798"/>
        </pc:sldMkLst>
        <pc:spChg chg="mod">
          <ac:chgData name="Schlesinger, Sebastian" userId="d814e6c9-e9fb-4b77-84f7-ccd8aa3529bb" providerId="ADAL" clId="{814D90CD-D400-5612-B49E-CD4DF6BF7C8B}" dt="2026-02-07T11:33:59.988" v="7276" actId="1076"/>
          <ac:spMkLst>
            <pc:docMk/>
            <pc:sldMk cId="0" sldId="798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34:04.924" v="7277" actId="1076"/>
          <ac:spMkLst>
            <pc:docMk/>
            <pc:sldMk cId="0" sldId="798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34:07.957" v="7278" actId="1076"/>
          <ac:spMkLst>
            <pc:docMk/>
            <pc:sldMk cId="0" sldId="798"/>
            <ac:spMk id="4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34:32.373" v="7284" actId="1076"/>
          <ac:spMkLst>
            <pc:docMk/>
            <pc:sldMk cId="0" sldId="798"/>
            <ac:spMk id="7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35:08.911" v="7289" actId="207"/>
          <ac:spMkLst>
            <pc:docMk/>
            <pc:sldMk cId="0" sldId="798"/>
            <ac:spMk id="8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34:20.125" v="7281" actId="1076"/>
          <ac:spMkLst>
            <pc:docMk/>
            <pc:sldMk cId="0" sldId="798"/>
            <ac:spMk id="10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7T11:34:29.325" v="7283" actId="14100"/>
          <ac:grpSpMkLst>
            <pc:docMk/>
            <pc:sldMk cId="0" sldId="798"/>
            <ac:grpSpMk id="5" creationId="{00000000-0000-0000-0000-000000000000}"/>
          </ac:grpSpMkLst>
        </pc:grpChg>
      </pc:sldChg>
      <pc:sldChg chg="delSp modSp add mod">
        <pc:chgData name="Schlesinger, Sebastian" userId="d814e6c9-e9fb-4b77-84f7-ccd8aa3529bb" providerId="ADAL" clId="{814D90CD-D400-5612-B49E-CD4DF6BF7C8B}" dt="2026-02-07T11:36:25.034" v="7295" actId="478"/>
        <pc:sldMkLst>
          <pc:docMk/>
          <pc:sldMk cId="0" sldId="799"/>
        </pc:sldMkLst>
        <pc:spChg chg="mod">
          <ac:chgData name="Schlesinger, Sebastian" userId="d814e6c9-e9fb-4b77-84f7-ccd8aa3529bb" providerId="ADAL" clId="{814D90CD-D400-5612-B49E-CD4DF6BF7C8B}" dt="2026-02-07T11:36:14.742" v="7292" actId="14100"/>
          <ac:spMkLst>
            <pc:docMk/>
            <pc:sldMk cId="0" sldId="799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36:17.644" v="7293" actId="1076"/>
          <ac:spMkLst>
            <pc:docMk/>
            <pc:sldMk cId="0" sldId="799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36:23.184" v="7294" actId="1076"/>
          <ac:spMkLst>
            <pc:docMk/>
            <pc:sldMk cId="0" sldId="799"/>
            <ac:spMk id="6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1:36:23.184" v="7294" actId="1076"/>
          <ac:spMkLst>
            <pc:docMk/>
            <pc:sldMk cId="0" sldId="799"/>
            <ac:spMk id="7" creationId="{00000000-0000-0000-0000-000000000000}"/>
          </ac:spMkLst>
        </pc:spChg>
        <pc:graphicFrameChg chg="mod">
          <ac:chgData name="Schlesinger, Sebastian" userId="d814e6c9-e9fb-4b77-84f7-ccd8aa3529bb" providerId="ADAL" clId="{814D90CD-D400-5612-B49E-CD4DF6BF7C8B}" dt="2026-02-07T11:36:23.184" v="7294" actId="1076"/>
          <ac:graphicFrameMkLst>
            <pc:docMk/>
            <pc:sldMk cId="0" sldId="799"/>
            <ac:graphicFrameMk id="4" creationId="{00000000-0000-0000-0000-000000000000}"/>
          </ac:graphicFrameMkLst>
        </pc:graphicFrameChg>
        <pc:graphicFrameChg chg="mod">
          <ac:chgData name="Schlesinger, Sebastian" userId="d814e6c9-e9fb-4b77-84f7-ccd8aa3529bb" providerId="ADAL" clId="{814D90CD-D400-5612-B49E-CD4DF6BF7C8B}" dt="2026-02-07T11:36:23.184" v="7294" actId="1076"/>
          <ac:graphicFrameMkLst>
            <pc:docMk/>
            <pc:sldMk cId="0" sldId="799"/>
            <ac:graphicFrameMk id="5" creationId="{00000000-0000-0000-0000-000000000000}"/>
          </ac:graphicFrameMkLst>
        </pc:graphicFrameChg>
      </pc:sldChg>
      <pc:sldChg chg="addSp delSp modSp new mod">
        <pc:chgData name="Schlesinger, Sebastian" userId="d814e6c9-e9fb-4b77-84f7-ccd8aa3529bb" providerId="ADAL" clId="{814D90CD-D400-5612-B49E-CD4DF6BF7C8B}" dt="2026-02-07T12:24:11.429" v="8610" actId="478"/>
        <pc:sldMkLst>
          <pc:docMk/>
          <pc:sldMk cId="1088394230" sldId="800"/>
        </pc:sldMkLst>
        <pc:spChg chg="mod">
          <ac:chgData name="Schlesinger, Sebastian" userId="d814e6c9-e9fb-4b77-84f7-ccd8aa3529bb" providerId="ADAL" clId="{814D90CD-D400-5612-B49E-CD4DF6BF7C8B}" dt="2026-02-07T12:22:18.114" v="8352" actId="14100"/>
          <ac:spMkLst>
            <pc:docMk/>
            <pc:sldMk cId="1088394230" sldId="800"/>
            <ac:spMk id="2" creationId="{1F9485B7-CAAC-5864-938F-80C66C54554D}"/>
          </ac:spMkLst>
        </pc:spChg>
        <pc:spChg chg="mod">
          <ac:chgData name="Schlesinger, Sebastian" userId="d814e6c9-e9fb-4b77-84f7-ccd8aa3529bb" providerId="ADAL" clId="{814D90CD-D400-5612-B49E-CD4DF6BF7C8B}" dt="2026-02-07T12:22:05.547" v="8335" actId="403"/>
          <ac:spMkLst>
            <pc:docMk/>
            <pc:sldMk cId="1088394230" sldId="800"/>
            <ac:spMk id="3" creationId="{01899E3D-2508-AB9A-7C02-D047EB7B00DC}"/>
          </ac:spMkLst>
        </pc:spChg>
        <pc:spChg chg="add mod">
          <ac:chgData name="Schlesinger, Sebastian" userId="d814e6c9-e9fb-4b77-84f7-ccd8aa3529bb" providerId="ADAL" clId="{814D90CD-D400-5612-B49E-CD4DF6BF7C8B}" dt="2026-02-07T12:22:05.547" v="8335" actId="403"/>
          <ac:spMkLst>
            <pc:docMk/>
            <pc:sldMk cId="1088394230" sldId="800"/>
            <ac:spMk id="6" creationId="{114C04AE-9E38-5079-8B4E-D4ACC67DF1D6}"/>
          </ac:spMkLst>
        </pc:spChg>
        <pc:spChg chg="add mod">
          <ac:chgData name="Schlesinger, Sebastian" userId="d814e6c9-e9fb-4b77-84f7-ccd8aa3529bb" providerId="ADAL" clId="{814D90CD-D400-5612-B49E-CD4DF6BF7C8B}" dt="2026-02-07T12:22:09.914" v="8336" actId="1076"/>
          <ac:spMkLst>
            <pc:docMk/>
            <pc:sldMk cId="1088394230" sldId="800"/>
            <ac:spMk id="7" creationId="{10249B3B-52C1-D9A8-50B8-21C840789449}"/>
          </ac:spMkLst>
        </pc:spChg>
      </pc:sldChg>
      <pc:sldChg chg="addSp delSp modSp add mod">
        <pc:chgData name="Schlesinger, Sebastian" userId="d814e6c9-e9fb-4b77-84f7-ccd8aa3529bb" providerId="ADAL" clId="{814D90CD-D400-5612-B49E-CD4DF6BF7C8B}" dt="2026-02-07T12:24:35.906" v="8612" actId="14100"/>
        <pc:sldMkLst>
          <pc:docMk/>
          <pc:sldMk cId="3022133056" sldId="801"/>
        </pc:sldMkLst>
        <pc:spChg chg="add mod">
          <ac:chgData name="Schlesinger, Sebastian" userId="d814e6c9-e9fb-4b77-84f7-ccd8aa3529bb" providerId="ADAL" clId="{814D90CD-D400-5612-B49E-CD4DF6BF7C8B}" dt="2026-02-07T12:24:35.906" v="8612" actId="14100"/>
          <ac:spMkLst>
            <pc:docMk/>
            <pc:sldMk cId="3022133056" sldId="801"/>
            <ac:spMk id="8" creationId="{B888CDAE-A557-3FF5-F307-73F0E1422FEC}"/>
          </ac:spMkLst>
        </pc:spChg>
      </pc:sldChg>
      <pc:sldChg chg="addSp delSp modSp new mod">
        <pc:chgData name="Schlesinger, Sebastian" userId="d814e6c9-e9fb-4b77-84f7-ccd8aa3529bb" providerId="ADAL" clId="{814D90CD-D400-5612-B49E-CD4DF6BF7C8B}" dt="2026-02-07T12:47:09.636" v="9157"/>
        <pc:sldMkLst>
          <pc:docMk/>
          <pc:sldMk cId="3897616254" sldId="802"/>
        </pc:sldMkLst>
        <pc:spChg chg="mod">
          <ac:chgData name="Schlesinger, Sebastian" userId="d814e6c9-e9fb-4b77-84f7-ccd8aa3529bb" providerId="ADAL" clId="{814D90CD-D400-5612-B49E-CD4DF6BF7C8B}" dt="2026-02-07T12:26:20.218" v="8647" actId="14100"/>
          <ac:spMkLst>
            <pc:docMk/>
            <pc:sldMk cId="3897616254" sldId="802"/>
            <ac:spMk id="2" creationId="{BA8DCA04-51B0-FDC1-AD23-E7957EC7FAC4}"/>
          </ac:spMkLst>
        </pc:spChg>
        <pc:spChg chg="mod">
          <ac:chgData name="Schlesinger, Sebastian" userId="d814e6c9-e9fb-4b77-84f7-ccd8aa3529bb" providerId="ADAL" clId="{814D90CD-D400-5612-B49E-CD4DF6BF7C8B}" dt="2026-02-07T12:29:03.216" v="8679" actId="20577"/>
          <ac:spMkLst>
            <pc:docMk/>
            <pc:sldMk cId="3897616254" sldId="802"/>
            <ac:spMk id="3" creationId="{93D52A93-1307-7F85-1705-F17BD731F4C2}"/>
          </ac:spMkLst>
        </pc:spChg>
        <pc:spChg chg="add mod">
          <ac:chgData name="Schlesinger, Sebastian" userId="d814e6c9-e9fb-4b77-84f7-ccd8aa3529bb" providerId="ADAL" clId="{814D90CD-D400-5612-B49E-CD4DF6BF7C8B}" dt="2026-02-07T12:30:22.201" v="8718" actId="20577"/>
          <ac:spMkLst>
            <pc:docMk/>
            <pc:sldMk cId="3897616254" sldId="802"/>
            <ac:spMk id="13" creationId="{AAC57292-77FF-0FE7-3E9D-5C71B39C98D4}"/>
          </ac:spMkLst>
        </pc:spChg>
        <pc:spChg chg="add mod">
          <ac:chgData name="Schlesinger, Sebastian" userId="d814e6c9-e9fb-4b77-84f7-ccd8aa3529bb" providerId="ADAL" clId="{814D90CD-D400-5612-B49E-CD4DF6BF7C8B}" dt="2026-02-07T12:30:34.424" v="8736" actId="20577"/>
          <ac:spMkLst>
            <pc:docMk/>
            <pc:sldMk cId="3897616254" sldId="802"/>
            <ac:spMk id="14" creationId="{0B142637-C0DF-C2F1-BED3-A17C1805A496}"/>
          </ac:spMkLst>
        </pc:spChg>
        <pc:spChg chg="add mod">
          <ac:chgData name="Schlesinger, Sebastian" userId="d814e6c9-e9fb-4b77-84f7-ccd8aa3529bb" providerId="ADAL" clId="{814D90CD-D400-5612-B49E-CD4DF6BF7C8B}" dt="2026-02-07T12:30:43.930" v="8742" actId="20577"/>
          <ac:spMkLst>
            <pc:docMk/>
            <pc:sldMk cId="3897616254" sldId="802"/>
            <ac:spMk id="15" creationId="{678AF50B-28D2-128B-FF4C-04F4AAC524DC}"/>
          </ac:spMkLst>
        </pc:spChg>
        <pc:spChg chg="add mod">
          <ac:chgData name="Schlesinger, Sebastian" userId="d814e6c9-e9fb-4b77-84f7-ccd8aa3529bb" providerId="ADAL" clId="{814D90CD-D400-5612-B49E-CD4DF6BF7C8B}" dt="2026-02-07T12:30:46.110" v="8744" actId="20577"/>
          <ac:spMkLst>
            <pc:docMk/>
            <pc:sldMk cId="3897616254" sldId="802"/>
            <ac:spMk id="16" creationId="{915B84AC-F56C-8958-4FA8-2AA1552CD0E3}"/>
          </ac:spMkLst>
        </pc:spChg>
        <pc:spChg chg="add mod">
          <ac:chgData name="Schlesinger, Sebastian" userId="d814e6c9-e9fb-4b77-84f7-ccd8aa3529bb" providerId="ADAL" clId="{814D90CD-D400-5612-B49E-CD4DF6BF7C8B}" dt="2026-02-07T12:41:22.063" v="8753" actId="692"/>
          <ac:spMkLst>
            <pc:docMk/>
            <pc:sldMk cId="3897616254" sldId="802"/>
            <ac:spMk id="17" creationId="{A1BC56A1-3C4B-7F9C-EBC7-A01F2F91AC03}"/>
          </ac:spMkLst>
        </pc:spChg>
        <pc:spChg chg="add mod">
          <ac:chgData name="Schlesinger, Sebastian" userId="d814e6c9-e9fb-4b77-84f7-ccd8aa3529bb" providerId="ADAL" clId="{814D90CD-D400-5612-B49E-CD4DF6BF7C8B}" dt="2026-02-07T12:41:32.826" v="8759" actId="1076"/>
          <ac:spMkLst>
            <pc:docMk/>
            <pc:sldMk cId="3897616254" sldId="802"/>
            <ac:spMk id="18" creationId="{D89B5210-00B1-832B-B584-1727A1482D9A}"/>
          </ac:spMkLst>
        </pc:spChg>
        <pc:spChg chg="add mod">
          <ac:chgData name="Schlesinger, Sebastian" userId="d814e6c9-e9fb-4b77-84f7-ccd8aa3529bb" providerId="ADAL" clId="{814D90CD-D400-5612-B49E-CD4DF6BF7C8B}" dt="2026-02-07T12:42:02.373" v="8842" actId="20577"/>
          <ac:spMkLst>
            <pc:docMk/>
            <pc:sldMk cId="3897616254" sldId="802"/>
            <ac:spMk id="19" creationId="{208A43F2-5472-5329-2997-781F10B404B9}"/>
          </ac:spMkLst>
        </pc:spChg>
        <pc:spChg chg="add mod">
          <ac:chgData name="Schlesinger, Sebastian" userId="d814e6c9-e9fb-4b77-84f7-ccd8aa3529bb" providerId="ADAL" clId="{814D90CD-D400-5612-B49E-CD4DF6BF7C8B}" dt="2026-02-07T12:43:47.728" v="8969" actId="14100"/>
          <ac:spMkLst>
            <pc:docMk/>
            <pc:sldMk cId="3897616254" sldId="802"/>
            <ac:spMk id="27" creationId="{0FC2607E-C456-5DE6-B01E-0C298CB0FE88}"/>
          </ac:spMkLst>
        </pc:spChg>
        <pc:spChg chg="add mod">
          <ac:chgData name="Schlesinger, Sebastian" userId="d814e6c9-e9fb-4b77-84f7-ccd8aa3529bb" providerId="ADAL" clId="{814D90CD-D400-5612-B49E-CD4DF6BF7C8B}" dt="2026-02-07T12:44:08.964" v="8975" actId="207"/>
          <ac:spMkLst>
            <pc:docMk/>
            <pc:sldMk cId="3897616254" sldId="802"/>
            <ac:spMk id="28" creationId="{09C756A8-5506-FAAB-9501-FF306CE329D3}"/>
          </ac:spMkLst>
        </pc:spChg>
        <pc:spChg chg="add mod">
          <ac:chgData name="Schlesinger, Sebastian" userId="d814e6c9-e9fb-4b77-84f7-ccd8aa3529bb" providerId="ADAL" clId="{814D90CD-D400-5612-B49E-CD4DF6BF7C8B}" dt="2026-02-07T12:47:09.636" v="9157"/>
          <ac:spMkLst>
            <pc:docMk/>
            <pc:sldMk cId="3897616254" sldId="802"/>
            <ac:spMk id="29" creationId="{188329EC-1DCB-B5EA-62E0-874908F538C4}"/>
          </ac:spMkLst>
        </pc:spChg>
        <pc:cxnChg chg="add mod">
          <ac:chgData name="Schlesinger, Sebastian" userId="d814e6c9-e9fb-4b77-84f7-ccd8aa3529bb" providerId="ADAL" clId="{814D90CD-D400-5612-B49E-CD4DF6BF7C8B}" dt="2026-02-07T12:29:20.171" v="8687" actId="692"/>
          <ac:cxnSpMkLst>
            <pc:docMk/>
            <pc:sldMk cId="3897616254" sldId="802"/>
            <ac:cxnSpMk id="7" creationId="{90DE2F4E-D23C-B572-471F-CEDA434B44EB}"/>
          </ac:cxnSpMkLst>
        </pc:cxnChg>
        <pc:cxnChg chg="add mod">
          <ac:chgData name="Schlesinger, Sebastian" userId="d814e6c9-e9fb-4b77-84f7-ccd8aa3529bb" providerId="ADAL" clId="{814D90CD-D400-5612-B49E-CD4DF6BF7C8B}" dt="2026-02-07T12:30:01.306" v="8701" actId="408"/>
          <ac:cxnSpMkLst>
            <pc:docMk/>
            <pc:sldMk cId="3897616254" sldId="802"/>
            <ac:cxnSpMk id="9" creationId="{881C6147-4620-B9B3-5A0E-8214D616422B}"/>
          </ac:cxnSpMkLst>
        </pc:cxnChg>
        <pc:cxnChg chg="add mod">
          <ac:chgData name="Schlesinger, Sebastian" userId="d814e6c9-e9fb-4b77-84f7-ccd8aa3529bb" providerId="ADAL" clId="{814D90CD-D400-5612-B49E-CD4DF6BF7C8B}" dt="2026-02-07T12:30:01.306" v="8701" actId="408"/>
          <ac:cxnSpMkLst>
            <pc:docMk/>
            <pc:sldMk cId="3897616254" sldId="802"/>
            <ac:cxnSpMk id="10" creationId="{DA427C43-40BE-FD8F-A2F6-E02792507D30}"/>
          </ac:cxnSpMkLst>
        </pc:cxnChg>
        <pc:cxnChg chg="add mod">
          <ac:chgData name="Schlesinger, Sebastian" userId="d814e6c9-e9fb-4b77-84f7-ccd8aa3529bb" providerId="ADAL" clId="{814D90CD-D400-5612-B49E-CD4DF6BF7C8B}" dt="2026-02-07T12:30:01.306" v="8701" actId="408"/>
          <ac:cxnSpMkLst>
            <pc:docMk/>
            <pc:sldMk cId="3897616254" sldId="802"/>
            <ac:cxnSpMk id="11" creationId="{2AC8F8D6-791C-1EAB-F9AD-693F3BD0CE41}"/>
          </ac:cxnSpMkLst>
        </pc:cxnChg>
        <pc:cxnChg chg="add mod">
          <ac:chgData name="Schlesinger, Sebastian" userId="d814e6c9-e9fb-4b77-84f7-ccd8aa3529bb" providerId="ADAL" clId="{814D90CD-D400-5612-B49E-CD4DF6BF7C8B}" dt="2026-02-07T12:30:01.306" v="8701" actId="408"/>
          <ac:cxnSpMkLst>
            <pc:docMk/>
            <pc:sldMk cId="3897616254" sldId="802"/>
            <ac:cxnSpMk id="12" creationId="{EFD8A121-F94A-3A7B-2C3A-D3907FB01459}"/>
          </ac:cxnSpMkLst>
        </pc:cxnChg>
        <pc:cxnChg chg="add mod">
          <ac:chgData name="Schlesinger, Sebastian" userId="d814e6c9-e9fb-4b77-84f7-ccd8aa3529bb" providerId="ADAL" clId="{814D90CD-D400-5612-B49E-CD4DF6BF7C8B}" dt="2026-02-07T12:42:11.194" v="8844" actId="1076"/>
          <ac:cxnSpMkLst>
            <pc:docMk/>
            <pc:sldMk cId="3897616254" sldId="802"/>
            <ac:cxnSpMk id="20" creationId="{029DA147-15EC-27BB-57E6-DC75596757CB}"/>
          </ac:cxnSpMkLst>
        </pc:cxnChg>
        <pc:cxnChg chg="add mod">
          <ac:chgData name="Schlesinger, Sebastian" userId="d814e6c9-e9fb-4b77-84f7-ccd8aa3529bb" providerId="ADAL" clId="{814D90CD-D400-5612-B49E-CD4DF6BF7C8B}" dt="2026-02-07T12:42:48.460" v="8855" actId="408"/>
          <ac:cxnSpMkLst>
            <pc:docMk/>
            <pc:sldMk cId="3897616254" sldId="802"/>
            <ac:cxnSpMk id="21" creationId="{9A7DA2D2-8930-04E5-FC0C-2CAAAD7DED87}"/>
          </ac:cxnSpMkLst>
        </pc:cxnChg>
        <pc:cxnChg chg="add mod">
          <ac:chgData name="Schlesinger, Sebastian" userId="d814e6c9-e9fb-4b77-84f7-ccd8aa3529bb" providerId="ADAL" clId="{814D90CD-D400-5612-B49E-CD4DF6BF7C8B}" dt="2026-02-07T12:42:48.460" v="8855" actId="408"/>
          <ac:cxnSpMkLst>
            <pc:docMk/>
            <pc:sldMk cId="3897616254" sldId="802"/>
            <ac:cxnSpMk id="22" creationId="{DF1C6ED9-2405-28B7-C026-A8F932397BDF}"/>
          </ac:cxnSpMkLst>
        </pc:cxnChg>
        <pc:cxnChg chg="add mod">
          <ac:chgData name="Schlesinger, Sebastian" userId="d814e6c9-e9fb-4b77-84f7-ccd8aa3529bb" providerId="ADAL" clId="{814D90CD-D400-5612-B49E-CD4DF6BF7C8B}" dt="2026-02-07T12:43:00.394" v="8856" actId="692"/>
          <ac:cxnSpMkLst>
            <pc:docMk/>
            <pc:sldMk cId="3897616254" sldId="802"/>
            <ac:cxnSpMk id="23" creationId="{695DC6B8-E37D-05F2-C5E9-59920954A95A}"/>
          </ac:cxnSpMkLst>
        </pc:cxnChg>
        <pc:cxnChg chg="add mod">
          <ac:chgData name="Schlesinger, Sebastian" userId="d814e6c9-e9fb-4b77-84f7-ccd8aa3529bb" providerId="ADAL" clId="{814D90CD-D400-5612-B49E-CD4DF6BF7C8B}" dt="2026-02-07T12:43:00.394" v="8856" actId="692"/>
          <ac:cxnSpMkLst>
            <pc:docMk/>
            <pc:sldMk cId="3897616254" sldId="802"/>
            <ac:cxnSpMk id="24" creationId="{559E56EA-A454-0B18-F2AD-EE2A36FEAF40}"/>
          </ac:cxnSpMkLst>
        </pc:cxnChg>
        <pc:cxnChg chg="add mod">
          <ac:chgData name="Schlesinger, Sebastian" userId="d814e6c9-e9fb-4b77-84f7-ccd8aa3529bb" providerId="ADAL" clId="{814D90CD-D400-5612-B49E-CD4DF6BF7C8B}" dt="2026-02-07T12:43:00.394" v="8856" actId="692"/>
          <ac:cxnSpMkLst>
            <pc:docMk/>
            <pc:sldMk cId="3897616254" sldId="802"/>
            <ac:cxnSpMk id="25" creationId="{F44D1FE8-F111-0CAF-0EB0-BAB7C6C37A7F}"/>
          </ac:cxnSpMkLst>
        </pc:cxnChg>
        <pc:cxnChg chg="add mod">
          <ac:chgData name="Schlesinger, Sebastian" userId="d814e6c9-e9fb-4b77-84f7-ccd8aa3529bb" providerId="ADAL" clId="{814D90CD-D400-5612-B49E-CD4DF6BF7C8B}" dt="2026-02-07T12:43:00.394" v="8856" actId="692"/>
          <ac:cxnSpMkLst>
            <pc:docMk/>
            <pc:sldMk cId="3897616254" sldId="802"/>
            <ac:cxnSpMk id="26" creationId="{4D3F8C6E-323E-2CCF-1F00-A18EE798E719}"/>
          </ac:cxnSpMkLst>
        </pc:cxnChg>
      </pc:sldChg>
      <pc:sldChg chg="delSp modSp add mod">
        <pc:chgData name="Schlesinger, Sebastian" userId="d814e6c9-e9fb-4b77-84f7-ccd8aa3529bb" providerId="ADAL" clId="{814D90CD-D400-5612-B49E-CD4DF6BF7C8B}" dt="2026-02-07T13:34:35.309" v="9185" actId="14100"/>
        <pc:sldMkLst>
          <pc:docMk/>
          <pc:sldMk cId="0" sldId="803"/>
        </pc:sldMkLst>
        <pc:spChg chg="mod">
          <ac:chgData name="Schlesinger, Sebastian" userId="d814e6c9-e9fb-4b77-84f7-ccd8aa3529bb" providerId="ADAL" clId="{814D90CD-D400-5612-B49E-CD4DF6BF7C8B}" dt="2026-02-07T13:34:35.309" v="9185" actId="14100"/>
          <ac:spMkLst>
            <pc:docMk/>
            <pc:sldMk cId="0" sldId="803"/>
            <ac:spMk id="2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33:49.831" v="9174" actId="12"/>
        <pc:sldMkLst>
          <pc:docMk/>
          <pc:sldMk cId="0" sldId="804"/>
        </pc:sldMkLst>
        <pc:spChg chg="mod">
          <ac:chgData name="Schlesinger, Sebastian" userId="d814e6c9-e9fb-4b77-84f7-ccd8aa3529bb" providerId="ADAL" clId="{814D90CD-D400-5612-B49E-CD4DF6BF7C8B}" dt="2026-02-07T13:33:11.627" v="9167" actId="14100"/>
          <ac:spMkLst>
            <pc:docMk/>
            <pc:sldMk cId="0" sldId="804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3:49.831" v="9174" actId="12"/>
          <ac:spMkLst>
            <pc:docMk/>
            <pc:sldMk cId="0" sldId="804"/>
            <ac:spMk id="3" creationId="{00000000-0000-0000-0000-000000000000}"/>
          </ac:spMkLst>
        </pc:spChg>
      </pc:sldChg>
      <pc:sldChg chg="delSp modSp add mod">
        <pc:chgData name="Schlesinger, Sebastian" userId="d814e6c9-e9fb-4b77-84f7-ccd8aa3529bb" providerId="ADAL" clId="{814D90CD-D400-5612-B49E-CD4DF6BF7C8B}" dt="2026-02-07T13:34:26.907" v="9183" actId="478"/>
        <pc:sldMkLst>
          <pc:docMk/>
          <pc:sldMk cId="0" sldId="805"/>
        </pc:sldMkLst>
        <pc:spChg chg="mod">
          <ac:chgData name="Schlesinger, Sebastian" userId="d814e6c9-e9fb-4b77-84f7-ccd8aa3529bb" providerId="ADAL" clId="{814D90CD-D400-5612-B49E-CD4DF6BF7C8B}" dt="2026-02-07T13:34:07.077" v="9178" actId="1076"/>
          <ac:spMkLst>
            <pc:docMk/>
            <pc:sldMk cId="0" sldId="805"/>
            <ac:spMk id="2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4:23.718" v="9182" actId="12"/>
          <ac:spMkLst>
            <pc:docMk/>
            <pc:sldMk cId="0" sldId="805"/>
            <ac:spMk id="3" creationId="{00000000-0000-0000-0000-000000000000}"/>
          </ac:spMkLst>
        </pc:spChg>
        <pc:spChg chg="mod">
          <ac:chgData name="Schlesinger, Sebastian" userId="d814e6c9-e9fb-4b77-84f7-ccd8aa3529bb" providerId="ADAL" clId="{814D90CD-D400-5612-B49E-CD4DF6BF7C8B}" dt="2026-02-07T13:34:10.644" v="9179" actId="1076"/>
          <ac:spMkLst>
            <pc:docMk/>
            <pc:sldMk cId="0" sldId="805"/>
            <ac:spMk id="11" creationId="{00000000-0000-0000-0000-000000000000}"/>
          </ac:spMkLst>
        </pc:spChg>
        <pc:grpChg chg="mod">
          <ac:chgData name="Schlesinger, Sebastian" userId="d814e6c9-e9fb-4b77-84f7-ccd8aa3529bb" providerId="ADAL" clId="{814D90CD-D400-5612-B49E-CD4DF6BF7C8B}" dt="2026-02-07T13:34:10.644" v="9179" actId="1076"/>
          <ac:grpSpMkLst>
            <pc:docMk/>
            <pc:sldMk cId="0" sldId="805"/>
            <ac:grpSpMk id="4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7963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13563" y="0"/>
            <a:ext cx="5287962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45AE8-00EA-A144-98E2-750A331B48B7}" type="datetimeFigureOut">
              <a:rPr lang="en-DE" smtClean="0"/>
              <a:t>11.02.26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43363" y="857250"/>
            <a:ext cx="41179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20788" y="3300413"/>
            <a:ext cx="9763125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7963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13563" y="6513513"/>
            <a:ext cx="5287962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A5A92-C89D-CC45-A26D-4CE9A4E8794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17627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ddi.cs.uni-potsdam.de/HyFISCH/Produzieren/SeminarDidaktik/Nebenlaeufigkeit/nebenlaeufig.htm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hz-cms-10.zw.fh-zwickau.de/sibsc/lehre/ws11/veri/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hz-cms-10.zw.fh-zwickau.de/sibsc/lehre/ws11/veri/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esd.cs.ucr.edu/labs/tutorial/adder.vhd" TargetMode="External"/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esd.cs.ucr.edu/labs/tutorial/adder.vhd" TargetMode="External"/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esd.cs.ucr.edu/labs/tutorial/adder.vhd" TargetMode="External"/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mentor.com/fpga/modelsim_pe.jpg" TargetMode="External"/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670175" y="511175"/>
            <a:ext cx="4533900" cy="2547938"/>
          </a:xfrm>
        </p:spPr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76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670175" y="511175"/>
            <a:ext cx="4533900" cy="2547938"/>
          </a:xfrm>
        </p:spPr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8563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670175" y="511175"/>
            <a:ext cx="4533900" cy="2547938"/>
          </a:xfrm>
        </p:spPr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879470">
              <a:defRPr/>
            </a:pPr>
            <a:r>
              <a:rPr lang="de-DE" dirty="0">
                <a:hlinkClick r:id="rId3"/>
              </a:rPr>
              <a:t>http://ddi.cs.uni-potsdam.de/HyFISCH/Produzieren/SeminarDidaktik/Nebenlaeufigkeit/nebenlaeufig.htm</a:t>
            </a:r>
            <a:endParaRPr lang="en-US" sz="2300" dirty="0">
              <a:cs typeface="Arial" charset="0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774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670175" y="511175"/>
            <a:ext cx="4533900" cy="2547938"/>
          </a:xfrm>
        </p:spPr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879470">
              <a:defRPr/>
            </a:pPr>
            <a:r>
              <a:rPr lang="de-DE" dirty="0">
                <a:hlinkClick r:id="rId3"/>
              </a:rPr>
              <a:t>http://whz-cms-10.zw.fh-zwickau.de/sibsc/lehre/ws11/veri/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5042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670175" y="511175"/>
            <a:ext cx="4533900" cy="2547938"/>
          </a:xfrm>
        </p:spPr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879470">
              <a:defRPr/>
            </a:pPr>
            <a:r>
              <a:rPr lang="de-DE" dirty="0">
                <a:hlinkClick r:id="rId3"/>
              </a:rPr>
              <a:t>http://whz-cms-10.zw.fh-zwickau.de/sibsc/lehre/ws11/veri/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1811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53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7753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670175" y="511175"/>
            <a:ext cx="4533900" cy="2547938"/>
          </a:xfrm>
        </p:spPr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Neu: kurze Zusammenfassung von MARTE, sollte man im</a:t>
            </a:r>
            <a:r>
              <a:rPr lang="de-DE" baseline="0" dirty="0"/>
              <a:t> Zusammenhang mit UML und Eingebetteten Systemen </a:t>
            </a:r>
            <a:r>
              <a:rPr lang="de-DE" dirty="0"/>
              <a:t>zumindest erwähnen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56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6884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60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5007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61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653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62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7150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A5A92-C89D-CC45-A26D-4CE9A4E87943}" type="slidenum">
              <a:rPr lang="en-DE" smtClean="0"/>
              <a:t>65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45797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67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92024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68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070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69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84829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70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92394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71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6194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670175" y="511175"/>
            <a:ext cx="4533900" cy="2547938"/>
          </a:xfrm>
        </p:spPr>
        <p:txBody>
          <a:bodyPr/>
          <a:lstStyle/>
          <a:p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de-DE" dirty="0"/>
                  <a:t>Bei </a:t>
                </a:r>
                <a:r>
                  <a:rPr lang="de-DE" dirty="0" err="1"/>
                  <a:t>Timed</a:t>
                </a:r>
                <a:r>
                  <a:rPr lang="de-DE" dirty="0"/>
                  <a:t> </a:t>
                </a:r>
                <a:r>
                  <a:rPr lang="de-DE" dirty="0" err="1"/>
                  <a:t>Petrinetzen</a:t>
                </a:r>
                <a:r>
                  <a:rPr lang="de-DE" baseline="0" dirty="0"/>
                  <a:t> d=0 und bei T</a:t>
                </a:r>
                <a:r>
                  <a:rPr lang="de-DE" dirty="0"/>
                  <a:t>ime </a:t>
                </a:r>
                <a:r>
                  <a:rPr lang="de-DE" dirty="0" err="1"/>
                  <a:t>Petrinetzen</a:t>
                </a:r>
                <a:r>
                  <a:rPr lang="de-DE" dirty="0"/>
                  <a:t> [0,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/>
                      </a:rPr>
                      <m:t>∞</m:t>
                    </m:r>
                  </m:oMath>
                </a14:m>
                <a:r>
                  <a:rPr lang="de-DE" b="0" dirty="0"/>
                  <a:t>[ entspricht</a:t>
                </a:r>
                <a:r>
                  <a:rPr lang="de-DE" b="0" baseline="0" dirty="0"/>
                  <a:t> gleichem Schaltverhalten, wie bei normalen </a:t>
                </a:r>
                <a:r>
                  <a:rPr lang="de-DE" b="0" baseline="0" dirty="0" err="1"/>
                  <a:t>Petrinetzen</a:t>
                </a:r>
                <a:endParaRPr lang="de-DE" b="0" dirty="0"/>
              </a:p>
            </p:txBody>
          </p:sp>
        </mc:Choice>
        <mc:Fallback xmlns=""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de-DE" dirty="0" smtClean="0"/>
                  <a:t>Bei </a:t>
                </a:r>
              </a:p>
              <a:p>
                <a:r>
                  <a:rPr lang="de-DE" dirty="0" err="1" smtClean="0"/>
                  <a:t>Timed</a:t>
                </a:r>
                <a:r>
                  <a:rPr lang="de-DE" dirty="0" smtClean="0"/>
                  <a:t> </a:t>
                </a:r>
                <a:r>
                  <a:rPr lang="de-DE" dirty="0" err="1" smtClean="0"/>
                  <a:t>Petrinetzen</a:t>
                </a:r>
                <a:r>
                  <a:rPr lang="de-DE" dirty="0" smtClean="0"/>
                  <a:t>:</a:t>
                </a:r>
                <a:r>
                  <a:rPr lang="de-DE" baseline="0" dirty="0" smtClean="0"/>
                  <a:t> d=0 und bei T</a:t>
                </a:r>
                <a:r>
                  <a:rPr lang="de-DE" dirty="0" smtClean="0"/>
                  <a:t>ime </a:t>
                </a:r>
                <a:r>
                  <a:rPr lang="de-DE" dirty="0" err="1" smtClean="0"/>
                  <a:t>Petrinetzen</a:t>
                </a:r>
                <a:r>
                  <a:rPr lang="de-DE" dirty="0" smtClean="0"/>
                  <a:t> [0,</a:t>
                </a:r>
                <a:r>
                  <a:rPr lang="de-DE" b="0" i="0" smtClean="0">
                    <a:latin typeface="Cambria Math"/>
                  </a:rPr>
                  <a:t>∞</a:t>
                </a:r>
                <a:r>
                  <a:rPr lang="de-DE" b="0" dirty="0" smtClean="0"/>
                  <a:t>[ entspricht</a:t>
                </a:r>
                <a:r>
                  <a:rPr lang="de-DE" b="0" baseline="0" dirty="0" smtClean="0"/>
                  <a:t> gleichem Schaltverhalten, wie bei normalen </a:t>
                </a:r>
                <a:r>
                  <a:rPr lang="de-DE" b="0" baseline="0" dirty="0" err="1" smtClean="0"/>
                  <a:t>Petrinetzen</a:t>
                </a:r>
                <a:endParaRPr lang="de-DE" b="0" dirty="0" smtClean="0"/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72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74039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670175" y="511175"/>
            <a:ext cx="4533900" cy="2547938"/>
          </a:xfrm>
        </p:spPr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879470">
              <a:defRPr/>
            </a:pPr>
            <a:r>
              <a:rPr lang="de-DE" dirty="0">
                <a:hlinkClick r:id="rId3"/>
              </a:rPr>
              <a:t>http://esd.cs.ucr.edu/labs/tutorial/adder.vhd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79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68295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670175" y="511175"/>
            <a:ext cx="4533900" cy="2547938"/>
          </a:xfrm>
        </p:spPr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879470">
              <a:defRPr/>
            </a:pPr>
            <a:r>
              <a:rPr lang="de-DE" dirty="0">
                <a:hlinkClick r:id="rId3"/>
              </a:rPr>
              <a:t>http://esd.cs.ucr.edu/labs/tutorial/adder.vhd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81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2962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879470">
              <a:defRPr/>
            </a:pPr>
            <a:r>
              <a:rPr lang="de-DE" dirty="0">
                <a:hlinkClick r:id="rId3"/>
              </a:rPr>
              <a:t>http://esd.cs.ucr.edu/labs/tutorial/adder.vhd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82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4992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670175" y="511175"/>
            <a:ext cx="4533900" cy="2547938"/>
          </a:xfrm>
        </p:spPr>
        <p:txBody>
          <a:bodyPr/>
          <a:lstStyle/>
          <a:p>
            <a:endParaRPr lang="en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879470">
              <a:defRPr/>
            </a:pPr>
            <a:r>
              <a:rPr lang="de-DE" dirty="0">
                <a:hlinkClick r:id="rId3"/>
              </a:rPr>
              <a:t>http://images.mentor.com/fpga/modelsim_pe.jpg</a:t>
            </a:r>
            <a:endParaRPr lang="en-US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0EAF11-4258-4505-92F2-5C18C378ECDE}" type="slidenum">
              <a:rPr lang="de-DE" smtClean="0"/>
              <a:pPr>
                <a:defRPr/>
              </a:pPr>
              <a:t>86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7744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68" y="2427223"/>
            <a:ext cx="576961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66033" y="5197736"/>
            <a:ext cx="6805295" cy="1311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CEE51-76E3-7D46-86DB-ED0CC89C93DF}" type="datetime1">
              <a:rPr lang="de-DE" smtClean="0"/>
              <a:t>11.02.26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6803FE-B66A-E2D2-240B-5C71AF3007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A2C30-9A0F-7543-97D9-EC277C090CD8}" type="datetime1">
              <a:rPr lang="de-DE" smtClean="0"/>
              <a:t>11.02.26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7573" y="1475240"/>
            <a:ext cx="4175125" cy="3618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5420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B7886-7636-A54F-BAB4-7A3D032E924E}" type="datetime1">
              <a:rPr lang="de-DE" smtClean="0"/>
              <a:t>11.02.26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134AC-A94E-D043-8986-5C576BCB4BDD}" type="datetime1">
              <a:rPr lang="de-DE" smtClean="0"/>
              <a:t>11.02.26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597395"/>
            <a:ext cx="12204700" cy="17145"/>
          </a:xfrm>
          <a:custGeom>
            <a:avLst/>
            <a:gdLst/>
            <a:ahLst/>
            <a:cxnLst/>
            <a:rect l="l" t="t" r="r" b="b"/>
            <a:pathLst>
              <a:path w="12204700" h="17145">
                <a:moveTo>
                  <a:pt x="12204192" y="0"/>
                </a:moveTo>
                <a:lnTo>
                  <a:pt x="0" y="0"/>
                </a:lnTo>
                <a:lnTo>
                  <a:pt x="0" y="16763"/>
                </a:lnTo>
                <a:lnTo>
                  <a:pt x="12204192" y="16763"/>
                </a:lnTo>
                <a:lnTo>
                  <a:pt x="1220419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539239"/>
            <a:ext cx="12197080" cy="18415"/>
          </a:xfrm>
          <a:custGeom>
            <a:avLst/>
            <a:gdLst/>
            <a:ahLst/>
            <a:cxnLst/>
            <a:rect l="l" t="t" r="r" b="b"/>
            <a:pathLst>
              <a:path w="12197080" h="18415">
                <a:moveTo>
                  <a:pt x="12196572" y="0"/>
                </a:moveTo>
                <a:lnTo>
                  <a:pt x="0" y="0"/>
                </a:lnTo>
                <a:lnTo>
                  <a:pt x="0" y="18287"/>
                </a:lnTo>
                <a:lnTo>
                  <a:pt x="12196572" y="18287"/>
                </a:lnTo>
                <a:lnTo>
                  <a:pt x="1219657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 userDrawn="1"/>
        </p:nvSpPr>
        <p:spPr>
          <a:xfrm>
            <a:off x="965267" y="3361274"/>
            <a:ext cx="1317625" cy="1075055"/>
          </a:xfrm>
          <a:custGeom>
            <a:avLst/>
            <a:gdLst/>
            <a:ahLst/>
            <a:cxnLst/>
            <a:rect l="l" t="t" r="r" b="b"/>
            <a:pathLst>
              <a:path w="1317625" h="1075054">
                <a:moveTo>
                  <a:pt x="1204250" y="745778"/>
                </a:moveTo>
                <a:lnTo>
                  <a:pt x="106192" y="745778"/>
                </a:lnTo>
                <a:lnTo>
                  <a:pt x="0" y="936733"/>
                </a:lnTo>
                <a:lnTo>
                  <a:pt x="0" y="1075005"/>
                </a:lnTo>
                <a:lnTo>
                  <a:pt x="1317022" y="1075005"/>
                </a:lnTo>
                <a:lnTo>
                  <a:pt x="1317022" y="936733"/>
                </a:lnTo>
                <a:lnTo>
                  <a:pt x="1204250" y="745778"/>
                </a:lnTo>
                <a:close/>
              </a:path>
              <a:path w="1317625" h="1075054">
                <a:moveTo>
                  <a:pt x="1097630" y="0"/>
                </a:moveTo>
                <a:lnTo>
                  <a:pt x="216307" y="0"/>
                </a:lnTo>
                <a:lnTo>
                  <a:pt x="173425" y="8670"/>
                </a:lnTo>
                <a:lnTo>
                  <a:pt x="138407" y="32316"/>
                </a:lnTo>
                <a:lnTo>
                  <a:pt x="114796" y="67395"/>
                </a:lnTo>
                <a:lnTo>
                  <a:pt x="106139" y="110361"/>
                </a:lnTo>
                <a:lnTo>
                  <a:pt x="106139" y="714316"/>
                </a:lnTo>
                <a:lnTo>
                  <a:pt x="1207819" y="714316"/>
                </a:lnTo>
                <a:lnTo>
                  <a:pt x="1207819" y="110361"/>
                </a:lnTo>
                <a:lnTo>
                  <a:pt x="1199161" y="67395"/>
                </a:lnTo>
                <a:lnTo>
                  <a:pt x="1175549" y="32316"/>
                </a:lnTo>
                <a:lnTo>
                  <a:pt x="1140524" y="8670"/>
                </a:lnTo>
                <a:lnTo>
                  <a:pt x="109763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5267" y="3361274"/>
            <a:ext cx="1317625" cy="1075055"/>
          </a:xfrm>
          <a:custGeom>
            <a:avLst/>
            <a:gdLst/>
            <a:ahLst/>
            <a:cxnLst/>
            <a:rect l="l" t="t" r="r" b="b"/>
            <a:pathLst>
              <a:path w="1317625" h="1075054">
                <a:moveTo>
                  <a:pt x="0" y="1075005"/>
                </a:moveTo>
                <a:lnTo>
                  <a:pt x="1317022" y="1075005"/>
                </a:lnTo>
                <a:lnTo>
                  <a:pt x="1317022" y="936733"/>
                </a:lnTo>
                <a:lnTo>
                  <a:pt x="1204251" y="745778"/>
                </a:lnTo>
                <a:lnTo>
                  <a:pt x="106192" y="745778"/>
                </a:lnTo>
                <a:lnTo>
                  <a:pt x="0" y="936733"/>
                </a:lnTo>
                <a:lnTo>
                  <a:pt x="0" y="1075005"/>
                </a:lnTo>
                <a:close/>
              </a:path>
              <a:path w="1317625" h="1075054">
                <a:moveTo>
                  <a:pt x="1207819" y="714316"/>
                </a:moveTo>
                <a:lnTo>
                  <a:pt x="1207819" y="110361"/>
                </a:lnTo>
                <a:lnTo>
                  <a:pt x="1199161" y="67395"/>
                </a:lnTo>
                <a:lnTo>
                  <a:pt x="1175549" y="32316"/>
                </a:lnTo>
                <a:lnTo>
                  <a:pt x="1140524" y="8670"/>
                </a:lnTo>
                <a:lnTo>
                  <a:pt x="1097630" y="0"/>
                </a:lnTo>
                <a:lnTo>
                  <a:pt x="216307" y="0"/>
                </a:lnTo>
                <a:lnTo>
                  <a:pt x="173425" y="8670"/>
                </a:lnTo>
                <a:lnTo>
                  <a:pt x="138407" y="32316"/>
                </a:lnTo>
                <a:lnTo>
                  <a:pt x="114796" y="67395"/>
                </a:lnTo>
                <a:lnTo>
                  <a:pt x="106139" y="110361"/>
                </a:lnTo>
                <a:lnTo>
                  <a:pt x="106139" y="714316"/>
                </a:lnTo>
                <a:lnTo>
                  <a:pt x="1207819" y="714316"/>
                </a:lnTo>
                <a:close/>
              </a:path>
            </a:pathLst>
          </a:custGeom>
          <a:ln w="1117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4848" y="4187143"/>
            <a:ext cx="1056005" cy="95885"/>
          </a:xfrm>
          <a:custGeom>
            <a:avLst/>
            <a:gdLst/>
            <a:ahLst/>
            <a:cxnLst/>
            <a:rect l="l" t="t" r="r" b="b"/>
            <a:pathLst>
              <a:path w="1056005" h="95885">
                <a:moveTo>
                  <a:pt x="1002337" y="0"/>
                </a:moveTo>
                <a:lnTo>
                  <a:pt x="53198" y="0"/>
                </a:lnTo>
                <a:lnTo>
                  <a:pt x="0" y="95281"/>
                </a:lnTo>
                <a:lnTo>
                  <a:pt x="1055526" y="95281"/>
                </a:lnTo>
                <a:lnTo>
                  <a:pt x="10023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77615" y="3464561"/>
            <a:ext cx="892810" cy="496570"/>
          </a:xfrm>
          <a:custGeom>
            <a:avLst/>
            <a:gdLst/>
            <a:ahLst/>
            <a:cxnLst/>
            <a:rect l="l" t="t" r="r" b="b"/>
            <a:pathLst>
              <a:path w="892810" h="496570">
                <a:moveTo>
                  <a:pt x="892344" y="0"/>
                </a:moveTo>
                <a:lnTo>
                  <a:pt x="0" y="0"/>
                </a:lnTo>
                <a:lnTo>
                  <a:pt x="0" y="496162"/>
                </a:lnTo>
                <a:lnTo>
                  <a:pt x="892344" y="496162"/>
                </a:lnTo>
                <a:lnTo>
                  <a:pt x="89234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77615" y="3464561"/>
            <a:ext cx="892810" cy="496570"/>
          </a:xfrm>
          <a:custGeom>
            <a:avLst/>
            <a:gdLst/>
            <a:ahLst/>
            <a:cxnLst/>
            <a:rect l="l" t="t" r="r" b="b"/>
            <a:pathLst>
              <a:path w="892810" h="496570">
                <a:moveTo>
                  <a:pt x="0" y="496162"/>
                </a:moveTo>
                <a:lnTo>
                  <a:pt x="892344" y="496162"/>
                </a:lnTo>
                <a:lnTo>
                  <a:pt x="892344" y="0"/>
                </a:lnTo>
                <a:lnTo>
                  <a:pt x="0" y="0"/>
                </a:lnTo>
                <a:lnTo>
                  <a:pt x="0" y="496162"/>
                </a:lnTo>
                <a:close/>
              </a:path>
            </a:pathLst>
          </a:custGeom>
          <a:ln w="1117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9931844" y="3316295"/>
            <a:ext cx="1316355" cy="1165225"/>
          </a:xfrm>
          <a:custGeom>
            <a:avLst/>
            <a:gdLst/>
            <a:ahLst/>
            <a:cxnLst/>
            <a:rect l="l" t="t" r="r" b="b"/>
            <a:pathLst>
              <a:path w="1316354" h="1165225">
                <a:moveTo>
                  <a:pt x="1118738" y="916850"/>
                </a:moveTo>
                <a:lnTo>
                  <a:pt x="197417" y="916850"/>
                </a:lnTo>
                <a:lnTo>
                  <a:pt x="0" y="1164961"/>
                </a:lnTo>
                <a:lnTo>
                  <a:pt x="1316163" y="1164961"/>
                </a:lnTo>
                <a:lnTo>
                  <a:pt x="1118738" y="916850"/>
                </a:lnTo>
                <a:close/>
              </a:path>
              <a:path w="1316354" h="1165225">
                <a:moveTo>
                  <a:pt x="761479" y="786903"/>
                </a:moveTo>
                <a:lnTo>
                  <a:pt x="554675" y="786903"/>
                </a:lnTo>
                <a:lnTo>
                  <a:pt x="554675" y="916850"/>
                </a:lnTo>
                <a:lnTo>
                  <a:pt x="761479" y="916850"/>
                </a:lnTo>
                <a:lnTo>
                  <a:pt x="761479" y="786903"/>
                </a:lnTo>
                <a:close/>
              </a:path>
              <a:path w="1316354" h="1165225">
                <a:moveTo>
                  <a:pt x="1252831" y="0"/>
                </a:moveTo>
                <a:lnTo>
                  <a:pt x="76577" y="0"/>
                </a:lnTo>
                <a:lnTo>
                  <a:pt x="76577" y="786903"/>
                </a:lnTo>
                <a:lnTo>
                  <a:pt x="1252831" y="786903"/>
                </a:lnTo>
                <a:lnTo>
                  <a:pt x="125283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9931844" y="3316295"/>
            <a:ext cx="1316355" cy="1165225"/>
          </a:xfrm>
          <a:custGeom>
            <a:avLst/>
            <a:gdLst/>
            <a:ahLst/>
            <a:cxnLst/>
            <a:rect l="l" t="t" r="r" b="b"/>
            <a:pathLst>
              <a:path w="1316354" h="1165225">
                <a:moveTo>
                  <a:pt x="1252831" y="0"/>
                </a:moveTo>
                <a:lnTo>
                  <a:pt x="76577" y="0"/>
                </a:lnTo>
                <a:lnTo>
                  <a:pt x="76577" y="786903"/>
                </a:lnTo>
                <a:lnTo>
                  <a:pt x="1252831" y="786903"/>
                </a:lnTo>
                <a:lnTo>
                  <a:pt x="1252831" y="0"/>
                </a:lnTo>
                <a:close/>
              </a:path>
              <a:path w="1316354" h="1165225">
                <a:moveTo>
                  <a:pt x="1316163" y="1164961"/>
                </a:moveTo>
                <a:lnTo>
                  <a:pt x="1118738" y="916850"/>
                </a:lnTo>
                <a:lnTo>
                  <a:pt x="197417" y="916850"/>
                </a:lnTo>
                <a:lnTo>
                  <a:pt x="0" y="1164961"/>
                </a:lnTo>
                <a:lnTo>
                  <a:pt x="1316163" y="1164961"/>
                </a:lnTo>
                <a:close/>
              </a:path>
              <a:path w="1316354" h="1165225">
                <a:moveTo>
                  <a:pt x="761479" y="786903"/>
                </a:moveTo>
                <a:lnTo>
                  <a:pt x="554675" y="786903"/>
                </a:lnTo>
                <a:lnTo>
                  <a:pt x="554675" y="916850"/>
                </a:lnTo>
                <a:lnTo>
                  <a:pt x="761479" y="916850"/>
                </a:lnTo>
                <a:lnTo>
                  <a:pt x="761479" y="786903"/>
                </a:lnTo>
                <a:close/>
              </a:path>
            </a:pathLst>
          </a:custGeom>
          <a:ln w="111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084688" y="3394338"/>
            <a:ext cx="1025525" cy="638175"/>
          </a:xfrm>
          <a:custGeom>
            <a:avLst/>
            <a:gdLst/>
            <a:ahLst/>
            <a:cxnLst/>
            <a:rect l="l" t="t" r="r" b="b"/>
            <a:pathLst>
              <a:path w="1025525" h="638175">
                <a:moveTo>
                  <a:pt x="1025382" y="0"/>
                </a:moveTo>
                <a:lnTo>
                  <a:pt x="0" y="0"/>
                </a:lnTo>
                <a:lnTo>
                  <a:pt x="0" y="637967"/>
                </a:lnTo>
                <a:lnTo>
                  <a:pt x="1025382" y="637967"/>
                </a:lnTo>
                <a:lnTo>
                  <a:pt x="1025382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0084688" y="3394338"/>
            <a:ext cx="1025525" cy="638175"/>
          </a:xfrm>
          <a:custGeom>
            <a:avLst/>
            <a:gdLst/>
            <a:ahLst/>
            <a:cxnLst/>
            <a:rect l="l" t="t" r="r" b="b"/>
            <a:pathLst>
              <a:path w="1025525" h="638175">
                <a:moveTo>
                  <a:pt x="0" y="637967"/>
                </a:moveTo>
                <a:lnTo>
                  <a:pt x="1025382" y="637967"/>
                </a:lnTo>
                <a:lnTo>
                  <a:pt x="1025382" y="0"/>
                </a:lnTo>
                <a:lnTo>
                  <a:pt x="0" y="0"/>
                </a:lnTo>
                <a:lnTo>
                  <a:pt x="0" y="637967"/>
                </a:lnTo>
                <a:close/>
              </a:path>
            </a:pathLst>
          </a:custGeom>
          <a:ln w="1117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0110968" y="4269096"/>
            <a:ext cx="936625" cy="161290"/>
          </a:xfrm>
          <a:custGeom>
            <a:avLst/>
            <a:gdLst/>
            <a:ahLst/>
            <a:cxnLst/>
            <a:rect l="l" t="t" r="r" b="b"/>
            <a:pathLst>
              <a:path w="936625" h="161289">
                <a:moveTo>
                  <a:pt x="898737" y="64731"/>
                </a:moveTo>
                <a:lnTo>
                  <a:pt x="840271" y="64731"/>
                </a:lnTo>
                <a:lnTo>
                  <a:pt x="872995" y="101183"/>
                </a:lnTo>
                <a:lnTo>
                  <a:pt x="936030" y="101183"/>
                </a:lnTo>
                <a:lnTo>
                  <a:pt x="898737" y="64731"/>
                </a:lnTo>
                <a:close/>
              </a:path>
              <a:path w="936625" h="161289">
                <a:moveTo>
                  <a:pt x="755098" y="0"/>
                </a:moveTo>
                <a:lnTo>
                  <a:pt x="704711" y="0"/>
                </a:lnTo>
                <a:lnTo>
                  <a:pt x="732309" y="39207"/>
                </a:lnTo>
                <a:lnTo>
                  <a:pt x="787637" y="39207"/>
                </a:lnTo>
                <a:lnTo>
                  <a:pt x="755098" y="0"/>
                </a:lnTo>
                <a:close/>
              </a:path>
              <a:path w="936625" h="161289">
                <a:moveTo>
                  <a:pt x="832582" y="0"/>
                </a:moveTo>
                <a:lnTo>
                  <a:pt x="782213" y="0"/>
                </a:lnTo>
                <a:lnTo>
                  <a:pt x="817408" y="39207"/>
                </a:lnTo>
                <a:lnTo>
                  <a:pt x="872698" y="39207"/>
                </a:lnTo>
                <a:lnTo>
                  <a:pt x="832582" y="0"/>
                </a:lnTo>
                <a:close/>
              </a:path>
              <a:path w="936625" h="161289">
                <a:moveTo>
                  <a:pt x="808791" y="64731"/>
                </a:moveTo>
                <a:lnTo>
                  <a:pt x="750269" y="64731"/>
                </a:lnTo>
                <a:lnTo>
                  <a:pt x="775973" y="101183"/>
                </a:lnTo>
                <a:lnTo>
                  <a:pt x="839026" y="101183"/>
                </a:lnTo>
                <a:lnTo>
                  <a:pt x="808791" y="64731"/>
                </a:lnTo>
                <a:close/>
              </a:path>
              <a:path w="936625" h="161289">
                <a:moveTo>
                  <a:pt x="718807" y="64731"/>
                </a:moveTo>
                <a:lnTo>
                  <a:pt x="660286" y="64731"/>
                </a:lnTo>
                <a:lnTo>
                  <a:pt x="678969" y="101183"/>
                </a:lnTo>
                <a:lnTo>
                  <a:pt x="742060" y="101183"/>
                </a:lnTo>
                <a:lnTo>
                  <a:pt x="718807" y="64731"/>
                </a:lnTo>
                <a:close/>
              </a:path>
              <a:path w="936625" h="161289">
                <a:moveTo>
                  <a:pt x="677744" y="0"/>
                </a:moveTo>
                <a:lnTo>
                  <a:pt x="627320" y="0"/>
                </a:lnTo>
                <a:lnTo>
                  <a:pt x="647508" y="40026"/>
                </a:lnTo>
                <a:lnTo>
                  <a:pt x="702909" y="40026"/>
                </a:lnTo>
                <a:lnTo>
                  <a:pt x="677744" y="0"/>
                </a:lnTo>
                <a:close/>
              </a:path>
              <a:path w="936625" h="161289">
                <a:moveTo>
                  <a:pt x="628843" y="64731"/>
                </a:moveTo>
                <a:lnTo>
                  <a:pt x="570321" y="64731"/>
                </a:lnTo>
                <a:lnTo>
                  <a:pt x="581966" y="101183"/>
                </a:lnTo>
                <a:lnTo>
                  <a:pt x="645075" y="101183"/>
                </a:lnTo>
                <a:lnTo>
                  <a:pt x="628843" y="64731"/>
                </a:lnTo>
                <a:close/>
              </a:path>
              <a:path w="936625" h="161289">
                <a:moveTo>
                  <a:pt x="601300" y="2755"/>
                </a:moveTo>
                <a:lnTo>
                  <a:pt x="550541" y="2755"/>
                </a:lnTo>
                <a:lnTo>
                  <a:pt x="562446" y="40026"/>
                </a:lnTo>
                <a:lnTo>
                  <a:pt x="617866" y="40026"/>
                </a:lnTo>
                <a:lnTo>
                  <a:pt x="601300" y="2755"/>
                </a:lnTo>
                <a:close/>
              </a:path>
              <a:path w="936625" h="161289">
                <a:moveTo>
                  <a:pt x="538859" y="64731"/>
                </a:moveTo>
                <a:lnTo>
                  <a:pt x="480356" y="64731"/>
                </a:lnTo>
                <a:lnTo>
                  <a:pt x="484981" y="101183"/>
                </a:lnTo>
                <a:lnTo>
                  <a:pt x="548053" y="101183"/>
                </a:lnTo>
                <a:lnTo>
                  <a:pt x="538859" y="64731"/>
                </a:lnTo>
                <a:close/>
              </a:path>
              <a:path w="936625" h="161289">
                <a:moveTo>
                  <a:pt x="524057" y="5827"/>
                </a:moveTo>
                <a:lnTo>
                  <a:pt x="472909" y="5827"/>
                </a:lnTo>
                <a:lnTo>
                  <a:pt x="477533" y="42335"/>
                </a:lnTo>
                <a:lnTo>
                  <a:pt x="533232" y="42335"/>
                </a:lnTo>
                <a:lnTo>
                  <a:pt x="524057" y="5827"/>
                </a:lnTo>
                <a:close/>
              </a:path>
              <a:path w="936625" h="161289">
                <a:moveTo>
                  <a:pt x="445403" y="5827"/>
                </a:moveTo>
                <a:lnTo>
                  <a:pt x="394273" y="5827"/>
                </a:lnTo>
                <a:lnTo>
                  <a:pt x="391859" y="42335"/>
                </a:lnTo>
                <a:lnTo>
                  <a:pt x="447557" y="42335"/>
                </a:lnTo>
                <a:lnTo>
                  <a:pt x="445403" y="5827"/>
                </a:lnTo>
                <a:close/>
              </a:path>
              <a:path w="936625" h="161289">
                <a:moveTo>
                  <a:pt x="448876" y="64731"/>
                </a:moveTo>
                <a:lnTo>
                  <a:pt x="390391" y="64731"/>
                </a:lnTo>
                <a:lnTo>
                  <a:pt x="387977" y="101183"/>
                </a:lnTo>
                <a:lnTo>
                  <a:pt x="451049" y="101183"/>
                </a:lnTo>
                <a:lnTo>
                  <a:pt x="448876" y="64731"/>
                </a:lnTo>
                <a:close/>
              </a:path>
              <a:path w="936625" h="161289">
                <a:moveTo>
                  <a:pt x="366767" y="5827"/>
                </a:moveTo>
                <a:lnTo>
                  <a:pt x="315637" y="5827"/>
                </a:lnTo>
                <a:lnTo>
                  <a:pt x="306203" y="42335"/>
                </a:lnTo>
                <a:lnTo>
                  <a:pt x="361901" y="42335"/>
                </a:lnTo>
                <a:lnTo>
                  <a:pt x="366767" y="5827"/>
                </a:lnTo>
                <a:close/>
              </a:path>
              <a:path w="936625" h="161289">
                <a:moveTo>
                  <a:pt x="358911" y="64731"/>
                </a:moveTo>
                <a:lnTo>
                  <a:pt x="300408" y="64731"/>
                </a:lnTo>
                <a:lnTo>
                  <a:pt x="290992" y="101183"/>
                </a:lnTo>
                <a:lnTo>
                  <a:pt x="354064" y="101183"/>
                </a:lnTo>
                <a:lnTo>
                  <a:pt x="358911" y="64731"/>
                </a:lnTo>
                <a:close/>
              </a:path>
              <a:path w="936625" h="161289">
                <a:moveTo>
                  <a:pt x="679787" y="124482"/>
                </a:moveTo>
                <a:lnTo>
                  <a:pt x="267052" y="124482"/>
                </a:lnTo>
                <a:lnTo>
                  <a:pt x="256354" y="160949"/>
                </a:lnTo>
                <a:lnTo>
                  <a:pt x="697672" y="160949"/>
                </a:lnTo>
                <a:lnTo>
                  <a:pt x="679787" y="124482"/>
                </a:lnTo>
                <a:close/>
              </a:path>
              <a:path w="936625" h="161289">
                <a:moveTo>
                  <a:pt x="288132" y="5827"/>
                </a:moveTo>
                <a:lnTo>
                  <a:pt x="237002" y="5827"/>
                </a:lnTo>
                <a:lnTo>
                  <a:pt x="220547" y="42335"/>
                </a:lnTo>
                <a:lnTo>
                  <a:pt x="276245" y="42335"/>
                </a:lnTo>
                <a:lnTo>
                  <a:pt x="288132" y="5827"/>
                </a:lnTo>
                <a:close/>
              </a:path>
              <a:path w="936625" h="161289">
                <a:moveTo>
                  <a:pt x="268946" y="64731"/>
                </a:moveTo>
                <a:lnTo>
                  <a:pt x="210425" y="64731"/>
                </a:lnTo>
                <a:lnTo>
                  <a:pt x="193970" y="101183"/>
                </a:lnTo>
                <a:lnTo>
                  <a:pt x="257060" y="101183"/>
                </a:lnTo>
                <a:lnTo>
                  <a:pt x="268946" y="64731"/>
                </a:lnTo>
                <a:close/>
              </a:path>
              <a:path w="936625" h="161289">
                <a:moveTo>
                  <a:pt x="209496" y="5827"/>
                </a:moveTo>
                <a:lnTo>
                  <a:pt x="158385" y="5827"/>
                </a:lnTo>
                <a:lnTo>
                  <a:pt x="134891" y="42335"/>
                </a:lnTo>
                <a:lnTo>
                  <a:pt x="190590" y="42335"/>
                </a:lnTo>
                <a:lnTo>
                  <a:pt x="209496" y="5827"/>
                </a:lnTo>
                <a:close/>
              </a:path>
              <a:path w="936625" h="161289">
                <a:moveTo>
                  <a:pt x="178982" y="64731"/>
                </a:moveTo>
                <a:lnTo>
                  <a:pt x="120479" y="64731"/>
                </a:lnTo>
                <a:lnTo>
                  <a:pt x="96985" y="101183"/>
                </a:lnTo>
                <a:lnTo>
                  <a:pt x="160056" y="101183"/>
                </a:lnTo>
                <a:lnTo>
                  <a:pt x="178982" y="64731"/>
                </a:lnTo>
                <a:close/>
              </a:path>
              <a:path w="936625" h="161289">
                <a:moveTo>
                  <a:pt x="130861" y="5827"/>
                </a:moveTo>
                <a:lnTo>
                  <a:pt x="79768" y="5827"/>
                </a:lnTo>
                <a:lnTo>
                  <a:pt x="49235" y="42335"/>
                </a:lnTo>
                <a:lnTo>
                  <a:pt x="104915" y="42335"/>
                </a:lnTo>
                <a:lnTo>
                  <a:pt x="130861" y="5827"/>
                </a:lnTo>
                <a:close/>
              </a:path>
              <a:path w="936625" h="161289">
                <a:moveTo>
                  <a:pt x="88998" y="64731"/>
                </a:moveTo>
                <a:lnTo>
                  <a:pt x="30514" y="64731"/>
                </a:lnTo>
                <a:lnTo>
                  <a:pt x="0" y="101183"/>
                </a:lnTo>
                <a:lnTo>
                  <a:pt x="63053" y="101183"/>
                </a:lnTo>
                <a:lnTo>
                  <a:pt x="88998" y="647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83282-B89D-5848-941E-85068D9241CA}" type="datetime1">
              <a:rPr lang="de-DE" smtClean="0"/>
              <a:t>11.02.26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D31E49-7C99-6D0E-6303-7FCFA8AB68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62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597395"/>
            <a:ext cx="12204700" cy="17145"/>
          </a:xfrm>
          <a:custGeom>
            <a:avLst/>
            <a:gdLst/>
            <a:ahLst/>
            <a:cxnLst/>
            <a:rect l="l" t="t" r="r" b="b"/>
            <a:pathLst>
              <a:path w="12204700" h="17145">
                <a:moveTo>
                  <a:pt x="12204192" y="0"/>
                </a:moveTo>
                <a:lnTo>
                  <a:pt x="0" y="0"/>
                </a:lnTo>
                <a:lnTo>
                  <a:pt x="0" y="16763"/>
                </a:lnTo>
                <a:lnTo>
                  <a:pt x="12204192" y="16763"/>
                </a:lnTo>
                <a:lnTo>
                  <a:pt x="1220419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539239"/>
            <a:ext cx="12197080" cy="18415"/>
          </a:xfrm>
          <a:custGeom>
            <a:avLst/>
            <a:gdLst/>
            <a:ahLst/>
            <a:cxnLst/>
            <a:rect l="l" t="t" r="r" b="b"/>
            <a:pathLst>
              <a:path w="12197080" h="18415">
                <a:moveTo>
                  <a:pt x="12196572" y="0"/>
                </a:moveTo>
                <a:lnTo>
                  <a:pt x="0" y="0"/>
                </a:lnTo>
                <a:lnTo>
                  <a:pt x="0" y="18287"/>
                </a:lnTo>
                <a:lnTo>
                  <a:pt x="12196572" y="18287"/>
                </a:lnTo>
                <a:lnTo>
                  <a:pt x="1219657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6430" y="2558542"/>
            <a:ext cx="5323205" cy="2963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598" y="6377940"/>
            <a:ext cx="390550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Prof. Dr. Sebastian Schlesinger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377940"/>
            <a:ext cx="280708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F4843-6FAC-A742-BC86-844AB479BF76}" type="datetime1">
              <a:rPr lang="de-DE" smtClean="0"/>
              <a:t>11.02.26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933558" y="6396232"/>
            <a:ext cx="1962150" cy="466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B8B5FF-3B72-6772-0604-593DCE3E62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 sz="14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://www.amureprints.com/reprints/classroom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iansommerville.com/software-engineering-book/slides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kluedo.ub.uni-kl.de/frontdoor/deliver/index/docId/5288/file/Modelle%2Bvs.%2BDokumente%2B-%2BKonzeptionelle%2BGrundlagen%2Bund%2Bihr%2BEinsatz%2Bin%2Bder%2BProduktentwicklung.pdf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100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3" y="0"/>
            <a:ext cx="6858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E39F0E3-8C0D-B9FB-C5FC-26F66EBAD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8860" y="2744389"/>
            <a:ext cx="4840224" cy="147732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Embedded Systems Engineering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 err="1">
                <a:solidFill>
                  <a:srgbClr val="FF0000"/>
                </a:solidFill>
              </a:rPr>
              <a:t>Modellierung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D07C4BB-AF59-5A16-7633-E602C040004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178860" y="5143000"/>
            <a:ext cx="4745140" cy="830997"/>
          </a:xfrm>
        </p:spPr>
        <p:txBody>
          <a:bodyPr/>
          <a:lstStyle/>
          <a:p>
            <a:r>
              <a:rPr lang="en-US" dirty="0"/>
              <a:t>Prof. Dr.-Ing. Sebastian Schlesinger</a:t>
            </a:r>
          </a:p>
          <a:p>
            <a:r>
              <a:rPr lang="en-US" dirty="0"/>
              <a:t>Professor of Business Computer Science </a:t>
            </a:r>
          </a:p>
          <a:p>
            <a:r>
              <a:rPr lang="en-US" dirty="0"/>
              <a:t>Cybersecurity and Embedded Systems Engineering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6F884C-11E3-EEBA-FB5D-886B3FF7FAE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GB"/>
              <a:t>Prof. Dr. Sebastian Schlesinger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A7715-BA0F-DB10-A552-EBA003592AE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804035">
              <a:lnSpc>
                <a:spcPts val="1505"/>
              </a:lnSpc>
            </a:pPr>
            <a:fld id="{81D60167-4931-47E6-BA6A-407CBD079E47}" type="slidenum">
              <a:rPr lang="en-DE" spc="-20" smtClean="0"/>
              <a:t>1</a:t>
            </a:fld>
            <a:endParaRPr lang="en-DE" spc="-20"/>
          </a:p>
        </p:txBody>
      </p:sp>
    </p:spTree>
    <p:extLst>
      <p:ext uri="{BB962C8B-B14F-4D97-AF65-F5344CB8AC3E}">
        <p14:creationId xmlns:p14="http://schemas.microsoft.com/office/powerpoint/2010/main" val="203947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46049" y="1031239"/>
            <a:ext cx="7482498" cy="984885"/>
          </a:xfrm>
        </p:spPr>
        <p:txBody>
          <a:bodyPr/>
          <a:lstStyle/>
          <a:p>
            <a:r>
              <a:rPr lang="de-DE" dirty="0"/>
              <a:t>Überblick über die gesamte Vorlesung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>
          <a:xfrm>
            <a:off x="1754658" y="1430346"/>
            <a:ext cx="1147202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</a:t>
            </a:fld>
            <a:r>
              <a:rPr lang="de-DE"/>
              <a:t> </a:t>
            </a:r>
          </a:p>
        </p:txBody>
      </p: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9497BCE8-A6C1-4F47-A712-40D0658E0DFA}"/>
              </a:ext>
            </a:extLst>
          </p:cNvPr>
          <p:cNvGrpSpPr/>
          <p:nvPr/>
        </p:nvGrpSpPr>
        <p:grpSpPr>
          <a:xfrm>
            <a:off x="2645966" y="1797422"/>
            <a:ext cx="4392488" cy="4224892"/>
            <a:chOff x="1908976" y="2085741"/>
            <a:chExt cx="2946423" cy="4224892"/>
          </a:xfrm>
        </p:grpSpPr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084F7617-9B92-4C78-B5EF-0AFE9F08C561}"/>
                </a:ext>
              </a:extLst>
            </p:cNvPr>
            <p:cNvSpPr/>
            <p:nvPr/>
          </p:nvSpPr>
          <p:spPr>
            <a:xfrm>
              <a:off x="1908976" y="2085741"/>
              <a:ext cx="2946423" cy="4224892"/>
            </a:xfrm>
            <a:prstGeom prst="roundRect">
              <a:avLst>
                <a:gd name="adj" fmla="val 349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DE" dirty="0"/>
            </a:p>
          </p:txBody>
        </p:sp>
        <p:sp>
          <p:nvSpPr>
            <p:cNvPr id="32" name="Rechteck: abgerundete Ecken 4">
              <a:extLst>
                <a:ext uri="{FF2B5EF4-FFF2-40B4-BE49-F238E27FC236}">
                  <a16:creationId xmlns:a16="http://schemas.microsoft.com/office/drawing/2014/main" id="{9484AC72-FE82-437E-940B-CDB00313CF51}"/>
                </a:ext>
              </a:extLst>
            </p:cNvPr>
            <p:cNvSpPr txBox="1"/>
            <p:nvPr/>
          </p:nvSpPr>
          <p:spPr>
            <a:xfrm>
              <a:off x="1908976" y="2085741"/>
              <a:ext cx="2946423" cy="9306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000" dirty="0"/>
                <a:t>Entwurf Eingebetteter Systeme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0B3C64BD-2C6B-414D-B767-41BB64776A72}"/>
              </a:ext>
            </a:extLst>
          </p:cNvPr>
          <p:cNvGrpSpPr/>
          <p:nvPr/>
        </p:nvGrpSpPr>
        <p:grpSpPr>
          <a:xfrm>
            <a:off x="3303190" y="3381598"/>
            <a:ext cx="1534006" cy="571450"/>
            <a:chOff x="210683" y="1106443"/>
            <a:chExt cx="1390377" cy="744663"/>
          </a:xfrm>
        </p:grpSpPr>
        <p:sp>
          <p:nvSpPr>
            <p:cNvPr id="29" name="Rechteck: abgerundete Ecken 28">
              <a:extLst>
                <a:ext uri="{FF2B5EF4-FFF2-40B4-BE49-F238E27FC236}">
                  <a16:creationId xmlns:a16="http://schemas.microsoft.com/office/drawing/2014/main" id="{EBC24C3A-79A1-48B5-97A3-6FEB59C7259B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0" name="Rechteck: abgerundete Ecken 4">
              <a:extLst>
                <a:ext uri="{FF2B5EF4-FFF2-40B4-BE49-F238E27FC236}">
                  <a16:creationId xmlns:a16="http://schemas.microsoft.com/office/drawing/2014/main" id="{B1752A0A-6052-4C0D-913E-268F1A88ECC6}"/>
                </a:ext>
              </a:extLst>
            </p:cNvPr>
            <p:cNvSpPr txBox="1"/>
            <p:nvPr/>
          </p:nvSpPr>
          <p:spPr>
            <a:xfrm>
              <a:off x="231898" y="1169172"/>
              <a:ext cx="1347945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Endliche Automaten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F0844AB-1A6E-472A-846D-04CA09F9C2C0}"/>
              </a:ext>
            </a:extLst>
          </p:cNvPr>
          <p:cNvGrpSpPr/>
          <p:nvPr/>
        </p:nvGrpSpPr>
        <p:grpSpPr>
          <a:xfrm>
            <a:off x="3303190" y="4265884"/>
            <a:ext cx="1535480" cy="555874"/>
            <a:chOff x="183157" y="1942250"/>
            <a:chExt cx="1445429" cy="724366"/>
          </a:xfrm>
        </p:grpSpPr>
        <p:sp>
          <p:nvSpPr>
            <p:cNvPr id="27" name="Rechteck: abgerundete Ecken 26">
              <a:extLst>
                <a:ext uri="{FF2B5EF4-FFF2-40B4-BE49-F238E27FC236}">
                  <a16:creationId xmlns:a16="http://schemas.microsoft.com/office/drawing/2014/main" id="{EECA115F-E83B-46E2-8E15-07573E3D9005}"/>
                </a:ext>
              </a:extLst>
            </p:cNvPr>
            <p:cNvSpPr/>
            <p:nvPr/>
          </p:nvSpPr>
          <p:spPr>
            <a:xfrm>
              <a:off x="183157" y="1942250"/>
              <a:ext cx="1445429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28" name="Rechteck: abgerundete Ecken 6">
              <a:extLst>
                <a:ext uri="{FF2B5EF4-FFF2-40B4-BE49-F238E27FC236}">
                  <a16:creationId xmlns:a16="http://schemas.microsoft.com/office/drawing/2014/main" id="{46560B74-A999-4CD8-A71B-9CDE4ACC5F14}"/>
                </a:ext>
              </a:extLst>
            </p:cNvPr>
            <p:cNvSpPr txBox="1"/>
            <p:nvPr/>
          </p:nvSpPr>
          <p:spPr>
            <a:xfrm>
              <a:off x="204373" y="1963466"/>
              <a:ext cx="1402997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Statecharts</a:t>
              </a:r>
              <a:endParaRPr lang="de-DE" sz="1600" dirty="0"/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96A5EA6-9714-4E5B-AAC8-8E4A3A51DEDE}"/>
              </a:ext>
            </a:extLst>
          </p:cNvPr>
          <p:cNvGrpSpPr/>
          <p:nvPr/>
        </p:nvGrpSpPr>
        <p:grpSpPr>
          <a:xfrm>
            <a:off x="3303190" y="5177989"/>
            <a:ext cx="1534006" cy="555874"/>
            <a:chOff x="385630" y="2778057"/>
            <a:chExt cx="1040483" cy="724366"/>
          </a:xfrm>
        </p:grpSpPr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F5B8AB94-7852-404D-98CD-90BE21AA9961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5" name="Rechteck: abgerundete Ecken 8">
              <a:extLst>
                <a:ext uri="{FF2B5EF4-FFF2-40B4-BE49-F238E27FC236}">
                  <a16:creationId xmlns:a16="http://schemas.microsoft.com/office/drawing/2014/main" id="{B54744FE-2811-46B0-A2E7-1809DCEABF78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Timed</a:t>
              </a:r>
              <a:r>
                <a:rPr lang="de-DE" sz="1600" dirty="0"/>
                <a:t> </a:t>
              </a:r>
              <a:r>
                <a:rPr lang="de-DE" sz="1600" dirty="0" err="1"/>
                <a:t>Automata</a:t>
              </a:r>
              <a:endParaRPr lang="de-DE" sz="1600" dirty="0"/>
            </a:p>
          </p:txBody>
        </p: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2ED6C177-B9DA-484B-96E0-913E073C3876}"/>
              </a:ext>
            </a:extLst>
          </p:cNvPr>
          <p:cNvGrpSpPr/>
          <p:nvPr/>
        </p:nvGrpSpPr>
        <p:grpSpPr>
          <a:xfrm>
            <a:off x="5142934" y="5177989"/>
            <a:ext cx="1535480" cy="555874"/>
            <a:chOff x="385630" y="2778057"/>
            <a:chExt cx="1040483" cy="724366"/>
          </a:xfrm>
        </p:grpSpPr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B2A9AA39-1C81-4110-80A0-DBC8CCB465D4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8" name="Rechteck: abgerundete Ecken 8">
              <a:extLst>
                <a:ext uri="{FF2B5EF4-FFF2-40B4-BE49-F238E27FC236}">
                  <a16:creationId xmlns:a16="http://schemas.microsoft.com/office/drawing/2014/main" id="{D90D5724-31FC-4B34-BC6E-91FC6190CF49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SystemC</a:t>
              </a:r>
              <a:endParaRPr lang="de-DE" sz="1600" dirty="0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8CA8C6EC-116A-46FE-885D-2EE71C50FE6D}"/>
              </a:ext>
            </a:extLst>
          </p:cNvPr>
          <p:cNvGrpSpPr/>
          <p:nvPr/>
        </p:nvGrpSpPr>
        <p:grpSpPr>
          <a:xfrm>
            <a:off x="5142934" y="3363924"/>
            <a:ext cx="1535480" cy="1457835"/>
            <a:chOff x="385630" y="2778057"/>
            <a:chExt cx="1040483" cy="724366"/>
          </a:xfrm>
        </p:grpSpPr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7B45D3FD-86AC-4420-82B7-2C0F60A44659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42" name="Rechteck: abgerundete Ecken 8">
              <a:extLst>
                <a:ext uri="{FF2B5EF4-FFF2-40B4-BE49-F238E27FC236}">
                  <a16:creationId xmlns:a16="http://schemas.microsoft.com/office/drawing/2014/main" id="{F439E73B-B4B3-4F0A-90CA-D7091CBBF528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Signalfluss-orientierte Sprachen (Simulink)</a:t>
              </a:r>
            </a:p>
          </p:txBody>
        </p:sp>
      </p:grpSp>
      <p:sp>
        <p:nvSpPr>
          <p:cNvPr id="44" name="Rechteck: abgerundete Ecken 4">
            <a:extLst>
              <a:ext uri="{FF2B5EF4-FFF2-40B4-BE49-F238E27FC236}">
                <a16:creationId xmlns:a16="http://schemas.microsoft.com/office/drawing/2014/main" id="{B10D7751-1864-4357-9923-078D41D35CD7}"/>
              </a:ext>
            </a:extLst>
          </p:cNvPr>
          <p:cNvSpPr txBox="1"/>
          <p:nvPr/>
        </p:nvSpPr>
        <p:spPr>
          <a:xfrm rot="16200000">
            <a:off x="1255116" y="3908353"/>
            <a:ext cx="3253718" cy="76004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de-DE" sz="2000" dirty="0">
                <a:solidFill>
                  <a:schemeClr val="accent1">
                    <a:lumMod val="50000"/>
                  </a:schemeClr>
                </a:solidFill>
              </a:rPr>
              <a:t>Modellierungssprachen</a:t>
            </a:r>
          </a:p>
        </p:txBody>
      </p: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3BDB3584-7D0D-4D05-B293-933263612419}"/>
              </a:ext>
            </a:extLst>
          </p:cNvPr>
          <p:cNvGrpSpPr/>
          <p:nvPr/>
        </p:nvGrpSpPr>
        <p:grpSpPr>
          <a:xfrm>
            <a:off x="7235992" y="1797422"/>
            <a:ext cx="2520801" cy="4224892"/>
            <a:chOff x="5036885" y="2085741"/>
            <a:chExt cx="2390460" cy="4224892"/>
          </a:xfrm>
        </p:grpSpPr>
        <p:sp>
          <p:nvSpPr>
            <p:cNvPr id="45" name="Rechteck: abgerundete Ecken 44">
              <a:extLst>
                <a:ext uri="{FF2B5EF4-FFF2-40B4-BE49-F238E27FC236}">
                  <a16:creationId xmlns:a16="http://schemas.microsoft.com/office/drawing/2014/main" id="{DD108E85-58AA-4871-9AD6-19677ACE0E86}"/>
                </a:ext>
              </a:extLst>
            </p:cNvPr>
            <p:cNvSpPr/>
            <p:nvPr/>
          </p:nvSpPr>
          <p:spPr>
            <a:xfrm>
              <a:off x="5036885" y="2085741"/>
              <a:ext cx="2390460" cy="4224892"/>
            </a:xfrm>
            <a:prstGeom prst="roundRect">
              <a:avLst>
                <a:gd name="adj" fmla="val 5047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46" name="Rechteck: abgerundete Ecken 4">
              <a:extLst>
                <a:ext uri="{FF2B5EF4-FFF2-40B4-BE49-F238E27FC236}">
                  <a16:creationId xmlns:a16="http://schemas.microsoft.com/office/drawing/2014/main" id="{09D63075-F05B-4F70-91D5-E0F0834020BE}"/>
                </a:ext>
              </a:extLst>
            </p:cNvPr>
            <p:cNvSpPr txBox="1"/>
            <p:nvPr/>
          </p:nvSpPr>
          <p:spPr>
            <a:xfrm>
              <a:off x="5036885" y="2085741"/>
              <a:ext cx="2390459" cy="8927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000" dirty="0"/>
                <a:t>Implementierung</a:t>
              </a:r>
            </a:p>
          </p:txBody>
        </p:sp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933563F5-F378-428C-81A2-34D1FE930F03}"/>
              </a:ext>
            </a:extLst>
          </p:cNvPr>
          <p:cNvGrpSpPr/>
          <p:nvPr/>
        </p:nvGrpSpPr>
        <p:grpSpPr>
          <a:xfrm>
            <a:off x="7326425" y="3093566"/>
            <a:ext cx="2254268" cy="825682"/>
            <a:chOff x="210683" y="1106443"/>
            <a:chExt cx="1390377" cy="724366"/>
          </a:xfrm>
        </p:grpSpPr>
        <p:sp>
          <p:nvSpPr>
            <p:cNvPr id="50" name="Rechteck: abgerundete Ecken 49">
              <a:extLst>
                <a:ext uri="{FF2B5EF4-FFF2-40B4-BE49-F238E27FC236}">
                  <a16:creationId xmlns:a16="http://schemas.microsoft.com/office/drawing/2014/main" id="{3D42C221-AA1F-4F82-B6BB-73EF16A40D39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51" name="Rechteck: abgerundete Ecken 4">
              <a:extLst>
                <a:ext uri="{FF2B5EF4-FFF2-40B4-BE49-F238E27FC236}">
                  <a16:creationId xmlns:a16="http://schemas.microsoft.com/office/drawing/2014/main" id="{C363D55D-7964-4018-B9C4-EF223437A6CA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Programmier-sprachen</a:t>
              </a:r>
            </a:p>
          </p:txBody>
        </p: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58CB1ADC-AE65-405F-BB06-069BFAB7A68C}"/>
              </a:ext>
            </a:extLst>
          </p:cNvPr>
          <p:cNvGrpSpPr/>
          <p:nvPr/>
        </p:nvGrpSpPr>
        <p:grpSpPr>
          <a:xfrm>
            <a:off x="7326425" y="4101678"/>
            <a:ext cx="2254270" cy="877646"/>
            <a:chOff x="183157" y="1942250"/>
            <a:chExt cx="1445429" cy="724366"/>
          </a:xfrm>
        </p:grpSpPr>
        <p:sp>
          <p:nvSpPr>
            <p:cNvPr id="77" name="Rechteck: abgerundete Ecken 76">
              <a:extLst>
                <a:ext uri="{FF2B5EF4-FFF2-40B4-BE49-F238E27FC236}">
                  <a16:creationId xmlns:a16="http://schemas.microsoft.com/office/drawing/2014/main" id="{78AABC99-D9FC-4B3A-842C-D147DC2C4307}"/>
                </a:ext>
              </a:extLst>
            </p:cNvPr>
            <p:cNvSpPr/>
            <p:nvPr/>
          </p:nvSpPr>
          <p:spPr>
            <a:xfrm>
              <a:off x="183157" y="1942250"/>
              <a:ext cx="1445429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78" name="Rechteck: abgerundete Ecken 6">
              <a:extLst>
                <a:ext uri="{FF2B5EF4-FFF2-40B4-BE49-F238E27FC236}">
                  <a16:creationId xmlns:a16="http://schemas.microsoft.com/office/drawing/2014/main" id="{EC3BEED4-2D8C-4613-A1BC-1A1F316E8375}"/>
                </a:ext>
              </a:extLst>
            </p:cNvPr>
            <p:cNvSpPr txBox="1"/>
            <p:nvPr/>
          </p:nvSpPr>
          <p:spPr>
            <a:xfrm>
              <a:off x="204372" y="1963467"/>
              <a:ext cx="1402997" cy="6819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Betriebssysteme</a:t>
              </a:r>
            </a:p>
          </p:txBody>
        </p:sp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7B19A32B-1F54-4FC2-A501-CD345C0C92BB}"/>
              </a:ext>
            </a:extLst>
          </p:cNvPr>
          <p:cNvGrpSpPr/>
          <p:nvPr/>
        </p:nvGrpSpPr>
        <p:grpSpPr>
          <a:xfrm>
            <a:off x="7326423" y="5181799"/>
            <a:ext cx="2254271" cy="592273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83" name="Rechteck: abgerundete Ecken 82">
              <a:extLst>
                <a:ext uri="{FF2B5EF4-FFF2-40B4-BE49-F238E27FC236}">
                  <a16:creationId xmlns:a16="http://schemas.microsoft.com/office/drawing/2014/main" id="{8955F7D8-2906-47F7-A5A7-ED28DEA564CC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4" name="Rechteck: abgerundete Ecken 4">
              <a:extLst>
                <a:ext uri="{FF2B5EF4-FFF2-40B4-BE49-F238E27FC236}">
                  <a16:creationId xmlns:a16="http://schemas.microsoft.com/office/drawing/2014/main" id="{69ADDB19-EF4B-4851-87A2-2750CE920D5A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Synthese</a:t>
              </a:r>
            </a:p>
          </p:txBody>
        </p:sp>
      </p:grp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761CD052-01B5-4C79-8808-DA4A21B254BC}"/>
              </a:ext>
            </a:extLst>
          </p:cNvPr>
          <p:cNvGrpSpPr/>
          <p:nvPr/>
        </p:nvGrpSpPr>
        <p:grpSpPr>
          <a:xfrm>
            <a:off x="9963569" y="1797423"/>
            <a:ext cx="1866150" cy="4224891"/>
            <a:chOff x="7529312" y="2085740"/>
            <a:chExt cx="1403547" cy="4224891"/>
          </a:xfrm>
        </p:grpSpPr>
        <p:sp>
          <p:nvSpPr>
            <p:cNvPr id="86" name="Rechteck: abgerundete Ecken 85">
              <a:extLst>
                <a:ext uri="{FF2B5EF4-FFF2-40B4-BE49-F238E27FC236}">
                  <a16:creationId xmlns:a16="http://schemas.microsoft.com/office/drawing/2014/main" id="{B5B54273-9C16-4B78-86D4-138C448292D7}"/>
                </a:ext>
              </a:extLst>
            </p:cNvPr>
            <p:cNvSpPr/>
            <p:nvPr/>
          </p:nvSpPr>
          <p:spPr>
            <a:xfrm>
              <a:off x="7529312" y="2085740"/>
              <a:ext cx="1403547" cy="422489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7" name="Rechteck: abgerundete Ecken 4">
              <a:extLst>
                <a:ext uri="{FF2B5EF4-FFF2-40B4-BE49-F238E27FC236}">
                  <a16:creationId xmlns:a16="http://schemas.microsoft.com/office/drawing/2014/main" id="{E2777FE9-77B8-46E9-BE4D-24A16A7CC20B}"/>
                </a:ext>
              </a:extLst>
            </p:cNvPr>
            <p:cNvSpPr txBox="1"/>
            <p:nvPr/>
          </p:nvSpPr>
          <p:spPr>
            <a:xfrm>
              <a:off x="7529312" y="2085742"/>
              <a:ext cx="1403547" cy="89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dirty="0"/>
                <a:t>Validierung und Verifikation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C24C9434-09C9-47A7-8531-EA4AF01529AD}"/>
              </a:ext>
            </a:extLst>
          </p:cNvPr>
          <p:cNvGrpSpPr/>
          <p:nvPr/>
        </p:nvGrpSpPr>
        <p:grpSpPr>
          <a:xfrm>
            <a:off x="10087792" y="3021558"/>
            <a:ext cx="1534686" cy="767138"/>
            <a:chOff x="210066" y="1106443"/>
            <a:chExt cx="1390994" cy="724366"/>
          </a:xfrm>
          <a:solidFill>
            <a:schemeClr val="bg2"/>
          </a:solidFill>
        </p:grpSpPr>
        <p:sp>
          <p:nvSpPr>
            <p:cNvPr id="89" name="Rechteck: abgerundete Ecken 88">
              <a:extLst>
                <a:ext uri="{FF2B5EF4-FFF2-40B4-BE49-F238E27FC236}">
                  <a16:creationId xmlns:a16="http://schemas.microsoft.com/office/drawing/2014/main" id="{FC7B26B3-1B00-42EB-AC1E-A928D65314F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0" name="Rechteck: abgerundete Ecken 4">
              <a:extLst>
                <a:ext uri="{FF2B5EF4-FFF2-40B4-BE49-F238E27FC236}">
                  <a16:creationId xmlns:a16="http://schemas.microsoft.com/office/drawing/2014/main" id="{F3CD9FAB-11A0-47EF-95F5-26A09B7D6D87}"/>
                </a:ext>
              </a:extLst>
            </p:cNvPr>
            <p:cNvSpPr txBox="1"/>
            <p:nvPr/>
          </p:nvSpPr>
          <p:spPr>
            <a:xfrm>
              <a:off x="210066" y="1143531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Testen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E5203C6F-8288-475C-B7CD-4072E3D6F0A8}"/>
              </a:ext>
            </a:extLst>
          </p:cNvPr>
          <p:cNvGrpSpPr/>
          <p:nvPr/>
        </p:nvGrpSpPr>
        <p:grpSpPr>
          <a:xfrm>
            <a:off x="10087792" y="3957663"/>
            <a:ext cx="1534686" cy="807909"/>
            <a:chOff x="210066" y="1106443"/>
            <a:chExt cx="1390994" cy="724366"/>
          </a:xfrm>
          <a:solidFill>
            <a:schemeClr val="bg2"/>
          </a:solidFill>
        </p:grpSpPr>
        <p:sp>
          <p:nvSpPr>
            <p:cNvPr id="92" name="Rechteck: abgerundete Ecken 91">
              <a:extLst>
                <a:ext uri="{FF2B5EF4-FFF2-40B4-BE49-F238E27FC236}">
                  <a16:creationId xmlns:a16="http://schemas.microsoft.com/office/drawing/2014/main" id="{1C3640FB-1F1F-459F-8ADB-1DDBD8F242A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3" name="Rechteck: abgerundete Ecken 4">
              <a:extLst>
                <a:ext uri="{FF2B5EF4-FFF2-40B4-BE49-F238E27FC236}">
                  <a16:creationId xmlns:a16="http://schemas.microsoft.com/office/drawing/2014/main" id="{158ADFE3-89CE-4E55-AB26-92BB9976A8F5}"/>
                </a:ext>
              </a:extLst>
            </p:cNvPr>
            <p:cNvSpPr txBox="1"/>
            <p:nvPr/>
          </p:nvSpPr>
          <p:spPr>
            <a:xfrm>
              <a:off x="210066" y="1126481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Simulation</a:t>
              </a:r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CAC052B4-6720-41BC-8662-71F2EDF5D888}"/>
              </a:ext>
            </a:extLst>
          </p:cNvPr>
          <p:cNvGrpSpPr/>
          <p:nvPr/>
        </p:nvGrpSpPr>
        <p:grpSpPr>
          <a:xfrm>
            <a:off x="10088473" y="4900021"/>
            <a:ext cx="1534006" cy="891876"/>
            <a:chOff x="210683" y="1106443"/>
            <a:chExt cx="1390377" cy="724366"/>
          </a:xfrm>
          <a:solidFill>
            <a:schemeClr val="bg2"/>
          </a:solidFill>
        </p:grpSpPr>
        <p:sp>
          <p:nvSpPr>
            <p:cNvPr id="95" name="Rechteck: abgerundete Ecken 94">
              <a:extLst>
                <a:ext uri="{FF2B5EF4-FFF2-40B4-BE49-F238E27FC236}">
                  <a16:creationId xmlns:a16="http://schemas.microsoft.com/office/drawing/2014/main" id="{652D04FB-971C-4EAA-B70F-2A4CA2CEBFCF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6" name="Rechteck: abgerundete Ecken 4">
              <a:extLst>
                <a:ext uri="{FF2B5EF4-FFF2-40B4-BE49-F238E27FC236}">
                  <a16:creationId xmlns:a16="http://schemas.microsoft.com/office/drawing/2014/main" id="{B3D44CD9-8C16-4242-84A3-72701B4109D0}"/>
                </a:ext>
              </a:extLst>
            </p:cNvPr>
            <p:cNvSpPr txBox="1"/>
            <p:nvPr/>
          </p:nvSpPr>
          <p:spPr>
            <a:xfrm>
              <a:off x="231897" y="1123509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Model </a:t>
              </a:r>
              <a:r>
                <a:rPr lang="de-DE" sz="1600" dirty="0" err="1"/>
                <a:t>Checking</a:t>
              </a:r>
              <a:endParaRPr lang="de-DE" sz="1600" dirty="0"/>
            </a:p>
          </p:txBody>
        </p:sp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788230CF-2D9C-4CE8-842B-1319003DE1FE}"/>
              </a:ext>
            </a:extLst>
          </p:cNvPr>
          <p:cNvGrpSpPr/>
          <p:nvPr/>
        </p:nvGrpSpPr>
        <p:grpSpPr>
          <a:xfrm>
            <a:off x="3262000" y="2542969"/>
            <a:ext cx="3416414" cy="435257"/>
            <a:chOff x="197521" y="1106443"/>
            <a:chExt cx="1403539" cy="724366"/>
          </a:xfrm>
          <a:solidFill>
            <a:schemeClr val="bg2"/>
          </a:solidFill>
        </p:grpSpPr>
        <p:sp>
          <p:nvSpPr>
            <p:cNvPr id="108" name="Rechteck: abgerundete Ecken 107">
              <a:extLst>
                <a:ext uri="{FF2B5EF4-FFF2-40B4-BE49-F238E27FC236}">
                  <a16:creationId xmlns:a16="http://schemas.microsoft.com/office/drawing/2014/main" id="{3A1865B3-C696-4FF9-9911-789BEFAD7112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solidFill>
                <a:schemeClr val="lt1">
                  <a:hueOff val="0"/>
                  <a:satOff val="0"/>
                  <a:lumOff val="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09" name="Rechteck: abgerundete Ecken 4">
              <a:extLst>
                <a:ext uri="{FF2B5EF4-FFF2-40B4-BE49-F238E27FC236}">
                  <a16:creationId xmlns:a16="http://schemas.microsoft.com/office/drawing/2014/main" id="{B8C8E85E-3030-4230-B061-28DA14BED68F}"/>
                </a:ext>
              </a:extLst>
            </p:cNvPr>
            <p:cNvSpPr txBox="1"/>
            <p:nvPr/>
          </p:nvSpPr>
          <p:spPr>
            <a:xfrm>
              <a:off x="197521" y="1127597"/>
              <a:ext cx="1373754" cy="681933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Modell-basierte Entwicklung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761CD052-01B5-4C79-8808-DA4A21B254BC}"/>
              </a:ext>
            </a:extLst>
          </p:cNvPr>
          <p:cNvGrpSpPr/>
          <p:nvPr/>
        </p:nvGrpSpPr>
        <p:grpSpPr>
          <a:xfrm>
            <a:off x="386504" y="1797423"/>
            <a:ext cx="2052222" cy="4224891"/>
            <a:chOff x="7529312" y="2085740"/>
            <a:chExt cx="1403547" cy="4224891"/>
          </a:xfrm>
        </p:grpSpPr>
        <p:sp>
          <p:nvSpPr>
            <p:cNvPr id="81" name="Rechteck: abgerundete Ecken 85">
              <a:extLst>
                <a:ext uri="{FF2B5EF4-FFF2-40B4-BE49-F238E27FC236}">
                  <a16:creationId xmlns:a16="http://schemas.microsoft.com/office/drawing/2014/main" id="{B5B54273-9C16-4B78-86D4-138C448292D7}"/>
                </a:ext>
              </a:extLst>
            </p:cNvPr>
            <p:cNvSpPr/>
            <p:nvPr/>
          </p:nvSpPr>
          <p:spPr>
            <a:xfrm>
              <a:off x="7529312" y="2085740"/>
              <a:ext cx="1403547" cy="422489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5" name="Rechteck: abgerundete Ecken 4">
              <a:extLst>
                <a:ext uri="{FF2B5EF4-FFF2-40B4-BE49-F238E27FC236}">
                  <a16:creationId xmlns:a16="http://schemas.microsoft.com/office/drawing/2014/main" id="{E2777FE9-77B8-46E9-BE4D-24A16A7CC20B}"/>
                </a:ext>
              </a:extLst>
            </p:cNvPr>
            <p:cNvSpPr txBox="1"/>
            <p:nvPr/>
          </p:nvSpPr>
          <p:spPr>
            <a:xfrm>
              <a:off x="7529312" y="2085742"/>
              <a:ext cx="1403547" cy="89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dirty="0"/>
                <a:t>Eingebettete </a:t>
              </a:r>
              <a:br>
                <a:rPr lang="de-DE" dirty="0"/>
              </a:br>
              <a:r>
                <a:rPr lang="de-DE" dirty="0"/>
                <a:t>Systeme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C24C9434-09C9-47A7-8531-EA4AF01529AD}"/>
              </a:ext>
            </a:extLst>
          </p:cNvPr>
          <p:cNvGrpSpPr/>
          <p:nvPr/>
        </p:nvGrpSpPr>
        <p:grpSpPr>
          <a:xfrm>
            <a:off x="511408" y="3021558"/>
            <a:ext cx="1686960" cy="767138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98" name="Rechteck: abgerundete Ecken 88">
              <a:extLst>
                <a:ext uri="{FF2B5EF4-FFF2-40B4-BE49-F238E27FC236}">
                  <a16:creationId xmlns:a16="http://schemas.microsoft.com/office/drawing/2014/main" id="{FC7B26B3-1B00-42EB-AC1E-A928D65314F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9" name="Rechteck: abgerundete Ecken 4">
              <a:extLst>
                <a:ext uri="{FF2B5EF4-FFF2-40B4-BE49-F238E27FC236}">
                  <a16:creationId xmlns:a16="http://schemas.microsoft.com/office/drawing/2014/main" id="{F3CD9FAB-11A0-47EF-95F5-26A09B7D6D87}"/>
                </a:ext>
              </a:extLst>
            </p:cNvPr>
            <p:cNvSpPr txBox="1"/>
            <p:nvPr/>
          </p:nvSpPr>
          <p:spPr>
            <a:xfrm>
              <a:off x="231899" y="1127660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Definition</a:t>
              </a:r>
            </a:p>
          </p:txBody>
        </p:sp>
      </p:grp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E5203C6F-8288-475C-B7CD-4072E3D6F0A8}"/>
              </a:ext>
            </a:extLst>
          </p:cNvPr>
          <p:cNvGrpSpPr/>
          <p:nvPr/>
        </p:nvGrpSpPr>
        <p:grpSpPr>
          <a:xfrm>
            <a:off x="511408" y="3957663"/>
            <a:ext cx="1686960" cy="807909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111" name="Rechteck: abgerundete Ecken 91">
              <a:extLst>
                <a:ext uri="{FF2B5EF4-FFF2-40B4-BE49-F238E27FC236}">
                  <a16:creationId xmlns:a16="http://schemas.microsoft.com/office/drawing/2014/main" id="{1C3640FB-1F1F-459F-8ADB-1DDBD8F242AE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12" name="Rechteck: abgerundete Ecken 4">
              <a:extLst>
                <a:ext uri="{FF2B5EF4-FFF2-40B4-BE49-F238E27FC236}">
                  <a16:creationId xmlns:a16="http://schemas.microsoft.com/office/drawing/2014/main" id="{158ADFE3-89CE-4E55-AB26-92BB9976A8F5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Eigenschaften</a:t>
              </a:r>
            </a:p>
          </p:txBody>
        </p:sp>
      </p:grp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CAC052B4-6720-41BC-8662-71F2EDF5D888}"/>
              </a:ext>
            </a:extLst>
          </p:cNvPr>
          <p:cNvGrpSpPr/>
          <p:nvPr/>
        </p:nvGrpSpPr>
        <p:grpSpPr>
          <a:xfrm>
            <a:off x="511408" y="4900021"/>
            <a:ext cx="1686960" cy="891876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114" name="Rechteck: abgerundete Ecken 94">
              <a:extLst>
                <a:ext uri="{FF2B5EF4-FFF2-40B4-BE49-F238E27FC236}">
                  <a16:creationId xmlns:a16="http://schemas.microsoft.com/office/drawing/2014/main" id="{652D04FB-971C-4EAA-B70F-2A4CA2CEBFCF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15" name="Rechteck: abgerundete Ecken 4">
              <a:extLst>
                <a:ext uri="{FF2B5EF4-FFF2-40B4-BE49-F238E27FC236}">
                  <a16:creationId xmlns:a16="http://schemas.microsoft.com/office/drawing/2014/main" id="{B3D44CD9-8C16-4242-84A3-72701B4109D0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Anforderungen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211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168E3-6B1C-EE47-AF4F-F7D9D1E16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0D5C5A30-668E-6C4B-E524-65245F3AF011}"/>
              </a:ext>
            </a:extLst>
          </p:cNvPr>
          <p:cNvGrpSpPr/>
          <p:nvPr/>
        </p:nvGrpSpPr>
        <p:grpSpPr>
          <a:xfrm>
            <a:off x="7326425" y="3093566"/>
            <a:ext cx="2254268" cy="825682"/>
            <a:chOff x="210683" y="1106443"/>
            <a:chExt cx="1390377" cy="724366"/>
          </a:xfrm>
        </p:grpSpPr>
        <p:sp>
          <p:nvSpPr>
            <p:cNvPr id="50" name="Rechteck: abgerundete Ecken 49">
              <a:extLst>
                <a:ext uri="{FF2B5EF4-FFF2-40B4-BE49-F238E27FC236}">
                  <a16:creationId xmlns:a16="http://schemas.microsoft.com/office/drawing/2014/main" id="{1B262BF7-A904-4641-A751-0D43FE480DAF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51" name="Rechteck: abgerundete Ecken 4">
              <a:extLst>
                <a:ext uri="{FF2B5EF4-FFF2-40B4-BE49-F238E27FC236}">
                  <a16:creationId xmlns:a16="http://schemas.microsoft.com/office/drawing/2014/main" id="{14701E7A-F6EC-7038-E3F5-279D357A8548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Programmier-sprachen</a:t>
              </a:r>
            </a:p>
          </p:txBody>
        </p: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BE4FDBAF-983E-3278-E604-563699158515}"/>
              </a:ext>
            </a:extLst>
          </p:cNvPr>
          <p:cNvGrpSpPr/>
          <p:nvPr/>
        </p:nvGrpSpPr>
        <p:grpSpPr>
          <a:xfrm>
            <a:off x="7326425" y="4101678"/>
            <a:ext cx="2254270" cy="877646"/>
            <a:chOff x="183157" y="1942250"/>
            <a:chExt cx="1445429" cy="724366"/>
          </a:xfrm>
        </p:grpSpPr>
        <p:sp>
          <p:nvSpPr>
            <p:cNvPr id="77" name="Rechteck: abgerundete Ecken 76">
              <a:extLst>
                <a:ext uri="{FF2B5EF4-FFF2-40B4-BE49-F238E27FC236}">
                  <a16:creationId xmlns:a16="http://schemas.microsoft.com/office/drawing/2014/main" id="{B0EBA97B-CE2E-7789-5B59-395CC444301C}"/>
                </a:ext>
              </a:extLst>
            </p:cNvPr>
            <p:cNvSpPr/>
            <p:nvPr/>
          </p:nvSpPr>
          <p:spPr>
            <a:xfrm>
              <a:off x="183157" y="1942250"/>
              <a:ext cx="1445429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78" name="Rechteck: abgerundete Ecken 6">
              <a:extLst>
                <a:ext uri="{FF2B5EF4-FFF2-40B4-BE49-F238E27FC236}">
                  <a16:creationId xmlns:a16="http://schemas.microsoft.com/office/drawing/2014/main" id="{13F877FF-D37E-34DC-6E26-21BEA6794C86}"/>
                </a:ext>
              </a:extLst>
            </p:cNvPr>
            <p:cNvSpPr txBox="1"/>
            <p:nvPr/>
          </p:nvSpPr>
          <p:spPr>
            <a:xfrm>
              <a:off x="204372" y="1963467"/>
              <a:ext cx="1402997" cy="6819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Betriebssysteme</a:t>
              </a:r>
            </a:p>
          </p:txBody>
        </p:sp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48F0F5F0-6005-8C0D-2270-4A97E5430D44}"/>
              </a:ext>
            </a:extLst>
          </p:cNvPr>
          <p:cNvGrpSpPr/>
          <p:nvPr/>
        </p:nvGrpSpPr>
        <p:grpSpPr>
          <a:xfrm>
            <a:off x="7326423" y="5181799"/>
            <a:ext cx="2254271" cy="592273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83" name="Rechteck: abgerundete Ecken 82">
              <a:extLst>
                <a:ext uri="{FF2B5EF4-FFF2-40B4-BE49-F238E27FC236}">
                  <a16:creationId xmlns:a16="http://schemas.microsoft.com/office/drawing/2014/main" id="{ECAF47F4-8F43-F919-0C56-19174AC36CEC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4" name="Rechteck: abgerundete Ecken 4">
              <a:extLst>
                <a:ext uri="{FF2B5EF4-FFF2-40B4-BE49-F238E27FC236}">
                  <a16:creationId xmlns:a16="http://schemas.microsoft.com/office/drawing/2014/main" id="{1FC50327-FC1E-148A-70C1-C0A32224C0BE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Synthese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01F38B4C-AEEB-0D42-BC75-81B87E59CF67}"/>
              </a:ext>
            </a:extLst>
          </p:cNvPr>
          <p:cNvGrpSpPr/>
          <p:nvPr/>
        </p:nvGrpSpPr>
        <p:grpSpPr>
          <a:xfrm>
            <a:off x="10087792" y="3021558"/>
            <a:ext cx="1534686" cy="767138"/>
            <a:chOff x="210066" y="1106443"/>
            <a:chExt cx="1390994" cy="724366"/>
          </a:xfrm>
          <a:solidFill>
            <a:schemeClr val="bg2"/>
          </a:solidFill>
        </p:grpSpPr>
        <p:sp>
          <p:nvSpPr>
            <p:cNvPr id="89" name="Rechteck: abgerundete Ecken 88">
              <a:extLst>
                <a:ext uri="{FF2B5EF4-FFF2-40B4-BE49-F238E27FC236}">
                  <a16:creationId xmlns:a16="http://schemas.microsoft.com/office/drawing/2014/main" id="{6F66BF15-A4A4-5F30-B9D6-971A53B9F3EB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0" name="Rechteck: abgerundete Ecken 4">
              <a:extLst>
                <a:ext uri="{FF2B5EF4-FFF2-40B4-BE49-F238E27FC236}">
                  <a16:creationId xmlns:a16="http://schemas.microsoft.com/office/drawing/2014/main" id="{0688AE76-B7BC-059B-B3D9-5DFF42BF2C05}"/>
                </a:ext>
              </a:extLst>
            </p:cNvPr>
            <p:cNvSpPr txBox="1"/>
            <p:nvPr/>
          </p:nvSpPr>
          <p:spPr>
            <a:xfrm>
              <a:off x="210066" y="1143531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Testen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378EC566-55B7-73DB-A452-B0B6CC8A14E4}"/>
              </a:ext>
            </a:extLst>
          </p:cNvPr>
          <p:cNvGrpSpPr/>
          <p:nvPr/>
        </p:nvGrpSpPr>
        <p:grpSpPr>
          <a:xfrm>
            <a:off x="10087792" y="3957663"/>
            <a:ext cx="1534686" cy="807909"/>
            <a:chOff x="210066" y="1106443"/>
            <a:chExt cx="1390994" cy="724366"/>
          </a:xfrm>
          <a:solidFill>
            <a:schemeClr val="bg2"/>
          </a:solidFill>
        </p:grpSpPr>
        <p:sp>
          <p:nvSpPr>
            <p:cNvPr id="92" name="Rechteck: abgerundete Ecken 91">
              <a:extLst>
                <a:ext uri="{FF2B5EF4-FFF2-40B4-BE49-F238E27FC236}">
                  <a16:creationId xmlns:a16="http://schemas.microsoft.com/office/drawing/2014/main" id="{B44B533F-2A95-A7C1-3F2E-226A85B6D1FA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3" name="Rechteck: abgerundete Ecken 4">
              <a:extLst>
                <a:ext uri="{FF2B5EF4-FFF2-40B4-BE49-F238E27FC236}">
                  <a16:creationId xmlns:a16="http://schemas.microsoft.com/office/drawing/2014/main" id="{D3F5FB5D-BD5A-CCA7-B0F7-BE1CC00CCA8F}"/>
                </a:ext>
              </a:extLst>
            </p:cNvPr>
            <p:cNvSpPr txBox="1"/>
            <p:nvPr/>
          </p:nvSpPr>
          <p:spPr>
            <a:xfrm>
              <a:off x="210066" y="1126481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Simulation</a:t>
              </a:r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068A7CA3-9ECE-C943-FBCA-A5A5123CCE29}"/>
              </a:ext>
            </a:extLst>
          </p:cNvPr>
          <p:cNvGrpSpPr/>
          <p:nvPr/>
        </p:nvGrpSpPr>
        <p:grpSpPr>
          <a:xfrm>
            <a:off x="10088473" y="4900021"/>
            <a:ext cx="1534006" cy="891876"/>
            <a:chOff x="210683" y="1106443"/>
            <a:chExt cx="1390377" cy="724366"/>
          </a:xfrm>
          <a:solidFill>
            <a:schemeClr val="bg2"/>
          </a:solidFill>
        </p:grpSpPr>
        <p:sp>
          <p:nvSpPr>
            <p:cNvPr id="95" name="Rechteck: abgerundete Ecken 94">
              <a:extLst>
                <a:ext uri="{FF2B5EF4-FFF2-40B4-BE49-F238E27FC236}">
                  <a16:creationId xmlns:a16="http://schemas.microsoft.com/office/drawing/2014/main" id="{535FE82D-F257-8C1F-B315-1C19CC92CEB2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6" name="Rechteck: abgerundete Ecken 4">
              <a:extLst>
                <a:ext uri="{FF2B5EF4-FFF2-40B4-BE49-F238E27FC236}">
                  <a16:creationId xmlns:a16="http://schemas.microsoft.com/office/drawing/2014/main" id="{8027B481-DF05-5F8E-2DF9-5D3A7C06C29B}"/>
                </a:ext>
              </a:extLst>
            </p:cNvPr>
            <p:cNvSpPr txBox="1"/>
            <p:nvPr/>
          </p:nvSpPr>
          <p:spPr>
            <a:xfrm>
              <a:off x="231897" y="1123509"/>
              <a:ext cx="1347945" cy="68193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Model </a:t>
              </a:r>
              <a:r>
                <a:rPr lang="de-DE" sz="1600" dirty="0" err="1"/>
                <a:t>Checking</a:t>
              </a:r>
              <a:endParaRPr lang="de-DE" sz="1600" dirty="0"/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D9380D8D-54AA-16F4-7579-007013B1E663}"/>
              </a:ext>
            </a:extLst>
          </p:cNvPr>
          <p:cNvGrpSpPr/>
          <p:nvPr/>
        </p:nvGrpSpPr>
        <p:grpSpPr>
          <a:xfrm>
            <a:off x="511408" y="3021558"/>
            <a:ext cx="1686960" cy="767138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98" name="Rechteck: abgerundete Ecken 88">
              <a:extLst>
                <a:ext uri="{FF2B5EF4-FFF2-40B4-BE49-F238E27FC236}">
                  <a16:creationId xmlns:a16="http://schemas.microsoft.com/office/drawing/2014/main" id="{C738325B-01F1-4485-C8BB-291ACEED37EF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99" name="Rechteck: abgerundete Ecken 4">
              <a:extLst>
                <a:ext uri="{FF2B5EF4-FFF2-40B4-BE49-F238E27FC236}">
                  <a16:creationId xmlns:a16="http://schemas.microsoft.com/office/drawing/2014/main" id="{43C6FF23-0F93-CF21-AD8A-26E2E9BDFAB5}"/>
                </a:ext>
              </a:extLst>
            </p:cNvPr>
            <p:cNvSpPr txBox="1"/>
            <p:nvPr/>
          </p:nvSpPr>
          <p:spPr>
            <a:xfrm>
              <a:off x="231899" y="1127660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Definition</a:t>
              </a:r>
            </a:p>
          </p:txBody>
        </p:sp>
      </p:grp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F94FE837-3A13-57AD-5141-E54F8BA30C0B}"/>
              </a:ext>
            </a:extLst>
          </p:cNvPr>
          <p:cNvGrpSpPr/>
          <p:nvPr/>
        </p:nvGrpSpPr>
        <p:grpSpPr>
          <a:xfrm>
            <a:off x="511408" y="3957663"/>
            <a:ext cx="1686960" cy="807909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111" name="Rechteck: abgerundete Ecken 91">
              <a:extLst>
                <a:ext uri="{FF2B5EF4-FFF2-40B4-BE49-F238E27FC236}">
                  <a16:creationId xmlns:a16="http://schemas.microsoft.com/office/drawing/2014/main" id="{BB76472F-21D3-48A6-9BE4-2C5E6BE12424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12" name="Rechteck: abgerundete Ecken 4">
              <a:extLst>
                <a:ext uri="{FF2B5EF4-FFF2-40B4-BE49-F238E27FC236}">
                  <a16:creationId xmlns:a16="http://schemas.microsoft.com/office/drawing/2014/main" id="{ABC47799-9B51-4754-7FE8-CA36041E2C38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Eigenschaften</a:t>
              </a:r>
            </a:p>
          </p:txBody>
        </p:sp>
      </p:grp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58190858-0180-8416-D356-D80C29B36E92}"/>
              </a:ext>
            </a:extLst>
          </p:cNvPr>
          <p:cNvGrpSpPr/>
          <p:nvPr/>
        </p:nvGrpSpPr>
        <p:grpSpPr>
          <a:xfrm>
            <a:off x="511408" y="4900021"/>
            <a:ext cx="1686960" cy="891876"/>
            <a:chOff x="210683" y="1106443"/>
            <a:chExt cx="1390377" cy="724366"/>
          </a:xfrm>
          <a:solidFill>
            <a:schemeClr val="accent1"/>
          </a:solidFill>
        </p:grpSpPr>
        <p:sp>
          <p:nvSpPr>
            <p:cNvPr id="114" name="Rechteck: abgerundete Ecken 94">
              <a:extLst>
                <a:ext uri="{FF2B5EF4-FFF2-40B4-BE49-F238E27FC236}">
                  <a16:creationId xmlns:a16="http://schemas.microsoft.com/office/drawing/2014/main" id="{2984BB8F-0DB4-7BA7-6620-B9EFBFC6205A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15" name="Rechteck: abgerundete Ecken 4">
              <a:extLst>
                <a:ext uri="{FF2B5EF4-FFF2-40B4-BE49-F238E27FC236}">
                  <a16:creationId xmlns:a16="http://schemas.microsoft.com/office/drawing/2014/main" id="{92484881-2A74-7EB2-28D0-1B687477CC06}"/>
                </a:ext>
              </a:extLst>
            </p:cNvPr>
            <p:cNvSpPr txBox="1"/>
            <p:nvPr/>
          </p:nvSpPr>
          <p:spPr>
            <a:xfrm>
              <a:off x="231899" y="1127659"/>
              <a:ext cx="1347945" cy="68193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Anforderungen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9C044CFE-5783-D54B-44E9-5112E2028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9" y="1031239"/>
            <a:ext cx="7482498" cy="984885"/>
          </a:xfrm>
        </p:spPr>
        <p:txBody>
          <a:bodyPr/>
          <a:lstStyle/>
          <a:p>
            <a:r>
              <a:rPr lang="de-DE" dirty="0"/>
              <a:t>Überblick über die gesamte Vorlesung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2F7CFF0F-9B19-8511-A740-544F6B8B8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658" y="1430346"/>
            <a:ext cx="1147202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3D257C-65E0-ABC7-4016-13A8B4A78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214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2DDF1B-DED7-B172-3229-9A3DE40AB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332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</a:t>
            </a:fld>
            <a:r>
              <a:rPr lang="de-DE"/>
              <a:t> </a:t>
            </a:r>
          </a:p>
        </p:txBody>
      </p: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EF72B179-2C3A-29BA-1E49-193CCF4B1CBF}"/>
              </a:ext>
            </a:extLst>
          </p:cNvPr>
          <p:cNvGrpSpPr/>
          <p:nvPr/>
        </p:nvGrpSpPr>
        <p:grpSpPr>
          <a:xfrm>
            <a:off x="2645966" y="1797422"/>
            <a:ext cx="4392488" cy="4224892"/>
            <a:chOff x="1908976" y="2085741"/>
            <a:chExt cx="2946423" cy="4224892"/>
          </a:xfrm>
        </p:grpSpPr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7839CB02-F017-CD8A-1453-FE49DC640F86}"/>
                </a:ext>
              </a:extLst>
            </p:cNvPr>
            <p:cNvSpPr/>
            <p:nvPr/>
          </p:nvSpPr>
          <p:spPr>
            <a:xfrm>
              <a:off x="1908976" y="2085741"/>
              <a:ext cx="2946423" cy="4224892"/>
            </a:xfrm>
            <a:prstGeom prst="roundRect">
              <a:avLst>
                <a:gd name="adj" fmla="val 349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DE" dirty="0"/>
            </a:p>
          </p:txBody>
        </p:sp>
        <p:sp>
          <p:nvSpPr>
            <p:cNvPr id="32" name="Rechteck: abgerundete Ecken 4">
              <a:extLst>
                <a:ext uri="{FF2B5EF4-FFF2-40B4-BE49-F238E27FC236}">
                  <a16:creationId xmlns:a16="http://schemas.microsoft.com/office/drawing/2014/main" id="{9181FEB7-7EFC-356E-E3D6-A513F838D427}"/>
                </a:ext>
              </a:extLst>
            </p:cNvPr>
            <p:cNvSpPr txBox="1"/>
            <p:nvPr/>
          </p:nvSpPr>
          <p:spPr>
            <a:xfrm>
              <a:off x="1908976" y="2085741"/>
              <a:ext cx="2946423" cy="9306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000" dirty="0"/>
                <a:t>Entwurf Eingebetteter Systeme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5FE8DF2A-374C-9DB0-C44B-61E93C14A754}"/>
              </a:ext>
            </a:extLst>
          </p:cNvPr>
          <p:cNvGrpSpPr/>
          <p:nvPr/>
        </p:nvGrpSpPr>
        <p:grpSpPr>
          <a:xfrm>
            <a:off x="3303190" y="3381598"/>
            <a:ext cx="1534006" cy="571450"/>
            <a:chOff x="210683" y="1106443"/>
            <a:chExt cx="1390377" cy="744663"/>
          </a:xfrm>
        </p:grpSpPr>
        <p:sp>
          <p:nvSpPr>
            <p:cNvPr id="29" name="Rechteck: abgerundete Ecken 28">
              <a:extLst>
                <a:ext uri="{FF2B5EF4-FFF2-40B4-BE49-F238E27FC236}">
                  <a16:creationId xmlns:a16="http://schemas.microsoft.com/office/drawing/2014/main" id="{42298389-D4F3-4451-8AB6-A10DF955704A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0" name="Rechteck: abgerundete Ecken 4">
              <a:extLst>
                <a:ext uri="{FF2B5EF4-FFF2-40B4-BE49-F238E27FC236}">
                  <a16:creationId xmlns:a16="http://schemas.microsoft.com/office/drawing/2014/main" id="{495D6E2F-C370-F9E9-139A-2E397DDFAF53}"/>
                </a:ext>
              </a:extLst>
            </p:cNvPr>
            <p:cNvSpPr txBox="1"/>
            <p:nvPr/>
          </p:nvSpPr>
          <p:spPr>
            <a:xfrm>
              <a:off x="231898" y="1169172"/>
              <a:ext cx="1347945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Endliche Automaten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396EE7DA-88F5-1E24-3A5D-1187E8985B4A}"/>
              </a:ext>
            </a:extLst>
          </p:cNvPr>
          <p:cNvGrpSpPr/>
          <p:nvPr/>
        </p:nvGrpSpPr>
        <p:grpSpPr>
          <a:xfrm>
            <a:off x="3303190" y="4265884"/>
            <a:ext cx="1535480" cy="555874"/>
            <a:chOff x="183157" y="1942250"/>
            <a:chExt cx="1445429" cy="724366"/>
          </a:xfrm>
        </p:grpSpPr>
        <p:sp>
          <p:nvSpPr>
            <p:cNvPr id="27" name="Rechteck: abgerundete Ecken 26">
              <a:extLst>
                <a:ext uri="{FF2B5EF4-FFF2-40B4-BE49-F238E27FC236}">
                  <a16:creationId xmlns:a16="http://schemas.microsoft.com/office/drawing/2014/main" id="{18561F18-F4B2-DD49-2B52-32A89FAFB780}"/>
                </a:ext>
              </a:extLst>
            </p:cNvPr>
            <p:cNvSpPr/>
            <p:nvPr/>
          </p:nvSpPr>
          <p:spPr>
            <a:xfrm>
              <a:off x="183157" y="1942250"/>
              <a:ext cx="1445429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28" name="Rechteck: abgerundete Ecken 6">
              <a:extLst>
                <a:ext uri="{FF2B5EF4-FFF2-40B4-BE49-F238E27FC236}">
                  <a16:creationId xmlns:a16="http://schemas.microsoft.com/office/drawing/2014/main" id="{A9E0C944-7203-6A54-ADC3-06ED4A17C576}"/>
                </a:ext>
              </a:extLst>
            </p:cNvPr>
            <p:cNvSpPr txBox="1"/>
            <p:nvPr/>
          </p:nvSpPr>
          <p:spPr>
            <a:xfrm>
              <a:off x="204373" y="1963466"/>
              <a:ext cx="1402997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Statecharts</a:t>
              </a:r>
              <a:endParaRPr lang="de-DE" sz="1600" dirty="0"/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452D8318-AF8C-D9EE-0F6C-B3178CE76FB8}"/>
              </a:ext>
            </a:extLst>
          </p:cNvPr>
          <p:cNvGrpSpPr/>
          <p:nvPr/>
        </p:nvGrpSpPr>
        <p:grpSpPr>
          <a:xfrm>
            <a:off x="3303190" y="5177989"/>
            <a:ext cx="1534006" cy="555874"/>
            <a:chOff x="385630" y="2778057"/>
            <a:chExt cx="1040483" cy="724366"/>
          </a:xfrm>
        </p:grpSpPr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9D41FFA2-3B58-3080-36FA-027891FF1744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5" name="Rechteck: abgerundete Ecken 8">
              <a:extLst>
                <a:ext uri="{FF2B5EF4-FFF2-40B4-BE49-F238E27FC236}">
                  <a16:creationId xmlns:a16="http://schemas.microsoft.com/office/drawing/2014/main" id="{99439C0B-8D5B-E35F-BC48-FF70ED24DB72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Timed</a:t>
              </a:r>
              <a:r>
                <a:rPr lang="de-DE" sz="1600" dirty="0"/>
                <a:t> </a:t>
              </a:r>
              <a:r>
                <a:rPr lang="de-DE" sz="1600" dirty="0" err="1"/>
                <a:t>Automata</a:t>
              </a:r>
              <a:endParaRPr lang="de-DE" sz="1600" dirty="0"/>
            </a:p>
          </p:txBody>
        </p: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220CE34A-19CD-800B-B08A-F8DFAD05A00B}"/>
              </a:ext>
            </a:extLst>
          </p:cNvPr>
          <p:cNvGrpSpPr/>
          <p:nvPr/>
        </p:nvGrpSpPr>
        <p:grpSpPr>
          <a:xfrm>
            <a:off x="5142934" y="5177989"/>
            <a:ext cx="1535480" cy="555874"/>
            <a:chOff x="385630" y="2778057"/>
            <a:chExt cx="1040483" cy="724366"/>
          </a:xfrm>
        </p:grpSpPr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6E8A2874-9B34-F2FE-DD56-3F0A0D50B6A4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38" name="Rechteck: abgerundete Ecken 8">
              <a:extLst>
                <a:ext uri="{FF2B5EF4-FFF2-40B4-BE49-F238E27FC236}">
                  <a16:creationId xmlns:a16="http://schemas.microsoft.com/office/drawing/2014/main" id="{2781BF41-504A-6CEB-818C-CC8D275E45AC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 err="1"/>
                <a:t>SystemC</a:t>
              </a:r>
              <a:endParaRPr lang="de-DE" sz="1600" dirty="0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A06FF7C0-ABC7-8DB9-2E1B-75DC5BE22276}"/>
              </a:ext>
            </a:extLst>
          </p:cNvPr>
          <p:cNvGrpSpPr/>
          <p:nvPr/>
        </p:nvGrpSpPr>
        <p:grpSpPr>
          <a:xfrm>
            <a:off x="5142934" y="3363924"/>
            <a:ext cx="1535480" cy="1457835"/>
            <a:chOff x="385630" y="2778057"/>
            <a:chExt cx="1040483" cy="724366"/>
          </a:xfrm>
        </p:grpSpPr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7E45A3E2-3E47-6A19-0C84-AE4C869E7E63}"/>
                </a:ext>
              </a:extLst>
            </p:cNvPr>
            <p:cNvSpPr/>
            <p:nvPr/>
          </p:nvSpPr>
          <p:spPr>
            <a:xfrm>
              <a:off x="385630" y="2778057"/>
              <a:ext cx="1040483" cy="72436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42" name="Rechteck: abgerundete Ecken 8">
              <a:extLst>
                <a:ext uri="{FF2B5EF4-FFF2-40B4-BE49-F238E27FC236}">
                  <a16:creationId xmlns:a16="http://schemas.microsoft.com/office/drawing/2014/main" id="{DF426660-938B-E8E4-70D7-F10373320BE8}"/>
                </a:ext>
              </a:extLst>
            </p:cNvPr>
            <p:cNvSpPr txBox="1"/>
            <p:nvPr/>
          </p:nvSpPr>
          <p:spPr>
            <a:xfrm>
              <a:off x="406846" y="2799273"/>
              <a:ext cx="998051" cy="681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Signalfluss-orientierte Sprachen (Simulink)</a:t>
              </a:r>
            </a:p>
          </p:txBody>
        </p:sp>
      </p:grpSp>
      <p:sp>
        <p:nvSpPr>
          <p:cNvPr id="44" name="Rechteck: abgerundete Ecken 4">
            <a:extLst>
              <a:ext uri="{FF2B5EF4-FFF2-40B4-BE49-F238E27FC236}">
                <a16:creationId xmlns:a16="http://schemas.microsoft.com/office/drawing/2014/main" id="{A49744B1-579D-02BB-1E1F-C171F7484D65}"/>
              </a:ext>
            </a:extLst>
          </p:cNvPr>
          <p:cNvSpPr txBox="1"/>
          <p:nvPr/>
        </p:nvSpPr>
        <p:spPr>
          <a:xfrm rot="16200000">
            <a:off x="1255116" y="3908353"/>
            <a:ext cx="3253718" cy="76004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de-DE" sz="2000" dirty="0">
                <a:solidFill>
                  <a:schemeClr val="accent1">
                    <a:lumMod val="50000"/>
                  </a:schemeClr>
                </a:solidFill>
              </a:rPr>
              <a:t>Modellierungssprachen</a:t>
            </a:r>
          </a:p>
        </p:txBody>
      </p: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CB89A884-75C5-59A0-A28B-9DED0C06403E}"/>
              </a:ext>
            </a:extLst>
          </p:cNvPr>
          <p:cNvGrpSpPr/>
          <p:nvPr/>
        </p:nvGrpSpPr>
        <p:grpSpPr>
          <a:xfrm>
            <a:off x="7235992" y="1797422"/>
            <a:ext cx="2520801" cy="4224892"/>
            <a:chOff x="5036885" y="2085741"/>
            <a:chExt cx="2390460" cy="4224892"/>
          </a:xfrm>
        </p:grpSpPr>
        <p:sp>
          <p:nvSpPr>
            <p:cNvPr id="45" name="Rechteck: abgerundete Ecken 44">
              <a:extLst>
                <a:ext uri="{FF2B5EF4-FFF2-40B4-BE49-F238E27FC236}">
                  <a16:creationId xmlns:a16="http://schemas.microsoft.com/office/drawing/2014/main" id="{B9D7BEC3-B78E-EB9E-0E39-D12C1C884669}"/>
                </a:ext>
              </a:extLst>
            </p:cNvPr>
            <p:cNvSpPr/>
            <p:nvPr/>
          </p:nvSpPr>
          <p:spPr>
            <a:xfrm>
              <a:off x="5036885" y="2085741"/>
              <a:ext cx="2390460" cy="4224892"/>
            </a:xfrm>
            <a:prstGeom prst="roundRect">
              <a:avLst>
                <a:gd name="adj" fmla="val 5047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46" name="Rechteck: abgerundete Ecken 4">
              <a:extLst>
                <a:ext uri="{FF2B5EF4-FFF2-40B4-BE49-F238E27FC236}">
                  <a16:creationId xmlns:a16="http://schemas.microsoft.com/office/drawing/2014/main" id="{F98FF4ED-70BD-4A68-E380-BCFE04268038}"/>
                </a:ext>
              </a:extLst>
            </p:cNvPr>
            <p:cNvSpPr txBox="1"/>
            <p:nvPr/>
          </p:nvSpPr>
          <p:spPr>
            <a:xfrm>
              <a:off x="5036885" y="2085741"/>
              <a:ext cx="2390459" cy="8927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2000" dirty="0"/>
                <a:t>Implementierung</a:t>
              </a:r>
            </a:p>
          </p:txBody>
        </p:sp>
      </p:grp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C43B0F68-1F2A-C8B9-143E-8CDE26CEBC52}"/>
              </a:ext>
            </a:extLst>
          </p:cNvPr>
          <p:cNvGrpSpPr/>
          <p:nvPr/>
        </p:nvGrpSpPr>
        <p:grpSpPr>
          <a:xfrm>
            <a:off x="9963569" y="1797423"/>
            <a:ext cx="1866150" cy="4224891"/>
            <a:chOff x="7529312" y="2085740"/>
            <a:chExt cx="1403547" cy="4224891"/>
          </a:xfrm>
        </p:grpSpPr>
        <p:sp>
          <p:nvSpPr>
            <p:cNvPr id="86" name="Rechteck: abgerundete Ecken 85">
              <a:extLst>
                <a:ext uri="{FF2B5EF4-FFF2-40B4-BE49-F238E27FC236}">
                  <a16:creationId xmlns:a16="http://schemas.microsoft.com/office/drawing/2014/main" id="{BE774A02-75C9-BB25-C30D-5D2793103992}"/>
                </a:ext>
              </a:extLst>
            </p:cNvPr>
            <p:cNvSpPr/>
            <p:nvPr/>
          </p:nvSpPr>
          <p:spPr>
            <a:xfrm>
              <a:off x="7529312" y="2085740"/>
              <a:ext cx="1403547" cy="422489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7" name="Rechteck: abgerundete Ecken 4">
              <a:extLst>
                <a:ext uri="{FF2B5EF4-FFF2-40B4-BE49-F238E27FC236}">
                  <a16:creationId xmlns:a16="http://schemas.microsoft.com/office/drawing/2014/main" id="{E06E1AF9-DBA0-0F26-B0D8-FC060A63EF47}"/>
                </a:ext>
              </a:extLst>
            </p:cNvPr>
            <p:cNvSpPr txBox="1"/>
            <p:nvPr/>
          </p:nvSpPr>
          <p:spPr>
            <a:xfrm>
              <a:off x="7529312" y="2085742"/>
              <a:ext cx="1403547" cy="89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dirty="0"/>
                <a:t>Validierung und Verifikation</a:t>
              </a:r>
            </a:p>
          </p:txBody>
        </p:sp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1A19866F-DBA0-183D-C9C1-B68615840D2B}"/>
              </a:ext>
            </a:extLst>
          </p:cNvPr>
          <p:cNvGrpSpPr/>
          <p:nvPr/>
        </p:nvGrpSpPr>
        <p:grpSpPr>
          <a:xfrm>
            <a:off x="3262000" y="2542969"/>
            <a:ext cx="3416414" cy="435257"/>
            <a:chOff x="197521" y="1106443"/>
            <a:chExt cx="1403539" cy="724366"/>
          </a:xfrm>
          <a:solidFill>
            <a:schemeClr val="bg2"/>
          </a:solidFill>
        </p:grpSpPr>
        <p:sp>
          <p:nvSpPr>
            <p:cNvPr id="108" name="Rechteck: abgerundete Ecken 107">
              <a:extLst>
                <a:ext uri="{FF2B5EF4-FFF2-40B4-BE49-F238E27FC236}">
                  <a16:creationId xmlns:a16="http://schemas.microsoft.com/office/drawing/2014/main" id="{965483EA-8C54-FD84-BCB4-BBEA3D0ACDFA}"/>
                </a:ext>
              </a:extLst>
            </p:cNvPr>
            <p:cNvSpPr/>
            <p:nvPr/>
          </p:nvSpPr>
          <p:spPr>
            <a:xfrm>
              <a:off x="210683" y="1106443"/>
              <a:ext cx="1390377" cy="72436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solidFill>
                <a:schemeClr val="lt1">
                  <a:hueOff val="0"/>
                  <a:satOff val="0"/>
                  <a:lumOff val="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109" name="Rechteck: abgerundete Ecken 4">
              <a:extLst>
                <a:ext uri="{FF2B5EF4-FFF2-40B4-BE49-F238E27FC236}">
                  <a16:creationId xmlns:a16="http://schemas.microsoft.com/office/drawing/2014/main" id="{99DEE96E-E462-3816-0594-7078DC898FF1}"/>
                </a:ext>
              </a:extLst>
            </p:cNvPr>
            <p:cNvSpPr txBox="1"/>
            <p:nvPr/>
          </p:nvSpPr>
          <p:spPr>
            <a:xfrm>
              <a:off x="197521" y="1127597"/>
              <a:ext cx="1373754" cy="681933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sz="1600" dirty="0"/>
                <a:t>Modell-basierte Entwicklung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77636E30-2FB5-41BE-719F-D9A1E467C842}"/>
              </a:ext>
            </a:extLst>
          </p:cNvPr>
          <p:cNvGrpSpPr/>
          <p:nvPr/>
        </p:nvGrpSpPr>
        <p:grpSpPr>
          <a:xfrm>
            <a:off x="386504" y="1797423"/>
            <a:ext cx="2052222" cy="4224891"/>
            <a:chOff x="7529312" y="2085740"/>
            <a:chExt cx="1403547" cy="4224891"/>
          </a:xfrm>
        </p:grpSpPr>
        <p:sp>
          <p:nvSpPr>
            <p:cNvPr id="81" name="Rechteck: abgerundete Ecken 85">
              <a:extLst>
                <a:ext uri="{FF2B5EF4-FFF2-40B4-BE49-F238E27FC236}">
                  <a16:creationId xmlns:a16="http://schemas.microsoft.com/office/drawing/2014/main" id="{9F1631D4-3899-A4A4-7F1F-DEFE1D7E2A54}"/>
                </a:ext>
              </a:extLst>
            </p:cNvPr>
            <p:cNvSpPr/>
            <p:nvPr/>
          </p:nvSpPr>
          <p:spPr>
            <a:xfrm>
              <a:off x="7529312" y="2085740"/>
              <a:ext cx="1403547" cy="422489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DE"/>
            </a:p>
          </p:txBody>
        </p:sp>
        <p:sp>
          <p:nvSpPr>
            <p:cNvPr id="85" name="Rechteck: abgerundete Ecken 4">
              <a:extLst>
                <a:ext uri="{FF2B5EF4-FFF2-40B4-BE49-F238E27FC236}">
                  <a16:creationId xmlns:a16="http://schemas.microsoft.com/office/drawing/2014/main" id="{81958D22-8BE8-4A60-BC97-C0468BE28F4A}"/>
                </a:ext>
              </a:extLst>
            </p:cNvPr>
            <p:cNvSpPr txBox="1"/>
            <p:nvPr/>
          </p:nvSpPr>
          <p:spPr>
            <a:xfrm>
              <a:off x="7529312" y="2085742"/>
              <a:ext cx="1403547" cy="893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de-DE" dirty="0"/>
                <a:t>Eingebettete </a:t>
              </a:r>
              <a:br>
                <a:rPr lang="de-DE" dirty="0"/>
              </a:br>
              <a:r>
                <a:rPr lang="de-DE" dirty="0"/>
                <a:t>Systeme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8620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8342" y="998582"/>
            <a:ext cx="40639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40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2472" y="6673306"/>
            <a:ext cx="1351915" cy="904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5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License</a:t>
            </a:r>
            <a:r>
              <a:rPr sz="500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 </a:t>
            </a:r>
            <a:r>
              <a:rPr sz="5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covered</a:t>
            </a:r>
            <a:r>
              <a:rPr sz="5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 </a:t>
            </a:r>
            <a:r>
              <a:rPr sz="5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by</a:t>
            </a:r>
            <a:r>
              <a:rPr sz="5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 </a:t>
            </a:r>
            <a:r>
              <a:rPr sz="5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the</a:t>
            </a:r>
            <a:r>
              <a:rPr sz="5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 </a:t>
            </a:r>
            <a:r>
              <a:rPr sz="5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Classroom</a:t>
            </a:r>
            <a:r>
              <a:rPr sz="500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 </a:t>
            </a:r>
            <a:r>
              <a:rPr sz="5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Usage</a:t>
            </a:r>
            <a:r>
              <a:rPr sz="500" u="sng" spc="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 </a:t>
            </a:r>
            <a:r>
              <a:rPr sz="5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Statemen</a:t>
            </a:r>
            <a:r>
              <a:rPr sz="500" spc="-10" dirty="0">
                <a:solidFill>
                  <a:srgbClr val="0462C1"/>
                </a:solidFill>
                <a:latin typeface="Arial"/>
                <a:cs typeface="Arial"/>
                <a:hlinkClick r:id="rId2"/>
              </a:rPr>
              <a:t>t</a:t>
            </a:r>
            <a:endParaRPr sz="500" dirty="0">
              <a:latin typeface="Arial"/>
              <a:cs typeface="Arial"/>
            </a:endParaRPr>
          </a:p>
        </p:txBody>
      </p:sp>
      <p:pic>
        <p:nvPicPr>
          <p:cNvPr id="4" name="object 4" descr=" - Dilbert by Scott Adam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97629" y="1657923"/>
            <a:ext cx="7761514" cy="481736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0370" y="530496"/>
            <a:ext cx="749729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200" dirty="0"/>
              <a:t>Requirements</a:t>
            </a:r>
            <a:r>
              <a:rPr spc="-195" dirty="0"/>
              <a:t> </a:t>
            </a:r>
            <a:r>
              <a:rPr spc="-185" dirty="0"/>
              <a:t>Engineering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370" y="1726127"/>
            <a:ext cx="5076551" cy="454034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spcBef>
                <a:spcPts val="865"/>
              </a:spcBef>
            </a:pPr>
            <a:r>
              <a:rPr sz="2000" b="1" spc="-170" dirty="0">
                <a:latin typeface="Arial"/>
                <a:cs typeface="Arial"/>
              </a:rPr>
              <a:t>Umfasst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spc="-140" dirty="0">
                <a:latin typeface="Arial"/>
                <a:cs typeface="Arial"/>
              </a:rPr>
              <a:t>typischerweise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spc="-105" dirty="0">
                <a:latin typeface="Arial"/>
                <a:cs typeface="Arial"/>
              </a:rPr>
              <a:t>vier </a:t>
            </a:r>
            <a:r>
              <a:rPr sz="2000" b="1" spc="-20" dirty="0">
                <a:latin typeface="Arial"/>
                <a:cs typeface="Arial"/>
              </a:rPr>
              <a:t>Elemente</a:t>
            </a:r>
            <a:r>
              <a:rPr b="1" spc="-20" dirty="0">
                <a:latin typeface="Arial"/>
                <a:cs typeface="Arial"/>
              </a:rPr>
              <a:t>:</a:t>
            </a:r>
            <a:endParaRPr dirty="0">
              <a:latin typeface="Arial"/>
              <a:cs typeface="Arial"/>
            </a:endParaRPr>
          </a:p>
          <a:p>
            <a:pPr marL="241300" marR="269240" indent="-228600">
              <a:lnSpc>
                <a:spcPts val="1730"/>
              </a:lnSpc>
              <a:spcBef>
                <a:spcPts val="1055"/>
              </a:spcBef>
              <a:buClr>
                <a:srgbClr val="2D75B6"/>
              </a:buClr>
              <a:buSzPct val="109375"/>
              <a:buFont typeface="Wingdings"/>
              <a:buChar char=""/>
              <a:tabLst>
                <a:tab pos="241300" algn="l"/>
              </a:tabLst>
            </a:pPr>
            <a:r>
              <a:rPr sz="1600" b="1" spc="-110" dirty="0">
                <a:latin typeface="Arial"/>
                <a:cs typeface="Arial"/>
              </a:rPr>
              <a:t>Ermittlung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105" dirty="0">
                <a:latin typeface="Arial"/>
                <a:cs typeface="Arial"/>
              </a:rPr>
              <a:t>der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125" dirty="0">
                <a:latin typeface="Arial"/>
                <a:cs typeface="Arial"/>
              </a:rPr>
              <a:t>Anforderungen</a:t>
            </a:r>
            <a:r>
              <a:rPr sz="1600" spc="-125" dirty="0">
                <a:latin typeface="Arial"/>
                <a:cs typeface="Arial"/>
              </a:rPr>
              <a:t>:</a:t>
            </a:r>
            <a:r>
              <a:rPr sz="1600" spc="35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Entwickler</a:t>
            </a:r>
            <a:r>
              <a:rPr sz="1600" spc="-25" dirty="0">
                <a:latin typeface="Arial"/>
                <a:cs typeface="Arial"/>
              </a:rPr>
              <a:t> und </a:t>
            </a:r>
            <a:r>
              <a:rPr sz="1600" spc="-100" dirty="0">
                <a:latin typeface="Arial"/>
                <a:cs typeface="Arial"/>
              </a:rPr>
              <a:t>Kunden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bestimmen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0" dirty="0">
                <a:latin typeface="Arial"/>
                <a:cs typeface="Arial"/>
              </a:rPr>
              <a:t>gemeinsam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die </a:t>
            </a:r>
            <a:r>
              <a:rPr sz="1600" spc="-20" dirty="0">
                <a:latin typeface="Arial"/>
                <a:cs typeface="Arial"/>
              </a:rPr>
              <a:t>Entwicklungsziele</a:t>
            </a:r>
            <a:endParaRPr sz="1600" dirty="0">
              <a:latin typeface="Arial"/>
              <a:cs typeface="Arial"/>
            </a:endParaRPr>
          </a:p>
          <a:p>
            <a:pPr marL="241300" marR="228600" indent="-228600">
              <a:lnSpc>
                <a:spcPts val="1730"/>
              </a:lnSpc>
              <a:spcBef>
                <a:spcPts val="1000"/>
              </a:spcBef>
              <a:buClr>
                <a:srgbClr val="2D75B6"/>
              </a:buClr>
              <a:buSzPct val="109375"/>
              <a:buFont typeface="Wingdings"/>
              <a:buChar char=""/>
              <a:tabLst>
                <a:tab pos="241300" algn="l"/>
              </a:tabLst>
            </a:pPr>
            <a:r>
              <a:rPr sz="1600" b="1" spc="-120" dirty="0">
                <a:latin typeface="Arial"/>
                <a:cs typeface="Arial"/>
              </a:rPr>
              <a:t>Spezifikation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105" dirty="0">
                <a:latin typeface="Arial"/>
                <a:cs typeface="Arial"/>
              </a:rPr>
              <a:t>der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b="1" spc="-125" dirty="0">
                <a:latin typeface="Arial"/>
                <a:cs typeface="Arial"/>
              </a:rPr>
              <a:t>Anforderungen</a:t>
            </a:r>
            <a:r>
              <a:rPr sz="1600" spc="-125" dirty="0">
                <a:latin typeface="Arial"/>
                <a:cs typeface="Arial"/>
              </a:rPr>
              <a:t>:</a:t>
            </a:r>
            <a:r>
              <a:rPr sz="1600" spc="5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formale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oder </a:t>
            </a:r>
            <a:r>
              <a:rPr sz="1600" spc="-45" dirty="0">
                <a:latin typeface="Arial"/>
                <a:cs typeface="Arial"/>
              </a:rPr>
              <a:t>informale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Dokumentation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von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Anforderungen</a:t>
            </a:r>
            <a:endParaRPr sz="1600" dirty="0">
              <a:latin typeface="Arial"/>
              <a:cs typeface="Arial"/>
            </a:endParaRPr>
          </a:p>
          <a:p>
            <a:pPr marL="240665" indent="-227965">
              <a:lnSpc>
                <a:spcPts val="1825"/>
              </a:lnSpc>
              <a:spcBef>
                <a:spcPts val="775"/>
              </a:spcBef>
              <a:buClr>
                <a:srgbClr val="2D75B6"/>
              </a:buClr>
              <a:buSzPct val="109375"/>
              <a:buFont typeface="Wingdings"/>
              <a:buChar char=""/>
              <a:tabLst>
                <a:tab pos="240665" algn="l"/>
              </a:tabLst>
            </a:pPr>
            <a:r>
              <a:rPr sz="1600" b="1" spc="-120" dirty="0">
                <a:latin typeface="Arial"/>
                <a:cs typeface="Arial"/>
              </a:rPr>
              <a:t>Validierung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spc="-105" dirty="0">
                <a:latin typeface="Arial"/>
                <a:cs typeface="Arial"/>
              </a:rPr>
              <a:t>der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spc="-120" dirty="0">
                <a:latin typeface="Arial"/>
                <a:cs typeface="Arial"/>
              </a:rPr>
              <a:t>Anforderungen</a:t>
            </a:r>
            <a:r>
              <a:rPr sz="1600" spc="-120" dirty="0">
                <a:latin typeface="Arial"/>
                <a:cs typeface="Arial"/>
              </a:rPr>
              <a:t>: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prüfen,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ob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die</a:t>
            </a:r>
            <a:endParaRPr sz="1600" dirty="0">
              <a:latin typeface="Arial"/>
              <a:cs typeface="Arial"/>
            </a:endParaRPr>
          </a:p>
          <a:p>
            <a:pPr marL="241300">
              <a:lnSpc>
                <a:spcPts val="1825"/>
              </a:lnSpc>
            </a:pPr>
            <a:r>
              <a:rPr sz="1600" spc="-70" dirty="0">
                <a:latin typeface="Arial"/>
                <a:cs typeface="Arial"/>
              </a:rPr>
              <a:t>Anforderungen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20" dirty="0">
                <a:latin typeface="Arial"/>
                <a:cs typeface="Arial"/>
              </a:rPr>
              <a:t>das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85" dirty="0">
                <a:latin typeface="Arial"/>
                <a:cs typeface="Arial"/>
              </a:rPr>
              <a:t>gewünschte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30" dirty="0">
                <a:latin typeface="Arial"/>
                <a:cs typeface="Arial"/>
              </a:rPr>
              <a:t>System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definieren</a:t>
            </a:r>
            <a:endParaRPr sz="1600" dirty="0">
              <a:latin typeface="Arial"/>
              <a:cs typeface="Arial"/>
            </a:endParaRPr>
          </a:p>
          <a:p>
            <a:pPr marL="241300" marR="1102360" indent="-228600" algn="just">
              <a:lnSpc>
                <a:spcPts val="1730"/>
              </a:lnSpc>
              <a:spcBef>
                <a:spcPts val="1019"/>
              </a:spcBef>
              <a:buClr>
                <a:srgbClr val="2D75B6"/>
              </a:buClr>
              <a:buSzPct val="109375"/>
              <a:buFont typeface="Wingdings"/>
              <a:buChar char=""/>
              <a:tabLst>
                <a:tab pos="241300" algn="l"/>
              </a:tabLst>
            </a:pPr>
            <a:r>
              <a:rPr sz="1600" b="1" spc="-120" dirty="0">
                <a:latin typeface="Arial"/>
                <a:cs typeface="Arial"/>
              </a:rPr>
              <a:t>Dokumentation</a:t>
            </a:r>
            <a:r>
              <a:rPr sz="1600" b="1" spc="30" dirty="0">
                <a:latin typeface="Arial"/>
                <a:cs typeface="Arial"/>
              </a:rPr>
              <a:t> </a:t>
            </a:r>
            <a:r>
              <a:rPr sz="1600" b="1" spc="-125" dirty="0">
                <a:latin typeface="Arial"/>
                <a:cs typeface="Arial"/>
              </a:rPr>
              <a:t>der</a:t>
            </a:r>
            <a:r>
              <a:rPr sz="1600" b="1" spc="90" dirty="0">
                <a:latin typeface="Arial"/>
                <a:cs typeface="Arial"/>
              </a:rPr>
              <a:t> </a:t>
            </a:r>
            <a:r>
              <a:rPr sz="1600" b="1" spc="-100" dirty="0">
                <a:latin typeface="Arial"/>
                <a:cs typeface="Arial"/>
              </a:rPr>
              <a:t>Anforderungen</a:t>
            </a:r>
            <a:r>
              <a:rPr sz="1600" spc="-100" dirty="0">
                <a:latin typeface="Arial"/>
                <a:cs typeface="Arial"/>
              </a:rPr>
              <a:t>: </a:t>
            </a:r>
            <a:r>
              <a:rPr sz="1600" spc="-120" dirty="0">
                <a:latin typeface="Arial"/>
                <a:cs typeface="Arial"/>
              </a:rPr>
              <a:t>Zusammenfassung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der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120" dirty="0">
                <a:latin typeface="Arial"/>
                <a:cs typeface="Arial"/>
              </a:rPr>
              <a:t>Ergebnisse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im </a:t>
            </a:r>
            <a:r>
              <a:rPr sz="1600" spc="-45" dirty="0">
                <a:latin typeface="Arial"/>
                <a:cs typeface="Arial"/>
              </a:rPr>
              <a:t>Systemanforderungsdokument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Wingdings"/>
              <a:buChar char=""/>
            </a:pPr>
            <a:endParaRPr sz="1600" dirty="0">
              <a:latin typeface="Arial"/>
              <a:cs typeface="Arial"/>
            </a:endParaRPr>
          </a:p>
          <a:p>
            <a:pPr>
              <a:spcBef>
                <a:spcPts val="254"/>
              </a:spcBef>
              <a:buFont typeface="Wingdings"/>
              <a:buChar char=""/>
            </a:pPr>
            <a:endParaRPr sz="1600" dirty="0">
              <a:latin typeface="Arial"/>
              <a:cs typeface="Arial"/>
            </a:endParaRPr>
          </a:p>
          <a:p>
            <a:pPr marL="241300" marR="521334" indent="-228600">
              <a:lnSpc>
                <a:spcPts val="1939"/>
              </a:lnSpc>
              <a:buClr>
                <a:srgbClr val="2D75B6"/>
              </a:buClr>
              <a:buSzPct val="108333"/>
              <a:buFont typeface="Wingdings"/>
              <a:buChar char=""/>
              <a:tabLst>
                <a:tab pos="241300" algn="l"/>
              </a:tabLst>
            </a:pPr>
            <a:r>
              <a:rPr spc="-105" dirty="0">
                <a:solidFill>
                  <a:srgbClr val="4471C4"/>
                </a:solidFill>
                <a:latin typeface="Arial"/>
                <a:cs typeface="Arial"/>
              </a:rPr>
              <a:t>Der</a:t>
            </a:r>
            <a:r>
              <a:rPr spc="-60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pc="-75" dirty="0">
                <a:solidFill>
                  <a:srgbClr val="4471C4"/>
                </a:solidFill>
                <a:latin typeface="Arial"/>
                <a:cs typeface="Arial"/>
              </a:rPr>
              <a:t>tatsächliche</a:t>
            </a:r>
            <a:r>
              <a:rPr spc="-55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pc="-165" dirty="0">
                <a:solidFill>
                  <a:srgbClr val="4471C4"/>
                </a:solidFill>
                <a:latin typeface="Arial"/>
                <a:cs typeface="Arial"/>
              </a:rPr>
              <a:t>Prozess</a:t>
            </a:r>
            <a:r>
              <a:rPr spc="-70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pc="-75" dirty="0">
                <a:solidFill>
                  <a:srgbClr val="4471C4"/>
                </a:solidFill>
                <a:latin typeface="Arial"/>
                <a:cs typeface="Arial"/>
              </a:rPr>
              <a:t>hängt</a:t>
            </a:r>
            <a:r>
              <a:rPr spc="-80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pc="-75" dirty="0">
                <a:solidFill>
                  <a:srgbClr val="4471C4"/>
                </a:solidFill>
                <a:latin typeface="Arial"/>
                <a:cs typeface="Arial"/>
              </a:rPr>
              <a:t>von</a:t>
            </a:r>
            <a:r>
              <a:rPr spc="-60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4471C4"/>
                </a:solidFill>
                <a:latin typeface="Arial"/>
                <a:cs typeface="Arial"/>
              </a:rPr>
              <a:t>den </a:t>
            </a:r>
            <a:r>
              <a:rPr spc="-60" dirty="0">
                <a:solidFill>
                  <a:srgbClr val="4471C4"/>
                </a:solidFill>
                <a:latin typeface="Arial"/>
                <a:cs typeface="Arial"/>
              </a:rPr>
              <a:t>jeweiligen</a:t>
            </a:r>
            <a:r>
              <a:rPr spc="-55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pc="-90" dirty="0">
                <a:solidFill>
                  <a:srgbClr val="4471C4"/>
                </a:solidFill>
                <a:latin typeface="Arial"/>
                <a:cs typeface="Arial"/>
              </a:rPr>
              <a:t>Gegebenheiten</a:t>
            </a:r>
            <a:r>
              <a:rPr spc="-55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4471C4"/>
                </a:solidFill>
                <a:latin typeface="Arial"/>
                <a:cs typeface="Arial"/>
              </a:rPr>
              <a:t>ab.</a:t>
            </a:r>
            <a:endParaRPr dirty="0">
              <a:latin typeface="Arial"/>
              <a:cs typeface="Arial"/>
            </a:endParaRPr>
          </a:p>
          <a:p>
            <a:pPr marL="241300" marR="1005840" indent="-228600" algn="just">
              <a:lnSpc>
                <a:spcPts val="1939"/>
              </a:lnSpc>
              <a:spcBef>
                <a:spcPts val="101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1300" algn="l"/>
              </a:tabLst>
            </a:pPr>
            <a:r>
              <a:rPr spc="-95" dirty="0">
                <a:solidFill>
                  <a:srgbClr val="4471C4"/>
                </a:solidFill>
                <a:latin typeface="Arial"/>
                <a:cs typeface="Arial"/>
              </a:rPr>
              <a:t>Häufig</a:t>
            </a:r>
            <a:r>
              <a:rPr spc="-30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4471C4"/>
                </a:solidFill>
                <a:latin typeface="Arial"/>
                <a:cs typeface="Arial"/>
              </a:rPr>
              <a:t>wird</a:t>
            </a:r>
            <a:r>
              <a:rPr spc="-60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pc="-85" dirty="0">
                <a:solidFill>
                  <a:srgbClr val="4471C4"/>
                </a:solidFill>
                <a:latin typeface="Arial"/>
                <a:cs typeface="Arial"/>
              </a:rPr>
              <a:t>dieser</a:t>
            </a:r>
            <a:r>
              <a:rPr spc="-10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pc="-185" dirty="0">
                <a:solidFill>
                  <a:srgbClr val="4471C4"/>
                </a:solidFill>
                <a:latin typeface="Arial"/>
                <a:cs typeface="Arial"/>
              </a:rPr>
              <a:t>Prozess</a:t>
            </a:r>
            <a:r>
              <a:rPr spc="60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4471C4"/>
                </a:solidFill>
                <a:latin typeface="Arial"/>
                <a:cs typeface="Arial"/>
              </a:rPr>
              <a:t>iterativ durchlaufen.</a:t>
            </a:r>
            <a:endParaRPr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8267" y="1726127"/>
            <a:ext cx="4878214" cy="44723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295832" y="6396232"/>
            <a:ext cx="130365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Ian</a:t>
            </a:r>
            <a:r>
              <a:rPr sz="500" u="sng" spc="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 </a:t>
            </a:r>
            <a:r>
              <a:rPr sz="5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Sommerville,</a:t>
            </a:r>
            <a:r>
              <a:rPr sz="500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5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Software-</a:t>
            </a:r>
            <a:r>
              <a:rPr sz="5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Engineering,</a:t>
            </a:r>
            <a:r>
              <a:rPr sz="500" u="sng" spc="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5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Chapter</a:t>
            </a:r>
            <a:r>
              <a:rPr sz="500" u="sng" spc="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5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4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8340" y="595810"/>
            <a:ext cx="7148829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80" dirty="0"/>
              <a:t>Normen</a:t>
            </a:r>
            <a:r>
              <a:rPr spc="-160" dirty="0"/>
              <a:t> </a:t>
            </a:r>
            <a:r>
              <a:rPr spc="-145" dirty="0"/>
              <a:t>und</a:t>
            </a:r>
            <a:r>
              <a:rPr spc="-170" dirty="0"/>
              <a:t> </a:t>
            </a:r>
            <a:r>
              <a:rPr spc="-290" dirty="0"/>
              <a:t>Regelungen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486777" y="2086668"/>
            <a:ext cx="9540451" cy="309430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R="5080" indent="-228600">
              <a:lnSpc>
                <a:spcPct val="90100"/>
              </a:lnSpc>
            </a:pPr>
            <a:r>
              <a:rPr sz="2400" spc="-80" dirty="0">
                <a:latin typeface="Arial"/>
                <a:cs typeface="Arial"/>
              </a:rPr>
              <a:t>In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verschieden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Bereichen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b="1" spc="-245" dirty="0">
                <a:latin typeface="Arial"/>
                <a:cs typeface="Arial"/>
              </a:rPr>
              <a:t>müssen</a:t>
            </a:r>
            <a:r>
              <a:rPr sz="2400" b="1" spc="-114" dirty="0">
                <a:latin typeface="Arial"/>
                <a:cs typeface="Arial"/>
              </a:rPr>
              <a:t> </a:t>
            </a:r>
            <a:r>
              <a:rPr sz="2400" b="1" spc="-130" dirty="0" err="1">
                <a:latin typeface="Arial"/>
                <a:cs typeface="Arial"/>
              </a:rPr>
              <a:t>eingebettete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spc="-185" dirty="0" err="1">
                <a:latin typeface="Arial"/>
                <a:cs typeface="Arial"/>
              </a:rPr>
              <a:t>Systemen</a:t>
            </a:r>
            <a:r>
              <a:rPr lang="de-DE" sz="2400" b="1" spc="-185" dirty="0">
                <a:latin typeface="Arial"/>
                <a:cs typeface="Arial"/>
              </a:rPr>
              <a:t> </a:t>
            </a:r>
            <a:r>
              <a:rPr sz="2400" b="1" spc="-150" dirty="0" err="1">
                <a:latin typeface="Arial"/>
                <a:cs typeface="Arial"/>
              </a:rPr>
              <a:t>bestimmte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spc="-165" dirty="0">
                <a:latin typeface="Arial"/>
                <a:cs typeface="Arial"/>
              </a:rPr>
              <a:t>Normen</a:t>
            </a:r>
            <a:r>
              <a:rPr sz="2400" b="1" spc="-130" dirty="0">
                <a:latin typeface="Arial"/>
                <a:cs typeface="Arial"/>
              </a:rPr>
              <a:t> </a:t>
            </a:r>
            <a:r>
              <a:rPr sz="2400" b="1" spc="-125" dirty="0">
                <a:latin typeface="Arial"/>
                <a:cs typeface="Arial"/>
              </a:rPr>
              <a:t>einhalten</a:t>
            </a:r>
            <a:r>
              <a:rPr sz="2400" spc="-125" dirty="0">
                <a:latin typeface="Arial"/>
                <a:cs typeface="Arial"/>
              </a:rPr>
              <a:t>,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um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auf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dem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Markt </a:t>
            </a:r>
            <a:r>
              <a:rPr sz="2400" spc="-175" dirty="0">
                <a:latin typeface="Arial"/>
                <a:cs typeface="Arial"/>
              </a:rPr>
              <a:t>zugelassen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80" dirty="0">
                <a:latin typeface="Arial"/>
                <a:cs typeface="Arial"/>
              </a:rPr>
              <a:t>zu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werden.</a:t>
            </a:r>
            <a:endParaRPr sz="2400" dirty="0">
              <a:latin typeface="Arial"/>
              <a:cs typeface="Arial"/>
            </a:endParaRPr>
          </a:p>
          <a:p>
            <a:endParaRPr sz="2400" dirty="0">
              <a:latin typeface="Arial"/>
              <a:cs typeface="Arial"/>
            </a:endParaRPr>
          </a:p>
          <a:p>
            <a:pPr marL="12700"/>
            <a:r>
              <a:rPr sz="2400" spc="-160" dirty="0">
                <a:latin typeface="Arial"/>
                <a:cs typeface="Arial"/>
              </a:rPr>
              <a:t>Diese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Normen </a:t>
            </a:r>
            <a:r>
              <a:rPr sz="2400" spc="-70" dirty="0">
                <a:latin typeface="Arial"/>
                <a:cs typeface="Arial"/>
              </a:rPr>
              <a:t>definieren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u.a.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Anforderungen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an:</a:t>
            </a:r>
            <a:endParaRPr sz="2400" dirty="0">
              <a:latin typeface="Arial"/>
              <a:cs typeface="Arial"/>
            </a:endParaRPr>
          </a:p>
          <a:p>
            <a:pPr marL="240665" indent="-227965">
              <a:spcBef>
                <a:spcPts val="78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spc="-45" dirty="0">
                <a:latin typeface="Arial"/>
                <a:cs typeface="Arial"/>
              </a:rPr>
              <a:t>Entwicklungsverfahren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spcBef>
                <a:spcPts val="75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spc="-25" dirty="0">
                <a:latin typeface="Arial"/>
                <a:cs typeface="Arial"/>
              </a:rPr>
              <a:t>Systemarchitektur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spcBef>
                <a:spcPts val="77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spc="-30" dirty="0">
                <a:latin typeface="Arial"/>
                <a:cs typeface="Arial"/>
              </a:rPr>
              <a:t>Qualitätssicherung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spcBef>
                <a:spcPts val="75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spc="-30" dirty="0">
                <a:latin typeface="Arial"/>
                <a:cs typeface="Arial"/>
              </a:rPr>
              <a:t>Risikobewertung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00934" y="265938"/>
            <a:ext cx="365125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50" dirty="0"/>
              <a:t>Wichtige</a:t>
            </a:r>
            <a:r>
              <a:rPr spc="-204" dirty="0"/>
              <a:t> </a:t>
            </a:r>
            <a:r>
              <a:rPr spc="-120" dirty="0"/>
              <a:t>Normen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79949" y="1937656"/>
            <a:ext cx="9790822" cy="36394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58115" algn="l">
              <a:lnSpc>
                <a:spcPts val="2740"/>
              </a:lnSpc>
              <a:spcBef>
                <a:spcPts val="100"/>
              </a:spcBef>
            </a:pPr>
            <a:r>
              <a:rPr sz="2400" b="1" spc="-325" dirty="0">
                <a:latin typeface="Arial"/>
                <a:cs typeface="Arial"/>
              </a:rPr>
              <a:t>I</a:t>
            </a:r>
            <a:r>
              <a:rPr lang="de-DE" sz="2400" b="1" spc="-325" dirty="0">
                <a:latin typeface="Arial"/>
                <a:cs typeface="Arial"/>
              </a:rPr>
              <a:t> </a:t>
            </a:r>
            <a:r>
              <a:rPr sz="2400" b="1" spc="-325" dirty="0">
                <a:latin typeface="Arial"/>
                <a:cs typeface="Arial"/>
              </a:rPr>
              <a:t>E</a:t>
            </a:r>
            <a:r>
              <a:rPr lang="de-DE" sz="2400" b="1" spc="-325" dirty="0">
                <a:latin typeface="Arial"/>
                <a:cs typeface="Arial"/>
              </a:rPr>
              <a:t> </a:t>
            </a:r>
            <a:r>
              <a:rPr sz="2400" b="1" spc="-325" dirty="0">
                <a:latin typeface="Arial"/>
                <a:cs typeface="Arial"/>
              </a:rPr>
              <a:t>C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135" dirty="0">
                <a:latin typeface="Arial"/>
                <a:cs typeface="Arial"/>
              </a:rPr>
              <a:t>61508:</a:t>
            </a:r>
            <a:r>
              <a:rPr sz="2400" b="1" spc="-12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Functional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safety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electrical/electronic/</a:t>
            </a:r>
            <a:r>
              <a:rPr lang="de-DE" sz="2400" spc="-3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programmable</a:t>
            </a:r>
            <a:r>
              <a:rPr sz="2400" spc="-75" dirty="0">
                <a:latin typeface="Arial"/>
                <a:cs typeface="Arial"/>
              </a:rPr>
              <a:t> electronic </a:t>
            </a:r>
            <a:r>
              <a:rPr sz="2400" spc="-105" dirty="0">
                <a:latin typeface="Arial"/>
                <a:cs typeface="Arial"/>
              </a:rPr>
              <a:t>safety-</a:t>
            </a:r>
            <a:r>
              <a:rPr sz="2400" spc="-75" dirty="0">
                <a:latin typeface="Arial"/>
                <a:cs typeface="Arial"/>
              </a:rPr>
              <a:t>related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systems</a:t>
            </a:r>
            <a:endParaRPr sz="2400" dirty="0">
              <a:latin typeface="Arial"/>
              <a:cs typeface="Arial"/>
            </a:endParaRPr>
          </a:p>
          <a:p>
            <a:pPr marL="240665" indent="-227965">
              <a:spcBef>
                <a:spcPts val="78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spc="-80" dirty="0">
                <a:latin typeface="Arial"/>
                <a:cs typeface="Arial"/>
              </a:rPr>
              <a:t>Allgemeiner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Basisstandard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zur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funktionalen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Sicherheit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spcBef>
                <a:spcPts val="77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spc="-55" dirty="0">
                <a:latin typeface="Arial"/>
                <a:cs typeface="Arial"/>
              </a:rPr>
              <a:t>Veröffentlicht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1998,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seit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2001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als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europäische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Norm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65" dirty="0">
                <a:latin typeface="Arial"/>
                <a:cs typeface="Arial"/>
              </a:rPr>
              <a:t>EN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61508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spcBef>
                <a:spcPts val="75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spc="-60" dirty="0">
                <a:latin typeface="Arial"/>
                <a:cs typeface="Arial"/>
              </a:rPr>
              <a:t>Führt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b="1" spc="-150" dirty="0">
                <a:latin typeface="Arial"/>
                <a:cs typeface="Arial"/>
              </a:rPr>
              <a:t>Safety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105" dirty="0">
                <a:latin typeface="Arial"/>
                <a:cs typeface="Arial"/>
              </a:rPr>
              <a:t>Integrity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-175" dirty="0">
                <a:latin typeface="Arial"/>
                <a:cs typeface="Arial"/>
              </a:rPr>
              <a:t>Level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180" dirty="0">
                <a:latin typeface="Arial"/>
                <a:cs typeface="Arial"/>
              </a:rPr>
              <a:t>(SIL)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1-</a:t>
            </a:r>
            <a:r>
              <a:rPr sz="2000" spc="-110" dirty="0">
                <a:latin typeface="Arial"/>
                <a:cs typeface="Arial"/>
              </a:rPr>
              <a:t>4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ein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1550"/>
              </a:spcBef>
              <a:buClr>
                <a:srgbClr val="2D75B6"/>
              </a:buClr>
              <a:buFont typeface="Wingdings"/>
              <a:buChar char=""/>
            </a:pPr>
            <a:endParaRPr sz="2000" dirty="0">
              <a:latin typeface="Arial"/>
              <a:cs typeface="Arial"/>
            </a:endParaRPr>
          </a:p>
          <a:p>
            <a:pPr marL="12700"/>
            <a:r>
              <a:rPr sz="2400" b="1" spc="-254" dirty="0">
                <a:latin typeface="Arial"/>
                <a:cs typeface="Arial"/>
              </a:rPr>
              <a:t>ISO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spc="-145" dirty="0">
                <a:latin typeface="Arial"/>
                <a:cs typeface="Arial"/>
              </a:rPr>
              <a:t>26262: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spc="-215" dirty="0">
                <a:latin typeface="Arial"/>
                <a:cs typeface="Arial"/>
              </a:rPr>
              <a:t>Road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Vehicles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–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Functional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Safety</a:t>
            </a:r>
            <a:endParaRPr sz="2400" dirty="0">
              <a:latin typeface="Arial"/>
              <a:cs typeface="Arial"/>
            </a:endParaRPr>
          </a:p>
          <a:p>
            <a:pPr marL="240665" indent="-227965">
              <a:spcBef>
                <a:spcPts val="78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spc="-114" dirty="0">
                <a:latin typeface="Arial"/>
                <a:cs typeface="Arial"/>
              </a:rPr>
              <a:t>Spezialisierung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von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80" dirty="0">
                <a:latin typeface="Arial"/>
                <a:cs typeface="Arial"/>
              </a:rPr>
              <a:t>IEC</a:t>
            </a:r>
            <a:r>
              <a:rPr sz="2000" spc="-105" dirty="0">
                <a:latin typeface="Arial"/>
                <a:cs typeface="Arial"/>
              </a:rPr>
              <a:t> 61508 </a:t>
            </a:r>
            <a:r>
              <a:rPr sz="2000" dirty="0">
                <a:latin typeface="Arial"/>
                <a:cs typeface="Arial"/>
              </a:rPr>
              <a:t>für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Automobilbereich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seit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2011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spcBef>
                <a:spcPts val="75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b="1" spc="-130" dirty="0">
                <a:latin typeface="Arial"/>
                <a:cs typeface="Arial"/>
              </a:rPr>
              <a:t>Automotive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spc="-155" dirty="0">
                <a:latin typeface="Arial"/>
                <a:cs typeface="Arial"/>
              </a:rPr>
              <a:t>Safety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105" dirty="0">
                <a:latin typeface="Arial"/>
                <a:cs typeface="Arial"/>
              </a:rPr>
              <a:t>Integrity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75" dirty="0">
                <a:latin typeface="Arial"/>
                <a:cs typeface="Arial"/>
              </a:rPr>
              <a:t>Level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195" dirty="0">
                <a:latin typeface="Arial"/>
                <a:cs typeface="Arial"/>
              </a:rPr>
              <a:t>(ASIL)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A-</a:t>
            </a:r>
            <a:r>
              <a:rPr sz="2000" spc="-50" dirty="0">
                <a:latin typeface="Arial"/>
                <a:cs typeface="Arial"/>
              </a:rPr>
              <a:t>D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9226" y="722681"/>
            <a:ext cx="8628371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5" dirty="0"/>
              <a:t>(Automotive)</a:t>
            </a:r>
            <a:r>
              <a:rPr spc="-180" dirty="0"/>
              <a:t> </a:t>
            </a:r>
            <a:r>
              <a:rPr spc="-240" dirty="0"/>
              <a:t>Safety</a:t>
            </a:r>
            <a:r>
              <a:rPr spc="-195" dirty="0"/>
              <a:t> </a:t>
            </a:r>
            <a:r>
              <a:rPr spc="-75" dirty="0"/>
              <a:t>Integrity</a:t>
            </a:r>
            <a:r>
              <a:rPr spc="-190" dirty="0"/>
              <a:t> </a:t>
            </a:r>
            <a:r>
              <a:rPr spc="-270" dirty="0"/>
              <a:t>Level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6664" y="1643742"/>
            <a:ext cx="8400486" cy="48315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75" dirty="0">
                <a:latin typeface="Arial"/>
                <a:cs typeface="Arial"/>
              </a:rPr>
              <a:t>Idee: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b="1" spc="-165" dirty="0">
                <a:latin typeface="Arial"/>
                <a:cs typeface="Arial"/>
              </a:rPr>
              <a:t>Risikoreduzierung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35" dirty="0">
                <a:latin typeface="Arial"/>
                <a:cs typeface="Arial"/>
              </a:rPr>
              <a:t>quantifizieren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1300"/>
              </a:spcBef>
            </a:pPr>
            <a:endParaRPr sz="2000" dirty="0">
              <a:latin typeface="Arial"/>
              <a:cs typeface="Arial"/>
            </a:endParaRPr>
          </a:p>
          <a:p>
            <a:pPr marL="12700">
              <a:spcBef>
                <a:spcPts val="5"/>
              </a:spcBef>
            </a:pPr>
            <a:r>
              <a:rPr sz="2000" b="1" spc="-195" dirty="0">
                <a:latin typeface="Arial"/>
                <a:cs typeface="Arial"/>
              </a:rPr>
              <a:t>Risiko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180" dirty="0">
                <a:latin typeface="Arial"/>
                <a:cs typeface="Arial"/>
              </a:rPr>
              <a:t>=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170" dirty="0">
                <a:latin typeface="Arial"/>
                <a:cs typeface="Arial"/>
              </a:rPr>
              <a:t>Schadenspotenzial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509" dirty="0">
                <a:latin typeface="Arial"/>
                <a:cs typeface="Arial"/>
              </a:rPr>
              <a:t>×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95" dirty="0">
                <a:latin typeface="Arial"/>
                <a:cs typeface="Arial"/>
              </a:rPr>
              <a:t>Eintrittswahrscheinlichkeit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spcBef>
                <a:spcPts val="815"/>
              </a:spcBef>
              <a:buClr>
                <a:srgbClr val="2D75B6"/>
              </a:buClr>
              <a:buSzPct val="108823"/>
              <a:buFont typeface="Wingdings"/>
              <a:buChar char=""/>
              <a:tabLst>
                <a:tab pos="240665" algn="l"/>
              </a:tabLst>
            </a:pPr>
            <a:r>
              <a:rPr sz="1700" spc="-105" dirty="0">
                <a:latin typeface="Arial"/>
                <a:cs typeface="Arial"/>
              </a:rPr>
              <a:t>Beide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Faktoren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sollten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reduziert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werden,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z.B.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durch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Redundanz</a:t>
            </a:r>
            <a:endParaRPr sz="1700" dirty="0">
              <a:latin typeface="Arial"/>
              <a:cs typeface="Arial"/>
            </a:endParaRPr>
          </a:p>
          <a:p>
            <a:pPr>
              <a:spcBef>
                <a:spcPts val="1620"/>
              </a:spcBef>
              <a:buClr>
                <a:srgbClr val="2D75B6"/>
              </a:buClr>
              <a:buFont typeface="Wingdings"/>
              <a:buChar char=""/>
            </a:pPr>
            <a:endParaRPr sz="1700" dirty="0">
              <a:latin typeface="Arial"/>
              <a:cs typeface="Arial"/>
            </a:endParaRPr>
          </a:p>
          <a:p>
            <a:pPr marL="12700"/>
            <a:r>
              <a:rPr sz="2000" spc="-130" dirty="0">
                <a:latin typeface="Arial"/>
                <a:cs typeface="Arial"/>
              </a:rPr>
              <a:t>Risikoanalyse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(Identifizierung </a:t>
            </a:r>
            <a:r>
              <a:rPr sz="2000" spc="-180" dirty="0">
                <a:latin typeface="Arial"/>
                <a:cs typeface="Arial"/>
              </a:rPr>
              <a:t>+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Bewertung)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ermittelt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b="1" spc="-220" dirty="0">
                <a:latin typeface="Arial"/>
                <a:cs typeface="Arial"/>
              </a:rPr>
              <a:t>SIL-</a:t>
            </a:r>
            <a:r>
              <a:rPr sz="2000" b="1" spc="-10" dirty="0">
                <a:latin typeface="Arial"/>
                <a:cs typeface="Arial"/>
              </a:rPr>
              <a:t>Stufe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spcBef>
                <a:spcPts val="820"/>
              </a:spcBef>
              <a:buClr>
                <a:srgbClr val="2D75B6"/>
              </a:buClr>
              <a:buSzPct val="108823"/>
              <a:buFont typeface="Wingdings"/>
              <a:buChar char=""/>
              <a:tabLst>
                <a:tab pos="240665" algn="l"/>
              </a:tabLst>
            </a:pPr>
            <a:r>
              <a:rPr sz="1700" b="1" spc="-229" dirty="0">
                <a:latin typeface="Arial"/>
                <a:cs typeface="Arial"/>
              </a:rPr>
              <a:t>SIL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1</a:t>
            </a:r>
            <a:r>
              <a:rPr sz="1700" spc="-65" dirty="0">
                <a:latin typeface="Arial"/>
                <a:cs typeface="Arial"/>
              </a:rPr>
              <a:t>: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niedrigste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Stufe,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erfordert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Basis-</a:t>
            </a:r>
            <a:r>
              <a:rPr sz="1700" spc="-80" dirty="0">
                <a:latin typeface="Arial"/>
                <a:cs typeface="Arial"/>
              </a:rPr>
              <a:t>Qualitätssicherung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(QS)</a:t>
            </a:r>
            <a:endParaRPr sz="1700" dirty="0">
              <a:latin typeface="Arial"/>
              <a:cs typeface="Arial"/>
            </a:endParaRPr>
          </a:p>
          <a:p>
            <a:pPr marL="240665" indent="-227965">
              <a:spcBef>
                <a:spcPts val="790"/>
              </a:spcBef>
              <a:buClr>
                <a:srgbClr val="2D75B6"/>
              </a:buClr>
              <a:buSzPct val="108823"/>
              <a:buFont typeface="Wingdings"/>
              <a:buChar char=""/>
              <a:tabLst>
                <a:tab pos="240665" algn="l"/>
              </a:tabLst>
            </a:pPr>
            <a:r>
              <a:rPr sz="1700" b="1" spc="-229" dirty="0">
                <a:latin typeface="Arial"/>
                <a:cs typeface="Arial"/>
              </a:rPr>
              <a:t>SIL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2</a:t>
            </a:r>
            <a:r>
              <a:rPr sz="1700" spc="-65" dirty="0">
                <a:latin typeface="Arial"/>
                <a:cs typeface="Arial"/>
              </a:rPr>
              <a:t>: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sicherheitsgetriebene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QS,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mehr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Tests</a:t>
            </a:r>
            <a:endParaRPr sz="1700" dirty="0">
              <a:latin typeface="Arial"/>
              <a:cs typeface="Arial"/>
            </a:endParaRPr>
          </a:p>
          <a:p>
            <a:pPr marL="240665" indent="-227965">
              <a:lnSpc>
                <a:spcPts val="1939"/>
              </a:lnSpc>
              <a:spcBef>
                <a:spcPts val="790"/>
              </a:spcBef>
              <a:buClr>
                <a:srgbClr val="2D75B6"/>
              </a:buClr>
              <a:buSzPct val="108823"/>
              <a:buFont typeface="Wingdings"/>
              <a:buChar char=""/>
              <a:tabLst>
                <a:tab pos="240665" algn="l"/>
              </a:tabLst>
            </a:pPr>
            <a:r>
              <a:rPr sz="1700" b="1" spc="-229" dirty="0">
                <a:latin typeface="Arial"/>
                <a:cs typeface="Arial"/>
              </a:rPr>
              <a:t>SIL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3</a:t>
            </a:r>
            <a:r>
              <a:rPr sz="1700" spc="-65" dirty="0">
                <a:latin typeface="Arial"/>
                <a:cs typeface="Arial"/>
              </a:rPr>
              <a:t>: </a:t>
            </a:r>
            <a:r>
              <a:rPr sz="1700" spc="-90" dirty="0">
                <a:latin typeface="Arial"/>
                <a:cs typeface="Arial"/>
              </a:rPr>
              <a:t>erschöpfende </a:t>
            </a:r>
            <a:r>
              <a:rPr sz="1700" spc="-145" dirty="0">
                <a:latin typeface="Arial"/>
                <a:cs typeface="Arial"/>
              </a:rPr>
              <a:t>Tests,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ggf.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formale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Methoden,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Prüfung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von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unabhängiger</a:t>
            </a:r>
            <a:endParaRPr sz="1700" dirty="0">
              <a:latin typeface="Arial"/>
              <a:cs typeface="Arial"/>
            </a:endParaRPr>
          </a:p>
          <a:p>
            <a:pPr marL="241300">
              <a:lnSpc>
                <a:spcPts val="1939"/>
              </a:lnSpc>
            </a:pPr>
            <a:r>
              <a:rPr sz="1700" spc="-10" dirty="0">
                <a:latin typeface="Arial"/>
                <a:cs typeface="Arial"/>
              </a:rPr>
              <a:t>Abteilung</a:t>
            </a:r>
            <a:endParaRPr sz="1700" dirty="0">
              <a:latin typeface="Arial"/>
              <a:cs typeface="Arial"/>
            </a:endParaRPr>
          </a:p>
          <a:p>
            <a:pPr marL="241300" marR="5080" indent="-228600">
              <a:lnSpc>
                <a:spcPts val="1839"/>
              </a:lnSpc>
              <a:spcBef>
                <a:spcPts val="1035"/>
              </a:spcBef>
              <a:buClr>
                <a:srgbClr val="2D75B6"/>
              </a:buClr>
              <a:buSzPct val="108823"/>
              <a:buFont typeface="Wingdings"/>
              <a:buChar char=""/>
              <a:tabLst>
                <a:tab pos="241300" algn="l"/>
              </a:tabLst>
            </a:pPr>
            <a:r>
              <a:rPr sz="1700" b="1" spc="-229" dirty="0">
                <a:latin typeface="Arial"/>
                <a:cs typeface="Arial"/>
              </a:rPr>
              <a:t>SIL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4</a:t>
            </a:r>
            <a:r>
              <a:rPr sz="1700" spc="-65" dirty="0">
                <a:latin typeface="Arial"/>
                <a:cs typeface="Arial"/>
              </a:rPr>
              <a:t>: </a:t>
            </a:r>
            <a:r>
              <a:rPr sz="1700" spc="-70" dirty="0">
                <a:latin typeface="Arial"/>
                <a:cs typeface="Arial"/>
              </a:rPr>
              <a:t>state-</a:t>
            </a:r>
            <a:r>
              <a:rPr sz="1700" spc="-30" dirty="0">
                <a:latin typeface="Arial"/>
                <a:cs typeface="Arial"/>
              </a:rPr>
              <a:t>of-</a:t>
            </a:r>
            <a:r>
              <a:rPr sz="1700" spc="-35" dirty="0">
                <a:latin typeface="Arial"/>
                <a:cs typeface="Arial"/>
              </a:rPr>
              <a:t>the-</a:t>
            </a:r>
            <a:r>
              <a:rPr sz="1700" dirty="0">
                <a:latin typeface="Arial"/>
                <a:cs typeface="Arial"/>
              </a:rPr>
              <a:t>art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practices,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formale Methoden,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Prüfung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von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unabhängiger </a:t>
            </a:r>
            <a:r>
              <a:rPr sz="1700" spc="-10" dirty="0">
                <a:latin typeface="Arial"/>
                <a:cs typeface="Arial"/>
              </a:rPr>
              <a:t>Abteilung</a:t>
            </a:r>
            <a:endParaRPr sz="1700" dirty="0">
              <a:latin typeface="Arial"/>
              <a:cs typeface="Arial"/>
            </a:endParaRPr>
          </a:p>
          <a:p>
            <a:pPr>
              <a:spcBef>
                <a:spcPts val="1639"/>
              </a:spcBef>
            </a:pPr>
            <a:endParaRPr sz="1700" dirty="0">
              <a:latin typeface="Arial"/>
              <a:cs typeface="Arial"/>
            </a:endParaRPr>
          </a:p>
          <a:p>
            <a:pPr marL="12700"/>
            <a:r>
              <a:rPr sz="1700" b="1" spc="-225" dirty="0">
                <a:latin typeface="Arial"/>
                <a:cs typeface="Arial"/>
              </a:rPr>
              <a:t>ASIL</a:t>
            </a:r>
            <a:r>
              <a:rPr sz="1700" b="1" spc="-9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sieht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Stufen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A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(=SIL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1)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bis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D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(=SIL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3)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vor.</a:t>
            </a:r>
            <a:endParaRPr sz="17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254235" y="3499358"/>
            <a:ext cx="1043940" cy="1828800"/>
            <a:chOff x="7723885" y="3499358"/>
            <a:chExt cx="1043940" cy="1828800"/>
          </a:xfrm>
        </p:grpSpPr>
        <p:sp>
          <p:nvSpPr>
            <p:cNvPr id="5" name="object 5"/>
            <p:cNvSpPr/>
            <p:nvPr/>
          </p:nvSpPr>
          <p:spPr>
            <a:xfrm>
              <a:off x="7736585" y="3512058"/>
              <a:ext cx="1018540" cy="1803400"/>
            </a:xfrm>
            <a:custGeom>
              <a:avLst/>
              <a:gdLst/>
              <a:ahLst/>
              <a:cxnLst/>
              <a:rect l="l" t="t" r="r" b="b"/>
              <a:pathLst>
                <a:path w="1018540" h="1803400">
                  <a:moveTo>
                    <a:pt x="760222" y="0"/>
                  </a:moveTo>
                  <a:lnTo>
                    <a:pt x="257810" y="0"/>
                  </a:lnTo>
                  <a:lnTo>
                    <a:pt x="257810" y="1097152"/>
                  </a:lnTo>
                  <a:lnTo>
                    <a:pt x="0" y="1097152"/>
                  </a:lnTo>
                  <a:lnTo>
                    <a:pt x="509016" y="1802891"/>
                  </a:lnTo>
                  <a:lnTo>
                    <a:pt x="1018032" y="1097152"/>
                  </a:lnTo>
                  <a:lnTo>
                    <a:pt x="760222" y="1097152"/>
                  </a:lnTo>
                  <a:lnTo>
                    <a:pt x="7602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6585" y="3512058"/>
              <a:ext cx="1018540" cy="1803400"/>
            </a:xfrm>
            <a:custGeom>
              <a:avLst/>
              <a:gdLst/>
              <a:ahLst/>
              <a:cxnLst/>
              <a:rect l="l" t="t" r="r" b="b"/>
              <a:pathLst>
                <a:path w="1018540" h="1803400">
                  <a:moveTo>
                    <a:pt x="0" y="1097152"/>
                  </a:moveTo>
                  <a:lnTo>
                    <a:pt x="257810" y="1097152"/>
                  </a:lnTo>
                  <a:lnTo>
                    <a:pt x="257810" y="0"/>
                  </a:lnTo>
                  <a:lnTo>
                    <a:pt x="760222" y="0"/>
                  </a:lnTo>
                  <a:lnTo>
                    <a:pt x="760222" y="1097152"/>
                  </a:lnTo>
                  <a:lnTo>
                    <a:pt x="1018032" y="1097152"/>
                  </a:lnTo>
                  <a:lnTo>
                    <a:pt x="509016" y="1802891"/>
                  </a:lnTo>
                  <a:lnTo>
                    <a:pt x="0" y="1097152"/>
                  </a:lnTo>
                  <a:close/>
                </a:path>
              </a:pathLst>
            </a:custGeom>
            <a:ln w="253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187928" y="3920220"/>
            <a:ext cx="1176554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600" spc="-95" dirty="0">
                <a:latin typeface="Arial"/>
                <a:cs typeface="Arial"/>
              </a:rPr>
              <a:t>zunehmendes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8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9517150" y="4221398"/>
            <a:ext cx="52070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5"/>
              </a:lnSpc>
            </a:pPr>
            <a:r>
              <a:rPr sz="1600" spc="-110" dirty="0">
                <a:latin typeface="Arial"/>
                <a:cs typeface="Arial"/>
              </a:rPr>
              <a:t>Risi</a:t>
            </a:r>
            <a:r>
              <a:rPr sz="2400" spc="-165" baseline="1736" dirty="0">
                <a:latin typeface="Arial"/>
                <a:cs typeface="Arial"/>
              </a:rPr>
              <a:t>ko</a:t>
            </a:r>
            <a:endParaRPr sz="2400" baseline="1736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2256" y="631371"/>
            <a:ext cx="7739743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215" dirty="0"/>
              <a:t>Vergleich</a:t>
            </a:r>
            <a:r>
              <a:rPr spc="-195" dirty="0"/>
              <a:t> </a:t>
            </a:r>
            <a:r>
              <a:rPr spc="-180" dirty="0"/>
              <a:t>von</a:t>
            </a:r>
            <a:r>
              <a:rPr spc="-195" dirty="0"/>
              <a:t> </a:t>
            </a:r>
            <a:r>
              <a:rPr spc="-505" dirty="0"/>
              <a:t>S</a:t>
            </a:r>
            <a:r>
              <a:rPr lang="de-DE" spc="-505" dirty="0"/>
              <a:t> </a:t>
            </a:r>
            <a:r>
              <a:rPr spc="-505" dirty="0"/>
              <a:t>I</a:t>
            </a:r>
            <a:r>
              <a:rPr lang="de-DE" spc="-505" dirty="0"/>
              <a:t> </a:t>
            </a:r>
            <a:r>
              <a:rPr spc="-505" dirty="0"/>
              <a:t>L</a:t>
            </a:r>
            <a:r>
              <a:rPr spc="-175" dirty="0"/>
              <a:t> </a:t>
            </a:r>
            <a:r>
              <a:rPr spc="-145" dirty="0"/>
              <a:t>und</a:t>
            </a:r>
            <a:r>
              <a:rPr spc="-195" dirty="0"/>
              <a:t> </a:t>
            </a:r>
            <a:r>
              <a:rPr spc="-505" dirty="0"/>
              <a:t>A</a:t>
            </a:r>
            <a:r>
              <a:rPr lang="de-DE" spc="-505" dirty="0"/>
              <a:t> </a:t>
            </a:r>
            <a:r>
              <a:rPr spc="-505" dirty="0"/>
              <a:t>S</a:t>
            </a:r>
            <a:r>
              <a:rPr lang="de-DE" spc="-505" dirty="0"/>
              <a:t> </a:t>
            </a:r>
            <a:r>
              <a:rPr spc="-505" dirty="0"/>
              <a:t>I</a:t>
            </a:r>
            <a:r>
              <a:rPr lang="de-DE" spc="-505" dirty="0"/>
              <a:t> </a:t>
            </a:r>
            <a:r>
              <a:rPr spc="-505" dirty="0"/>
              <a:t>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406" y="1338943"/>
            <a:ext cx="9563594" cy="52154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44284" y="742133"/>
            <a:ext cx="6200802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325" dirty="0"/>
              <a:t>(A)SIL-</a:t>
            </a:r>
            <a:r>
              <a:rPr spc="-140" dirty="0"/>
              <a:t>Dekomposition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44284" y="1810340"/>
            <a:ext cx="10380916" cy="4217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ts val="2625"/>
              </a:lnSpc>
              <a:spcBef>
                <a:spcPts val="105"/>
              </a:spcBef>
            </a:pPr>
            <a:r>
              <a:rPr sz="2300" spc="-114" dirty="0" err="1">
                <a:latin typeface="Arial"/>
                <a:cs typeface="Arial"/>
              </a:rPr>
              <a:t>Geringere</a:t>
            </a:r>
            <a:r>
              <a:rPr sz="2300" spc="-90" dirty="0">
                <a:latin typeface="Arial"/>
                <a:cs typeface="Arial"/>
              </a:rPr>
              <a:t> </a:t>
            </a:r>
            <a:r>
              <a:rPr sz="2300" spc="-290" dirty="0">
                <a:latin typeface="Arial"/>
                <a:cs typeface="Arial"/>
              </a:rPr>
              <a:t>S</a:t>
            </a:r>
            <a:r>
              <a:rPr lang="de-DE" sz="2300" spc="-290" dirty="0">
                <a:latin typeface="Arial"/>
                <a:cs typeface="Arial"/>
              </a:rPr>
              <a:t> </a:t>
            </a:r>
            <a:r>
              <a:rPr sz="2300" spc="-290" dirty="0">
                <a:latin typeface="Arial"/>
                <a:cs typeface="Arial"/>
              </a:rPr>
              <a:t>I</a:t>
            </a:r>
            <a:r>
              <a:rPr lang="de-DE" sz="2300" spc="-290" dirty="0">
                <a:latin typeface="Arial"/>
                <a:cs typeface="Arial"/>
              </a:rPr>
              <a:t> </a:t>
            </a:r>
            <a:r>
              <a:rPr sz="2300" spc="-290" dirty="0">
                <a:latin typeface="Arial"/>
                <a:cs typeface="Arial"/>
              </a:rPr>
              <a:t>L</a:t>
            </a:r>
            <a:r>
              <a:rPr sz="2300" spc="-85" dirty="0">
                <a:latin typeface="Arial"/>
                <a:cs typeface="Arial"/>
              </a:rPr>
              <a:t> </a:t>
            </a:r>
            <a:r>
              <a:rPr sz="2300" spc="-80" dirty="0">
                <a:latin typeface="Arial"/>
                <a:cs typeface="Arial"/>
              </a:rPr>
              <a:t>durch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-155" dirty="0">
                <a:latin typeface="Arial"/>
                <a:cs typeface="Arial"/>
              </a:rPr>
              <a:t>Redundanz</a:t>
            </a:r>
            <a:r>
              <a:rPr sz="2300" spc="-85" dirty="0">
                <a:latin typeface="Arial"/>
                <a:cs typeface="Arial"/>
              </a:rPr>
              <a:t> </a:t>
            </a:r>
            <a:r>
              <a:rPr sz="2300" spc="-75" dirty="0">
                <a:latin typeface="Arial"/>
                <a:cs typeface="Arial"/>
              </a:rPr>
              <a:t>auf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-110" dirty="0">
                <a:latin typeface="Arial"/>
                <a:cs typeface="Arial"/>
              </a:rPr>
              <a:t>ausreichend</a:t>
            </a:r>
            <a:r>
              <a:rPr sz="2300" spc="-85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unabhängigen</a:t>
            </a:r>
            <a:endParaRPr sz="2300" dirty="0">
              <a:latin typeface="Arial"/>
              <a:cs typeface="Arial"/>
            </a:endParaRPr>
          </a:p>
          <a:p>
            <a:pPr marL="279400">
              <a:lnSpc>
                <a:spcPts val="2625"/>
              </a:lnSpc>
            </a:pPr>
            <a:r>
              <a:rPr sz="2300" spc="-10" dirty="0">
                <a:latin typeface="Arial"/>
                <a:cs typeface="Arial"/>
              </a:rPr>
              <a:t>Architekturelementen</a:t>
            </a:r>
            <a:endParaRPr sz="2300" dirty="0">
              <a:latin typeface="Arial"/>
              <a:cs typeface="Arial"/>
            </a:endParaRPr>
          </a:p>
          <a:p>
            <a:pPr>
              <a:spcBef>
                <a:spcPts val="1565"/>
              </a:spcBef>
            </a:pPr>
            <a:endParaRPr sz="2300" dirty="0">
              <a:latin typeface="Arial"/>
              <a:cs typeface="Arial"/>
            </a:endParaRPr>
          </a:p>
          <a:p>
            <a:pPr marL="50800"/>
            <a:r>
              <a:rPr sz="2300" b="1" spc="-165" dirty="0">
                <a:latin typeface="Arial"/>
                <a:cs typeface="Arial"/>
              </a:rPr>
              <a:t>Beispiel</a:t>
            </a:r>
            <a:r>
              <a:rPr sz="2300" spc="-165" dirty="0">
                <a:latin typeface="Arial"/>
                <a:cs typeface="Arial"/>
              </a:rPr>
              <a:t>:</a:t>
            </a:r>
            <a:r>
              <a:rPr sz="2300" spc="-90" dirty="0">
                <a:latin typeface="Arial"/>
                <a:cs typeface="Arial"/>
              </a:rPr>
              <a:t> automatische</a:t>
            </a:r>
            <a:r>
              <a:rPr sz="2300" spc="-40" dirty="0">
                <a:latin typeface="Arial"/>
                <a:cs typeface="Arial"/>
              </a:rPr>
              <a:t> </a:t>
            </a:r>
            <a:r>
              <a:rPr sz="2300" spc="-55" dirty="0">
                <a:latin typeface="Arial"/>
                <a:cs typeface="Arial"/>
              </a:rPr>
              <a:t>Abstandsregelung</a:t>
            </a:r>
            <a:endParaRPr sz="2300" dirty="0">
              <a:latin typeface="Arial"/>
              <a:cs typeface="Arial"/>
            </a:endParaRPr>
          </a:p>
          <a:p>
            <a:pPr marL="278765" indent="-227965">
              <a:spcBef>
                <a:spcPts val="765"/>
              </a:spcBef>
              <a:buClr>
                <a:srgbClr val="2D75B6"/>
              </a:buClr>
              <a:buSzPct val="109523"/>
              <a:buFont typeface="Wingdings"/>
              <a:buChar char=""/>
              <a:tabLst>
                <a:tab pos="278765" algn="l"/>
              </a:tabLst>
            </a:pPr>
            <a:r>
              <a:rPr sz="2100" spc="-105" dirty="0">
                <a:latin typeface="Arial"/>
                <a:cs typeface="Arial"/>
              </a:rPr>
              <a:t>selbständige</a:t>
            </a:r>
            <a:r>
              <a:rPr sz="2100" spc="-100" dirty="0">
                <a:latin typeface="Arial"/>
                <a:cs typeface="Arial"/>
              </a:rPr>
              <a:t> </a:t>
            </a:r>
            <a:r>
              <a:rPr sz="2100" spc="-114" dirty="0">
                <a:latin typeface="Arial"/>
                <a:cs typeface="Arial"/>
              </a:rPr>
              <a:t>Bremsregelung</a:t>
            </a:r>
            <a:r>
              <a:rPr sz="2100" spc="-100" dirty="0">
                <a:latin typeface="Arial"/>
                <a:cs typeface="Arial"/>
              </a:rPr>
              <a:t> </a:t>
            </a:r>
            <a:r>
              <a:rPr sz="2100" spc="-120" dirty="0">
                <a:latin typeface="Arial"/>
                <a:cs typeface="Arial"/>
              </a:rPr>
              <a:t>zwischen</a:t>
            </a:r>
            <a:r>
              <a:rPr sz="2100" spc="-95" dirty="0">
                <a:latin typeface="Arial"/>
                <a:cs typeface="Arial"/>
              </a:rPr>
              <a:t> </a:t>
            </a:r>
            <a:r>
              <a:rPr sz="2100" spc="-90" dirty="0">
                <a:latin typeface="Arial"/>
                <a:cs typeface="Arial"/>
              </a:rPr>
              <a:t>0-</a:t>
            </a:r>
            <a:r>
              <a:rPr sz="2100" spc="-50" dirty="0">
                <a:latin typeface="Arial"/>
                <a:cs typeface="Arial"/>
              </a:rPr>
              <a:t>3m/s</a:t>
            </a:r>
            <a:r>
              <a:rPr sz="2100" spc="-75" baseline="25793" dirty="0">
                <a:latin typeface="Arial"/>
                <a:cs typeface="Arial"/>
              </a:rPr>
              <a:t>2</a:t>
            </a:r>
            <a:r>
              <a:rPr sz="2100" spc="89" baseline="25793" dirty="0">
                <a:latin typeface="Arial"/>
                <a:cs typeface="Arial"/>
              </a:rPr>
              <a:t> </a:t>
            </a:r>
            <a:r>
              <a:rPr sz="2100" spc="-210" dirty="0">
                <a:latin typeface="Arial"/>
                <a:cs typeface="Arial"/>
              </a:rPr>
              <a:t>(ASIL</a:t>
            </a:r>
            <a:r>
              <a:rPr sz="2100" spc="-95" dirty="0">
                <a:latin typeface="Arial"/>
                <a:cs typeface="Arial"/>
              </a:rPr>
              <a:t> </a:t>
            </a:r>
            <a:r>
              <a:rPr sz="2100" spc="-25" dirty="0">
                <a:latin typeface="Arial"/>
                <a:cs typeface="Arial"/>
              </a:rPr>
              <a:t>C)</a:t>
            </a:r>
            <a:endParaRPr sz="2100" dirty="0">
              <a:latin typeface="Arial"/>
              <a:cs typeface="Arial"/>
            </a:endParaRPr>
          </a:p>
          <a:p>
            <a:pPr marL="279400" marR="511175" indent="-228600">
              <a:lnSpc>
                <a:spcPts val="2270"/>
              </a:lnSpc>
              <a:spcBef>
                <a:spcPts val="1030"/>
              </a:spcBef>
              <a:buClr>
                <a:srgbClr val="2D75B6"/>
              </a:buClr>
              <a:buSzPct val="109523"/>
              <a:buFont typeface="Wingdings"/>
              <a:buChar char=""/>
              <a:tabLst>
                <a:tab pos="279400" algn="l"/>
              </a:tabLst>
            </a:pPr>
            <a:r>
              <a:rPr sz="2100" spc="-90" dirty="0">
                <a:latin typeface="Arial"/>
                <a:cs typeface="Arial"/>
              </a:rPr>
              <a:t>Sicherheitsanforderung</a:t>
            </a:r>
            <a:r>
              <a:rPr sz="2100" spc="-110" dirty="0">
                <a:latin typeface="Arial"/>
                <a:cs typeface="Arial"/>
              </a:rPr>
              <a:t> </a:t>
            </a:r>
            <a:r>
              <a:rPr sz="2100" spc="-165" dirty="0">
                <a:latin typeface="Arial"/>
                <a:cs typeface="Arial"/>
              </a:rPr>
              <a:t>(SA):</a:t>
            </a:r>
            <a:r>
              <a:rPr sz="2100" spc="-110" dirty="0">
                <a:latin typeface="Arial"/>
                <a:cs typeface="Arial"/>
              </a:rPr>
              <a:t> </a:t>
            </a:r>
            <a:r>
              <a:rPr sz="2100" spc="-90" dirty="0">
                <a:latin typeface="Arial"/>
                <a:cs typeface="Arial"/>
              </a:rPr>
              <a:t>keine</a:t>
            </a:r>
            <a:r>
              <a:rPr sz="2100" spc="-110" dirty="0">
                <a:latin typeface="Arial"/>
                <a:cs typeface="Arial"/>
              </a:rPr>
              <a:t> </a:t>
            </a:r>
            <a:r>
              <a:rPr sz="2100" spc="-130" dirty="0">
                <a:latin typeface="Arial"/>
                <a:cs typeface="Arial"/>
              </a:rPr>
              <a:t>Bremsung</a:t>
            </a:r>
            <a:r>
              <a:rPr sz="2100" spc="-125" dirty="0">
                <a:latin typeface="Arial"/>
                <a:cs typeface="Arial"/>
              </a:rPr>
              <a:t> </a:t>
            </a:r>
            <a:r>
              <a:rPr sz="2100" spc="-190" dirty="0">
                <a:latin typeface="Arial"/>
                <a:cs typeface="Arial"/>
              </a:rPr>
              <a:t>&gt;</a:t>
            </a:r>
            <a:r>
              <a:rPr sz="2100" spc="-110" dirty="0">
                <a:latin typeface="Arial"/>
                <a:cs typeface="Arial"/>
              </a:rPr>
              <a:t> 3</a:t>
            </a:r>
            <a:r>
              <a:rPr sz="2100" spc="-114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m/s</a:t>
            </a:r>
            <a:r>
              <a:rPr sz="2100" spc="-15" baseline="25793" dirty="0">
                <a:latin typeface="Arial"/>
                <a:cs typeface="Arial"/>
              </a:rPr>
              <a:t>2</a:t>
            </a:r>
            <a:r>
              <a:rPr sz="2100" spc="60" baseline="25793" dirty="0">
                <a:latin typeface="Arial"/>
                <a:cs typeface="Arial"/>
              </a:rPr>
              <a:t> </a:t>
            </a:r>
            <a:r>
              <a:rPr sz="2100" spc="-30" dirty="0">
                <a:latin typeface="Arial"/>
                <a:cs typeface="Arial"/>
              </a:rPr>
              <a:t>anfordern </a:t>
            </a:r>
            <a:r>
              <a:rPr sz="2100" spc="-215" dirty="0">
                <a:latin typeface="Arial"/>
                <a:cs typeface="Arial"/>
              </a:rPr>
              <a:t>(ASIL</a:t>
            </a:r>
            <a:r>
              <a:rPr sz="2100" spc="-110" dirty="0">
                <a:latin typeface="Arial"/>
                <a:cs typeface="Arial"/>
              </a:rPr>
              <a:t> </a:t>
            </a:r>
            <a:r>
              <a:rPr sz="2100" spc="-25" dirty="0">
                <a:latin typeface="Arial"/>
                <a:cs typeface="Arial"/>
              </a:rPr>
              <a:t>C)</a:t>
            </a:r>
            <a:endParaRPr sz="2100" dirty="0">
              <a:latin typeface="Arial"/>
              <a:cs typeface="Arial"/>
            </a:endParaRPr>
          </a:p>
          <a:p>
            <a:pPr marL="278765" indent="-227965">
              <a:spcBef>
                <a:spcPts val="710"/>
              </a:spcBef>
              <a:buClr>
                <a:srgbClr val="2D75B6"/>
              </a:buClr>
              <a:buSzPct val="109523"/>
              <a:buFont typeface="Wingdings"/>
              <a:buChar char=""/>
              <a:tabLst>
                <a:tab pos="278765" algn="l"/>
              </a:tabLst>
            </a:pPr>
            <a:r>
              <a:rPr sz="2100" spc="-30" dirty="0">
                <a:latin typeface="Arial"/>
                <a:cs typeface="Arial"/>
              </a:rPr>
              <a:t>Umsetzungen:</a:t>
            </a:r>
            <a:endParaRPr sz="2100" dirty="0">
              <a:latin typeface="Arial"/>
              <a:cs typeface="Arial"/>
            </a:endParaRPr>
          </a:p>
          <a:p>
            <a:pPr marL="735965" lvl="1" indent="-227965">
              <a:lnSpc>
                <a:spcPts val="2395"/>
              </a:lnSpc>
              <a:spcBef>
                <a:spcPts val="250"/>
              </a:spcBef>
              <a:buClr>
                <a:srgbClr val="2D75B6"/>
              </a:buClr>
              <a:buSzPct val="109523"/>
              <a:buFont typeface="Wingdings"/>
              <a:buChar char=""/>
              <a:tabLst>
                <a:tab pos="735965" algn="l"/>
              </a:tabLst>
            </a:pPr>
            <a:r>
              <a:rPr sz="2100" spc="-195" dirty="0">
                <a:latin typeface="Arial"/>
                <a:cs typeface="Arial"/>
              </a:rPr>
              <a:t>SA1:</a:t>
            </a:r>
            <a:r>
              <a:rPr sz="2100" spc="-120" dirty="0">
                <a:latin typeface="Arial"/>
                <a:cs typeface="Arial"/>
              </a:rPr>
              <a:t> </a:t>
            </a:r>
            <a:r>
              <a:rPr sz="2100" spc="-90" dirty="0">
                <a:latin typeface="Arial"/>
                <a:cs typeface="Arial"/>
              </a:rPr>
              <a:t>Abstandregler</a:t>
            </a:r>
            <a:r>
              <a:rPr sz="2100" spc="-120" dirty="0">
                <a:latin typeface="Arial"/>
                <a:cs typeface="Arial"/>
              </a:rPr>
              <a:t> </a:t>
            </a:r>
            <a:r>
              <a:rPr sz="2100" spc="-40" dirty="0">
                <a:latin typeface="Arial"/>
                <a:cs typeface="Arial"/>
              </a:rPr>
              <a:t>darf</a:t>
            </a:r>
            <a:r>
              <a:rPr sz="2100" spc="-125" dirty="0">
                <a:latin typeface="Arial"/>
                <a:cs typeface="Arial"/>
              </a:rPr>
              <a:t> </a:t>
            </a:r>
            <a:r>
              <a:rPr sz="2100" spc="-100" dirty="0">
                <a:latin typeface="Arial"/>
                <a:cs typeface="Arial"/>
              </a:rPr>
              <a:t>keine</a:t>
            </a:r>
            <a:r>
              <a:rPr sz="2100" spc="-110" dirty="0">
                <a:latin typeface="Arial"/>
                <a:cs typeface="Arial"/>
              </a:rPr>
              <a:t> </a:t>
            </a:r>
            <a:r>
              <a:rPr sz="2100" spc="-135" dirty="0">
                <a:latin typeface="Arial"/>
                <a:cs typeface="Arial"/>
              </a:rPr>
              <a:t>Bremsung</a:t>
            </a:r>
            <a:r>
              <a:rPr sz="2100" spc="-125" dirty="0">
                <a:latin typeface="Arial"/>
                <a:cs typeface="Arial"/>
              </a:rPr>
              <a:t> </a:t>
            </a:r>
            <a:r>
              <a:rPr sz="2100" spc="-190" dirty="0">
                <a:latin typeface="Arial"/>
                <a:cs typeface="Arial"/>
              </a:rPr>
              <a:t>&gt;</a:t>
            </a:r>
            <a:r>
              <a:rPr sz="2100" spc="-110" dirty="0">
                <a:latin typeface="Arial"/>
                <a:cs typeface="Arial"/>
              </a:rPr>
              <a:t> 3 </a:t>
            </a:r>
            <a:r>
              <a:rPr sz="2100" dirty="0">
                <a:latin typeface="Arial"/>
                <a:cs typeface="Arial"/>
              </a:rPr>
              <a:t>m/s</a:t>
            </a:r>
            <a:r>
              <a:rPr sz="2100" baseline="25793" dirty="0">
                <a:latin typeface="Arial"/>
                <a:cs typeface="Arial"/>
              </a:rPr>
              <a:t>2</a:t>
            </a:r>
            <a:r>
              <a:rPr sz="2100" spc="502" baseline="25793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anfordern</a:t>
            </a:r>
            <a:endParaRPr sz="2100" dirty="0">
              <a:latin typeface="Arial"/>
              <a:cs typeface="Arial"/>
            </a:endParaRPr>
          </a:p>
          <a:p>
            <a:pPr marL="735965">
              <a:lnSpc>
                <a:spcPts val="2395"/>
              </a:lnSpc>
            </a:pPr>
            <a:r>
              <a:rPr sz="2100" spc="-215" dirty="0">
                <a:latin typeface="Arial"/>
                <a:cs typeface="Arial"/>
              </a:rPr>
              <a:t>(ASIL</a:t>
            </a:r>
            <a:r>
              <a:rPr sz="2100" spc="-110" dirty="0">
                <a:latin typeface="Arial"/>
                <a:cs typeface="Arial"/>
              </a:rPr>
              <a:t> </a:t>
            </a:r>
            <a:r>
              <a:rPr sz="2100" spc="-25" dirty="0">
                <a:latin typeface="Arial"/>
                <a:cs typeface="Arial"/>
              </a:rPr>
              <a:t>C)</a:t>
            </a:r>
            <a:endParaRPr sz="2100" dirty="0">
              <a:latin typeface="Arial"/>
              <a:cs typeface="Arial"/>
            </a:endParaRPr>
          </a:p>
          <a:p>
            <a:pPr marL="735965" marR="206375" lvl="1" indent="-228600">
              <a:lnSpc>
                <a:spcPts val="2270"/>
              </a:lnSpc>
              <a:spcBef>
                <a:spcPts val="535"/>
              </a:spcBef>
              <a:buClr>
                <a:srgbClr val="2D75B6"/>
              </a:buClr>
              <a:buSzPct val="109523"/>
              <a:buFont typeface="Wingdings"/>
              <a:buChar char=""/>
              <a:tabLst>
                <a:tab pos="735965" algn="l"/>
              </a:tabLst>
            </a:pPr>
            <a:r>
              <a:rPr sz="2100" spc="-204" dirty="0">
                <a:latin typeface="Arial"/>
                <a:cs typeface="Arial"/>
              </a:rPr>
              <a:t>SA2:</a:t>
            </a:r>
            <a:r>
              <a:rPr sz="2100" spc="-110" dirty="0">
                <a:latin typeface="Arial"/>
                <a:cs typeface="Arial"/>
              </a:rPr>
              <a:t> Bremssteuerung </a:t>
            </a:r>
            <a:r>
              <a:rPr sz="2100" spc="-45" dirty="0">
                <a:latin typeface="Arial"/>
                <a:cs typeface="Arial"/>
              </a:rPr>
              <a:t>darf</a:t>
            </a:r>
            <a:r>
              <a:rPr sz="2100" spc="-135" dirty="0">
                <a:latin typeface="Arial"/>
                <a:cs typeface="Arial"/>
              </a:rPr>
              <a:t> </a:t>
            </a:r>
            <a:r>
              <a:rPr sz="2100" spc="-100" dirty="0">
                <a:latin typeface="Arial"/>
                <a:cs typeface="Arial"/>
              </a:rPr>
              <a:t>keine</a:t>
            </a:r>
            <a:r>
              <a:rPr sz="2100" spc="-110" dirty="0">
                <a:latin typeface="Arial"/>
                <a:cs typeface="Arial"/>
              </a:rPr>
              <a:t> </a:t>
            </a:r>
            <a:r>
              <a:rPr sz="2100" spc="-130" dirty="0">
                <a:latin typeface="Arial"/>
                <a:cs typeface="Arial"/>
              </a:rPr>
              <a:t>Bremsung</a:t>
            </a:r>
            <a:r>
              <a:rPr sz="2100" spc="-114" dirty="0">
                <a:latin typeface="Arial"/>
                <a:cs typeface="Arial"/>
              </a:rPr>
              <a:t> </a:t>
            </a:r>
            <a:r>
              <a:rPr sz="2100" spc="-190" dirty="0">
                <a:latin typeface="Arial"/>
                <a:cs typeface="Arial"/>
              </a:rPr>
              <a:t>&gt;</a:t>
            </a:r>
            <a:r>
              <a:rPr sz="2100" spc="-105" dirty="0">
                <a:latin typeface="Arial"/>
                <a:cs typeface="Arial"/>
              </a:rPr>
              <a:t> </a:t>
            </a:r>
            <a:r>
              <a:rPr sz="2100" spc="-110" dirty="0">
                <a:latin typeface="Arial"/>
                <a:cs typeface="Arial"/>
              </a:rPr>
              <a:t>3</a:t>
            </a:r>
            <a:r>
              <a:rPr sz="2100" spc="-12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m/s</a:t>
            </a:r>
            <a:r>
              <a:rPr sz="2100" baseline="25793" dirty="0">
                <a:latin typeface="Arial"/>
                <a:cs typeface="Arial"/>
              </a:rPr>
              <a:t>2</a:t>
            </a:r>
            <a:r>
              <a:rPr sz="2100" spc="577" baseline="25793" dirty="0">
                <a:latin typeface="Arial"/>
                <a:cs typeface="Arial"/>
              </a:rPr>
              <a:t> </a:t>
            </a:r>
            <a:r>
              <a:rPr sz="2100" spc="-65" dirty="0">
                <a:latin typeface="Arial"/>
                <a:cs typeface="Arial"/>
              </a:rPr>
              <a:t>annehmen </a:t>
            </a:r>
            <a:r>
              <a:rPr sz="2100" spc="-215" dirty="0">
                <a:latin typeface="Arial"/>
                <a:cs typeface="Arial"/>
              </a:rPr>
              <a:t>(ASIL</a:t>
            </a:r>
            <a:r>
              <a:rPr sz="2100" spc="-110" dirty="0">
                <a:latin typeface="Arial"/>
                <a:cs typeface="Arial"/>
              </a:rPr>
              <a:t> </a:t>
            </a:r>
            <a:r>
              <a:rPr sz="2100" spc="-25" dirty="0">
                <a:latin typeface="Arial"/>
                <a:cs typeface="Arial"/>
              </a:rPr>
              <a:t>C)</a:t>
            </a:r>
            <a:endParaRPr sz="2100" dirty="0">
              <a:latin typeface="Arial"/>
              <a:cs typeface="Arial"/>
            </a:endParaRPr>
          </a:p>
          <a:p>
            <a:pPr marL="735965" lvl="1" indent="-227965">
              <a:spcBef>
                <a:spcPts val="229"/>
              </a:spcBef>
              <a:buClr>
                <a:srgbClr val="2D75B6"/>
              </a:buClr>
              <a:buSzPct val="109523"/>
              <a:buFont typeface="Wingdings"/>
              <a:buChar char=""/>
              <a:tabLst>
                <a:tab pos="735965" algn="l"/>
              </a:tabLst>
            </a:pPr>
            <a:r>
              <a:rPr sz="2100" spc="-125" dirty="0">
                <a:latin typeface="Arial"/>
                <a:cs typeface="Arial"/>
              </a:rPr>
              <a:t>Umsetzung</a:t>
            </a:r>
            <a:r>
              <a:rPr sz="2100" spc="-114" dirty="0">
                <a:latin typeface="Arial"/>
                <a:cs typeface="Arial"/>
              </a:rPr>
              <a:t> </a:t>
            </a:r>
            <a:r>
              <a:rPr sz="2100" spc="-60" dirty="0">
                <a:latin typeface="Arial"/>
                <a:cs typeface="Arial"/>
              </a:rPr>
              <a:t>beider</a:t>
            </a:r>
            <a:r>
              <a:rPr sz="2100" spc="-100" dirty="0">
                <a:latin typeface="Arial"/>
                <a:cs typeface="Arial"/>
              </a:rPr>
              <a:t> </a:t>
            </a:r>
            <a:r>
              <a:rPr sz="2100" dirty="0">
                <a:latin typeface="STIX Two Math"/>
                <a:cs typeface="STIX Two Math"/>
              </a:rPr>
              <a:t>⇒</a:t>
            </a:r>
            <a:r>
              <a:rPr sz="2100" spc="-10" dirty="0">
                <a:latin typeface="STIX Two Math"/>
                <a:cs typeface="STIX Two Math"/>
              </a:rPr>
              <a:t> </a:t>
            </a:r>
            <a:r>
              <a:rPr sz="2100" spc="-260" dirty="0">
                <a:latin typeface="Arial"/>
                <a:cs typeface="Arial"/>
              </a:rPr>
              <a:t>SA1</a:t>
            </a:r>
            <a:r>
              <a:rPr sz="2100" spc="-105" dirty="0">
                <a:latin typeface="Arial"/>
                <a:cs typeface="Arial"/>
              </a:rPr>
              <a:t> </a:t>
            </a:r>
            <a:r>
              <a:rPr sz="2100" spc="-55" dirty="0">
                <a:latin typeface="Arial"/>
                <a:cs typeface="Arial"/>
              </a:rPr>
              <a:t>reduziert</a:t>
            </a:r>
            <a:r>
              <a:rPr sz="2100" spc="-110" dirty="0">
                <a:latin typeface="Arial"/>
                <a:cs typeface="Arial"/>
              </a:rPr>
              <a:t> </a:t>
            </a:r>
            <a:r>
              <a:rPr sz="2100" spc="-65" dirty="0">
                <a:latin typeface="Arial"/>
                <a:cs typeface="Arial"/>
              </a:rPr>
              <a:t>auf</a:t>
            </a:r>
            <a:r>
              <a:rPr sz="2100" spc="-120" dirty="0">
                <a:latin typeface="Arial"/>
                <a:cs typeface="Arial"/>
              </a:rPr>
              <a:t> </a:t>
            </a:r>
            <a:r>
              <a:rPr sz="2100" spc="-254" dirty="0">
                <a:latin typeface="Arial"/>
                <a:cs typeface="Arial"/>
              </a:rPr>
              <a:t>ASIL</a:t>
            </a:r>
            <a:r>
              <a:rPr sz="2100" spc="-95" dirty="0">
                <a:latin typeface="Arial"/>
                <a:cs typeface="Arial"/>
              </a:rPr>
              <a:t> </a:t>
            </a:r>
            <a:r>
              <a:rPr sz="2100" spc="-204" dirty="0">
                <a:latin typeface="Arial"/>
                <a:cs typeface="Arial"/>
              </a:rPr>
              <a:t>A</a:t>
            </a:r>
            <a:r>
              <a:rPr sz="2100" spc="-114" dirty="0">
                <a:latin typeface="Arial"/>
                <a:cs typeface="Arial"/>
              </a:rPr>
              <a:t> </a:t>
            </a:r>
            <a:r>
              <a:rPr sz="2100" spc="-75" dirty="0">
                <a:latin typeface="Arial"/>
                <a:cs typeface="Arial"/>
              </a:rPr>
              <a:t>und</a:t>
            </a:r>
            <a:r>
              <a:rPr sz="2100" spc="-114" dirty="0">
                <a:latin typeface="Arial"/>
                <a:cs typeface="Arial"/>
              </a:rPr>
              <a:t> </a:t>
            </a:r>
            <a:r>
              <a:rPr sz="2100" spc="-260" dirty="0">
                <a:latin typeface="Arial"/>
                <a:cs typeface="Arial"/>
              </a:rPr>
              <a:t>SA2</a:t>
            </a:r>
            <a:r>
              <a:rPr sz="2100" spc="-105" dirty="0">
                <a:latin typeface="Arial"/>
                <a:cs typeface="Arial"/>
              </a:rPr>
              <a:t> </a:t>
            </a:r>
            <a:r>
              <a:rPr sz="2100" spc="-65" dirty="0">
                <a:latin typeface="Arial"/>
                <a:cs typeface="Arial"/>
              </a:rPr>
              <a:t>auf</a:t>
            </a:r>
            <a:r>
              <a:rPr sz="2100" spc="-120" dirty="0">
                <a:latin typeface="Arial"/>
                <a:cs typeface="Arial"/>
              </a:rPr>
              <a:t> </a:t>
            </a:r>
            <a:r>
              <a:rPr sz="2100" spc="-254" dirty="0">
                <a:latin typeface="Arial"/>
                <a:cs typeface="Arial"/>
              </a:rPr>
              <a:t>ASIL</a:t>
            </a:r>
            <a:r>
              <a:rPr sz="2100" spc="-100" dirty="0">
                <a:latin typeface="Arial"/>
                <a:cs typeface="Arial"/>
              </a:rPr>
              <a:t> </a:t>
            </a:r>
            <a:r>
              <a:rPr sz="2100" spc="-320" dirty="0">
                <a:latin typeface="Arial"/>
                <a:cs typeface="Arial"/>
              </a:rPr>
              <a:t>B</a:t>
            </a:r>
            <a:endParaRPr sz="2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5920" y="581623"/>
            <a:ext cx="299466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395" dirty="0"/>
              <a:t>ASIL:</a:t>
            </a:r>
            <a:r>
              <a:rPr spc="-180" dirty="0"/>
              <a:t> </a:t>
            </a:r>
            <a:r>
              <a:rPr spc="-175" dirty="0"/>
              <a:t>Beispiele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15919" y="2261552"/>
            <a:ext cx="12000623" cy="2346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0"/>
              </a:lnSpc>
              <a:spcBef>
                <a:spcPts val="100"/>
              </a:spcBef>
            </a:pPr>
            <a:r>
              <a:rPr sz="2400" b="1" spc="-180" dirty="0">
                <a:solidFill>
                  <a:srgbClr val="EC7C30"/>
                </a:solidFill>
                <a:latin typeface="Arial"/>
                <a:cs typeface="Arial"/>
              </a:rPr>
              <a:t>Welche</a:t>
            </a:r>
            <a:r>
              <a:rPr sz="2400" b="1" spc="-114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400" b="1" spc="-270" dirty="0">
                <a:solidFill>
                  <a:srgbClr val="EC7C30"/>
                </a:solidFill>
                <a:latin typeface="Arial"/>
                <a:cs typeface="Arial"/>
              </a:rPr>
              <a:t>ASIL-</a:t>
            </a:r>
            <a:r>
              <a:rPr sz="2400" b="1" spc="-215" dirty="0">
                <a:solidFill>
                  <a:srgbClr val="EC7C30"/>
                </a:solidFill>
                <a:latin typeface="Arial"/>
                <a:cs typeface="Arial"/>
              </a:rPr>
              <a:t>Level</a:t>
            </a:r>
            <a:r>
              <a:rPr sz="2400" b="1" spc="-12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400" b="1" spc="-190" dirty="0">
                <a:solidFill>
                  <a:srgbClr val="EC7C30"/>
                </a:solidFill>
                <a:latin typeface="Arial"/>
                <a:cs typeface="Arial"/>
              </a:rPr>
              <a:t>und</a:t>
            </a:r>
            <a:r>
              <a:rPr sz="2400" b="1" spc="-11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400" b="1" spc="-170" dirty="0">
                <a:solidFill>
                  <a:srgbClr val="EC7C30"/>
                </a:solidFill>
                <a:latin typeface="Arial"/>
                <a:cs typeface="Arial"/>
              </a:rPr>
              <a:t>Gefahren</a:t>
            </a:r>
            <a:r>
              <a:rPr sz="2400" b="1" spc="-114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400" b="1" spc="-145" dirty="0">
                <a:solidFill>
                  <a:srgbClr val="EC7C30"/>
                </a:solidFill>
                <a:latin typeface="Arial"/>
                <a:cs typeface="Arial"/>
              </a:rPr>
              <a:t>vermuten</a:t>
            </a:r>
            <a:r>
              <a:rPr sz="2400" b="1" spc="-9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400" b="1" spc="-240" dirty="0">
                <a:solidFill>
                  <a:srgbClr val="EC7C30"/>
                </a:solidFill>
                <a:latin typeface="Arial"/>
                <a:cs typeface="Arial"/>
              </a:rPr>
              <a:t>Sie</a:t>
            </a:r>
            <a:r>
              <a:rPr sz="2400" b="1" spc="-12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400" b="1" spc="-135" dirty="0">
                <a:solidFill>
                  <a:srgbClr val="EC7C30"/>
                </a:solidFill>
                <a:latin typeface="Arial"/>
                <a:cs typeface="Arial"/>
              </a:rPr>
              <a:t>bei</a:t>
            </a:r>
            <a:r>
              <a:rPr sz="2400" b="1" spc="-11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2400" b="1" spc="-125" dirty="0">
                <a:solidFill>
                  <a:srgbClr val="EC7C30"/>
                </a:solidFill>
                <a:latin typeface="Arial"/>
                <a:cs typeface="Arial"/>
              </a:rPr>
              <a:t>folgenden</a:t>
            </a:r>
            <a:endParaRPr sz="2400" dirty="0">
              <a:latin typeface="Arial"/>
              <a:cs typeface="Arial"/>
            </a:endParaRPr>
          </a:p>
          <a:p>
            <a:pPr marL="241300">
              <a:lnSpc>
                <a:spcPts val="2740"/>
              </a:lnSpc>
            </a:pPr>
            <a:r>
              <a:rPr sz="2400" b="1" spc="-135" dirty="0">
                <a:solidFill>
                  <a:srgbClr val="EC7C30"/>
                </a:solidFill>
                <a:latin typeface="Arial"/>
                <a:cs typeface="Arial"/>
              </a:rPr>
              <a:t>Systemen?</a:t>
            </a:r>
            <a:endParaRPr sz="2400" dirty="0">
              <a:latin typeface="Arial"/>
              <a:cs typeface="Arial"/>
            </a:endParaRPr>
          </a:p>
          <a:p>
            <a:pPr marL="240665" indent="-227965">
              <a:spcBef>
                <a:spcPts val="78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spc="-10" dirty="0">
                <a:latin typeface="Arial"/>
                <a:cs typeface="Arial"/>
              </a:rPr>
              <a:t>Fensterheber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spcBef>
                <a:spcPts val="77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spc="-10" dirty="0">
                <a:latin typeface="Arial"/>
                <a:cs typeface="Arial"/>
              </a:rPr>
              <a:t>Außenlicht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spcBef>
                <a:spcPts val="75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spc="-370" dirty="0">
                <a:latin typeface="Arial"/>
                <a:cs typeface="Arial"/>
              </a:rPr>
              <a:t>ESP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(Elektronisches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Stabilitätsprogramm)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spcBef>
                <a:spcPts val="75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spc="-95" dirty="0">
                <a:latin typeface="Arial"/>
                <a:cs typeface="Arial"/>
              </a:rPr>
              <a:t>Elektronische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Lenkradverriegelung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66293" y="701367"/>
            <a:ext cx="299466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395" dirty="0"/>
              <a:t>ASIL:</a:t>
            </a:r>
            <a:r>
              <a:rPr spc="-180" dirty="0"/>
              <a:t> </a:t>
            </a:r>
            <a:r>
              <a:rPr spc="-175" dirty="0"/>
              <a:t>Beispiele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66293" y="1763486"/>
            <a:ext cx="10367764" cy="47908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spcBef>
                <a:spcPts val="10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sz="2400" b="1" spc="-170" dirty="0">
                <a:latin typeface="Arial"/>
                <a:cs typeface="Arial"/>
              </a:rPr>
              <a:t>Fensterheber</a:t>
            </a:r>
            <a:r>
              <a:rPr sz="2400" spc="-170" dirty="0">
                <a:latin typeface="Arial"/>
                <a:cs typeface="Arial"/>
              </a:rPr>
              <a:t>: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280" dirty="0">
                <a:latin typeface="Arial"/>
                <a:cs typeface="Arial"/>
              </a:rPr>
              <a:t>ASIL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</a:t>
            </a:r>
            <a:endParaRPr sz="2400" dirty="0">
              <a:latin typeface="Arial"/>
              <a:cs typeface="Arial"/>
            </a:endParaRPr>
          </a:p>
          <a:p>
            <a:pPr marL="697865" lvl="1" indent="-227965">
              <a:spcBef>
                <a:spcPts val="22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697865" algn="l"/>
              </a:tabLst>
            </a:pPr>
            <a:r>
              <a:rPr sz="2400" spc="-114" dirty="0">
                <a:latin typeface="Arial"/>
                <a:cs typeface="Arial"/>
              </a:rPr>
              <a:t>Gefahr: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Einklemmen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von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Fingern</a:t>
            </a:r>
            <a:endParaRPr sz="2400" dirty="0">
              <a:latin typeface="Arial"/>
              <a:cs typeface="Arial"/>
            </a:endParaRPr>
          </a:p>
          <a:p>
            <a:pPr lvl="1">
              <a:spcBef>
                <a:spcPts val="1545"/>
              </a:spcBef>
              <a:buClr>
                <a:srgbClr val="2D75B6"/>
              </a:buClr>
              <a:buFont typeface="Wingdings"/>
              <a:buChar char=""/>
            </a:pPr>
            <a:endParaRPr sz="2400" dirty="0">
              <a:latin typeface="Arial"/>
              <a:cs typeface="Arial"/>
            </a:endParaRPr>
          </a:p>
          <a:p>
            <a:pPr marL="240665" indent="-227965">
              <a:spcBef>
                <a:spcPts val="5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sz="2400" b="1" spc="-150" dirty="0">
                <a:latin typeface="Arial"/>
                <a:cs typeface="Arial"/>
              </a:rPr>
              <a:t>Außenlicht</a:t>
            </a:r>
            <a:r>
              <a:rPr sz="2400" spc="-150" dirty="0">
                <a:latin typeface="Arial"/>
                <a:cs typeface="Arial"/>
              </a:rPr>
              <a:t>: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290" dirty="0">
                <a:latin typeface="Arial"/>
                <a:cs typeface="Arial"/>
              </a:rPr>
              <a:t>ASIL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355" dirty="0">
                <a:latin typeface="Arial"/>
                <a:cs typeface="Arial"/>
              </a:rPr>
              <a:t>B</a:t>
            </a:r>
            <a:endParaRPr sz="2400" dirty="0">
              <a:latin typeface="Arial"/>
              <a:cs typeface="Arial"/>
            </a:endParaRPr>
          </a:p>
          <a:p>
            <a:pPr marL="697865" lvl="1" indent="-227965">
              <a:spcBef>
                <a:spcPts val="20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697865" algn="l"/>
              </a:tabLst>
            </a:pPr>
            <a:r>
              <a:rPr sz="2400" spc="-114" dirty="0">
                <a:latin typeface="Arial"/>
                <a:cs typeface="Arial"/>
              </a:rPr>
              <a:t>Gefahr: Ausfall </a:t>
            </a:r>
            <a:r>
              <a:rPr sz="2400" spc="-75" dirty="0">
                <a:latin typeface="Arial"/>
                <a:cs typeface="Arial"/>
              </a:rPr>
              <a:t>bei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Nachtfahrt</a:t>
            </a:r>
            <a:endParaRPr sz="2400" dirty="0">
              <a:latin typeface="Arial"/>
              <a:cs typeface="Arial"/>
            </a:endParaRPr>
          </a:p>
          <a:p>
            <a:pPr lvl="1">
              <a:spcBef>
                <a:spcPts val="1550"/>
              </a:spcBef>
              <a:buClr>
                <a:srgbClr val="2D75B6"/>
              </a:buClr>
              <a:buFont typeface="Wingdings"/>
              <a:buChar char=""/>
            </a:pPr>
            <a:endParaRPr sz="2400" dirty="0">
              <a:latin typeface="Arial"/>
              <a:cs typeface="Arial"/>
            </a:endParaRPr>
          </a:p>
          <a:p>
            <a:pPr marL="240665" indent="-227965"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sz="2400" b="1" spc="-325" dirty="0">
                <a:latin typeface="Arial"/>
                <a:cs typeface="Arial"/>
              </a:rPr>
              <a:t>ESP</a:t>
            </a:r>
            <a:r>
              <a:rPr sz="2400" spc="-325" dirty="0">
                <a:latin typeface="Arial"/>
                <a:cs typeface="Arial"/>
              </a:rPr>
              <a:t>: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290" dirty="0">
                <a:latin typeface="Arial"/>
                <a:cs typeface="Arial"/>
              </a:rPr>
              <a:t>ASIL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520" dirty="0">
                <a:latin typeface="Arial"/>
                <a:cs typeface="Arial"/>
              </a:rPr>
              <a:t>C</a:t>
            </a:r>
            <a:endParaRPr sz="2400" dirty="0">
              <a:latin typeface="Arial"/>
              <a:cs typeface="Arial"/>
            </a:endParaRPr>
          </a:p>
          <a:p>
            <a:pPr marL="697865" lvl="1" indent="-227965">
              <a:spcBef>
                <a:spcPts val="219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697865" algn="l"/>
              </a:tabLst>
            </a:pPr>
            <a:r>
              <a:rPr sz="2400" spc="-114" dirty="0">
                <a:latin typeface="Arial"/>
                <a:cs typeface="Arial"/>
              </a:rPr>
              <a:t>Gefahr: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fehlerhaftes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Auslösen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einer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Bremsung</a:t>
            </a:r>
            <a:endParaRPr sz="2400" dirty="0">
              <a:latin typeface="Arial"/>
              <a:cs typeface="Arial"/>
            </a:endParaRPr>
          </a:p>
          <a:p>
            <a:pPr lvl="1">
              <a:spcBef>
                <a:spcPts val="1535"/>
              </a:spcBef>
              <a:buClr>
                <a:srgbClr val="2D75B6"/>
              </a:buClr>
              <a:buFont typeface="Wingdings"/>
              <a:buChar char=""/>
            </a:pPr>
            <a:endParaRPr sz="2400" dirty="0">
              <a:latin typeface="Arial"/>
              <a:cs typeface="Arial"/>
            </a:endParaRPr>
          </a:p>
          <a:p>
            <a:pPr marL="240665" indent="-227965">
              <a:spcBef>
                <a:spcPts val="5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sz="2400" b="1" spc="-195" dirty="0">
                <a:latin typeface="Arial"/>
                <a:cs typeface="Arial"/>
              </a:rPr>
              <a:t>Elektronische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185" dirty="0">
                <a:latin typeface="Arial"/>
                <a:cs typeface="Arial"/>
              </a:rPr>
              <a:t>Lenkradverriegelung</a:t>
            </a:r>
            <a:r>
              <a:rPr sz="2400" spc="-185" dirty="0">
                <a:latin typeface="Arial"/>
                <a:cs typeface="Arial"/>
              </a:rPr>
              <a:t>: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90" dirty="0">
                <a:latin typeface="Arial"/>
                <a:cs typeface="Arial"/>
              </a:rPr>
              <a:t>ASIL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330" dirty="0">
                <a:latin typeface="Arial"/>
                <a:cs typeface="Arial"/>
              </a:rPr>
              <a:t>D</a:t>
            </a:r>
            <a:endParaRPr sz="2400" dirty="0">
              <a:latin typeface="Arial"/>
              <a:cs typeface="Arial"/>
            </a:endParaRPr>
          </a:p>
          <a:p>
            <a:pPr marL="697865" lvl="1" indent="-227965">
              <a:spcBef>
                <a:spcPts val="215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697865" algn="l"/>
              </a:tabLst>
            </a:pPr>
            <a:r>
              <a:rPr sz="2400" spc="-114" dirty="0">
                <a:latin typeface="Arial"/>
                <a:cs typeface="Arial"/>
              </a:rPr>
              <a:t>Gefahr: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fehlerhafte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Verriegelung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während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der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Fahrt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Einleitung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2781" y="2558542"/>
            <a:ext cx="11492294" cy="4985980"/>
          </a:xfrm>
        </p:spPr>
        <p:txBody>
          <a:bodyPr/>
          <a:lstStyle/>
          <a:p>
            <a:pPr algn="ctr">
              <a:buNone/>
            </a:pPr>
            <a:r>
              <a:rPr lang="de-DE" sz="3200" i="1" dirty="0"/>
              <a:t>„Computer </a:t>
            </a:r>
            <a:r>
              <a:rPr lang="de-DE" sz="3200" i="1" dirty="0" err="1"/>
              <a:t>science</a:t>
            </a:r>
            <a:r>
              <a:rPr lang="de-DE" sz="3200" i="1" dirty="0"/>
              <a:t> </a:t>
            </a:r>
            <a:r>
              <a:rPr lang="de-DE" sz="3200" i="1" dirty="0" err="1"/>
              <a:t>is</a:t>
            </a:r>
            <a:r>
              <a:rPr lang="de-DE" sz="3200" i="1" dirty="0"/>
              <a:t> a </a:t>
            </a:r>
            <a:r>
              <a:rPr lang="de-DE" sz="3200" i="1" dirty="0" err="1"/>
              <a:t>science</a:t>
            </a:r>
            <a:r>
              <a:rPr lang="de-DE" sz="3200" i="1" dirty="0"/>
              <a:t> </a:t>
            </a:r>
            <a:r>
              <a:rPr lang="de-DE" sz="3200" i="1" dirty="0" err="1"/>
              <a:t>of</a:t>
            </a:r>
            <a:r>
              <a:rPr lang="de-DE" sz="3200" i="1" dirty="0"/>
              <a:t> </a:t>
            </a:r>
            <a:r>
              <a:rPr lang="de-DE" sz="3200" i="1" dirty="0" err="1">
                <a:solidFill>
                  <a:srgbClr val="0000FF"/>
                </a:solidFill>
              </a:rPr>
              <a:t>abstraction</a:t>
            </a:r>
            <a:r>
              <a:rPr lang="de-DE" sz="3200" i="1" dirty="0">
                <a:solidFill>
                  <a:srgbClr val="333399"/>
                </a:solidFill>
              </a:rPr>
              <a:t> </a:t>
            </a:r>
            <a:r>
              <a:rPr lang="de-DE" sz="3200" i="1" dirty="0"/>
              <a:t>– </a:t>
            </a:r>
            <a:r>
              <a:rPr lang="de-DE" sz="3200" i="1" dirty="0" err="1"/>
              <a:t>creating</a:t>
            </a:r>
            <a:r>
              <a:rPr lang="de-DE" sz="3200" i="1" dirty="0"/>
              <a:t> </a:t>
            </a:r>
            <a:r>
              <a:rPr lang="de-DE" sz="3200" i="1" dirty="0" err="1"/>
              <a:t>the</a:t>
            </a:r>
            <a:r>
              <a:rPr lang="de-DE" sz="3200" i="1" dirty="0"/>
              <a:t> </a:t>
            </a:r>
            <a:r>
              <a:rPr lang="de-DE" sz="3200" i="1" dirty="0" err="1"/>
              <a:t>right</a:t>
            </a:r>
            <a:r>
              <a:rPr lang="de-DE" sz="3200" i="1" dirty="0"/>
              <a:t> </a:t>
            </a:r>
            <a:r>
              <a:rPr lang="de-DE" sz="3200" i="1" dirty="0" err="1">
                <a:solidFill>
                  <a:srgbClr val="0000FF"/>
                </a:solidFill>
              </a:rPr>
              <a:t>model</a:t>
            </a:r>
            <a:r>
              <a:rPr lang="de-DE" sz="3200" i="1" dirty="0"/>
              <a:t> </a:t>
            </a:r>
            <a:r>
              <a:rPr lang="de-DE" sz="3200" i="1" dirty="0" err="1"/>
              <a:t>for</a:t>
            </a:r>
            <a:r>
              <a:rPr lang="de-DE" sz="3200" i="1" dirty="0"/>
              <a:t> </a:t>
            </a:r>
            <a:r>
              <a:rPr lang="de-DE" sz="3200" i="1" dirty="0" err="1"/>
              <a:t>thinking</a:t>
            </a:r>
            <a:r>
              <a:rPr lang="de-DE" sz="3200" i="1" dirty="0"/>
              <a:t> </a:t>
            </a:r>
            <a:r>
              <a:rPr lang="de-DE" sz="3200" i="1" dirty="0" err="1"/>
              <a:t>about</a:t>
            </a:r>
            <a:r>
              <a:rPr lang="de-DE" sz="3200" i="1" dirty="0"/>
              <a:t> a </a:t>
            </a:r>
            <a:r>
              <a:rPr lang="de-DE" sz="3200" i="1" dirty="0" err="1"/>
              <a:t>problem</a:t>
            </a:r>
            <a:r>
              <a:rPr lang="de-DE" sz="3200" i="1" dirty="0"/>
              <a:t> </a:t>
            </a:r>
            <a:r>
              <a:rPr lang="de-DE" sz="3200" i="1" dirty="0" err="1"/>
              <a:t>and</a:t>
            </a:r>
            <a:r>
              <a:rPr lang="de-DE" sz="3200" i="1" dirty="0"/>
              <a:t> </a:t>
            </a:r>
            <a:r>
              <a:rPr lang="de-DE" sz="3200" i="1" dirty="0" err="1"/>
              <a:t>devising</a:t>
            </a:r>
            <a:r>
              <a:rPr lang="de-DE" sz="3200" i="1" dirty="0"/>
              <a:t> </a:t>
            </a:r>
            <a:r>
              <a:rPr lang="de-DE" sz="3200" i="1" dirty="0" err="1"/>
              <a:t>the</a:t>
            </a:r>
            <a:r>
              <a:rPr lang="de-DE" sz="3200" i="1" dirty="0"/>
              <a:t> </a:t>
            </a:r>
            <a:r>
              <a:rPr lang="de-DE" sz="3200" i="1" dirty="0" err="1"/>
              <a:t>appropriate</a:t>
            </a:r>
            <a:r>
              <a:rPr lang="de-DE" sz="3200" i="1" dirty="0"/>
              <a:t> </a:t>
            </a:r>
            <a:r>
              <a:rPr lang="de-DE" sz="3200" i="1" dirty="0" err="1"/>
              <a:t>mechanizable</a:t>
            </a:r>
            <a:r>
              <a:rPr lang="de-DE" sz="3200" i="1" dirty="0"/>
              <a:t> </a:t>
            </a:r>
            <a:r>
              <a:rPr lang="de-DE" sz="3200" i="1" dirty="0" err="1"/>
              <a:t>techniques</a:t>
            </a:r>
            <a:r>
              <a:rPr lang="de-DE" sz="3200" i="1" dirty="0"/>
              <a:t> </a:t>
            </a:r>
            <a:r>
              <a:rPr lang="de-DE" sz="3200" i="1" dirty="0" err="1"/>
              <a:t>to</a:t>
            </a:r>
            <a:r>
              <a:rPr lang="de-DE" sz="3200" i="1" dirty="0"/>
              <a:t> </a:t>
            </a:r>
            <a:r>
              <a:rPr lang="de-DE" sz="3200" i="1" dirty="0" err="1"/>
              <a:t>solve</a:t>
            </a:r>
            <a:r>
              <a:rPr lang="de-DE" sz="3200" i="1" dirty="0"/>
              <a:t> it.“</a:t>
            </a:r>
          </a:p>
          <a:p>
            <a:pPr algn="ctr">
              <a:buNone/>
            </a:pPr>
            <a:endParaRPr lang="de-DE" sz="3200" i="1" dirty="0"/>
          </a:p>
          <a:p>
            <a:pPr algn="r"/>
            <a:r>
              <a:rPr lang="de-DE" dirty="0"/>
              <a:t>Alfred Aho, Jeffrey Ullman, 1992, </a:t>
            </a:r>
          </a:p>
          <a:p>
            <a:pPr algn="r"/>
            <a:r>
              <a:rPr lang="de-DE" sz="2000" dirty="0" err="1"/>
              <a:t>Foundations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Computer Science, Kapitel 1</a:t>
            </a:r>
            <a:endParaRPr lang="de-DE" dirty="0"/>
          </a:p>
          <a:p>
            <a:pPr algn="r"/>
            <a:r>
              <a:rPr lang="de-DE" dirty="0"/>
              <a:t> frei verfügbar: infolab.stanford.edu/~</a:t>
            </a:r>
            <a:r>
              <a:rPr lang="de-DE" dirty="0" err="1"/>
              <a:t>ullman</a:t>
            </a:r>
            <a:r>
              <a:rPr lang="de-DE" dirty="0"/>
              <a:t>/focs.html</a:t>
            </a:r>
            <a:endParaRPr lang="de-DE" sz="2000" dirty="0"/>
          </a:p>
          <a:p>
            <a:pPr algn="ctr">
              <a:buNone/>
            </a:pPr>
            <a:endParaRPr lang="de-DE" dirty="0"/>
          </a:p>
          <a:p>
            <a:pPr>
              <a:buNone/>
            </a:pPr>
            <a:endParaRPr lang="de-DE" sz="1200" dirty="0">
              <a:hlinkClick r:id="" action="ppaction://noaction"/>
            </a:endParaRPr>
          </a:p>
          <a:p>
            <a:pPr>
              <a:buNone/>
            </a:pPr>
            <a:endParaRPr lang="de-DE" sz="1200" dirty="0">
              <a:hlinkClick r:id="" action="ppaction://noaction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defRPr/>
            </a:pPr>
            <a:fld id="{6C8FC03C-C266-4645-ABC5-645062898383}" type="slidenum">
              <a:rPr lang="de-DE" smtClean="0"/>
              <a:pPr>
                <a:defRPr/>
              </a:pPr>
              <a:t>13</a:t>
            </a:fld>
            <a:r>
              <a:rPr lang="de-DE"/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Einleitung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2781" y="1872343"/>
            <a:ext cx="11851919" cy="4832092"/>
          </a:xfrm>
        </p:spPr>
        <p:txBody>
          <a:bodyPr/>
          <a:lstStyle/>
          <a:p>
            <a:pPr>
              <a:buNone/>
            </a:pPr>
            <a:r>
              <a:rPr lang="de-DE" sz="2800" i="1" dirty="0"/>
              <a:t>„Es gibt zwei Wege, ein Software-Design zu</a:t>
            </a:r>
          </a:p>
          <a:p>
            <a:pPr>
              <a:buNone/>
            </a:pPr>
            <a:r>
              <a:rPr lang="de-DE" sz="2800" i="1" dirty="0"/>
              <a:t>erstellen: </a:t>
            </a:r>
          </a:p>
          <a:p>
            <a:pPr>
              <a:buNone/>
            </a:pPr>
            <a:r>
              <a:rPr lang="de-DE" sz="800" i="1" dirty="0"/>
              <a:t> </a:t>
            </a:r>
          </a:p>
          <a:p>
            <a:pPr>
              <a:buNone/>
            </a:pPr>
            <a:r>
              <a:rPr lang="de-DE" sz="2800" i="1" dirty="0"/>
              <a:t>Entweder so </a:t>
            </a:r>
            <a:r>
              <a:rPr lang="de-DE" sz="2800" i="1" dirty="0">
                <a:solidFill>
                  <a:srgbClr val="0000FF"/>
                </a:solidFill>
              </a:rPr>
              <a:t>einfach</a:t>
            </a:r>
            <a:r>
              <a:rPr lang="de-DE" sz="2800" i="1" dirty="0"/>
              <a:t>, </a:t>
            </a:r>
          </a:p>
          <a:p>
            <a:pPr>
              <a:buNone/>
            </a:pPr>
            <a:r>
              <a:rPr lang="de-DE" sz="2800" i="1" dirty="0"/>
              <a:t>dass es </a:t>
            </a:r>
            <a:r>
              <a:rPr lang="de-DE" sz="2800" i="1" dirty="0">
                <a:solidFill>
                  <a:srgbClr val="0000FF"/>
                </a:solidFill>
              </a:rPr>
              <a:t>offensichtlich keine Schwächen </a:t>
            </a:r>
            <a:r>
              <a:rPr lang="de-DE" sz="2800" i="1" dirty="0"/>
              <a:t>hat, </a:t>
            </a:r>
            <a:endParaRPr lang="de-DE" sz="400" i="1" dirty="0"/>
          </a:p>
          <a:p>
            <a:pPr>
              <a:buNone/>
            </a:pPr>
            <a:r>
              <a:rPr lang="de-DE" sz="2800" i="1" dirty="0"/>
              <a:t>oder so </a:t>
            </a:r>
            <a:r>
              <a:rPr lang="de-DE" sz="2800" i="1" dirty="0">
                <a:solidFill>
                  <a:srgbClr val="0000FF"/>
                </a:solidFill>
              </a:rPr>
              <a:t>kompliziert</a:t>
            </a:r>
            <a:r>
              <a:rPr lang="de-DE" sz="2800" i="1" dirty="0"/>
              <a:t>, </a:t>
            </a:r>
          </a:p>
          <a:p>
            <a:pPr>
              <a:buNone/>
            </a:pPr>
            <a:r>
              <a:rPr lang="de-DE" sz="2800" i="1" dirty="0"/>
              <a:t>dass es </a:t>
            </a:r>
            <a:r>
              <a:rPr lang="de-DE" sz="2800" i="1" dirty="0">
                <a:solidFill>
                  <a:srgbClr val="0000FF"/>
                </a:solidFill>
              </a:rPr>
              <a:t>keine</a:t>
            </a:r>
            <a:r>
              <a:rPr lang="de-DE" sz="2800" i="1" dirty="0">
                <a:solidFill>
                  <a:srgbClr val="333399"/>
                </a:solidFill>
              </a:rPr>
              <a:t> </a:t>
            </a:r>
            <a:r>
              <a:rPr lang="de-DE" sz="2800" i="1" dirty="0">
                <a:solidFill>
                  <a:srgbClr val="0000FF"/>
                </a:solidFill>
              </a:rPr>
              <a:t>offensichtlichen Schwächen </a:t>
            </a:r>
            <a:r>
              <a:rPr lang="de-DE" sz="2800" i="1" dirty="0"/>
              <a:t>hat. </a:t>
            </a:r>
          </a:p>
          <a:p>
            <a:pPr>
              <a:buNone/>
            </a:pPr>
            <a:r>
              <a:rPr lang="de-DE" sz="800" i="1" dirty="0"/>
              <a:t> </a:t>
            </a:r>
            <a:endParaRPr lang="de-DE" sz="400" i="1" dirty="0"/>
          </a:p>
          <a:p>
            <a:pPr>
              <a:buNone/>
            </a:pPr>
            <a:r>
              <a:rPr lang="de-DE" sz="2800" i="1" dirty="0"/>
              <a:t>Die erste Methode ist weitaus schwieriger.“</a:t>
            </a:r>
            <a:endParaRPr lang="de-DE" sz="1200" i="1" dirty="0"/>
          </a:p>
          <a:p>
            <a:pPr algn="r"/>
            <a:endParaRPr lang="de-DE" sz="2000" dirty="0"/>
          </a:p>
          <a:p>
            <a:pPr algn="ctr"/>
            <a:r>
              <a:rPr lang="de-DE" sz="2000" dirty="0"/>
              <a:t>							Tony Hoare, 1980, </a:t>
            </a:r>
          </a:p>
          <a:p>
            <a:pPr algn="ctr"/>
            <a:r>
              <a:rPr lang="de-DE" sz="2000" dirty="0"/>
              <a:t>							         Rede zum Turing Award</a:t>
            </a:r>
            <a:endParaRPr lang="de-DE" dirty="0"/>
          </a:p>
          <a:p>
            <a:pPr algn="ctr">
              <a:buNone/>
            </a:pPr>
            <a:endParaRPr lang="de-DE" sz="2000" dirty="0"/>
          </a:p>
          <a:p>
            <a:pPr>
              <a:buNone/>
            </a:pPr>
            <a:endParaRPr lang="de-DE" sz="1100" dirty="0">
              <a:hlinkClick r:id="" action="ppaction://noaction"/>
            </a:endParaRPr>
          </a:p>
          <a:p>
            <a:pPr>
              <a:buNone/>
            </a:pPr>
            <a:endParaRPr lang="de-DE" sz="1100" dirty="0">
              <a:hlinkClick r:id="" action="ppaction://noaction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defRPr/>
            </a:pPr>
            <a:fld id="{6C8FC03C-C266-4645-ABC5-645062898383}" type="slidenum">
              <a:rPr lang="de-DE" smtClean="0"/>
              <a:pPr>
                <a:defRPr/>
              </a:pPr>
              <a:t>14</a:t>
            </a:fld>
            <a:r>
              <a:rPr lang="de-DE"/>
              <a:t> </a:t>
            </a:r>
          </a:p>
        </p:txBody>
      </p:sp>
      <p:pic>
        <p:nvPicPr>
          <p:cNvPr id="4" name="object 5" descr="Ein Bild, das Mann, Person, drinnen, Brille enthält.  Automatisch generierte Beschreibung">
            <a:extLst>
              <a:ext uri="{FF2B5EF4-FFF2-40B4-BE49-F238E27FC236}">
                <a16:creationId xmlns:a16="http://schemas.microsoft.com/office/drawing/2014/main" id="{5DDA0767-47B1-2653-2DE5-16D8661A84D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28558" y="2140132"/>
            <a:ext cx="2173224" cy="2737104"/>
          </a:xfrm>
          <a:prstGeom prst="rect">
            <a:avLst/>
          </a:prstGeom>
        </p:spPr>
      </p:pic>
      <p:sp>
        <p:nvSpPr>
          <p:cNvPr id="7" name="object 6">
            <a:extLst>
              <a:ext uri="{FF2B5EF4-FFF2-40B4-BE49-F238E27FC236}">
                <a16:creationId xmlns:a16="http://schemas.microsoft.com/office/drawing/2014/main" id="{0841B993-C6B6-0B36-2A14-3373DCF04190}"/>
              </a:ext>
            </a:extLst>
          </p:cNvPr>
          <p:cNvSpPr txBox="1"/>
          <p:nvPr/>
        </p:nvSpPr>
        <p:spPr>
          <a:xfrm>
            <a:off x="8527416" y="4905683"/>
            <a:ext cx="176085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500" spc="-25" dirty="0">
                <a:solidFill>
                  <a:srgbClr val="A4A4A4"/>
                </a:solidFill>
                <a:latin typeface="Arial"/>
                <a:cs typeface="Arial"/>
              </a:rPr>
              <a:t>Photograph</a:t>
            </a:r>
            <a:r>
              <a:rPr sz="500" spc="-20" dirty="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A4A4A4"/>
                </a:solidFill>
                <a:latin typeface="Arial"/>
                <a:cs typeface="Arial"/>
              </a:rPr>
              <a:t>by</a:t>
            </a:r>
            <a:r>
              <a:rPr sz="500" spc="50" dirty="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sz="5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Rama</a:t>
            </a:r>
            <a:r>
              <a:rPr sz="500" spc="-45" dirty="0">
                <a:solidFill>
                  <a:srgbClr val="A4A4A4"/>
                </a:solidFill>
                <a:latin typeface="Arial"/>
                <a:cs typeface="Arial"/>
              </a:rPr>
              <a:t>,</a:t>
            </a:r>
            <a:r>
              <a:rPr sz="500" spc="20" dirty="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A4A4A4"/>
                </a:solidFill>
                <a:latin typeface="Arial"/>
                <a:cs typeface="Arial"/>
              </a:rPr>
              <a:t>Wikimedia</a:t>
            </a:r>
            <a:r>
              <a:rPr sz="500" spc="-15" dirty="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sz="500" spc="-40" dirty="0">
                <a:solidFill>
                  <a:srgbClr val="A4A4A4"/>
                </a:solidFill>
                <a:latin typeface="Arial"/>
                <a:cs typeface="Arial"/>
              </a:rPr>
              <a:t>Commons,</a:t>
            </a:r>
            <a:r>
              <a:rPr sz="500" spc="20" dirty="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sz="500" spc="-55" dirty="0">
                <a:solidFill>
                  <a:srgbClr val="A4A4A4"/>
                </a:solidFill>
                <a:latin typeface="Arial"/>
                <a:cs typeface="Arial"/>
              </a:rPr>
              <a:t>Cc-</a:t>
            </a:r>
            <a:r>
              <a:rPr sz="500" spc="-25" dirty="0">
                <a:solidFill>
                  <a:srgbClr val="A4A4A4"/>
                </a:solidFill>
                <a:latin typeface="Arial"/>
                <a:cs typeface="Arial"/>
              </a:rPr>
              <a:t>by-</a:t>
            </a:r>
            <a:r>
              <a:rPr sz="500" spc="-45" dirty="0">
                <a:solidFill>
                  <a:srgbClr val="A4A4A4"/>
                </a:solidFill>
                <a:latin typeface="Arial"/>
                <a:cs typeface="Arial"/>
              </a:rPr>
              <a:t>sa-</a:t>
            </a:r>
            <a:r>
              <a:rPr sz="500" spc="-30" dirty="0">
                <a:solidFill>
                  <a:srgbClr val="A4A4A4"/>
                </a:solidFill>
                <a:latin typeface="Arial"/>
                <a:cs typeface="Arial"/>
              </a:rPr>
              <a:t>2.0-</a:t>
            </a:r>
            <a:r>
              <a:rPr sz="500" spc="-25" dirty="0">
                <a:solidFill>
                  <a:srgbClr val="A4A4A4"/>
                </a:solidFill>
                <a:latin typeface="Arial"/>
                <a:cs typeface="Arial"/>
              </a:rPr>
              <a:t>fr.</a:t>
            </a:r>
            <a:r>
              <a:rPr sz="500" spc="500" dirty="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sz="5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</a:rPr>
              <a:t>https://de.wikipedia.org/wiki/Datei:Sir_Tony_Hoare_IMG_5125.jpg</a:t>
            </a:r>
            <a:endParaRPr sz="5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151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1278" y="457960"/>
            <a:ext cx="7356423" cy="721351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-190" dirty="0"/>
              <a:t>Recap:</a:t>
            </a:r>
            <a:r>
              <a:rPr sz="2400" spc="-105" dirty="0"/>
              <a:t> </a:t>
            </a:r>
            <a:r>
              <a:rPr sz="2400" spc="-80" dirty="0"/>
              <a:t>wichtige </a:t>
            </a:r>
            <a:r>
              <a:rPr sz="2400" spc="-65" dirty="0"/>
              <a:t>Nichtfunktionale</a:t>
            </a:r>
            <a:r>
              <a:rPr sz="2400" spc="-90" dirty="0"/>
              <a:t> </a:t>
            </a:r>
            <a:r>
              <a:rPr sz="2400" spc="-114" dirty="0"/>
              <a:t>Eigenschaften </a:t>
            </a:r>
            <a:r>
              <a:rPr sz="2400" spc="-70" dirty="0"/>
              <a:t>eingebetteter</a:t>
            </a:r>
            <a:r>
              <a:rPr sz="2400" spc="-55" dirty="0"/>
              <a:t> </a:t>
            </a:r>
            <a:r>
              <a:rPr sz="2400" spc="-10" dirty="0"/>
              <a:t>Software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911287" y="1647490"/>
            <a:ext cx="2988945" cy="313868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40665" indent="-227965">
              <a:spcBef>
                <a:spcPts val="635"/>
              </a:spcBef>
              <a:buClr>
                <a:srgbClr val="2D75B6"/>
              </a:buClr>
              <a:buSzPct val="110526"/>
              <a:buFont typeface="Wingdings"/>
              <a:buChar char=""/>
              <a:tabLst>
                <a:tab pos="240665" algn="l"/>
              </a:tabLst>
            </a:pPr>
            <a:r>
              <a:rPr sz="1900" spc="-10" dirty="0">
                <a:latin typeface="Arial"/>
                <a:cs typeface="Arial"/>
              </a:rPr>
              <a:t>Reaktivität</a:t>
            </a:r>
            <a:endParaRPr sz="1900" dirty="0">
              <a:latin typeface="Arial"/>
              <a:cs typeface="Arial"/>
            </a:endParaRPr>
          </a:p>
          <a:p>
            <a:pPr marL="240665" indent="-227965">
              <a:spcBef>
                <a:spcPts val="785"/>
              </a:spcBef>
              <a:buClr>
                <a:srgbClr val="2D75B6"/>
              </a:buClr>
              <a:buSzPct val="107894"/>
              <a:buFont typeface="Wingdings"/>
              <a:buChar char=""/>
              <a:tabLst>
                <a:tab pos="240665" algn="l"/>
              </a:tabLst>
            </a:pPr>
            <a:r>
              <a:rPr sz="1900" spc="-10" dirty="0">
                <a:latin typeface="Arial"/>
                <a:cs typeface="Arial"/>
              </a:rPr>
              <a:t>Zeitbehaftung</a:t>
            </a:r>
            <a:endParaRPr sz="1900" dirty="0">
              <a:latin typeface="Arial"/>
              <a:cs typeface="Arial"/>
            </a:endParaRPr>
          </a:p>
          <a:p>
            <a:pPr marL="240665" indent="-227965">
              <a:spcBef>
                <a:spcPts val="765"/>
              </a:spcBef>
              <a:buClr>
                <a:srgbClr val="2D75B6"/>
              </a:buClr>
              <a:buSzPct val="107894"/>
              <a:buFont typeface="Wingdings"/>
              <a:buChar char=""/>
              <a:tabLst>
                <a:tab pos="240665" algn="l"/>
              </a:tabLst>
            </a:pPr>
            <a:r>
              <a:rPr sz="1900" spc="-10" dirty="0">
                <a:latin typeface="Arial"/>
                <a:cs typeface="Arial"/>
              </a:rPr>
              <a:t>Echtzeit</a:t>
            </a:r>
            <a:endParaRPr sz="1900" dirty="0">
              <a:latin typeface="Arial"/>
              <a:cs typeface="Arial"/>
            </a:endParaRPr>
          </a:p>
          <a:p>
            <a:pPr marL="240665" indent="-227965">
              <a:spcBef>
                <a:spcPts val="770"/>
              </a:spcBef>
              <a:buClr>
                <a:srgbClr val="2D75B6"/>
              </a:buClr>
              <a:buSzPct val="107894"/>
              <a:buFont typeface="Wingdings"/>
              <a:buChar char=""/>
              <a:tabLst>
                <a:tab pos="240665" algn="l"/>
              </a:tabLst>
            </a:pPr>
            <a:r>
              <a:rPr sz="1900" spc="-10" dirty="0">
                <a:latin typeface="Arial"/>
                <a:cs typeface="Arial"/>
              </a:rPr>
              <a:t>Nebenläufigkeit</a:t>
            </a:r>
            <a:endParaRPr sz="1900" dirty="0">
              <a:latin typeface="Arial"/>
              <a:cs typeface="Arial"/>
            </a:endParaRPr>
          </a:p>
          <a:p>
            <a:pPr marL="240665" indent="-227965">
              <a:spcBef>
                <a:spcPts val="780"/>
              </a:spcBef>
              <a:buClr>
                <a:srgbClr val="2D75B6"/>
              </a:buClr>
              <a:buSzPct val="110526"/>
              <a:buFont typeface="Wingdings"/>
              <a:buChar char=""/>
              <a:tabLst>
                <a:tab pos="240665" algn="l"/>
              </a:tabLst>
            </a:pPr>
            <a:r>
              <a:rPr sz="1900" spc="-90" dirty="0">
                <a:latin typeface="Arial"/>
                <a:cs typeface="Arial"/>
              </a:rPr>
              <a:t>Lebendigkeit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spc="-75" dirty="0">
                <a:latin typeface="Arial"/>
                <a:cs typeface="Arial"/>
              </a:rPr>
              <a:t>(no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spc="-95" dirty="0">
                <a:latin typeface="Arial"/>
                <a:cs typeface="Arial"/>
              </a:rPr>
              <a:t>deadlocks)</a:t>
            </a:r>
            <a:endParaRPr sz="1900" dirty="0">
              <a:latin typeface="Arial"/>
              <a:cs typeface="Arial"/>
            </a:endParaRPr>
          </a:p>
          <a:p>
            <a:pPr marL="240665" indent="-227965">
              <a:spcBef>
                <a:spcPts val="770"/>
              </a:spcBef>
              <a:buClr>
                <a:srgbClr val="2D75B6"/>
              </a:buClr>
              <a:buSzPct val="107894"/>
              <a:buFont typeface="Wingdings"/>
              <a:buChar char=""/>
              <a:tabLst>
                <a:tab pos="240665" algn="l"/>
              </a:tabLst>
            </a:pPr>
            <a:r>
              <a:rPr sz="1900" spc="-10" dirty="0">
                <a:latin typeface="Arial"/>
                <a:cs typeface="Arial"/>
              </a:rPr>
              <a:t>Heterogenität</a:t>
            </a:r>
            <a:endParaRPr sz="1900" dirty="0">
              <a:latin typeface="Arial"/>
              <a:cs typeface="Arial"/>
            </a:endParaRPr>
          </a:p>
          <a:p>
            <a:pPr marL="240665" indent="-227965">
              <a:spcBef>
                <a:spcPts val="770"/>
              </a:spcBef>
              <a:buClr>
                <a:srgbClr val="2D75B6"/>
              </a:buClr>
              <a:buSzPct val="107894"/>
              <a:buFont typeface="Wingdings"/>
              <a:buChar char=""/>
              <a:tabLst>
                <a:tab pos="240665" algn="l"/>
              </a:tabLst>
            </a:pPr>
            <a:r>
              <a:rPr sz="1900" spc="-10" dirty="0">
                <a:latin typeface="Arial"/>
                <a:cs typeface="Arial"/>
              </a:rPr>
              <a:t>Sicherheit</a:t>
            </a:r>
            <a:endParaRPr sz="1900" dirty="0">
              <a:latin typeface="Arial"/>
              <a:cs typeface="Arial"/>
            </a:endParaRPr>
          </a:p>
          <a:p>
            <a:pPr marL="240665" indent="-227965">
              <a:spcBef>
                <a:spcPts val="780"/>
              </a:spcBef>
              <a:buClr>
                <a:srgbClr val="2D75B6"/>
              </a:buClr>
              <a:buSzPct val="107894"/>
              <a:buFont typeface="Wingdings"/>
              <a:buChar char=""/>
              <a:tabLst>
                <a:tab pos="240665" algn="l"/>
              </a:tabLst>
            </a:pPr>
            <a:r>
              <a:rPr sz="1900" spc="-40" dirty="0">
                <a:latin typeface="Arial"/>
                <a:cs typeface="Arial"/>
              </a:rPr>
              <a:t>Zuverlässigkeit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86264" y="1868831"/>
            <a:ext cx="3119755" cy="3229610"/>
          </a:xfrm>
          <a:custGeom>
            <a:avLst/>
            <a:gdLst/>
            <a:ahLst/>
            <a:cxnLst/>
            <a:rect l="l" t="t" r="r" b="b"/>
            <a:pathLst>
              <a:path w="3119754" h="3229610">
                <a:moveTo>
                  <a:pt x="0" y="110363"/>
                </a:moveTo>
                <a:lnTo>
                  <a:pt x="8671" y="67401"/>
                </a:lnTo>
                <a:lnTo>
                  <a:pt x="32321" y="32321"/>
                </a:lnTo>
                <a:lnTo>
                  <a:pt x="67401" y="8671"/>
                </a:lnTo>
                <a:lnTo>
                  <a:pt x="110362" y="0"/>
                </a:lnTo>
                <a:lnTo>
                  <a:pt x="3009265" y="0"/>
                </a:lnTo>
                <a:lnTo>
                  <a:pt x="3052226" y="8671"/>
                </a:lnTo>
                <a:lnTo>
                  <a:pt x="3087306" y="32321"/>
                </a:lnTo>
                <a:lnTo>
                  <a:pt x="3110956" y="67401"/>
                </a:lnTo>
                <a:lnTo>
                  <a:pt x="3119628" y="110363"/>
                </a:lnTo>
                <a:lnTo>
                  <a:pt x="3119628" y="3118993"/>
                </a:lnTo>
                <a:lnTo>
                  <a:pt x="3110956" y="3161954"/>
                </a:lnTo>
                <a:lnTo>
                  <a:pt x="3087306" y="3197034"/>
                </a:lnTo>
                <a:lnTo>
                  <a:pt x="3052226" y="3220684"/>
                </a:lnTo>
                <a:lnTo>
                  <a:pt x="3009265" y="3229356"/>
                </a:lnTo>
                <a:lnTo>
                  <a:pt x="110362" y="3229356"/>
                </a:lnTo>
                <a:lnTo>
                  <a:pt x="67401" y="3220684"/>
                </a:lnTo>
                <a:lnTo>
                  <a:pt x="32321" y="3197034"/>
                </a:lnTo>
                <a:lnTo>
                  <a:pt x="8671" y="3161954"/>
                </a:lnTo>
                <a:lnTo>
                  <a:pt x="0" y="3118993"/>
                </a:lnTo>
                <a:lnTo>
                  <a:pt x="0" y="110363"/>
                </a:lnTo>
                <a:close/>
              </a:path>
            </a:pathLst>
          </a:custGeom>
          <a:ln w="254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98024" y="1866673"/>
            <a:ext cx="2873375" cy="136779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1300" marR="62865" indent="-228600">
              <a:lnSpc>
                <a:spcPts val="183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sz="1900" spc="-85" dirty="0">
                <a:latin typeface="Arial"/>
                <a:cs typeface="Arial"/>
              </a:rPr>
              <a:t>Viele</a:t>
            </a:r>
            <a:r>
              <a:rPr sz="1900" spc="-90" dirty="0">
                <a:latin typeface="Arial"/>
                <a:cs typeface="Arial"/>
              </a:rPr>
              <a:t> dieser</a:t>
            </a:r>
            <a:r>
              <a:rPr sz="1900" spc="-100" dirty="0">
                <a:latin typeface="Arial"/>
                <a:cs typeface="Arial"/>
              </a:rPr>
              <a:t> </a:t>
            </a:r>
            <a:r>
              <a:rPr sz="1900" spc="-105" dirty="0">
                <a:latin typeface="Arial"/>
                <a:cs typeface="Arial"/>
              </a:rPr>
              <a:t>Eigenschaften </a:t>
            </a:r>
            <a:r>
              <a:rPr sz="1900" spc="-100" dirty="0">
                <a:latin typeface="Arial"/>
                <a:cs typeface="Arial"/>
              </a:rPr>
              <a:t>sind</a:t>
            </a:r>
            <a:r>
              <a:rPr sz="1900" spc="-75" dirty="0">
                <a:latin typeface="Arial"/>
                <a:cs typeface="Arial"/>
              </a:rPr>
              <a:t> </a:t>
            </a:r>
            <a:r>
              <a:rPr sz="1900" b="1" spc="-170" dirty="0">
                <a:latin typeface="Arial"/>
                <a:cs typeface="Arial"/>
              </a:rPr>
              <a:t>schwer</a:t>
            </a:r>
            <a:r>
              <a:rPr sz="1900" b="1" spc="-80" dirty="0">
                <a:latin typeface="Arial"/>
                <a:cs typeface="Arial"/>
              </a:rPr>
              <a:t> </a:t>
            </a:r>
            <a:r>
              <a:rPr sz="1900" spc="-160" dirty="0">
                <a:latin typeface="Arial"/>
                <a:cs typeface="Arial"/>
              </a:rPr>
              <a:t>zu</a:t>
            </a:r>
            <a:r>
              <a:rPr sz="1900" spc="-75" dirty="0">
                <a:latin typeface="Arial"/>
                <a:cs typeface="Arial"/>
              </a:rPr>
              <a:t> </a:t>
            </a:r>
            <a:r>
              <a:rPr sz="1900" b="1" spc="-35" dirty="0">
                <a:latin typeface="Arial"/>
                <a:cs typeface="Arial"/>
              </a:rPr>
              <a:t>erfassen </a:t>
            </a:r>
            <a:r>
              <a:rPr sz="1900" spc="-85" dirty="0">
                <a:latin typeface="Arial"/>
                <a:cs typeface="Arial"/>
              </a:rPr>
              <a:t>und</a:t>
            </a:r>
            <a:r>
              <a:rPr sz="1900" spc="-90" dirty="0">
                <a:latin typeface="Arial"/>
                <a:cs typeface="Arial"/>
              </a:rPr>
              <a:t> </a:t>
            </a:r>
            <a:r>
              <a:rPr sz="1900" spc="-155" dirty="0">
                <a:latin typeface="Arial"/>
                <a:cs typeface="Arial"/>
              </a:rPr>
              <a:t>zu</a:t>
            </a:r>
            <a:r>
              <a:rPr sz="1900" spc="-85" dirty="0">
                <a:latin typeface="Arial"/>
                <a:cs typeface="Arial"/>
              </a:rPr>
              <a:t> </a:t>
            </a:r>
            <a:r>
              <a:rPr sz="1900" b="1" spc="-25" dirty="0">
                <a:latin typeface="Arial"/>
                <a:cs typeface="Arial"/>
              </a:rPr>
              <a:t>überprüfen</a:t>
            </a:r>
            <a:endParaRPr sz="1900">
              <a:latin typeface="Arial"/>
              <a:cs typeface="Arial"/>
            </a:endParaRPr>
          </a:p>
          <a:p>
            <a:pPr marL="241300" marR="5080" indent="-228600">
              <a:lnSpc>
                <a:spcPts val="182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1900" b="1" spc="-190" dirty="0">
                <a:latin typeface="Arial"/>
                <a:cs typeface="Arial"/>
              </a:rPr>
              <a:t>Testen</a:t>
            </a:r>
            <a:r>
              <a:rPr sz="1900" b="1" spc="-55" dirty="0">
                <a:latin typeface="Arial"/>
                <a:cs typeface="Arial"/>
              </a:rPr>
              <a:t> </a:t>
            </a:r>
            <a:r>
              <a:rPr sz="1900" spc="-45" dirty="0">
                <a:latin typeface="Arial"/>
                <a:cs typeface="Arial"/>
              </a:rPr>
              <a:t>ist</a:t>
            </a:r>
            <a:r>
              <a:rPr sz="1900" spc="-80" dirty="0">
                <a:latin typeface="Arial"/>
                <a:cs typeface="Arial"/>
              </a:rPr>
              <a:t> </a:t>
            </a:r>
            <a:r>
              <a:rPr sz="1900" dirty="0">
                <a:latin typeface="Arial"/>
                <a:cs typeface="Arial"/>
              </a:rPr>
              <a:t>oft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spc="-160" dirty="0">
                <a:latin typeface="Arial"/>
                <a:cs typeface="Arial"/>
              </a:rPr>
              <a:t>zu</a:t>
            </a:r>
            <a:r>
              <a:rPr sz="1900" spc="-80" dirty="0">
                <a:latin typeface="Arial"/>
                <a:cs typeface="Arial"/>
              </a:rPr>
              <a:t> </a:t>
            </a:r>
            <a:r>
              <a:rPr sz="1900" spc="-65" dirty="0">
                <a:latin typeface="Arial"/>
                <a:cs typeface="Arial"/>
              </a:rPr>
              <a:t>aufwendig oder</a:t>
            </a:r>
            <a:r>
              <a:rPr sz="1900" spc="-85" dirty="0">
                <a:latin typeface="Arial"/>
                <a:cs typeface="Arial"/>
              </a:rPr>
              <a:t> </a:t>
            </a:r>
            <a:r>
              <a:rPr sz="1900" b="1" spc="-125" dirty="0">
                <a:latin typeface="Arial"/>
                <a:cs typeface="Arial"/>
              </a:rPr>
              <a:t>nicht</a:t>
            </a:r>
            <a:r>
              <a:rPr sz="1900" b="1" spc="-80" dirty="0">
                <a:latin typeface="Arial"/>
                <a:cs typeface="Arial"/>
              </a:rPr>
              <a:t> </a:t>
            </a:r>
            <a:r>
              <a:rPr sz="1900" b="1" spc="-65" dirty="0">
                <a:latin typeface="Arial"/>
                <a:cs typeface="Arial"/>
              </a:rPr>
              <a:t>ausreichend</a:t>
            </a:r>
            <a:r>
              <a:rPr sz="1900" spc="-65" dirty="0">
                <a:latin typeface="Arial"/>
                <a:cs typeface="Arial"/>
              </a:rPr>
              <a:t>:</a:t>
            </a:r>
            <a:endParaRPr sz="1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17480" y="3215667"/>
            <a:ext cx="2474595" cy="176911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550"/>
              </a:spcBef>
              <a:buChar char="•"/>
              <a:tabLst>
                <a:tab pos="241300" algn="l"/>
              </a:tabLst>
            </a:pPr>
            <a:r>
              <a:rPr sz="1900" spc="-150" dirty="0">
                <a:latin typeface="Arial"/>
                <a:cs typeface="Arial"/>
              </a:rPr>
              <a:t>Testen</a:t>
            </a:r>
            <a:r>
              <a:rPr sz="1900" spc="-85" dirty="0">
                <a:latin typeface="Arial"/>
                <a:cs typeface="Arial"/>
              </a:rPr>
              <a:t> </a:t>
            </a:r>
            <a:r>
              <a:rPr sz="1900" spc="-114" dirty="0">
                <a:latin typeface="Arial"/>
                <a:cs typeface="Arial"/>
              </a:rPr>
              <a:t>kann</a:t>
            </a:r>
            <a:r>
              <a:rPr sz="1900" spc="-95" dirty="0">
                <a:latin typeface="Arial"/>
                <a:cs typeface="Arial"/>
              </a:rPr>
              <a:t> </a:t>
            </a:r>
            <a:r>
              <a:rPr sz="1900" spc="-45" dirty="0">
                <a:latin typeface="Arial"/>
                <a:cs typeface="Arial"/>
              </a:rPr>
              <a:t>nur</a:t>
            </a:r>
            <a:r>
              <a:rPr sz="1900" spc="-90" dirty="0">
                <a:latin typeface="Arial"/>
                <a:cs typeface="Arial"/>
              </a:rPr>
              <a:t> Fehler </a:t>
            </a:r>
            <a:r>
              <a:rPr sz="1900" spc="-50" dirty="0">
                <a:latin typeface="Arial"/>
                <a:cs typeface="Arial"/>
              </a:rPr>
              <a:t>finden,</a:t>
            </a:r>
            <a:r>
              <a:rPr sz="1900" spc="-75" dirty="0">
                <a:latin typeface="Arial"/>
                <a:cs typeface="Arial"/>
              </a:rPr>
              <a:t> </a:t>
            </a:r>
            <a:r>
              <a:rPr sz="1900" b="1" spc="-20" dirty="0">
                <a:latin typeface="Arial"/>
                <a:cs typeface="Arial"/>
              </a:rPr>
              <a:t>keine </a:t>
            </a:r>
            <a:r>
              <a:rPr sz="1900" b="1" spc="-140" dirty="0">
                <a:latin typeface="Arial"/>
                <a:cs typeface="Arial"/>
              </a:rPr>
              <a:t>Abwesenheit</a:t>
            </a:r>
            <a:r>
              <a:rPr sz="1900" b="1" spc="-35" dirty="0">
                <a:latin typeface="Arial"/>
                <a:cs typeface="Arial"/>
              </a:rPr>
              <a:t> </a:t>
            </a:r>
            <a:r>
              <a:rPr sz="1900" b="1" spc="-25" dirty="0">
                <a:latin typeface="Arial"/>
                <a:cs typeface="Arial"/>
              </a:rPr>
              <a:t>von </a:t>
            </a:r>
            <a:r>
              <a:rPr sz="1900" b="1" spc="-145" dirty="0">
                <a:latin typeface="Arial"/>
                <a:cs typeface="Arial"/>
              </a:rPr>
              <a:t>Fehlern</a:t>
            </a:r>
            <a:r>
              <a:rPr sz="1900" b="1" spc="-70" dirty="0">
                <a:latin typeface="Arial"/>
                <a:cs typeface="Arial"/>
              </a:rPr>
              <a:t> </a:t>
            </a:r>
            <a:r>
              <a:rPr sz="1900" spc="-55" dirty="0">
                <a:latin typeface="Arial"/>
                <a:cs typeface="Arial"/>
              </a:rPr>
              <a:t>gewährleisten</a:t>
            </a:r>
            <a:endParaRPr sz="1900">
              <a:latin typeface="Arial"/>
              <a:cs typeface="Arial"/>
            </a:endParaRPr>
          </a:p>
          <a:p>
            <a:pPr marL="241300" marR="111760" indent="-228600">
              <a:lnSpc>
                <a:spcPct val="80000"/>
              </a:lnSpc>
              <a:spcBef>
                <a:spcPts val="505"/>
              </a:spcBef>
              <a:buFont typeface="Arial"/>
              <a:buChar char="•"/>
              <a:tabLst>
                <a:tab pos="241300" algn="l"/>
              </a:tabLst>
            </a:pPr>
            <a:r>
              <a:rPr sz="1900" b="1" spc="-170" dirty="0">
                <a:latin typeface="Arial"/>
                <a:cs typeface="Arial"/>
              </a:rPr>
              <a:t>Keine</a:t>
            </a:r>
            <a:r>
              <a:rPr sz="1900" b="1" spc="-90" dirty="0">
                <a:latin typeface="Arial"/>
                <a:cs typeface="Arial"/>
              </a:rPr>
              <a:t> </a:t>
            </a:r>
            <a:r>
              <a:rPr sz="1900" b="1" spc="-160" dirty="0">
                <a:latin typeface="Arial"/>
                <a:cs typeface="Arial"/>
              </a:rPr>
              <a:t>Obergrenze</a:t>
            </a:r>
            <a:r>
              <a:rPr sz="1900" b="1" spc="-50" dirty="0">
                <a:latin typeface="Arial"/>
                <a:cs typeface="Arial"/>
              </a:rPr>
              <a:t> </a:t>
            </a:r>
            <a:r>
              <a:rPr sz="1900" spc="-25" dirty="0">
                <a:latin typeface="Arial"/>
                <a:cs typeface="Arial"/>
              </a:rPr>
              <a:t>für </a:t>
            </a:r>
            <a:r>
              <a:rPr sz="1900" spc="-120" dirty="0">
                <a:latin typeface="Arial"/>
                <a:cs typeface="Arial"/>
              </a:rPr>
              <a:t>Rechenzeit</a:t>
            </a:r>
            <a:r>
              <a:rPr sz="1900" spc="-55" dirty="0">
                <a:latin typeface="Arial"/>
                <a:cs typeface="Arial"/>
              </a:rPr>
              <a:t> </a:t>
            </a:r>
            <a:r>
              <a:rPr sz="1900" spc="-20" dirty="0">
                <a:latin typeface="Arial"/>
                <a:cs typeface="Arial"/>
              </a:rPr>
              <a:t>oder </a:t>
            </a:r>
            <a:r>
              <a:rPr sz="1900" spc="-114" dirty="0">
                <a:latin typeface="Arial"/>
                <a:cs typeface="Arial"/>
              </a:rPr>
              <a:t>Ressourcenverbrauch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83896" y="5552695"/>
            <a:ext cx="7016115" cy="695960"/>
            <a:chOff x="1579117" y="5024882"/>
            <a:chExt cx="7016115" cy="695960"/>
          </a:xfrm>
        </p:grpSpPr>
        <p:sp>
          <p:nvSpPr>
            <p:cNvPr id="8" name="object 8"/>
            <p:cNvSpPr/>
            <p:nvPr/>
          </p:nvSpPr>
          <p:spPr>
            <a:xfrm>
              <a:off x="1591817" y="5037582"/>
              <a:ext cx="6990715" cy="670560"/>
            </a:xfrm>
            <a:custGeom>
              <a:avLst/>
              <a:gdLst/>
              <a:ahLst/>
              <a:cxnLst/>
              <a:rect l="l" t="t" r="r" b="b"/>
              <a:pathLst>
                <a:path w="6990715" h="670560">
                  <a:moveTo>
                    <a:pt x="6899909" y="0"/>
                  </a:moveTo>
                  <a:lnTo>
                    <a:pt x="90677" y="0"/>
                  </a:lnTo>
                  <a:lnTo>
                    <a:pt x="55399" y="7131"/>
                  </a:lnTo>
                  <a:lnTo>
                    <a:pt x="26574" y="26574"/>
                  </a:lnTo>
                  <a:lnTo>
                    <a:pt x="7131" y="55399"/>
                  </a:lnTo>
                  <a:lnTo>
                    <a:pt x="0" y="90678"/>
                  </a:lnTo>
                  <a:lnTo>
                    <a:pt x="0" y="579856"/>
                  </a:lnTo>
                  <a:lnTo>
                    <a:pt x="7131" y="615160"/>
                  </a:lnTo>
                  <a:lnTo>
                    <a:pt x="26574" y="643991"/>
                  </a:lnTo>
                  <a:lnTo>
                    <a:pt x="55399" y="663431"/>
                  </a:lnTo>
                  <a:lnTo>
                    <a:pt x="90677" y="670560"/>
                  </a:lnTo>
                  <a:lnTo>
                    <a:pt x="6899909" y="670560"/>
                  </a:lnTo>
                  <a:lnTo>
                    <a:pt x="6935188" y="663431"/>
                  </a:lnTo>
                  <a:lnTo>
                    <a:pt x="6964013" y="643991"/>
                  </a:lnTo>
                  <a:lnTo>
                    <a:pt x="6983456" y="615160"/>
                  </a:lnTo>
                  <a:lnTo>
                    <a:pt x="6990587" y="579856"/>
                  </a:lnTo>
                  <a:lnTo>
                    <a:pt x="6990587" y="90678"/>
                  </a:lnTo>
                  <a:lnTo>
                    <a:pt x="6983456" y="55399"/>
                  </a:lnTo>
                  <a:lnTo>
                    <a:pt x="6964013" y="26574"/>
                  </a:lnTo>
                  <a:lnTo>
                    <a:pt x="6935188" y="7131"/>
                  </a:lnTo>
                  <a:lnTo>
                    <a:pt x="6899909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91817" y="5037582"/>
              <a:ext cx="6990715" cy="670560"/>
            </a:xfrm>
            <a:custGeom>
              <a:avLst/>
              <a:gdLst/>
              <a:ahLst/>
              <a:cxnLst/>
              <a:rect l="l" t="t" r="r" b="b"/>
              <a:pathLst>
                <a:path w="6990715" h="670560">
                  <a:moveTo>
                    <a:pt x="0" y="90678"/>
                  </a:moveTo>
                  <a:lnTo>
                    <a:pt x="7131" y="55399"/>
                  </a:lnTo>
                  <a:lnTo>
                    <a:pt x="26574" y="26574"/>
                  </a:lnTo>
                  <a:lnTo>
                    <a:pt x="55399" y="7131"/>
                  </a:lnTo>
                  <a:lnTo>
                    <a:pt x="90677" y="0"/>
                  </a:lnTo>
                  <a:lnTo>
                    <a:pt x="6899909" y="0"/>
                  </a:lnTo>
                  <a:lnTo>
                    <a:pt x="6935188" y="7131"/>
                  </a:lnTo>
                  <a:lnTo>
                    <a:pt x="6964013" y="26574"/>
                  </a:lnTo>
                  <a:lnTo>
                    <a:pt x="6983456" y="55399"/>
                  </a:lnTo>
                  <a:lnTo>
                    <a:pt x="6990587" y="90678"/>
                  </a:lnTo>
                  <a:lnTo>
                    <a:pt x="6990587" y="579856"/>
                  </a:lnTo>
                  <a:lnTo>
                    <a:pt x="6983456" y="615160"/>
                  </a:lnTo>
                  <a:lnTo>
                    <a:pt x="6964013" y="643991"/>
                  </a:lnTo>
                  <a:lnTo>
                    <a:pt x="6935188" y="663431"/>
                  </a:lnTo>
                  <a:lnTo>
                    <a:pt x="6899909" y="670560"/>
                  </a:lnTo>
                  <a:lnTo>
                    <a:pt x="90677" y="670560"/>
                  </a:lnTo>
                  <a:lnTo>
                    <a:pt x="55399" y="663431"/>
                  </a:lnTo>
                  <a:lnTo>
                    <a:pt x="26574" y="643991"/>
                  </a:lnTo>
                  <a:lnTo>
                    <a:pt x="7131" y="615160"/>
                  </a:lnTo>
                  <a:lnTo>
                    <a:pt x="0" y="579856"/>
                  </a:lnTo>
                  <a:lnTo>
                    <a:pt x="0" y="90678"/>
                  </a:lnTo>
                  <a:close/>
                </a:path>
              </a:pathLst>
            </a:custGeom>
            <a:ln w="25400">
              <a:solidFill>
                <a:srgbClr val="797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300483" y="5598922"/>
            <a:ext cx="65951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pc="-265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70" dirty="0">
                <a:solidFill>
                  <a:srgbClr val="FFFFFF"/>
                </a:solidFill>
                <a:latin typeface="Arial"/>
                <a:cs typeface="Arial"/>
              </a:rPr>
              <a:t>werden</a:t>
            </a:r>
            <a:r>
              <a:rPr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140" dirty="0">
                <a:solidFill>
                  <a:srgbClr val="FFFFFF"/>
                </a:solidFill>
                <a:latin typeface="Arial"/>
                <a:cs typeface="Arial"/>
              </a:rPr>
              <a:t>Spezifikations-</a:t>
            </a:r>
            <a:r>
              <a:rPr b="1" spc="-4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125" dirty="0">
                <a:solidFill>
                  <a:srgbClr val="FFFFFF"/>
                </a:solidFill>
                <a:latin typeface="Arial"/>
                <a:cs typeface="Arial"/>
              </a:rPr>
              <a:t>Modellierungs-</a:t>
            </a:r>
            <a:r>
              <a:rPr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145" dirty="0">
                <a:solidFill>
                  <a:srgbClr val="FFFFFF"/>
                </a:solidFill>
                <a:latin typeface="Arial"/>
                <a:cs typeface="Arial"/>
              </a:rPr>
              <a:t>und</a:t>
            </a:r>
            <a:r>
              <a:rPr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105" dirty="0">
                <a:solidFill>
                  <a:srgbClr val="FFFFFF"/>
                </a:solidFill>
                <a:latin typeface="Arial"/>
                <a:cs typeface="Arial"/>
              </a:rPr>
              <a:t>Verifikationsmethoden benötigt</a:t>
            </a:r>
            <a:r>
              <a:rPr spc="-105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60" dirty="0">
                <a:solidFill>
                  <a:srgbClr val="FFFFFF"/>
                </a:solidFill>
                <a:latin typeface="Arial"/>
                <a:cs typeface="Arial"/>
              </a:rPr>
              <a:t>die</a:t>
            </a:r>
            <a:r>
              <a:rPr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95" dirty="0">
                <a:solidFill>
                  <a:srgbClr val="FFFFFF"/>
                </a:solidFill>
                <a:latin typeface="Arial"/>
                <a:cs typeface="Arial"/>
              </a:rPr>
              <a:t>diese</a:t>
            </a:r>
            <a:r>
              <a:rPr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0" dirty="0">
                <a:solidFill>
                  <a:srgbClr val="FFFFFF"/>
                </a:solidFill>
                <a:latin typeface="Arial"/>
                <a:cs typeface="Arial"/>
              </a:rPr>
              <a:t>Eigenschaften</a:t>
            </a:r>
            <a:r>
              <a:rPr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FFFFFF"/>
                </a:solidFill>
                <a:latin typeface="Arial"/>
                <a:cs typeface="Arial"/>
              </a:rPr>
              <a:t>einbeziehen</a:t>
            </a:r>
            <a:endParaRPr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74652" y="5645659"/>
            <a:ext cx="706755" cy="510540"/>
            <a:chOff x="769873" y="5117846"/>
            <a:chExt cx="706755" cy="510540"/>
          </a:xfrm>
        </p:grpSpPr>
        <p:sp>
          <p:nvSpPr>
            <p:cNvPr id="12" name="object 12"/>
            <p:cNvSpPr/>
            <p:nvPr/>
          </p:nvSpPr>
          <p:spPr>
            <a:xfrm>
              <a:off x="782573" y="5130546"/>
              <a:ext cx="681355" cy="485140"/>
            </a:xfrm>
            <a:custGeom>
              <a:avLst/>
              <a:gdLst/>
              <a:ahLst/>
              <a:cxnLst/>
              <a:rect l="l" t="t" r="r" b="b"/>
              <a:pathLst>
                <a:path w="681355" h="485139">
                  <a:moveTo>
                    <a:pt x="438912" y="0"/>
                  </a:moveTo>
                  <a:lnTo>
                    <a:pt x="438912" y="121157"/>
                  </a:lnTo>
                  <a:lnTo>
                    <a:pt x="0" y="121157"/>
                  </a:lnTo>
                  <a:lnTo>
                    <a:pt x="0" y="363473"/>
                  </a:lnTo>
                  <a:lnTo>
                    <a:pt x="438912" y="363473"/>
                  </a:lnTo>
                  <a:lnTo>
                    <a:pt x="438912" y="484631"/>
                  </a:lnTo>
                  <a:lnTo>
                    <a:pt x="681228" y="242315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2573" y="5130546"/>
              <a:ext cx="681355" cy="485140"/>
            </a:xfrm>
            <a:custGeom>
              <a:avLst/>
              <a:gdLst/>
              <a:ahLst/>
              <a:cxnLst/>
              <a:rect l="l" t="t" r="r" b="b"/>
              <a:pathLst>
                <a:path w="681355" h="485139">
                  <a:moveTo>
                    <a:pt x="0" y="121157"/>
                  </a:moveTo>
                  <a:lnTo>
                    <a:pt x="438912" y="121157"/>
                  </a:lnTo>
                  <a:lnTo>
                    <a:pt x="438912" y="0"/>
                  </a:lnTo>
                  <a:lnTo>
                    <a:pt x="681228" y="242315"/>
                  </a:lnTo>
                  <a:lnTo>
                    <a:pt x="438912" y="484631"/>
                  </a:lnTo>
                  <a:lnTo>
                    <a:pt x="438912" y="363473"/>
                  </a:lnTo>
                  <a:lnTo>
                    <a:pt x="0" y="363473"/>
                  </a:lnTo>
                  <a:lnTo>
                    <a:pt x="0" y="121157"/>
                  </a:lnTo>
                  <a:close/>
                </a:path>
              </a:pathLst>
            </a:custGeom>
            <a:ln w="25400">
              <a:solidFill>
                <a:srgbClr val="AE5C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FE161-9675-6893-2C01-4F6D362C2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8" y="1031239"/>
            <a:ext cx="8340751" cy="984885"/>
          </a:xfrm>
        </p:spPr>
        <p:txBody>
          <a:bodyPr/>
          <a:lstStyle/>
          <a:p>
            <a:r>
              <a:rPr lang="en-DE" dirty="0"/>
              <a:t>Modellbasierte Entwicklung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8D357-5605-9C5F-54CC-53CB8991F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8992" y="1701481"/>
            <a:ext cx="4745608" cy="5909310"/>
          </a:xfrm>
        </p:spPr>
        <p:txBody>
          <a:bodyPr/>
          <a:lstStyle/>
          <a:p>
            <a:pPr marL="285750" indent="-285750">
              <a:buFont typeface="Wingdings" pitchFamily="2" charset="2"/>
              <a:buChar char="§"/>
            </a:pPr>
            <a:r>
              <a:rPr lang="en-DE" sz="2400" dirty="0"/>
              <a:t>Model Driven Design / Engineering  Idee:  </a:t>
            </a:r>
            <a:br>
              <a:rPr lang="en-DE" sz="2400" dirty="0"/>
            </a:br>
            <a:r>
              <a:rPr lang="en-GB" sz="2400" dirty="0" err="1"/>
              <a:t>Modellierung</a:t>
            </a:r>
            <a:r>
              <a:rPr lang="en-GB" sz="2400" dirty="0"/>
              <a:t> von </a:t>
            </a:r>
            <a:r>
              <a:rPr lang="en-GB" sz="2400" dirty="0" err="1"/>
              <a:t>abstrakten</a:t>
            </a:r>
            <a:r>
              <a:rPr lang="en-GB" sz="2400" dirty="0"/>
              <a:t> </a:t>
            </a:r>
            <a:r>
              <a:rPr lang="en-GB" sz="2400" dirty="0" err="1"/>
              <a:t>Anforderungen</a:t>
            </a:r>
            <a:r>
              <a:rPr lang="en-GB" sz="2400" dirty="0"/>
              <a:t> </a:t>
            </a:r>
            <a:r>
              <a:rPr lang="en-GB" sz="2400" dirty="0" err="1"/>
              <a:t>zu</a:t>
            </a:r>
            <a:r>
              <a:rPr lang="en-GB" sz="2400" dirty="0"/>
              <a:t> immer </a:t>
            </a:r>
            <a:r>
              <a:rPr lang="en-GB" sz="2400" dirty="0" err="1"/>
              <a:t>feiner</a:t>
            </a:r>
            <a:r>
              <a:rPr lang="en-GB" sz="2400" dirty="0"/>
              <a:t> </a:t>
            </a:r>
            <a:r>
              <a:rPr lang="en-GB" sz="2400" dirty="0" err="1"/>
              <a:t>werdenden</a:t>
            </a:r>
            <a:r>
              <a:rPr lang="en-GB" sz="2400" dirty="0"/>
              <a:t>, </a:t>
            </a:r>
            <a:r>
              <a:rPr lang="en-GB" sz="2400" dirty="0" err="1"/>
              <a:t>ausführbaren</a:t>
            </a:r>
            <a:r>
              <a:rPr lang="en-GB" sz="2400" dirty="0"/>
              <a:t>, </a:t>
            </a:r>
            <a:r>
              <a:rPr lang="en-GB" sz="2400" dirty="0" err="1"/>
              <a:t>verifizierbaren</a:t>
            </a:r>
            <a:r>
              <a:rPr lang="en-GB" sz="2400" dirty="0"/>
              <a:t> </a:t>
            </a:r>
            <a:r>
              <a:rPr lang="en-GB" sz="2400" dirty="0" err="1"/>
              <a:t>Modellen</a:t>
            </a:r>
            <a:r>
              <a:rPr lang="en-GB" sz="2400" dirty="0"/>
              <a:t> bis </a:t>
            </a:r>
            <a:r>
              <a:rPr lang="en-GB" sz="2400" dirty="0" err="1"/>
              <a:t>hinunter</a:t>
            </a:r>
            <a:r>
              <a:rPr lang="en-GB" sz="2400" dirty="0"/>
              <a:t> </a:t>
            </a:r>
            <a:r>
              <a:rPr lang="en-GB" sz="2400" dirty="0" err="1"/>
              <a:t>zum</a:t>
            </a:r>
            <a:r>
              <a:rPr lang="en-GB" sz="2400" dirty="0"/>
              <a:t> Code (</a:t>
            </a:r>
            <a:r>
              <a:rPr lang="en-GB" sz="2400" dirty="0" err="1"/>
              <a:t>auch</a:t>
            </a:r>
            <a:r>
              <a:rPr lang="en-GB" sz="2400" dirty="0"/>
              <a:t> Modell)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sz="2400" dirty="0"/>
              <a:t>Modell: </a:t>
            </a:r>
            <a:r>
              <a:rPr lang="en-GB" sz="2400" dirty="0" err="1"/>
              <a:t>Abstraktion</a:t>
            </a:r>
            <a:r>
              <a:rPr lang="en-GB" sz="2400" dirty="0"/>
              <a:t> der </a:t>
            </a:r>
            <a:r>
              <a:rPr lang="en-GB" sz="2400" dirty="0" err="1"/>
              <a:t>Wirklichkeit</a:t>
            </a:r>
            <a:endParaRPr lang="en-GB" sz="24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GB" sz="2400" dirty="0" err="1"/>
              <a:t>Wegen</a:t>
            </a:r>
            <a:r>
              <a:rPr lang="en-GB" sz="2400" dirty="0"/>
              <a:t> </a:t>
            </a:r>
            <a:r>
              <a:rPr lang="en-GB" sz="2400" dirty="0" err="1"/>
              <a:t>hohen</a:t>
            </a:r>
            <a:r>
              <a:rPr lang="en-GB" sz="2400" dirty="0"/>
              <a:t> </a:t>
            </a:r>
            <a:r>
              <a:rPr lang="en-GB" sz="2400" dirty="0" err="1"/>
              <a:t>Anforderungen</a:t>
            </a:r>
            <a:r>
              <a:rPr lang="en-GB" sz="2400" dirty="0"/>
              <a:t> und </a:t>
            </a:r>
            <a:r>
              <a:rPr lang="en-GB" sz="2400" dirty="0" err="1"/>
              <a:t>Sicherheitskritikalität</a:t>
            </a:r>
            <a:r>
              <a:rPr lang="en-GB" sz="2400" dirty="0"/>
              <a:t> </a:t>
            </a:r>
            <a:r>
              <a:rPr lang="en-GB" sz="2400" dirty="0" err="1"/>
              <a:t>bei</a:t>
            </a:r>
            <a:r>
              <a:rPr lang="en-GB" sz="2400" dirty="0"/>
              <a:t> ES: V-Modell (</a:t>
            </a:r>
            <a:r>
              <a:rPr lang="en-GB" sz="2400" dirty="0" err="1"/>
              <a:t>agil</a:t>
            </a:r>
            <a:r>
              <a:rPr lang="en-GB" sz="2400" dirty="0"/>
              <a:t> </a:t>
            </a:r>
            <a:r>
              <a:rPr lang="en-GB" sz="2400" dirty="0" err="1"/>
              <a:t>kaum</a:t>
            </a:r>
            <a:r>
              <a:rPr lang="en-GB" sz="2400" dirty="0"/>
              <a:t> </a:t>
            </a:r>
            <a:r>
              <a:rPr lang="en-GB" sz="2400" dirty="0" err="1"/>
              <a:t>verbreitet</a:t>
            </a:r>
            <a:r>
              <a:rPr lang="en-GB" sz="2400" dirty="0"/>
              <a:t>)</a:t>
            </a:r>
            <a:endParaRPr lang="en-DE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D49B56-B402-3D09-7DC7-26D70AED9A5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804035">
              <a:lnSpc>
                <a:spcPts val="1505"/>
              </a:lnSpc>
            </a:pPr>
            <a:fld id="{81D60167-4931-47E6-BA6A-407CBD079E47}" type="slidenum">
              <a:rPr lang="en-DE" spc="-20" smtClean="0"/>
              <a:t>16</a:t>
            </a:fld>
            <a:endParaRPr lang="en-DE" spc="-2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12ECEA-3FB7-3E4C-B23C-C35B46EC1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699" y="2387600"/>
            <a:ext cx="6454570" cy="3439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39F542-485F-93C1-FFC4-BE609D50B995}"/>
              </a:ext>
            </a:extLst>
          </p:cNvPr>
          <p:cNvSpPr txBox="1"/>
          <p:nvPr/>
        </p:nvSpPr>
        <p:spPr>
          <a:xfrm>
            <a:off x="308992" y="6611779"/>
            <a:ext cx="73312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000" dirty="0"/>
              <a:t>Quelle: https://www.imw.tu-clausthal.de/forschung/schwerpunkte/modellbasierte-systementwicklung</a:t>
            </a:r>
          </a:p>
        </p:txBody>
      </p:sp>
    </p:spTree>
    <p:extLst>
      <p:ext uri="{BB962C8B-B14F-4D97-AF65-F5344CB8AC3E}">
        <p14:creationId xmlns:p14="http://schemas.microsoft.com/office/powerpoint/2010/main" val="2289554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4403" y="648467"/>
            <a:ext cx="8116704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500" spc="-95" dirty="0"/>
              <a:t>Model-</a:t>
            </a:r>
            <a:r>
              <a:rPr sz="3500" spc="-155" dirty="0"/>
              <a:t>Driven</a:t>
            </a:r>
            <a:r>
              <a:rPr sz="3500" spc="-85" dirty="0"/>
              <a:t> </a:t>
            </a:r>
            <a:r>
              <a:rPr sz="3500" spc="-160" dirty="0"/>
              <a:t>Engineering</a:t>
            </a:r>
            <a:endParaRPr sz="35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17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74403" y="1676041"/>
            <a:ext cx="10594090" cy="3847848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8100" marR="766445">
              <a:lnSpc>
                <a:spcPts val="2490"/>
              </a:lnSpc>
              <a:spcBef>
                <a:spcPts val="405"/>
              </a:spcBef>
            </a:pPr>
            <a:r>
              <a:rPr sz="2000" spc="-150" dirty="0">
                <a:latin typeface="Arial"/>
                <a:cs typeface="Arial"/>
              </a:rPr>
              <a:t>Bei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der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45" dirty="0"/>
              <a:t>modellgetriebenen</a:t>
            </a:r>
            <a:r>
              <a:rPr sz="2000" spc="-95" dirty="0"/>
              <a:t> </a:t>
            </a:r>
            <a:r>
              <a:rPr sz="2000" spc="-155" dirty="0"/>
              <a:t>Softwareentwicklung</a:t>
            </a:r>
            <a:r>
              <a:rPr sz="2000" spc="-30" dirty="0"/>
              <a:t> </a:t>
            </a:r>
            <a:r>
              <a:rPr sz="2000" spc="-60" dirty="0">
                <a:latin typeface="Arial"/>
                <a:cs typeface="Arial"/>
              </a:rPr>
              <a:t>steht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die </a:t>
            </a:r>
            <a:r>
              <a:rPr sz="2000" spc="-110" dirty="0">
                <a:latin typeface="Arial"/>
                <a:cs typeface="Arial"/>
              </a:rPr>
              <a:t>Erstellung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eines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55" dirty="0"/>
              <a:t>abstrakten</a:t>
            </a:r>
            <a:r>
              <a:rPr sz="2000" spc="-55" dirty="0"/>
              <a:t> </a:t>
            </a:r>
            <a:r>
              <a:rPr sz="2000" spc="-135" dirty="0"/>
              <a:t>Modells</a:t>
            </a:r>
            <a:r>
              <a:rPr sz="2000" spc="-55" dirty="0"/>
              <a:t> </a:t>
            </a:r>
            <a:r>
              <a:rPr sz="2000" spc="-40" dirty="0">
                <a:latin typeface="Arial"/>
                <a:cs typeface="Arial"/>
              </a:rPr>
              <a:t>im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Vordergrund</a:t>
            </a:r>
          </a:p>
          <a:p>
            <a:pPr marL="838200" indent="-342900">
              <a:spcBef>
                <a:spcPts val="229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808355" algn="l"/>
              </a:tabLst>
            </a:pPr>
            <a:r>
              <a:rPr sz="2000" spc="-75" dirty="0">
                <a:latin typeface="Arial"/>
                <a:cs typeface="Arial"/>
              </a:rPr>
              <a:t>Erlaubt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Entwicklung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auf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hohem </a:t>
            </a:r>
            <a:r>
              <a:rPr sz="2000" spc="-25" dirty="0">
                <a:latin typeface="Arial"/>
                <a:cs typeface="Arial"/>
              </a:rPr>
              <a:t>Abstraktionsniveau</a:t>
            </a:r>
            <a:endParaRPr sz="2000" dirty="0">
              <a:latin typeface="Arial"/>
              <a:cs typeface="Arial"/>
            </a:endParaRPr>
          </a:p>
          <a:p>
            <a:pPr marL="838200" indent="-342900">
              <a:spcBef>
                <a:spcPts val="260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808355" algn="l"/>
              </a:tabLst>
            </a:pPr>
            <a:r>
              <a:rPr sz="2000" spc="-100" dirty="0">
                <a:latin typeface="Arial"/>
                <a:cs typeface="Arial"/>
              </a:rPr>
              <a:t>Reduziert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die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Wahrscheinlichkeit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von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technischen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Fehlern</a:t>
            </a:r>
            <a:endParaRPr sz="2000" dirty="0">
              <a:latin typeface="Arial"/>
              <a:cs typeface="Arial"/>
            </a:endParaRPr>
          </a:p>
          <a:p>
            <a:pPr marL="838200" indent="-342900">
              <a:spcBef>
                <a:spcPts val="260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808355" algn="l"/>
              </a:tabLst>
            </a:pPr>
            <a:r>
              <a:rPr sz="2000" spc="-75" dirty="0">
                <a:latin typeface="Arial"/>
                <a:cs typeface="Arial"/>
              </a:rPr>
              <a:t>Erhöht </a:t>
            </a:r>
            <a:r>
              <a:rPr sz="2000" spc="-70" dirty="0">
                <a:latin typeface="Arial"/>
                <a:cs typeface="Arial"/>
              </a:rPr>
              <a:t>die </a:t>
            </a:r>
            <a:r>
              <a:rPr sz="2000" spc="-65" dirty="0">
                <a:latin typeface="Arial"/>
                <a:cs typeface="Arial"/>
              </a:rPr>
              <a:t>Wiederverwendbarkeit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und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verringert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Redundanz</a:t>
            </a:r>
            <a:endParaRPr sz="2000" dirty="0">
              <a:latin typeface="Arial"/>
              <a:cs typeface="Arial"/>
            </a:endParaRPr>
          </a:p>
          <a:p>
            <a:pPr marL="838200" indent="-342900">
              <a:spcBef>
                <a:spcPts val="265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808355" algn="l"/>
              </a:tabLst>
            </a:pPr>
            <a:r>
              <a:rPr sz="2000" spc="-75" dirty="0">
                <a:latin typeface="Arial"/>
                <a:cs typeface="Arial"/>
              </a:rPr>
              <a:t>Entwurfs-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und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Implementierungsprozess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wird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beschleunigt</a:t>
            </a:r>
            <a:endParaRPr sz="2000" dirty="0">
              <a:latin typeface="Arial"/>
              <a:cs typeface="Arial"/>
            </a:endParaRPr>
          </a:p>
          <a:p>
            <a:pPr marL="838200" indent="-342900">
              <a:spcBef>
                <a:spcPts val="260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808355" algn="l"/>
              </a:tabLst>
            </a:pPr>
            <a:r>
              <a:rPr sz="2000" spc="-125" dirty="0">
                <a:latin typeface="Arial"/>
                <a:cs typeface="Arial"/>
              </a:rPr>
              <a:t>Die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Modelle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sind</a:t>
            </a:r>
            <a:r>
              <a:rPr sz="2000" spc="-70" dirty="0">
                <a:latin typeface="Arial"/>
                <a:cs typeface="Arial"/>
              </a:rPr>
              <a:t> plattformunabhängig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(frei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von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Ausführungsdetails)</a:t>
            </a:r>
            <a:endParaRPr sz="2000" dirty="0">
              <a:latin typeface="Arial"/>
              <a:cs typeface="Arial"/>
            </a:endParaRPr>
          </a:p>
          <a:p>
            <a:pPr marL="838200" marR="309880" indent="-342900">
              <a:lnSpc>
                <a:spcPts val="2160"/>
              </a:lnSpc>
              <a:spcBef>
                <a:spcPts val="535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723900" algn="l"/>
                <a:tab pos="808355" algn="l"/>
              </a:tabLst>
            </a:pPr>
            <a:r>
              <a:rPr sz="2000" spc="-114" dirty="0">
                <a:latin typeface="Arial"/>
                <a:cs typeface="Arial"/>
              </a:rPr>
              <a:t>	Domänenspezifische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Modelle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können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direkt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von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Experten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erstellt </a:t>
            </a:r>
            <a:r>
              <a:rPr sz="2000" spc="-10" dirty="0">
                <a:latin typeface="Arial"/>
                <a:cs typeface="Arial"/>
              </a:rPr>
              <a:t>werden</a:t>
            </a:r>
            <a:endParaRPr sz="2000" dirty="0">
              <a:latin typeface="Arial"/>
              <a:cs typeface="Arial"/>
            </a:endParaRPr>
          </a:p>
          <a:p>
            <a:pPr marL="38100">
              <a:spcBef>
                <a:spcPts val="695"/>
              </a:spcBef>
            </a:pPr>
            <a:r>
              <a:rPr sz="2000" spc="-235" dirty="0">
                <a:latin typeface="Arial"/>
                <a:cs typeface="Arial"/>
              </a:rPr>
              <a:t>Das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endgültige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Produkt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kann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80" dirty="0">
                <a:latin typeface="Arial"/>
                <a:cs typeface="Arial"/>
              </a:rPr>
              <a:t>aus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dem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Modell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20" dirty="0"/>
              <a:t>abgeleitet</a:t>
            </a:r>
            <a:r>
              <a:rPr sz="2000" spc="-100" dirty="0"/>
              <a:t> </a:t>
            </a:r>
            <a:r>
              <a:rPr sz="2000" spc="-10" dirty="0">
                <a:latin typeface="Arial"/>
                <a:cs typeface="Arial"/>
              </a:rPr>
              <a:t>werden</a:t>
            </a:r>
          </a:p>
          <a:p>
            <a:pPr marL="838200" indent="-342900">
              <a:spcBef>
                <a:spcPts val="265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808355" algn="l"/>
              </a:tabLst>
            </a:pPr>
            <a:r>
              <a:rPr sz="2000" spc="-50" dirty="0">
                <a:latin typeface="Arial"/>
                <a:cs typeface="Arial"/>
              </a:rPr>
              <a:t>Manuell: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Durch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Implementierung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(Model-</a:t>
            </a:r>
            <a:r>
              <a:rPr sz="2000" spc="-155" dirty="0">
                <a:latin typeface="Arial"/>
                <a:cs typeface="Arial"/>
              </a:rPr>
              <a:t>Based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Engineering)</a:t>
            </a:r>
            <a:endParaRPr sz="2000" dirty="0">
              <a:latin typeface="Arial"/>
              <a:cs typeface="Arial"/>
            </a:endParaRPr>
          </a:p>
          <a:p>
            <a:pPr marL="838200" indent="-342900">
              <a:spcBef>
                <a:spcPts val="265"/>
              </a:spcBef>
              <a:buClr>
                <a:schemeClr val="tx1"/>
              </a:buClr>
              <a:buSzPct val="110000"/>
              <a:buFont typeface="Wingdings" pitchFamily="2" charset="2"/>
              <a:buChar char="§"/>
              <a:tabLst>
                <a:tab pos="808355" algn="l"/>
              </a:tabLst>
            </a:pPr>
            <a:r>
              <a:rPr sz="2000" spc="-145" dirty="0"/>
              <a:t>Automatisch</a:t>
            </a:r>
            <a:r>
              <a:rPr sz="2000" spc="-145" dirty="0">
                <a:latin typeface="Arial"/>
                <a:cs typeface="Arial"/>
              </a:rPr>
              <a:t>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Durch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Code-</a:t>
            </a:r>
            <a:r>
              <a:rPr sz="2000" spc="-90" dirty="0">
                <a:latin typeface="Arial"/>
                <a:cs typeface="Arial"/>
              </a:rPr>
              <a:t>Generatoren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(Model-</a:t>
            </a:r>
            <a:r>
              <a:rPr sz="2000" spc="-85" dirty="0">
                <a:latin typeface="Arial"/>
                <a:cs typeface="Arial"/>
              </a:rPr>
              <a:t>Driven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Engineering)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5935" y="1031240"/>
            <a:ext cx="550444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5" dirty="0"/>
              <a:t>Model-</a:t>
            </a:r>
            <a:r>
              <a:rPr spc="-185" dirty="0"/>
              <a:t>Driven</a:t>
            </a:r>
            <a:r>
              <a:rPr spc="-155" dirty="0"/>
              <a:t> </a:t>
            </a:r>
            <a:r>
              <a:rPr spc="-175" dirty="0"/>
              <a:t>Engineering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8389" y="1668731"/>
            <a:ext cx="5090712" cy="43631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3143" y="931585"/>
            <a:ext cx="406398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145" dirty="0"/>
              <a:t>Begriffsklärung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1023313" y="1935126"/>
            <a:ext cx="8671613" cy="33727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635" indent="-342900">
              <a:spcBef>
                <a:spcPts val="100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81635" algn="l"/>
              </a:tabLst>
            </a:pPr>
            <a:r>
              <a:rPr sz="2400" spc="-60" dirty="0">
                <a:latin typeface="Arial"/>
                <a:cs typeface="Arial"/>
              </a:rPr>
              <a:t>Model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Driven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Development</a:t>
            </a:r>
            <a:endParaRPr sz="2400" dirty="0">
              <a:latin typeface="Arial"/>
              <a:cs typeface="Arial"/>
            </a:endParaRPr>
          </a:p>
          <a:p>
            <a:pPr marL="850900" lvl="1" indent="-342900">
              <a:spcBef>
                <a:spcPts val="250"/>
              </a:spcBef>
              <a:buClr>
                <a:schemeClr val="tx1"/>
              </a:buClr>
              <a:buSzPct val="109523"/>
              <a:buFont typeface="Wingdings" pitchFamily="2" charset="2"/>
              <a:buChar char="§"/>
              <a:tabLst>
                <a:tab pos="827405" algn="l"/>
              </a:tabLst>
            </a:pPr>
            <a:r>
              <a:rPr sz="2100" spc="-100" dirty="0">
                <a:latin typeface="Arial"/>
                <a:cs typeface="Arial"/>
              </a:rPr>
              <a:t>Ziel:</a:t>
            </a:r>
            <a:r>
              <a:rPr sz="2100" spc="-70" dirty="0">
                <a:latin typeface="Arial"/>
                <a:cs typeface="Arial"/>
              </a:rPr>
              <a:t> </a:t>
            </a:r>
            <a:r>
              <a:rPr sz="2100" spc="-65" dirty="0">
                <a:latin typeface="Arial"/>
                <a:cs typeface="Arial"/>
              </a:rPr>
              <a:t>Ableitung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spc="-65" dirty="0">
                <a:latin typeface="Arial"/>
                <a:cs typeface="Arial"/>
              </a:rPr>
              <a:t>einer </a:t>
            </a:r>
            <a:r>
              <a:rPr sz="2100" spc="-70" dirty="0">
                <a:latin typeface="Arial"/>
                <a:cs typeface="Arial"/>
              </a:rPr>
              <a:t>Implementierung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spc="-45" dirty="0">
                <a:latin typeface="Arial"/>
                <a:cs typeface="Arial"/>
              </a:rPr>
              <a:t>mittels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spc="-150" dirty="0">
                <a:latin typeface="Arial"/>
                <a:cs typeface="Arial"/>
              </a:rPr>
              <a:t>Code-</a:t>
            </a:r>
            <a:r>
              <a:rPr sz="2100" spc="-90" dirty="0">
                <a:latin typeface="Arial"/>
                <a:cs typeface="Arial"/>
              </a:rPr>
              <a:t>Generator</a:t>
            </a:r>
            <a:endParaRPr sz="2100" dirty="0">
              <a:latin typeface="Arial"/>
              <a:cs typeface="Arial"/>
            </a:endParaRPr>
          </a:p>
          <a:p>
            <a:pPr marL="381635" indent="-342900">
              <a:spcBef>
                <a:spcPts val="710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81635" algn="l"/>
              </a:tabLst>
            </a:pPr>
            <a:r>
              <a:rPr sz="2400" spc="-60" dirty="0">
                <a:latin typeface="Arial"/>
                <a:cs typeface="Arial"/>
              </a:rPr>
              <a:t>Model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Driven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Engineering</a:t>
            </a:r>
            <a:endParaRPr sz="2400" dirty="0">
              <a:latin typeface="Arial"/>
              <a:cs typeface="Arial"/>
            </a:endParaRPr>
          </a:p>
          <a:p>
            <a:pPr marL="850900" lvl="1" indent="-342900">
              <a:spcBef>
                <a:spcPts val="245"/>
              </a:spcBef>
              <a:buClr>
                <a:schemeClr val="tx1"/>
              </a:buClr>
              <a:buSzPct val="109523"/>
              <a:buFont typeface="Wingdings" pitchFamily="2" charset="2"/>
              <a:buChar char="§"/>
              <a:tabLst>
                <a:tab pos="827405" algn="l"/>
              </a:tabLst>
            </a:pPr>
            <a:r>
              <a:rPr sz="2100" spc="-105" dirty="0">
                <a:latin typeface="Arial"/>
                <a:cs typeface="Arial"/>
              </a:rPr>
              <a:t>umfasst</a:t>
            </a:r>
            <a:r>
              <a:rPr sz="2100" spc="-85" dirty="0">
                <a:latin typeface="Arial"/>
                <a:cs typeface="Arial"/>
              </a:rPr>
              <a:t> </a:t>
            </a:r>
            <a:r>
              <a:rPr sz="2100" spc="-90" dirty="0">
                <a:latin typeface="Arial"/>
                <a:cs typeface="Arial"/>
              </a:rPr>
              <a:t>den </a:t>
            </a:r>
            <a:r>
              <a:rPr sz="2100" spc="-120" dirty="0">
                <a:latin typeface="Arial"/>
                <a:cs typeface="Arial"/>
              </a:rPr>
              <a:t>gesamten</a:t>
            </a:r>
            <a:r>
              <a:rPr sz="2100" spc="-90" dirty="0">
                <a:latin typeface="Arial"/>
                <a:cs typeface="Arial"/>
              </a:rPr>
              <a:t> </a:t>
            </a:r>
            <a:r>
              <a:rPr sz="2100" spc="-65" dirty="0">
                <a:latin typeface="Arial"/>
                <a:cs typeface="Arial"/>
              </a:rPr>
              <a:t>Entwicklungsprozess</a:t>
            </a:r>
            <a:endParaRPr sz="2100" dirty="0">
              <a:latin typeface="Arial"/>
              <a:cs typeface="Arial"/>
            </a:endParaRPr>
          </a:p>
          <a:p>
            <a:pPr marL="850900" marR="199390" lvl="1" indent="-342900">
              <a:lnSpc>
                <a:spcPts val="2270"/>
              </a:lnSpc>
              <a:spcBef>
                <a:spcPts val="530"/>
              </a:spcBef>
              <a:buClr>
                <a:schemeClr val="tx1"/>
              </a:buClr>
              <a:buSzPct val="109523"/>
              <a:buFont typeface="Wingdings" pitchFamily="2" charset="2"/>
              <a:buChar char="§"/>
              <a:tabLst>
                <a:tab pos="736600" algn="l"/>
                <a:tab pos="827405" algn="l"/>
              </a:tabLst>
            </a:pPr>
            <a:r>
              <a:rPr sz="2100" spc="-185" dirty="0">
                <a:latin typeface="Arial"/>
                <a:cs typeface="Arial"/>
              </a:rPr>
              <a:t>	Z.B.</a:t>
            </a:r>
            <a:r>
              <a:rPr sz="2100" spc="-70" dirty="0">
                <a:latin typeface="Arial"/>
                <a:cs typeface="Arial"/>
              </a:rPr>
              <a:t> </a:t>
            </a:r>
            <a:r>
              <a:rPr sz="2100" spc="-114" dirty="0">
                <a:latin typeface="Arial"/>
                <a:cs typeface="Arial"/>
              </a:rPr>
              <a:t>auch</a:t>
            </a:r>
            <a:r>
              <a:rPr sz="2100" spc="-65" dirty="0">
                <a:latin typeface="Arial"/>
                <a:cs typeface="Arial"/>
              </a:rPr>
              <a:t> </a:t>
            </a:r>
            <a:r>
              <a:rPr sz="2100" spc="-55" dirty="0">
                <a:latin typeface="Arial"/>
                <a:cs typeface="Arial"/>
              </a:rPr>
              <a:t>Modellierung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spc="-95" dirty="0">
                <a:latin typeface="Arial"/>
                <a:cs typeface="Arial"/>
              </a:rPr>
              <a:t>von</a:t>
            </a:r>
            <a:r>
              <a:rPr sz="2100" spc="-65" dirty="0">
                <a:latin typeface="Arial"/>
                <a:cs typeface="Arial"/>
              </a:rPr>
              <a:t> </a:t>
            </a:r>
            <a:r>
              <a:rPr sz="2100" spc="-85" dirty="0">
                <a:latin typeface="Arial"/>
                <a:cs typeface="Arial"/>
              </a:rPr>
              <a:t>Anforderungen,</a:t>
            </a:r>
            <a:r>
              <a:rPr sz="2100" spc="-60" dirty="0">
                <a:latin typeface="Arial"/>
                <a:cs typeface="Arial"/>
              </a:rPr>
              <a:t> </a:t>
            </a:r>
            <a:r>
              <a:rPr sz="2100" spc="-55" dirty="0">
                <a:latin typeface="Arial"/>
                <a:cs typeface="Arial"/>
              </a:rPr>
              <a:t>Model-</a:t>
            </a:r>
            <a:r>
              <a:rPr sz="2100" spc="-140" dirty="0">
                <a:latin typeface="Arial"/>
                <a:cs typeface="Arial"/>
              </a:rPr>
              <a:t>basiertes </a:t>
            </a:r>
            <a:r>
              <a:rPr sz="2100" spc="-10" dirty="0">
                <a:latin typeface="Arial"/>
                <a:cs typeface="Arial"/>
              </a:rPr>
              <a:t>Testen</a:t>
            </a:r>
            <a:endParaRPr sz="2100" dirty="0">
              <a:latin typeface="Arial"/>
              <a:cs typeface="Arial"/>
            </a:endParaRPr>
          </a:p>
          <a:p>
            <a:pPr marL="381635" indent="-342900">
              <a:spcBef>
                <a:spcPts val="675"/>
              </a:spcBef>
              <a:buClr>
                <a:schemeClr val="tx1"/>
              </a:buClr>
              <a:buSzPct val="108333"/>
              <a:buFont typeface="Wingdings" pitchFamily="2" charset="2"/>
              <a:buChar char="§"/>
              <a:tabLst>
                <a:tab pos="381635" algn="l"/>
              </a:tabLst>
            </a:pPr>
            <a:r>
              <a:rPr sz="2400" spc="-60" dirty="0">
                <a:latin typeface="Arial"/>
                <a:cs typeface="Arial"/>
              </a:rPr>
              <a:t>Model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204" dirty="0">
                <a:latin typeface="Arial"/>
                <a:cs typeface="Arial"/>
              </a:rPr>
              <a:t>Based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Engineering/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Development</a:t>
            </a:r>
            <a:endParaRPr sz="2400" dirty="0">
              <a:latin typeface="Arial"/>
              <a:cs typeface="Arial"/>
            </a:endParaRPr>
          </a:p>
          <a:p>
            <a:pPr marL="850900" marR="318770" lvl="1" indent="-342900">
              <a:lnSpc>
                <a:spcPts val="2270"/>
              </a:lnSpc>
              <a:spcBef>
                <a:spcPts val="535"/>
              </a:spcBef>
              <a:buClr>
                <a:schemeClr val="tx1"/>
              </a:buClr>
              <a:buSzPct val="109523"/>
              <a:buFont typeface="Wingdings" pitchFamily="2" charset="2"/>
              <a:buChar char="§"/>
              <a:tabLst>
                <a:tab pos="736600" algn="l"/>
                <a:tab pos="827405" algn="l"/>
              </a:tabLst>
            </a:pPr>
            <a:r>
              <a:rPr sz="2100" spc="-150" dirty="0">
                <a:latin typeface="Arial"/>
                <a:cs typeface="Arial"/>
              </a:rPr>
              <a:t>	Etwas</a:t>
            </a:r>
            <a:r>
              <a:rPr sz="2100" spc="-85" dirty="0">
                <a:latin typeface="Arial"/>
                <a:cs typeface="Arial"/>
              </a:rPr>
              <a:t> </a:t>
            </a:r>
            <a:r>
              <a:rPr sz="2100" spc="-75" dirty="0">
                <a:latin typeface="Arial"/>
                <a:cs typeface="Arial"/>
              </a:rPr>
              <a:t>weicher</a:t>
            </a:r>
            <a:r>
              <a:rPr sz="2100" spc="-85" dirty="0">
                <a:latin typeface="Arial"/>
                <a:cs typeface="Arial"/>
              </a:rPr>
              <a:t> </a:t>
            </a:r>
            <a:r>
              <a:rPr sz="2100" spc="-135" dirty="0">
                <a:latin typeface="Arial"/>
                <a:cs typeface="Arial"/>
              </a:rPr>
              <a:t>als</a:t>
            </a:r>
            <a:r>
              <a:rPr sz="2100" spc="-90" dirty="0">
                <a:latin typeface="Arial"/>
                <a:cs typeface="Arial"/>
              </a:rPr>
              <a:t> </a:t>
            </a:r>
            <a:r>
              <a:rPr sz="2100" spc="-50" dirty="0">
                <a:latin typeface="Arial"/>
                <a:cs typeface="Arial"/>
              </a:rPr>
              <a:t>Model</a:t>
            </a:r>
            <a:r>
              <a:rPr sz="2100" spc="-85" dirty="0">
                <a:latin typeface="Arial"/>
                <a:cs typeface="Arial"/>
              </a:rPr>
              <a:t> </a:t>
            </a:r>
            <a:r>
              <a:rPr sz="2100" spc="-80" dirty="0">
                <a:latin typeface="Arial"/>
                <a:cs typeface="Arial"/>
              </a:rPr>
              <a:t>Driven: </a:t>
            </a:r>
            <a:r>
              <a:rPr sz="2100" spc="-50" dirty="0">
                <a:latin typeface="Arial"/>
                <a:cs typeface="Arial"/>
              </a:rPr>
              <a:t>Modelle</a:t>
            </a:r>
            <a:r>
              <a:rPr sz="2100" spc="-85" dirty="0">
                <a:latin typeface="Arial"/>
                <a:cs typeface="Arial"/>
              </a:rPr>
              <a:t> </a:t>
            </a:r>
            <a:r>
              <a:rPr sz="2100" spc="-100" dirty="0">
                <a:latin typeface="Arial"/>
                <a:cs typeface="Arial"/>
              </a:rPr>
              <a:t>sind</a:t>
            </a:r>
            <a:r>
              <a:rPr sz="2100" spc="-85" dirty="0">
                <a:latin typeface="Arial"/>
                <a:cs typeface="Arial"/>
              </a:rPr>
              <a:t> </a:t>
            </a:r>
            <a:r>
              <a:rPr sz="2100" spc="-50" dirty="0">
                <a:latin typeface="Arial"/>
                <a:cs typeface="Arial"/>
              </a:rPr>
              <a:t>wichtig,</a:t>
            </a:r>
            <a:r>
              <a:rPr sz="2100" spc="-85" dirty="0">
                <a:latin typeface="Arial"/>
                <a:cs typeface="Arial"/>
              </a:rPr>
              <a:t> </a:t>
            </a:r>
            <a:r>
              <a:rPr sz="2100" spc="-195" dirty="0">
                <a:latin typeface="Arial"/>
                <a:cs typeface="Arial"/>
              </a:rPr>
              <a:t>aber </a:t>
            </a:r>
            <a:r>
              <a:rPr sz="2100" spc="-40" dirty="0">
                <a:latin typeface="Arial"/>
                <a:cs typeface="Arial"/>
              </a:rPr>
              <a:t>nicht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spc="-25" dirty="0">
                <a:latin typeface="Arial"/>
                <a:cs typeface="Arial"/>
              </a:rPr>
              <a:t>„treibende“</a:t>
            </a:r>
            <a:r>
              <a:rPr sz="2100" spc="-80" dirty="0">
                <a:latin typeface="Arial"/>
                <a:cs typeface="Arial"/>
              </a:rPr>
              <a:t> </a:t>
            </a:r>
            <a:r>
              <a:rPr sz="2100" spc="-20" dirty="0">
                <a:latin typeface="Arial"/>
                <a:cs typeface="Arial"/>
              </a:rPr>
              <a:t>Kraft</a:t>
            </a:r>
            <a:endParaRPr sz="2100" dirty="0">
              <a:latin typeface="Arial"/>
              <a:cs typeface="Arial"/>
            </a:endParaRPr>
          </a:p>
          <a:p>
            <a:pPr marL="850900" lvl="1" indent="-342900">
              <a:spcBef>
                <a:spcPts val="209"/>
              </a:spcBef>
              <a:buClr>
                <a:schemeClr val="tx1"/>
              </a:buClr>
              <a:buSzPct val="109523"/>
              <a:buFont typeface="Wingdings" pitchFamily="2" charset="2"/>
              <a:buChar char="§"/>
              <a:tabLst>
                <a:tab pos="827405" algn="l"/>
              </a:tabLst>
            </a:pPr>
            <a:r>
              <a:rPr sz="2100" spc="-145" dirty="0">
                <a:latin typeface="Arial"/>
                <a:cs typeface="Arial"/>
              </a:rPr>
              <a:t>Kein</a:t>
            </a:r>
            <a:r>
              <a:rPr sz="2100" spc="-80" dirty="0">
                <a:latin typeface="Arial"/>
                <a:cs typeface="Arial"/>
              </a:rPr>
              <a:t> </a:t>
            </a:r>
            <a:r>
              <a:rPr sz="2100" spc="-55" dirty="0">
                <a:latin typeface="Arial"/>
                <a:cs typeface="Arial"/>
              </a:rPr>
              <a:t>generierter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spc="-20" dirty="0">
                <a:latin typeface="Arial"/>
                <a:cs typeface="Arial"/>
              </a:rPr>
              <a:t>Code</a:t>
            </a:r>
            <a:endParaRPr sz="21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585452" y="1761997"/>
            <a:ext cx="2312670" cy="1536700"/>
            <a:chOff x="6477659" y="1208696"/>
            <a:chExt cx="2312670" cy="1536700"/>
          </a:xfrm>
        </p:grpSpPr>
        <p:sp>
          <p:nvSpPr>
            <p:cNvPr id="5" name="object 5"/>
            <p:cNvSpPr/>
            <p:nvPr/>
          </p:nvSpPr>
          <p:spPr>
            <a:xfrm>
              <a:off x="6483959" y="1214996"/>
              <a:ext cx="2300605" cy="1524000"/>
            </a:xfrm>
            <a:custGeom>
              <a:avLst/>
              <a:gdLst/>
              <a:ahLst/>
              <a:cxnLst/>
              <a:rect l="l" t="t" r="r" b="b"/>
              <a:pathLst>
                <a:path w="2300604" h="1524000">
                  <a:moveTo>
                    <a:pt x="1150200" y="0"/>
                  </a:moveTo>
                  <a:lnTo>
                    <a:pt x="1099798" y="732"/>
                  </a:lnTo>
                  <a:lnTo>
                    <a:pt x="1049614" y="2921"/>
                  </a:lnTo>
                  <a:lnTo>
                    <a:pt x="999717" y="6553"/>
                  </a:lnTo>
                  <a:lnTo>
                    <a:pt x="950176" y="11613"/>
                  </a:lnTo>
                  <a:lnTo>
                    <a:pt x="901060" y="18088"/>
                  </a:lnTo>
                  <a:lnTo>
                    <a:pt x="852438" y="25965"/>
                  </a:lnTo>
                  <a:lnTo>
                    <a:pt x="804377" y="35229"/>
                  </a:lnTo>
                  <a:lnTo>
                    <a:pt x="756948" y="45866"/>
                  </a:lnTo>
                  <a:lnTo>
                    <a:pt x="710219" y="57864"/>
                  </a:lnTo>
                  <a:lnTo>
                    <a:pt x="664258" y="71208"/>
                  </a:lnTo>
                  <a:lnTo>
                    <a:pt x="619134" y="85884"/>
                  </a:lnTo>
                  <a:lnTo>
                    <a:pt x="574916" y="101879"/>
                  </a:lnTo>
                  <a:lnTo>
                    <a:pt x="523426" y="122834"/>
                  </a:lnTo>
                  <a:lnTo>
                    <a:pt x="473779" y="145482"/>
                  </a:lnTo>
                  <a:lnTo>
                    <a:pt x="426067" y="169767"/>
                  </a:lnTo>
                  <a:lnTo>
                    <a:pt x="380383" y="195632"/>
                  </a:lnTo>
                  <a:lnTo>
                    <a:pt x="336821" y="223023"/>
                  </a:lnTo>
                  <a:lnTo>
                    <a:pt x="295472" y="251882"/>
                  </a:lnTo>
                  <a:lnTo>
                    <a:pt x="256431" y="282153"/>
                  </a:lnTo>
                  <a:lnTo>
                    <a:pt x="219789" y="313782"/>
                  </a:lnTo>
                  <a:lnTo>
                    <a:pt x="185640" y="346711"/>
                  </a:lnTo>
                  <a:lnTo>
                    <a:pt x="154076" y="380885"/>
                  </a:lnTo>
                  <a:lnTo>
                    <a:pt x="118515" y="425053"/>
                  </a:lnTo>
                  <a:lnTo>
                    <a:pt x="87477" y="470516"/>
                  </a:lnTo>
                  <a:lnTo>
                    <a:pt x="61028" y="517120"/>
                  </a:lnTo>
                  <a:lnTo>
                    <a:pt x="39238" y="564707"/>
                  </a:lnTo>
                  <a:lnTo>
                    <a:pt x="22172" y="613120"/>
                  </a:lnTo>
                  <a:lnTo>
                    <a:pt x="9899" y="662204"/>
                  </a:lnTo>
                  <a:lnTo>
                    <a:pt x="2486" y="711802"/>
                  </a:lnTo>
                  <a:lnTo>
                    <a:pt x="0" y="761758"/>
                  </a:lnTo>
                  <a:lnTo>
                    <a:pt x="2486" y="811718"/>
                  </a:lnTo>
                  <a:lnTo>
                    <a:pt x="9899" y="861318"/>
                  </a:lnTo>
                  <a:lnTo>
                    <a:pt x="22172" y="910402"/>
                  </a:lnTo>
                  <a:lnTo>
                    <a:pt x="39238" y="958816"/>
                  </a:lnTo>
                  <a:lnTo>
                    <a:pt x="61028" y="1006403"/>
                  </a:lnTo>
                  <a:lnTo>
                    <a:pt x="87477" y="1053007"/>
                  </a:lnTo>
                  <a:lnTo>
                    <a:pt x="118515" y="1098473"/>
                  </a:lnTo>
                  <a:lnTo>
                    <a:pt x="154076" y="1142644"/>
                  </a:lnTo>
                  <a:lnTo>
                    <a:pt x="185640" y="1176818"/>
                  </a:lnTo>
                  <a:lnTo>
                    <a:pt x="219789" y="1209747"/>
                  </a:lnTo>
                  <a:lnTo>
                    <a:pt x="256431" y="1241375"/>
                  </a:lnTo>
                  <a:lnTo>
                    <a:pt x="295472" y="1271647"/>
                  </a:lnTo>
                  <a:lnTo>
                    <a:pt x="336821" y="1300505"/>
                  </a:lnTo>
                  <a:lnTo>
                    <a:pt x="380383" y="1327894"/>
                  </a:lnTo>
                  <a:lnTo>
                    <a:pt x="426067" y="1353758"/>
                  </a:lnTo>
                  <a:lnTo>
                    <a:pt x="473779" y="1378041"/>
                  </a:lnTo>
                  <a:lnTo>
                    <a:pt x="523426" y="1400686"/>
                  </a:lnTo>
                  <a:lnTo>
                    <a:pt x="574916" y="1421638"/>
                  </a:lnTo>
                  <a:lnTo>
                    <a:pt x="619134" y="1437635"/>
                  </a:lnTo>
                  <a:lnTo>
                    <a:pt x="664258" y="1452313"/>
                  </a:lnTo>
                  <a:lnTo>
                    <a:pt x="710219" y="1465658"/>
                  </a:lnTo>
                  <a:lnTo>
                    <a:pt x="756948" y="1477656"/>
                  </a:lnTo>
                  <a:lnTo>
                    <a:pt x="804377" y="1488293"/>
                  </a:lnTo>
                  <a:lnTo>
                    <a:pt x="852438" y="1497557"/>
                  </a:lnTo>
                  <a:lnTo>
                    <a:pt x="901060" y="1505432"/>
                  </a:lnTo>
                  <a:lnTo>
                    <a:pt x="950176" y="1511906"/>
                  </a:lnTo>
                  <a:lnTo>
                    <a:pt x="999717" y="1516965"/>
                  </a:lnTo>
                  <a:lnTo>
                    <a:pt x="1049614" y="1520596"/>
                  </a:lnTo>
                  <a:lnTo>
                    <a:pt x="1099798" y="1522784"/>
                  </a:lnTo>
                  <a:lnTo>
                    <a:pt x="1150200" y="1523517"/>
                  </a:lnTo>
                  <a:lnTo>
                    <a:pt x="1200521" y="1522784"/>
                  </a:lnTo>
                  <a:lnTo>
                    <a:pt x="1250637" y="1520596"/>
                  </a:lnTo>
                  <a:lnTo>
                    <a:pt x="1300478" y="1516965"/>
                  </a:lnTo>
                  <a:lnTo>
                    <a:pt x="1349974" y="1511906"/>
                  </a:lnTo>
                  <a:lnTo>
                    <a:pt x="1399055" y="1505432"/>
                  </a:lnTo>
                  <a:lnTo>
                    <a:pt x="1447650" y="1497557"/>
                  </a:lnTo>
                  <a:lnTo>
                    <a:pt x="1495691" y="1488293"/>
                  </a:lnTo>
                  <a:lnTo>
                    <a:pt x="1543106" y="1477656"/>
                  </a:lnTo>
                  <a:lnTo>
                    <a:pt x="1589827" y="1465658"/>
                  </a:lnTo>
                  <a:lnTo>
                    <a:pt x="1635782" y="1452313"/>
                  </a:lnTo>
                  <a:lnTo>
                    <a:pt x="1680902" y="1437635"/>
                  </a:lnTo>
                  <a:lnTo>
                    <a:pt x="1725117" y="1421638"/>
                  </a:lnTo>
                  <a:lnTo>
                    <a:pt x="1776606" y="1400686"/>
                  </a:lnTo>
                  <a:lnTo>
                    <a:pt x="1826254" y="1378041"/>
                  </a:lnTo>
                  <a:lnTo>
                    <a:pt x="1873965" y="1353758"/>
                  </a:lnTo>
                  <a:lnTo>
                    <a:pt x="1919649" y="1327894"/>
                  </a:lnTo>
                  <a:lnTo>
                    <a:pt x="1963212" y="1300505"/>
                  </a:lnTo>
                  <a:lnTo>
                    <a:pt x="2004560" y="1271647"/>
                  </a:lnTo>
                  <a:lnTo>
                    <a:pt x="2043602" y="1241375"/>
                  </a:lnTo>
                  <a:lnTo>
                    <a:pt x="2080244" y="1209747"/>
                  </a:lnTo>
                  <a:lnTo>
                    <a:pt x="2114393" y="1176818"/>
                  </a:lnTo>
                  <a:lnTo>
                    <a:pt x="2145957" y="1142644"/>
                  </a:lnTo>
                  <a:lnTo>
                    <a:pt x="2181518" y="1098473"/>
                  </a:lnTo>
                  <a:lnTo>
                    <a:pt x="2212558" y="1053007"/>
                  </a:lnTo>
                  <a:lnTo>
                    <a:pt x="2239008" y="1006403"/>
                  </a:lnTo>
                  <a:lnTo>
                    <a:pt x="2260801" y="958816"/>
                  </a:lnTo>
                  <a:lnTo>
                    <a:pt x="2277869" y="910402"/>
                  </a:lnTo>
                  <a:lnTo>
                    <a:pt x="2290144" y="861318"/>
                  </a:lnTo>
                  <a:lnTo>
                    <a:pt x="2297559" y="811718"/>
                  </a:lnTo>
                  <a:lnTo>
                    <a:pt x="2300046" y="761758"/>
                  </a:lnTo>
                  <a:lnTo>
                    <a:pt x="2297559" y="711802"/>
                  </a:lnTo>
                  <a:lnTo>
                    <a:pt x="2290144" y="662204"/>
                  </a:lnTo>
                  <a:lnTo>
                    <a:pt x="2277869" y="613120"/>
                  </a:lnTo>
                  <a:lnTo>
                    <a:pt x="2260801" y="564707"/>
                  </a:lnTo>
                  <a:lnTo>
                    <a:pt x="2239008" y="517120"/>
                  </a:lnTo>
                  <a:lnTo>
                    <a:pt x="2212558" y="470516"/>
                  </a:lnTo>
                  <a:lnTo>
                    <a:pt x="2181518" y="425053"/>
                  </a:lnTo>
                  <a:lnTo>
                    <a:pt x="2145957" y="380885"/>
                  </a:lnTo>
                  <a:lnTo>
                    <a:pt x="2114393" y="346711"/>
                  </a:lnTo>
                  <a:lnTo>
                    <a:pt x="2080244" y="313782"/>
                  </a:lnTo>
                  <a:lnTo>
                    <a:pt x="2043602" y="282153"/>
                  </a:lnTo>
                  <a:lnTo>
                    <a:pt x="2004560" y="251882"/>
                  </a:lnTo>
                  <a:lnTo>
                    <a:pt x="1963212" y="223023"/>
                  </a:lnTo>
                  <a:lnTo>
                    <a:pt x="1919649" y="195632"/>
                  </a:lnTo>
                  <a:lnTo>
                    <a:pt x="1873965" y="169767"/>
                  </a:lnTo>
                  <a:lnTo>
                    <a:pt x="1826254" y="145482"/>
                  </a:lnTo>
                  <a:lnTo>
                    <a:pt x="1776606" y="122834"/>
                  </a:lnTo>
                  <a:lnTo>
                    <a:pt x="1725117" y="101879"/>
                  </a:lnTo>
                  <a:lnTo>
                    <a:pt x="1680902" y="85884"/>
                  </a:lnTo>
                  <a:lnTo>
                    <a:pt x="1635782" y="71208"/>
                  </a:lnTo>
                  <a:lnTo>
                    <a:pt x="1589827" y="57864"/>
                  </a:lnTo>
                  <a:lnTo>
                    <a:pt x="1543106" y="45866"/>
                  </a:lnTo>
                  <a:lnTo>
                    <a:pt x="1495691" y="35229"/>
                  </a:lnTo>
                  <a:lnTo>
                    <a:pt x="1447650" y="25965"/>
                  </a:lnTo>
                  <a:lnTo>
                    <a:pt x="1399055" y="18088"/>
                  </a:lnTo>
                  <a:lnTo>
                    <a:pt x="1349974" y="11613"/>
                  </a:lnTo>
                  <a:lnTo>
                    <a:pt x="1300478" y="6553"/>
                  </a:lnTo>
                  <a:lnTo>
                    <a:pt x="1250637" y="2921"/>
                  </a:lnTo>
                  <a:lnTo>
                    <a:pt x="1200521" y="732"/>
                  </a:lnTo>
                  <a:lnTo>
                    <a:pt x="1150200" y="0"/>
                  </a:lnTo>
                  <a:close/>
                </a:path>
              </a:pathLst>
            </a:custGeom>
            <a:solidFill>
              <a:srgbClr val="2D7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83959" y="1214996"/>
              <a:ext cx="2300605" cy="1524000"/>
            </a:xfrm>
            <a:custGeom>
              <a:avLst/>
              <a:gdLst/>
              <a:ahLst/>
              <a:cxnLst/>
              <a:rect l="l" t="t" r="r" b="b"/>
              <a:pathLst>
                <a:path w="2300604" h="1524000">
                  <a:moveTo>
                    <a:pt x="0" y="761758"/>
                  </a:moveTo>
                  <a:lnTo>
                    <a:pt x="2486" y="711802"/>
                  </a:lnTo>
                  <a:lnTo>
                    <a:pt x="9899" y="662204"/>
                  </a:lnTo>
                  <a:lnTo>
                    <a:pt x="22172" y="613120"/>
                  </a:lnTo>
                  <a:lnTo>
                    <a:pt x="39238" y="564707"/>
                  </a:lnTo>
                  <a:lnTo>
                    <a:pt x="61028" y="517120"/>
                  </a:lnTo>
                  <a:lnTo>
                    <a:pt x="87477" y="470516"/>
                  </a:lnTo>
                  <a:lnTo>
                    <a:pt x="118515" y="425053"/>
                  </a:lnTo>
                  <a:lnTo>
                    <a:pt x="154076" y="380885"/>
                  </a:lnTo>
                  <a:lnTo>
                    <a:pt x="185640" y="346711"/>
                  </a:lnTo>
                  <a:lnTo>
                    <a:pt x="219789" y="313782"/>
                  </a:lnTo>
                  <a:lnTo>
                    <a:pt x="256431" y="282153"/>
                  </a:lnTo>
                  <a:lnTo>
                    <a:pt x="295472" y="251882"/>
                  </a:lnTo>
                  <a:lnTo>
                    <a:pt x="336821" y="223023"/>
                  </a:lnTo>
                  <a:lnTo>
                    <a:pt x="380383" y="195632"/>
                  </a:lnTo>
                  <a:lnTo>
                    <a:pt x="426067" y="169767"/>
                  </a:lnTo>
                  <a:lnTo>
                    <a:pt x="473779" y="145482"/>
                  </a:lnTo>
                  <a:lnTo>
                    <a:pt x="523426" y="122834"/>
                  </a:lnTo>
                  <a:lnTo>
                    <a:pt x="574916" y="101879"/>
                  </a:lnTo>
                  <a:lnTo>
                    <a:pt x="619134" y="85884"/>
                  </a:lnTo>
                  <a:lnTo>
                    <a:pt x="664258" y="71208"/>
                  </a:lnTo>
                  <a:lnTo>
                    <a:pt x="710219" y="57864"/>
                  </a:lnTo>
                  <a:lnTo>
                    <a:pt x="756948" y="45866"/>
                  </a:lnTo>
                  <a:lnTo>
                    <a:pt x="804377" y="35229"/>
                  </a:lnTo>
                  <a:lnTo>
                    <a:pt x="852438" y="25965"/>
                  </a:lnTo>
                  <a:lnTo>
                    <a:pt x="901060" y="18088"/>
                  </a:lnTo>
                  <a:lnTo>
                    <a:pt x="950176" y="11613"/>
                  </a:lnTo>
                  <a:lnTo>
                    <a:pt x="999717" y="6553"/>
                  </a:lnTo>
                  <a:lnTo>
                    <a:pt x="1049614" y="2921"/>
                  </a:lnTo>
                  <a:lnTo>
                    <a:pt x="1099798" y="732"/>
                  </a:lnTo>
                  <a:lnTo>
                    <a:pt x="1150200" y="0"/>
                  </a:lnTo>
                  <a:lnTo>
                    <a:pt x="1200521" y="732"/>
                  </a:lnTo>
                  <a:lnTo>
                    <a:pt x="1250637" y="2921"/>
                  </a:lnTo>
                  <a:lnTo>
                    <a:pt x="1300478" y="6553"/>
                  </a:lnTo>
                  <a:lnTo>
                    <a:pt x="1349974" y="11613"/>
                  </a:lnTo>
                  <a:lnTo>
                    <a:pt x="1399055" y="18088"/>
                  </a:lnTo>
                  <a:lnTo>
                    <a:pt x="1447650" y="25965"/>
                  </a:lnTo>
                  <a:lnTo>
                    <a:pt x="1495691" y="35229"/>
                  </a:lnTo>
                  <a:lnTo>
                    <a:pt x="1543106" y="45866"/>
                  </a:lnTo>
                  <a:lnTo>
                    <a:pt x="1589827" y="57864"/>
                  </a:lnTo>
                  <a:lnTo>
                    <a:pt x="1635782" y="71208"/>
                  </a:lnTo>
                  <a:lnTo>
                    <a:pt x="1680902" y="85884"/>
                  </a:lnTo>
                  <a:lnTo>
                    <a:pt x="1725117" y="101879"/>
                  </a:lnTo>
                  <a:lnTo>
                    <a:pt x="1776606" y="122834"/>
                  </a:lnTo>
                  <a:lnTo>
                    <a:pt x="1826254" y="145482"/>
                  </a:lnTo>
                  <a:lnTo>
                    <a:pt x="1873965" y="169767"/>
                  </a:lnTo>
                  <a:lnTo>
                    <a:pt x="1919649" y="195632"/>
                  </a:lnTo>
                  <a:lnTo>
                    <a:pt x="1963212" y="223023"/>
                  </a:lnTo>
                  <a:lnTo>
                    <a:pt x="2004560" y="251882"/>
                  </a:lnTo>
                  <a:lnTo>
                    <a:pt x="2043602" y="282153"/>
                  </a:lnTo>
                  <a:lnTo>
                    <a:pt x="2080244" y="313782"/>
                  </a:lnTo>
                  <a:lnTo>
                    <a:pt x="2114393" y="346711"/>
                  </a:lnTo>
                  <a:lnTo>
                    <a:pt x="2145957" y="380885"/>
                  </a:lnTo>
                  <a:lnTo>
                    <a:pt x="2181518" y="425053"/>
                  </a:lnTo>
                  <a:lnTo>
                    <a:pt x="2212558" y="470516"/>
                  </a:lnTo>
                  <a:lnTo>
                    <a:pt x="2239008" y="517120"/>
                  </a:lnTo>
                  <a:lnTo>
                    <a:pt x="2260801" y="564707"/>
                  </a:lnTo>
                  <a:lnTo>
                    <a:pt x="2277869" y="613120"/>
                  </a:lnTo>
                  <a:lnTo>
                    <a:pt x="2290144" y="662204"/>
                  </a:lnTo>
                  <a:lnTo>
                    <a:pt x="2297559" y="711802"/>
                  </a:lnTo>
                  <a:lnTo>
                    <a:pt x="2300046" y="761758"/>
                  </a:lnTo>
                  <a:lnTo>
                    <a:pt x="2297559" y="811718"/>
                  </a:lnTo>
                  <a:lnTo>
                    <a:pt x="2290144" y="861318"/>
                  </a:lnTo>
                  <a:lnTo>
                    <a:pt x="2277869" y="910402"/>
                  </a:lnTo>
                  <a:lnTo>
                    <a:pt x="2260801" y="958816"/>
                  </a:lnTo>
                  <a:lnTo>
                    <a:pt x="2239008" y="1006403"/>
                  </a:lnTo>
                  <a:lnTo>
                    <a:pt x="2212558" y="1053007"/>
                  </a:lnTo>
                  <a:lnTo>
                    <a:pt x="2181518" y="1098473"/>
                  </a:lnTo>
                  <a:lnTo>
                    <a:pt x="2145957" y="1142644"/>
                  </a:lnTo>
                  <a:lnTo>
                    <a:pt x="2114393" y="1176818"/>
                  </a:lnTo>
                  <a:lnTo>
                    <a:pt x="2080244" y="1209747"/>
                  </a:lnTo>
                  <a:lnTo>
                    <a:pt x="2043602" y="1241375"/>
                  </a:lnTo>
                  <a:lnTo>
                    <a:pt x="2004560" y="1271647"/>
                  </a:lnTo>
                  <a:lnTo>
                    <a:pt x="1963212" y="1300505"/>
                  </a:lnTo>
                  <a:lnTo>
                    <a:pt x="1919649" y="1327894"/>
                  </a:lnTo>
                  <a:lnTo>
                    <a:pt x="1873965" y="1353758"/>
                  </a:lnTo>
                  <a:lnTo>
                    <a:pt x="1826254" y="1378041"/>
                  </a:lnTo>
                  <a:lnTo>
                    <a:pt x="1776606" y="1400686"/>
                  </a:lnTo>
                  <a:lnTo>
                    <a:pt x="1725117" y="1421638"/>
                  </a:lnTo>
                  <a:lnTo>
                    <a:pt x="1680902" y="1437635"/>
                  </a:lnTo>
                  <a:lnTo>
                    <a:pt x="1635782" y="1452313"/>
                  </a:lnTo>
                  <a:lnTo>
                    <a:pt x="1589827" y="1465658"/>
                  </a:lnTo>
                  <a:lnTo>
                    <a:pt x="1543106" y="1477656"/>
                  </a:lnTo>
                  <a:lnTo>
                    <a:pt x="1495691" y="1488293"/>
                  </a:lnTo>
                  <a:lnTo>
                    <a:pt x="1447650" y="1497557"/>
                  </a:lnTo>
                  <a:lnTo>
                    <a:pt x="1399055" y="1505432"/>
                  </a:lnTo>
                  <a:lnTo>
                    <a:pt x="1349974" y="1511906"/>
                  </a:lnTo>
                  <a:lnTo>
                    <a:pt x="1300478" y="1516965"/>
                  </a:lnTo>
                  <a:lnTo>
                    <a:pt x="1250637" y="1520596"/>
                  </a:lnTo>
                  <a:lnTo>
                    <a:pt x="1200521" y="1522784"/>
                  </a:lnTo>
                  <a:lnTo>
                    <a:pt x="1150200" y="1523517"/>
                  </a:lnTo>
                  <a:lnTo>
                    <a:pt x="1099798" y="1522784"/>
                  </a:lnTo>
                  <a:lnTo>
                    <a:pt x="1049614" y="1520596"/>
                  </a:lnTo>
                  <a:lnTo>
                    <a:pt x="999717" y="1516965"/>
                  </a:lnTo>
                  <a:lnTo>
                    <a:pt x="950176" y="1511906"/>
                  </a:lnTo>
                  <a:lnTo>
                    <a:pt x="901060" y="1505432"/>
                  </a:lnTo>
                  <a:lnTo>
                    <a:pt x="852438" y="1497557"/>
                  </a:lnTo>
                  <a:lnTo>
                    <a:pt x="804377" y="1488293"/>
                  </a:lnTo>
                  <a:lnTo>
                    <a:pt x="756948" y="1477656"/>
                  </a:lnTo>
                  <a:lnTo>
                    <a:pt x="710219" y="1465658"/>
                  </a:lnTo>
                  <a:lnTo>
                    <a:pt x="664258" y="1452313"/>
                  </a:lnTo>
                  <a:lnTo>
                    <a:pt x="619134" y="1437635"/>
                  </a:lnTo>
                  <a:lnTo>
                    <a:pt x="574916" y="1421638"/>
                  </a:lnTo>
                  <a:lnTo>
                    <a:pt x="523426" y="1400686"/>
                  </a:lnTo>
                  <a:lnTo>
                    <a:pt x="473779" y="1378041"/>
                  </a:lnTo>
                  <a:lnTo>
                    <a:pt x="426067" y="1353758"/>
                  </a:lnTo>
                  <a:lnTo>
                    <a:pt x="380383" y="1327894"/>
                  </a:lnTo>
                  <a:lnTo>
                    <a:pt x="336821" y="1300505"/>
                  </a:lnTo>
                  <a:lnTo>
                    <a:pt x="295472" y="1271647"/>
                  </a:lnTo>
                  <a:lnTo>
                    <a:pt x="256431" y="1241375"/>
                  </a:lnTo>
                  <a:lnTo>
                    <a:pt x="219789" y="1209747"/>
                  </a:lnTo>
                  <a:lnTo>
                    <a:pt x="185640" y="1176818"/>
                  </a:lnTo>
                  <a:lnTo>
                    <a:pt x="154076" y="1142644"/>
                  </a:lnTo>
                  <a:lnTo>
                    <a:pt x="118515" y="1098473"/>
                  </a:lnTo>
                  <a:lnTo>
                    <a:pt x="87477" y="1053007"/>
                  </a:lnTo>
                  <a:lnTo>
                    <a:pt x="61028" y="1006403"/>
                  </a:lnTo>
                  <a:lnTo>
                    <a:pt x="39238" y="958816"/>
                  </a:lnTo>
                  <a:lnTo>
                    <a:pt x="22172" y="910402"/>
                  </a:lnTo>
                  <a:lnTo>
                    <a:pt x="9899" y="861318"/>
                  </a:lnTo>
                  <a:lnTo>
                    <a:pt x="2486" y="811718"/>
                  </a:lnTo>
                  <a:lnTo>
                    <a:pt x="0" y="761758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76999" y="1718640"/>
              <a:ext cx="1687830" cy="1005205"/>
            </a:xfrm>
            <a:custGeom>
              <a:avLst/>
              <a:gdLst/>
              <a:ahLst/>
              <a:cxnLst/>
              <a:rect l="l" t="t" r="r" b="b"/>
              <a:pathLst>
                <a:path w="1687829" h="1005205">
                  <a:moveTo>
                    <a:pt x="843838" y="0"/>
                  </a:moveTo>
                  <a:lnTo>
                    <a:pt x="788486" y="1075"/>
                  </a:lnTo>
                  <a:lnTo>
                    <a:pt x="733517" y="4285"/>
                  </a:lnTo>
                  <a:lnTo>
                    <a:pt x="679112" y="9605"/>
                  </a:lnTo>
                  <a:lnTo>
                    <a:pt x="625454" y="17008"/>
                  </a:lnTo>
                  <a:lnTo>
                    <a:pt x="572724" y="26470"/>
                  </a:lnTo>
                  <a:lnTo>
                    <a:pt x="521103" y="37965"/>
                  </a:lnTo>
                  <a:lnTo>
                    <a:pt x="470774" y="51468"/>
                  </a:lnTo>
                  <a:lnTo>
                    <a:pt x="421919" y="66954"/>
                  </a:lnTo>
                  <a:lnTo>
                    <a:pt x="368348" y="87083"/>
                  </a:lnTo>
                  <a:lnTo>
                    <a:pt x="317611" y="109441"/>
                  </a:lnTo>
                  <a:lnTo>
                    <a:pt x="269896" y="133921"/>
                  </a:lnTo>
                  <a:lnTo>
                    <a:pt x="225392" y="160415"/>
                  </a:lnTo>
                  <a:lnTo>
                    <a:pt x="184289" y="188816"/>
                  </a:lnTo>
                  <a:lnTo>
                    <a:pt x="146776" y="219018"/>
                  </a:lnTo>
                  <a:lnTo>
                    <a:pt x="113042" y="250913"/>
                  </a:lnTo>
                  <a:lnTo>
                    <a:pt x="78916" y="289904"/>
                  </a:lnTo>
                  <a:lnTo>
                    <a:pt x="50771" y="330383"/>
                  </a:lnTo>
                  <a:lnTo>
                    <a:pt x="28708" y="372102"/>
                  </a:lnTo>
                  <a:lnTo>
                    <a:pt x="12825" y="414809"/>
                  </a:lnTo>
                  <a:lnTo>
                    <a:pt x="3222" y="458257"/>
                  </a:lnTo>
                  <a:lnTo>
                    <a:pt x="0" y="502196"/>
                  </a:lnTo>
                  <a:lnTo>
                    <a:pt x="3222" y="546135"/>
                  </a:lnTo>
                  <a:lnTo>
                    <a:pt x="12825" y="589585"/>
                  </a:lnTo>
                  <a:lnTo>
                    <a:pt x="28708" y="632294"/>
                  </a:lnTo>
                  <a:lnTo>
                    <a:pt x="50771" y="674013"/>
                  </a:lnTo>
                  <a:lnTo>
                    <a:pt x="78916" y="714491"/>
                  </a:lnTo>
                  <a:lnTo>
                    <a:pt x="113042" y="753478"/>
                  </a:lnTo>
                  <a:lnTo>
                    <a:pt x="146776" y="785378"/>
                  </a:lnTo>
                  <a:lnTo>
                    <a:pt x="184289" y="815583"/>
                  </a:lnTo>
                  <a:lnTo>
                    <a:pt x="225392" y="843986"/>
                  </a:lnTo>
                  <a:lnTo>
                    <a:pt x="269896" y="870480"/>
                  </a:lnTo>
                  <a:lnTo>
                    <a:pt x="317611" y="894958"/>
                  </a:lnTo>
                  <a:lnTo>
                    <a:pt x="368348" y="917313"/>
                  </a:lnTo>
                  <a:lnTo>
                    <a:pt x="421919" y="937437"/>
                  </a:lnTo>
                  <a:lnTo>
                    <a:pt x="470774" y="952939"/>
                  </a:lnTo>
                  <a:lnTo>
                    <a:pt x="521103" y="966484"/>
                  </a:lnTo>
                  <a:lnTo>
                    <a:pt x="572724" y="978038"/>
                  </a:lnTo>
                  <a:lnTo>
                    <a:pt x="625454" y="987567"/>
                  </a:lnTo>
                  <a:lnTo>
                    <a:pt x="679112" y="995038"/>
                  </a:lnTo>
                  <a:lnTo>
                    <a:pt x="733517" y="1000417"/>
                  </a:lnTo>
                  <a:lnTo>
                    <a:pt x="788486" y="1003668"/>
                  </a:lnTo>
                  <a:lnTo>
                    <a:pt x="843838" y="1004760"/>
                  </a:lnTo>
                  <a:lnTo>
                    <a:pt x="899194" y="1003668"/>
                  </a:lnTo>
                  <a:lnTo>
                    <a:pt x="954165" y="1000417"/>
                  </a:lnTo>
                  <a:lnTo>
                    <a:pt x="1008570" y="995038"/>
                  </a:lnTo>
                  <a:lnTo>
                    <a:pt x="1062227" y="987567"/>
                  </a:lnTo>
                  <a:lnTo>
                    <a:pt x="1114956" y="978038"/>
                  </a:lnTo>
                  <a:lnTo>
                    <a:pt x="1166575" y="966484"/>
                  </a:lnTo>
                  <a:lnTo>
                    <a:pt x="1216903" y="952939"/>
                  </a:lnTo>
                  <a:lnTo>
                    <a:pt x="1265758" y="937437"/>
                  </a:lnTo>
                  <a:lnTo>
                    <a:pt x="1319332" y="917313"/>
                  </a:lnTo>
                  <a:lnTo>
                    <a:pt x="1370071" y="894958"/>
                  </a:lnTo>
                  <a:lnTo>
                    <a:pt x="1417786" y="870480"/>
                  </a:lnTo>
                  <a:lnTo>
                    <a:pt x="1462289" y="843986"/>
                  </a:lnTo>
                  <a:lnTo>
                    <a:pt x="1503390" y="815583"/>
                  </a:lnTo>
                  <a:lnTo>
                    <a:pt x="1540901" y="785378"/>
                  </a:lnTo>
                  <a:lnTo>
                    <a:pt x="1574634" y="753478"/>
                  </a:lnTo>
                  <a:lnTo>
                    <a:pt x="1608761" y="714491"/>
                  </a:lnTo>
                  <a:lnTo>
                    <a:pt x="1636905" y="674013"/>
                  </a:lnTo>
                  <a:lnTo>
                    <a:pt x="1658969" y="632294"/>
                  </a:lnTo>
                  <a:lnTo>
                    <a:pt x="1674852" y="589585"/>
                  </a:lnTo>
                  <a:lnTo>
                    <a:pt x="1684454" y="546135"/>
                  </a:lnTo>
                  <a:lnTo>
                    <a:pt x="1687677" y="502196"/>
                  </a:lnTo>
                  <a:lnTo>
                    <a:pt x="1684454" y="458257"/>
                  </a:lnTo>
                  <a:lnTo>
                    <a:pt x="1674852" y="414809"/>
                  </a:lnTo>
                  <a:lnTo>
                    <a:pt x="1658969" y="372102"/>
                  </a:lnTo>
                  <a:lnTo>
                    <a:pt x="1636905" y="330383"/>
                  </a:lnTo>
                  <a:lnTo>
                    <a:pt x="1608761" y="289904"/>
                  </a:lnTo>
                  <a:lnTo>
                    <a:pt x="1574634" y="250913"/>
                  </a:lnTo>
                  <a:lnTo>
                    <a:pt x="1540901" y="219018"/>
                  </a:lnTo>
                  <a:lnTo>
                    <a:pt x="1503390" y="188816"/>
                  </a:lnTo>
                  <a:lnTo>
                    <a:pt x="1462289" y="160415"/>
                  </a:lnTo>
                  <a:lnTo>
                    <a:pt x="1417786" y="133921"/>
                  </a:lnTo>
                  <a:lnTo>
                    <a:pt x="1370071" y="109441"/>
                  </a:lnTo>
                  <a:lnTo>
                    <a:pt x="1319332" y="87083"/>
                  </a:lnTo>
                  <a:lnTo>
                    <a:pt x="1265758" y="66954"/>
                  </a:lnTo>
                  <a:lnTo>
                    <a:pt x="1216903" y="51468"/>
                  </a:lnTo>
                  <a:lnTo>
                    <a:pt x="1166575" y="37965"/>
                  </a:lnTo>
                  <a:lnTo>
                    <a:pt x="1114956" y="26470"/>
                  </a:lnTo>
                  <a:lnTo>
                    <a:pt x="1062227" y="17008"/>
                  </a:lnTo>
                  <a:lnTo>
                    <a:pt x="1008570" y="9605"/>
                  </a:lnTo>
                  <a:lnTo>
                    <a:pt x="954165" y="4285"/>
                  </a:lnTo>
                  <a:lnTo>
                    <a:pt x="899194" y="1075"/>
                  </a:lnTo>
                  <a:lnTo>
                    <a:pt x="843838" y="0"/>
                  </a:lnTo>
                  <a:close/>
                </a:path>
              </a:pathLst>
            </a:custGeom>
            <a:solidFill>
              <a:srgbClr val="9CC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76999" y="1718640"/>
              <a:ext cx="1687830" cy="1005205"/>
            </a:xfrm>
            <a:custGeom>
              <a:avLst/>
              <a:gdLst/>
              <a:ahLst/>
              <a:cxnLst/>
              <a:rect l="l" t="t" r="r" b="b"/>
              <a:pathLst>
                <a:path w="1687829" h="1005205">
                  <a:moveTo>
                    <a:pt x="0" y="502196"/>
                  </a:moveTo>
                  <a:lnTo>
                    <a:pt x="3222" y="458257"/>
                  </a:lnTo>
                  <a:lnTo>
                    <a:pt x="12825" y="414809"/>
                  </a:lnTo>
                  <a:lnTo>
                    <a:pt x="28708" y="372102"/>
                  </a:lnTo>
                  <a:lnTo>
                    <a:pt x="50771" y="330383"/>
                  </a:lnTo>
                  <a:lnTo>
                    <a:pt x="78916" y="289904"/>
                  </a:lnTo>
                  <a:lnTo>
                    <a:pt x="113042" y="250913"/>
                  </a:lnTo>
                  <a:lnTo>
                    <a:pt x="146776" y="219018"/>
                  </a:lnTo>
                  <a:lnTo>
                    <a:pt x="184289" y="188816"/>
                  </a:lnTo>
                  <a:lnTo>
                    <a:pt x="225392" y="160415"/>
                  </a:lnTo>
                  <a:lnTo>
                    <a:pt x="269896" y="133921"/>
                  </a:lnTo>
                  <a:lnTo>
                    <a:pt x="317611" y="109441"/>
                  </a:lnTo>
                  <a:lnTo>
                    <a:pt x="368348" y="87083"/>
                  </a:lnTo>
                  <a:lnTo>
                    <a:pt x="421919" y="66954"/>
                  </a:lnTo>
                  <a:lnTo>
                    <a:pt x="470774" y="51468"/>
                  </a:lnTo>
                  <a:lnTo>
                    <a:pt x="521103" y="37965"/>
                  </a:lnTo>
                  <a:lnTo>
                    <a:pt x="572724" y="26470"/>
                  </a:lnTo>
                  <a:lnTo>
                    <a:pt x="625454" y="17008"/>
                  </a:lnTo>
                  <a:lnTo>
                    <a:pt x="679112" y="9605"/>
                  </a:lnTo>
                  <a:lnTo>
                    <a:pt x="733517" y="4285"/>
                  </a:lnTo>
                  <a:lnTo>
                    <a:pt x="788486" y="1075"/>
                  </a:lnTo>
                  <a:lnTo>
                    <a:pt x="843838" y="0"/>
                  </a:lnTo>
                  <a:lnTo>
                    <a:pt x="899194" y="1075"/>
                  </a:lnTo>
                  <a:lnTo>
                    <a:pt x="954165" y="4285"/>
                  </a:lnTo>
                  <a:lnTo>
                    <a:pt x="1008570" y="9605"/>
                  </a:lnTo>
                  <a:lnTo>
                    <a:pt x="1062227" y="17008"/>
                  </a:lnTo>
                  <a:lnTo>
                    <a:pt x="1114956" y="26470"/>
                  </a:lnTo>
                  <a:lnTo>
                    <a:pt x="1166575" y="37965"/>
                  </a:lnTo>
                  <a:lnTo>
                    <a:pt x="1216903" y="51468"/>
                  </a:lnTo>
                  <a:lnTo>
                    <a:pt x="1265758" y="66954"/>
                  </a:lnTo>
                  <a:lnTo>
                    <a:pt x="1319332" y="87083"/>
                  </a:lnTo>
                  <a:lnTo>
                    <a:pt x="1370071" y="109441"/>
                  </a:lnTo>
                  <a:lnTo>
                    <a:pt x="1417786" y="133921"/>
                  </a:lnTo>
                  <a:lnTo>
                    <a:pt x="1462289" y="160415"/>
                  </a:lnTo>
                  <a:lnTo>
                    <a:pt x="1503390" y="188816"/>
                  </a:lnTo>
                  <a:lnTo>
                    <a:pt x="1540901" y="219018"/>
                  </a:lnTo>
                  <a:lnTo>
                    <a:pt x="1574634" y="250913"/>
                  </a:lnTo>
                  <a:lnTo>
                    <a:pt x="1608761" y="289904"/>
                  </a:lnTo>
                  <a:lnTo>
                    <a:pt x="1636905" y="330383"/>
                  </a:lnTo>
                  <a:lnTo>
                    <a:pt x="1658969" y="372102"/>
                  </a:lnTo>
                  <a:lnTo>
                    <a:pt x="1674852" y="414809"/>
                  </a:lnTo>
                  <a:lnTo>
                    <a:pt x="1684454" y="458257"/>
                  </a:lnTo>
                  <a:lnTo>
                    <a:pt x="1687677" y="502196"/>
                  </a:lnTo>
                  <a:lnTo>
                    <a:pt x="1684454" y="546135"/>
                  </a:lnTo>
                  <a:lnTo>
                    <a:pt x="1674852" y="589585"/>
                  </a:lnTo>
                  <a:lnTo>
                    <a:pt x="1658969" y="632294"/>
                  </a:lnTo>
                  <a:lnTo>
                    <a:pt x="1636905" y="674013"/>
                  </a:lnTo>
                  <a:lnTo>
                    <a:pt x="1608761" y="714491"/>
                  </a:lnTo>
                  <a:lnTo>
                    <a:pt x="1574634" y="753478"/>
                  </a:lnTo>
                  <a:lnTo>
                    <a:pt x="1540901" y="785378"/>
                  </a:lnTo>
                  <a:lnTo>
                    <a:pt x="1503390" y="815583"/>
                  </a:lnTo>
                  <a:lnTo>
                    <a:pt x="1462289" y="843986"/>
                  </a:lnTo>
                  <a:lnTo>
                    <a:pt x="1417786" y="870480"/>
                  </a:lnTo>
                  <a:lnTo>
                    <a:pt x="1370071" y="894958"/>
                  </a:lnTo>
                  <a:lnTo>
                    <a:pt x="1319332" y="917313"/>
                  </a:lnTo>
                  <a:lnTo>
                    <a:pt x="1265758" y="937437"/>
                  </a:lnTo>
                  <a:lnTo>
                    <a:pt x="1216903" y="952939"/>
                  </a:lnTo>
                  <a:lnTo>
                    <a:pt x="1166575" y="966484"/>
                  </a:lnTo>
                  <a:lnTo>
                    <a:pt x="1114956" y="978038"/>
                  </a:lnTo>
                  <a:lnTo>
                    <a:pt x="1062227" y="987567"/>
                  </a:lnTo>
                  <a:lnTo>
                    <a:pt x="1008570" y="995038"/>
                  </a:lnTo>
                  <a:lnTo>
                    <a:pt x="954165" y="1000417"/>
                  </a:lnTo>
                  <a:lnTo>
                    <a:pt x="899194" y="1003668"/>
                  </a:lnTo>
                  <a:lnTo>
                    <a:pt x="843838" y="1004760"/>
                  </a:lnTo>
                  <a:lnTo>
                    <a:pt x="788486" y="1003668"/>
                  </a:lnTo>
                  <a:lnTo>
                    <a:pt x="733517" y="1000417"/>
                  </a:lnTo>
                  <a:lnTo>
                    <a:pt x="679112" y="995038"/>
                  </a:lnTo>
                  <a:lnTo>
                    <a:pt x="625454" y="987567"/>
                  </a:lnTo>
                  <a:lnTo>
                    <a:pt x="572724" y="978038"/>
                  </a:lnTo>
                  <a:lnTo>
                    <a:pt x="521103" y="966484"/>
                  </a:lnTo>
                  <a:lnTo>
                    <a:pt x="470774" y="952939"/>
                  </a:lnTo>
                  <a:lnTo>
                    <a:pt x="421919" y="937437"/>
                  </a:lnTo>
                  <a:lnTo>
                    <a:pt x="368348" y="917313"/>
                  </a:lnTo>
                  <a:lnTo>
                    <a:pt x="317611" y="894958"/>
                  </a:lnTo>
                  <a:lnTo>
                    <a:pt x="269896" y="870480"/>
                  </a:lnTo>
                  <a:lnTo>
                    <a:pt x="225392" y="843986"/>
                  </a:lnTo>
                  <a:lnTo>
                    <a:pt x="184289" y="815583"/>
                  </a:lnTo>
                  <a:lnTo>
                    <a:pt x="146776" y="785378"/>
                  </a:lnTo>
                  <a:lnTo>
                    <a:pt x="113042" y="753478"/>
                  </a:lnTo>
                  <a:lnTo>
                    <a:pt x="78916" y="714491"/>
                  </a:lnTo>
                  <a:lnTo>
                    <a:pt x="50771" y="674013"/>
                  </a:lnTo>
                  <a:lnTo>
                    <a:pt x="28708" y="632294"/>
                  </a:lnTo>
                  <a:lnTo>
                    <a:pt x="12825" y="589585"/>
                  </a:lnTo>
                  <a:lnTo>
                    <a:pt x="3222" y="546135"/>
                  </a:lnTo>
                  <a:lnTo>
                    <a:pt x="0" y="502196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78319" y="2159634"/>
              <a:ext cx="1079500" cy="563880"/>
            </a:xfrm>
            <a:custGeom>
              <a:avLst/>
              <a:gdLst/>
              <a:ahLst/>
              <a:cxnLst/>
              <a:rect l="l" t="t" r="r" b="b"/>
              <a:pathLst>
                <a:path w="1079500" h="563880">
                  <a:moveTo>
                    <a:pt x="539635" y="0"/>
                  </a:moveTo>
                  <a:lnTo>
                    <a:pt x="482943" y="1547"/>
                  </a:lnTo>
                  <a:lnTo>
                    <a:pt x="427183" y="6154"/>
                  </a:lnTo>
                  <a:lnTo>
                    <a:pt x="372771" y="13768"/>
                  </a:lnTo>
                  <a:lnTo>
                    <a:pt x="320120" y="24336"/>
                  </a:lnTo>
                  <a:lnTo>
                    <a:pt x="269646" y="37807"/>
                  </a:lnTo>
                  <a:lnTo>
                    <a:pt x="210824" y="58356"/>
                  </a:lnTo>
                  <a:lnTo>
                    <a:pt x="157908" y="82583"/>
                  </a:lnTo>
                  <a:lnTo>
                    <a:pt x="111540" y="110250"/>
                  </a:lnTo>
                  <a:lnTo>
                    <a:pt x="72364" y="141122"/>
                  </a:lnTo>
                  <a:lnTo>
                    <a:pt x="41008" y="174252"/>
                  </a:lnTo>
                  <a:lnTo>
                    <a:pt x="18361" y="209072"/>
                  </a:lnTo>
                  <a:lnTo>
                    <a:pt x="4623" y="245108"/>
                  </a:lnTo>
                  <a:lnTo>
                    <a:pt x="0" y="281889"/>
                  </a:lnTo>
                  <a:lnTo>
                    <a:pt x="4623" y="318668"/>
                  </a:lnTo>
                  <a:lnTo>
                    <a:pt x="18361" y="354739"/>
                  </a:lnTo>
                  <a:lnTo>
                    <a:pt x="41008" y="389663"/>
                  </a:lnTo>
                  <a:lnTo>
                    <a:pt x="72364" y="422998"/>
                  </a:lnTo>
                  <a:lnTo>
                    <a:pt x="111540" y="453672"/>
                  </a:lnTo>
                  <a:lnTo>
                    <a:pt x="157908" y="481237"/>
                  </a:lnTo>
                  <a:lnTo>
                    <a:pt x="210824" y="505427"/>
                  </a:lnTo>
                  <a:lnTo>
                    <a:pt x="269646" y="525970"/>
                  </a:lnTo>
                  <a:lnTo>
                    <a:pt x="320120" y="539435"/>
                  </a:lnTo>
                  <a:lnTo>
                    <a:pt x="372771" y="550000"/>
                  </a:lnTo>
                  <a:lnTo>
                    <a:pt x="427183" y="557612"/>
                  </a:lnTo>
                  <a:lnTo>
                    <a:pt x="482943" y="562218"/>
                  </a:lnTo>
                  <a:lnTo>
                    <a:pt x="539635" y="563765"/>
                  </a:lnTo>
                  <a:lnTo>
                    <a:pt x="596155" y="562218"/>
                  </a:lnTo>
                  <a:lnTo>
                    <a:pt x="651813" y="557612"/>
                  </a:lnTo>
                  <a:lnTo>
                    <a:pt x="706175" y="550000"/>
                  </a:lnTo>
                  <a:lnTo>
                    <a:pt x="758809" y="539435"/>
                  </a:lnTo>
                  <a:lnTo>
                    <a:pt x="809282" y="525970"/>
                  </a:lnTo>
                  <a:lnTo>
                    <a:pt x="868101" y="505427"/>
                  </a:lnTo>
                  <a:lnTo>
                    <a:pt x="921015" y="481237"/>
                  </a:lnTo>
                  <a:lnTo>
                    <a:pt x="967382" y="453672"/>
                  </a:lnTo>
                  <a:lnTo>
                    <a:pt x="1006563" y="422998"/>
                  </a:lnTo>
                  <a:lnTo>
                    <a:pt x="1037912" y="389663"/>
                  </a:lnTo>
                  <a:lnTo>
                    <a:pt x="1060556" y="354739"/>
                  </a:lnTo>
                  <a:lnTo>
                    <a:pt x="1074292" y="318668"/>
                  </a:lnTo>
                  <a:lnTo>
                    <a:pt x="1078915" y="281889"/>
                  </a:lnTo>
                  <a:lnTo>
                    <a:pt x="1074292" y="245108"/>
                  </a:lnTo>
                  <a:lnTo>
                    <a:pt x="1060556" y="209072"/>
                  </a:lnTo>
                  <a:lnTo>
                    <a:pt x="1037912" y="174252"/>
                  </a:lnTo>
                  <a:lnTo>
                    <a:pt x="1006563" y="141122"/>
                  </a:lnTo>
                  <a:lnTo>
                    <a:pt x="967382" y="110250"/>
                  </a:lnTo>
                  <a:lnTo>
                    <a:pt x="921015" y="82583"/>
                  </a:lnTo>
                  <a:lnTo>
                    <a:pt x="868101" y="58356"/>
                  </a:lnTo>
                  <a:lnTo>
                    <a:pt x="809282" y="37807"/>
                  </a:lnTo>
                  <a:lnTo>
                    <a:pt x="758809" y="24336"/>
                  </a:lnTo>
                  <a:lnTo>
                    <a:pt x="706175" y="13768"/>
                  </a:lnTo>
                  <a:lnTo>
                    <a:pt x="651813" y="6154"/>
                  </a:lnTo>
                  <a:lnTo>
                    <a:pt x="596155" y="1547"/>
                  </a:lnTo>
                  <a:lnTo>
                    <a:pt x="5396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78319" y="2159634"/>
              <a:ext cx="1079500" cy="563880"/>
            </a:xfrm>
            <a:custGeom>
              <a:avLst/>
              <a:gdLst/>
              <a:ahLst/>
              <a:cxnLst/>
              <a:rect l="l" t="t" r="r" b="b"/>
              <a:pathLst>
                <a:path w="1079500" h="563880">
                  <a:moveTo>
                    <a:pt x="0" y="281889"/>
                  </a:moveTo>
                  <a:lnTo>
                    <a:pt x="4623" y="245108"/>
                  </a:lnTo>
                  <a:lnTo>
                    <a:pt x="18361" y="209072"/>
                  </a:lnTo>
                  <a:lnTo>
                    <a:pt x="41008" y="174252"/>
                  </a:lnTo>
                  <a:lnTo>
                    <a:pt x="72364" y="141122"/>
                  </a:lnTo>
                  <a:lnTo>
                    <a:pt x="111540" y="110250"/>
                  </a:lnTo>
                  <a:lnTo>
                    <a:pt x="157908" y="82583"/>
                  </a:lnTo>
                  <a:lnTo>
                    <a:pt x="210824" y="58356"/>
                  </a:lnTo>
                  <a:lnTo>
                    <a:pt x="269646" y="37807"/>
                  </a:lnTo>
                  <a:lnTo>
                    <a:pt x="320120" y="24336"/>
                  </a:lnTo>
                  <a:lnTo>
                    <a:pt x="372771" y="13768"/>
                  </a:lnTo>
                  <a:lnTo>
                    <a:pt x="427183" y="6154"/>
                  </a:lnTo>
                  <a:lnTo>
                    <a:pt x="482943" y="1547"/>
                  </a:lnTo>
                  <a:lnTo>
                    <a:pt x="539635" y="0"/>
                  </a:lnTo>
                  <a:lnTo>
                    <a:pt x="596155" y="1547"/>
                  </a:lnTo>
                  <a:lnTo>
                    <a:pt x="651813" y="6154"/>
                  </a:lnTo>
                  <a:lnTo>
                    <a:pt x="706175" y="13768"/>
                  </a:lnTo>
                  <a:lnTo>
                    <a:pt x="758809" y="24336"/>
                  </a:lnTo>
                  <a:lnTo>
                    <a:pt x="809282" y="37807"/>
                  </a:lnTo>
                  <a:lnTo>
                    <a:pt x="868101" y="58356"/>
                  </a:lnTo>
                  <a:lnTo>
                    <a:pt x="921015" y="82583"/>
                  </a:lnTo>
                  <a:lnTo>
                    <a:pt x="967382" y="110250"/>
                  </a:lnTo>
                  <a:lnTo>
                    <a:pt x="1006563" y="141122"/>
                  </a:lnTo>
                  <a:lnTo>
                    <a:pt x="1037912" y="174252"/>
                  </a:lnTo>
                  <a:lnTo>
                    <a:pt x="1060556" y="209072"/>
                  </a:lnTo>
                  <a:lnTo>
                    <a:pt x="1074292" y="245108"/>
                  </a:lnTo>
                  <a:lnTo>
                    <a:pt x="1078915" y="281889"/>
                  </a:lnTo>
                  <a:lnTo>
                    <a:pt x="1060556" y="354739"/>
                  </a:lnTo>
                  <a:lnTo>
                    <a:pt x="1037912" y="389663"/>
                  </a:lnTo>
                  <a:lnTo>
                    <a:pt x="1006563" y="422998"/>
                  </a:lnTo>
                  <a:lnTo>
                    <a:pt x="967382" y="453672"/>
                  </a:lnTo>
                  <a:lnTo>
                    <a:pt x="921015" y="481237"/>
                  </a:lnTo>
                  <a:lnTo>
                    <a:pt x="868101" y="505427"/>
                  </a:lnTo>
                  <a:lnTo>
                    <a:pt x="809282" y="525970"/>
                  </a:lnTo>
                  <a:lnTo>
                    <a:pt x="758809" y="539435"/>
                  </a:lnTo>
                  <a:lnTo>
                    <a:pt x="706175" y="550000"/>
                  </a:lnTo>
                  <a:lnTo>
                    <a:pt x="651813" y="557612"/>
                  </a:lnTo>
                  <a:lnTo>
                    <a:pt x="596155" y="562218"/>
                  </a:lnTo>
                  <a:lnTo>
                    <a:pt x="539635" y="563765"/>
                  </a:lnTo>
                  <a:lnTo>
                    <a:pt x="482943" y="562218"/>
                  </a:lnTo>
                  <a:lnTo>
                    <a:pt x="427183" y="557612"/>
                  </a:lnTo>
                  <a:lnTo>
                    <a:pt x="372771" y="550000"/>
                  </a:lnTo>
                  <a:lnTo>
                    <a:pt x="320120" y="539435"/>
                  </a:lnTo>
                  <a:lnTo>
                    <a:pt x="269646" y="525970"/>
                  </a:lnTo>
                  <a:lnTo>
                    <a:pt x="210824" y="505427"/>
                  </a:lnTo>
                  <a:lnTo>
                    <a:pt x="157908" y="481237"/>
                  </a:lnTo>
                  <a:lnTo>
                    <a:pt x="111540" y="453672"/>
                  </a:lnTo>
                  <a:lnTo>
                    <a:pt x="72364" y="422998"/>
                  </a:lnTo>
                  <a:lnTo>
                    <a:pt x="41008" y="389663"/>
                  </a:lnTo>
                  <a:lnTo>
                    <a:pt x="18361" y="354739"/>
                  </a:lnTo>
                  <a:lnTo>
                    <a:pt x="4623" y="318668"/>
                  </a:lnTo>
                  <a:lnTo>
                    <a:pt x="0" y="281889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441612" y="1800308"/>
            <a:ext cx="739775" cy="136017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 indent="224154">
              <a:lnSpc>
                <a:spcPct val="143700"/>
              </a:lnSpc>
              <a:spcBef>
                <a:spcPts val="254"/>
              </a:spcBef>
            </a:pPr>
            <a:r>
              <a:rPr sz="2000" b="1" spc="-210" dirty="0">
                <a:latin typeface="Arial"/>
                <a:cs typeface="Arial"/>
              </a:rPr>
              <a:t>MBE </a:t>
            </a:r>
            <a:r>
              <a:rPr sz="2000" b="1" spc="-25" dirty="0">
                <a:latin typeface="Arial"/>
                <a:cs typeface="Arial"/>
              </a:rPr>
              <a:t>MDE MDD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9098" y="336854"/>
            <a:ext cx="8359004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500" spc="-95" dirty="0"/>
              <a:t>Model-</a:t>
            </a:r>
            <a:r>
              <a:rPr sz="3500" spc="-155" dirty="0"/>
              <a:t>Driven</a:t>
            </a:r>
            <a:r>
              <a:rPr sz="3500" spc="-120" dirty="0"/>
              <a:t> </a:t>
            </a:r>
            <a:r>
              <a:rPr sz="3500" spc="-145" dirty="0"/>
              <a:t>Development</a:t>
            </a:r>
            <a:r>
              <a:rPr sz="3500" spc="-114" dirty="0"/>
              <a:t> </a:t>
            </a:r>
            <a:r>
              <a:rPr sz="3500" spc="-110" dirty="0"/>
              <a:t>(MDD)</a:t>
            </a:r>
            <a:endParaRPr sz="3500" dirty="0"/>
          </a:p>
        </p:txBody>
      </p:sp>
      <p:sp>
        <p:nvSpPr>
          <p:cNvPr id="3" name="object 3"/>
          <p:cNvSpPr txBox="1"/>
          <p:nvPr/>
        </p:nvSpPr>
        <p:spPr>
          <a:xfrm>
            <a:off x="4794466" y="2223363"/>
            <a:ext cx="2646045" cy="322524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735330">
              <a:spcBef>
                <a:spcPts val="355"/>
              </a:spcBef>
            </a:pPr>
            <a:r>
              <a:rPr spc="-10" dirty="0">
                <a:latin typeface="Arial"/>
                <a:cs typeface="Arial"/>
              </a:rPr>
              <a:t>Spezifikation</a:t>
            </a:r>
            <a:endParaRPr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94466" y="3060002"/>
            <a:ext cx="2646045" cy="599523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1022350" marR="316230" indent="-701040">
              <a:spcBef>
                <a:spcPts val="355"/>
              </a:spcBef>
            </a:pPr>
            <a:r>
              <a:rPr spc="-105" dirty="0">
                <a:solidFill>
                  <a:srgbClr val="5A9AD4"/>
                </a:solidFill>
                <a:latin typeface="Arial"/>
                <a:cs typeface="Arial"/>
              </a:rPr>
              <a:t>Domänenspezifisches </a:t>
            </a:r>
            <a:r>
              <a:rPr spc="-20" dirty="0">
                <a:latin typeface="Arial"/>
                <a:cs typeface="Arial"/>
              </a:rPr>
              <a:t>Model</a:t>
            </a:r>
            <a:endParaRPr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94466" y="4172763"/>
            <a:ext cx="2646045" cy="599523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48945" marR="431165" indent="-12700">
              <a:spcBef>
                <a:spcPts val="355"/>
              </a:spcBef>
            </a:pPr>
            <a:r>
              <a:rPr spc="-65" dirty="0">
                <a:solidFill>
                  <a:srgbClr val="5A9AD4"/>
                </a:solidFill>
                <a:latin typeface="Arial"/>
                <a:cs typeface="Arial"/>
              </a:rPr>
              <a:t>Implementierungs-</a:t>
            </a:r>
            <a:r>
              <a:rPr spc="-110" dirty="0">
                <a:solidFill>
                  <a:srgbClr val="5A9AD4"/>
                </a:solidFill>
                <a:latin typeface="Arial"/>
                <a:cs typeface="Arial"/>
              </a:rPr>
              <a:t>spezifisches</a:t>
            </a:r>
            <a:r>
              <a:rPr spc="-15" dirty="0">
                <a:solidFill>
                  <a:srgbClr val="5A9AD4"/>
                </a:solidFill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Model</a:t>
            </a:r>
            <a:endParaRPr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94466" y="5283720"/>
            <a:ext cx="2646045" cy="322524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algn="ctr">
              <a:spcBef>
                <a:spcPts val="355"/>
              </a:spcBef>
            </a:pPr>
            <a:r>
              <a:rPr spc="-10" dirty="0">
                <a:latin typeface="Arial"/>
                <a:cs typeface="Arial"/>
              </a:rPr>
              <a:t>Zielcode</a:t>
            </a:r>
            <a:endParaRPr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94343" y="4810684"/>
            <a:ext cx="7429500" cy="473075"/>
            <a:chOff x="863993" y="4810683"/>
            <a:chExt cx="7429500" cy="473075"/>
          </a:xfrm>
        </p:grpSpPr>
        <p:sp>
          <p:nvSpPr>
            <p:cNvPr id="8" name="object 8"/>
            <p:cNvSpPr/>
            <p:nvPr/>
          </p:nvSpPr>
          <p:spPr>
            <a:xfrm>
              <a:off x="863993" y="5033886"/>
              <a:ext cx="7429500" cy="1270"/>
            </a:xfrm>
            <a:custGeom>
              <a:avLst/>
              <a:gdLst/>
              <a:ahLst/>
              <a:cxnLst/>
              <a:rect l="l" t="t" r="r" b="b"/>
              <a:pathLst>
                <a:path w="7429500" h="1270">
                  <a:moveTo>
                    <a:pt x="0" y="0"/>
                  </a:moveTo>
                  <a:lnTo>
                    <a:pt x="7429322" y="1079"/>
                  </a:lnTo>
                </a:path>
              </a:pathLst>
            </a:custGeom>
            <a:ln w="3175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87125" y="4810683"/>
              <a:ext cx="0" cy="402590"/>
            </a:xfrm>
            <a:custGeom>
              <a:avLst/>
              <a:gdLst/>
              <a:ahLst/>
              <a:cxnLst/>
              <a:rect l="l" t="t" r="r" b="b"/>
              <a:pathLst>
                <a:path h="402589">
                  <a:moveTo>
                    <a:pt x="0" y="0"/>
                  </a:moveTo>
                  <a:lnTo>
                    <a:pt x="0" y="4024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49317" y="52081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807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6446" y="4338980"/>
            <a:ext cx="1021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20" dirty="0">
                <a:latin typeface="Arial"/>
                <a:cs typeface="Arial"/>
              </a:rPr>
              <a:t>Entwickler</a:t>
            </a:r>
            <a:endParaRPr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06446" y="2857220"/>
            <a:ext cx="751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25" dirty="0">
                <a:latin typeface="Arial"/>
                <a:cs typeface="Arial"/>
              </a:rPr>
              <a:t>Experte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06446" y="5313133"/>
            <a:ext cx="994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10" dirty="0">
                <a:latin typeface="Arial"/>
                <a:cs typeface="Arial"/>
              </a:rPr>
              <a:t>Generator</a:t>
            </a:r>
            <a:endParaRPr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79667" y="2586965"/>
            <a:ext cx="76200" cy="473075"/>
            <a:chOff x="4549317" y="2586964"/>
            <a:chExt cx="76200" cy="473075"/>
          </a:xfrm>
        </p:grpSpPr>
        <p:sp>
          <p:nvSpPr>
            <p:cNvPr id="15" name="object 15"/>
            <p:cNvSpPr/>
            <p:nvPr/>
          </p:nvSpPr>
          <p:spPr>
            <a:xfrm>
              <a:off x="4587125" y="2586964"/>
              <a:ext cx="0" cy="402590"/>
            </a:xfrm>
            <a:custGeom>
              <a:avLst/>
              <a:gdLst/>
              <a:ahLst/>
              <a:cxnLst/>
              <a:rect l="l" t="t" r="r" b="b"/>
              <a:pathLst>
                <a:path h="402589">
                  <a:moveTo>
                    <a:pt x="0" y="0"/>
                  </a:moveTo>
                  <a:lnTo>
                    <a:pt x="0" y="4024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49317" y="298439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0"/>
                  </a:lnTo>
                  <a:lnTo>
                    <a:pt x="37807" y="75603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395067" y="3697287"/>
            <a:ext cx="7430134" cy="472440"/>
            <a:chOff x="864717" y="3697287"/>
            <a:chExt cx="7430134" cy="472440"/>
          </a:xfrm>
        </p:grpSpPr>
        <p:sp>
          <p:nvSpPr>
            <p:cNvPr id="18" name="object 18"/>
            <p:cNvSpPr/>
            <p:nvPr/>
          </p:nvSpPr>
          <p:spPr>
            <a:xfrm>
              <a:off x="864717" y="3940200"/>
              <a:ext cx="7430134" cy="1270"/>
            </a:xfrm>
            <a:custGeom>
              <a:avLst/>
              <a:gdLst/>
              <a:ahLst/>
              <a:cxnLst/>
              <a:rect l="l" t="t" r="r" b="b"/>
              <a:pathLst>
                <a:path w="7430134" h="1270">
                  <a:moveTo>
                    <a:pt x="0" y="0"/>
                  </a:moveTo>
                  <a:lnTo>
                    <a:pt x="7429677" y="1079"/>
                  </a:lnTo>
                </a:path>
              </a:pathLst>
            </a:custGeom>
            <a:ln w="3175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87125" y="3697922"/>
              <a:ext cx="1905" cy="401320"/>
            </a:xfrm>
            <a:custGeom>
              <a:avLst/>
              <a:gdLst/>
              <a:ahLst/>
              <a:cxnLst/>
              <a:rect l="l" t="t" r="r" b="b"/>
              <a:pathLst>
                <a:path w="1904" h="401320">
                  <a:moveTo>
                    <a:pt x="0" y="0"/>
                  </a:moveTo>
                  <a:lnTo>
                    <a:pt x="1435" y="4010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50765" y="409392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590" y="0"/>
                  </a:moveTo>
                  <a:lnTo>
                    <a:pt x="0" y="0"/>
                  </a:lnTo>
                  <a:lnTo>
                    <a:pt x="38150" y="75603"/>
                  </a:lnTo>
                  <a:lnTo>
                    <a:pt x="755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948688" y="5313133"/>
            <a:ext cx="17773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75" dirty="0">
                <a:latin typeface="Arial"/>
                <a:cs typeface="Arial"/>
              </a:rPr>
              <a:t>Plattformspezifisch</a:t>
            </a:r>
            <a:endParaRPr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20</a:t>
            </a:fld>
            <a:endParaRPr spc="-25" dirty="0"/>
          </a:p>
        </p:txBody>
      </p:sp>
      <p:sp>
        <p:nvSpPr>
          <p:cNvPr id="22" name="object 22"/>
          <p:cNvSpPr txBox="1"/>
          <p:nvPr/>
        </p:nvSpPr>
        <p:spPr>
          <a:xfrm>
            <a:off x="7934287" y="4200740"/>
            <a:ext cx="1795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pc="-65" dirty="0">
                <a:latin typeface="Arial"/>
                <a:cs typeface="Arial"/>
              </a:rPr>
              <a:t>Implementierungs-</a:t>
            </a:r>
            <a:r>
              <a:rPr spc="-10" dirty="0">
                <a:latin typeface="Arial"/>
                <a:cs typeface="Arial"/>
              </a:rPr>
              <a:t>details</a:t>
            </a:r>
            <a:endParaRPr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40052" y="2252776"/>
            <a:ext cx="143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65" dirty="0">
                <a:latin typeface="Arial"/>
                <a:cs typeface="Arial"/>
              </a:rPr>
              <a:t>Anforderungen</a:t>
            </a:r>
            <a:endParaRPr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31049" y="3086544"/>
            <a:ext cx="11563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pc="-45" dirty="0">
                <a:latin typeface="Arial"/>
                <a:cs typeface="Arial"/>
              </a:rPr>
              <a:t>Funktionale </a:t>
            </a:r>
            <a:r>
              <a:rPr spc="-100" dirty="0">
                <a:latin typeface="Arial"/>
                <a:cs typeface="Arial"/>
              </a:rPr>
              <a:t>Realisierung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25303" y="339345"/>
            <a:ext cx="592246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5" dirty="0">
                <a:solidFill>
                  <a:srgbClr val="2B5480"/>
                </a:solidFill>
              </a:rPr>
              <a:t>Modellbasiertes</a:t>
            </a:r>
            <a:r>
              <a:rPr spc="-145" dirty="0">
                <a:solidFill>
                  <a:srgbClr val="2B5480"/>
                </a:solidFill>
              </a:rPr>
              <a:t> </a:t>
            </a:r>
            <a:r>
              <a:rPr spc="-200" dirty="0">
                <a:solidFill>
                  <a:srgbClr val="2B5480"/>
                </a:solidFill>
              </a:rPr>
              <a:t>Testen</a:t>
            </a:r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185270" y="1639202"/>
            <a:ext cx="7651115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50" dirty="0">
                <a:latin typeface="Arial"/>
                <a:cs typeface="Arial"/>
              </a:rPr>
              <a:t>Auch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b="1" spc="-175" dirty="0">
                <a:latin typeface="Arial"/>
                <a:cs typeface="Arial"/>
              </a:rPr>
              <a:t>Testfälle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können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direkt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aus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Modellen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b="1" spc="-130" dirty="0">
                <a:latin typeface="Arial"/>
                <a:cs typeface="Arial"/>
              </a:rPr>
              <a:t>abgeleitet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werden</a:t>
            </a:r>
            <a:endParaRPr sz="2400" dirty="0">
              <a:latin typeface="Arial"/>
              <a:cs typeface="Arial"/>
            </a:endParaRPr>
          </a:p>
          <a:p>
            <a:pPr marL="697865" indent="-227965">
              <a:spcBef>
                <a:spcPts val="270"/>
              </a:spcBef>
              <a:buClr>
                <a:srgbClr val="2D75B6"/>
              </a:buClr>
              <a:buSzPct val="109523"/>
              <a:buFont typeface="Wingdings"/>
              <a:buChar char=""/>
              <a:tabLst>
                <a:tab pos="697865" algn="l"/>
              </a:tabLst>
            </a:pPr>
            <a:r>
              <a:rPr sz="2100" spc="-125" dirty="0">
                <a:latin typeface="Arial"/>
                <a:cs typeface="Arial"/>
              </a:rPr>
              <a:t>Die</a:t>
            </a:r>
            <a:r>
              <a:rPr sz="2100" spc="-90" dirty="0">
                <a:latin typeface="Arial"/>
                <a:cs typeface="Arial"/>
              </a:rPr>
              <a:t> </a:t>
            </a:r>
            <a:r>
              <a:rPr sz="2100" spc="-45" dirty="0">
                <a:latin typeface="Arial"/>
                <a:cs typeface="Arial"/>
              </a:rPr>
              <a:t>Modelle</a:t>
            </a:r>
            <a:r>
              <a:rPr sz="2100" spc="-55" dirty="0">
                <a:latin typeface="Arial"/>
                <a:cs typeface="Arial"/>
              </a:rPr>
              <a:t> </a:t>
            </a:r>
            <a:r>
              <a:rPr sz="2100" spc="-80" dirty="0">
                <a:latin typeface="Arial"/>
                <a:cs typeface="Arial"/>
              </a:rPr>
              <a:t>dienen</a:t>
            </a:r>
            <a:r>
              <a:rPr sz="2100" spc="-85" dirty="0">
                <a:latin typeface="Arial"/>
                <a:cs typeface="Arial"/>
              </a:rPr>
              <a:t> </a:t>
            </a:r>
            <a:r>
              <a:rPr sz="2100" spc="-95" dirty="0">
                <a:latin typeface="Arial"/>
                <a:cs typeface="Arial"/>
              </a:rPr>
              <a:t>dann</a:t>
            </a:r>
            <a:r>
              <a:rPr sz="2100" spc="-105" dirty="0">
                <a:latin typeface="Arial"/>
                <a:cs typeface="Arial"/>
              </a:rPr>
              <a:t> </a:t>
            </a:r>
            <a:r>
              <a:rPr sz="2100" spc="-135" dirty="0">
                <a:latin typeface="Arial"/>
                <a:cs typeface="Arial"/>
              </a:rPr>
              <a:t>als</a:t>
            </a:r>
            <a:r>
              <a:rPr sz="2100" spc="-60" dirty="0">
                <a:latin typeface="Arial"/>
                <a:cs typeface="Arial"/>
              </a:rPr>
              <a:t> </a:t>
            </a:r>
            <a:r>
              <a:rPr sz="2100" b="1" spc="-150" dirty="0">
                <a:latin typeface="Arial"/>
                <a:cs typeface="Arial"/>
              </a:rPr>
              <a:t>Spezifikation</a:t>
            </a:r>
            <a:r>
              <a:rPr sz="2100" b="1" spc="-10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für</a:t>
            </a:r>
            <a:r>
              <a:rPr sz="2100" spc="-85" dirty="0">
                <a:latin typeface="Arial"/>
                <a:cs typeface="Arial"/>
              </a:rPr>
              <a:t> </a:t>
            </a:r>
            <a:r>
              <a:rPr sz="2100" spc="-170" dirty="0">
                <a:latin typeface="Arial"/>
                <a:cs typeface="Arial"/>
              </a:rPr>
              <a:t>das</a:t>
            </a:r>
            <a:r>
              <a:rPr sz="2100" spc="-95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System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5270" y="2676207"/>
            <a:ext cx="4619625" cy="15055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b="1" spc="-204" dirty="0">
                <a:latin typeface="Arial"/>
                <a:cs typeface="Arial"/>
              </a:rPr>
              <a:t>Erstellung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und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b="1" spc="-204" dirty="0">
                <a:latin typeface="Arial"/>
                <a:cs typeface="Arial"/>
              </a:rPr>
              <a:t>Anwendung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von </a:t>
            </a:r>
            <a:r>
              <a:rPr sz="2400" spc="-125" dirty="0">
                <a:latin typeface="Arial"/>
                <a:cs typeface="Arial"/>
              </a:rPr>
              <a:t>Testfällen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kann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automatisiert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werden</a:t>
            </a:r>
            <a:endParaRPr sz="2400" dirty="0">
              <a:latin typeface="Arial"/>
              <a:cs typeface="Arial"/>
            </a:endParaRPr>
          </a:p>
          <a:p>
            <a:pPr marL="241300" marR="549910" indent="-228600">
              <a:lnSpc>
                <a:spcPts val="2590"/>
              </a:lnSpc>
              <a:spcBef>
                <a:spcPts val="1005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1300" algn="l"/>
              </a:tabLst>
            </a:pPr>
            <a:r>
              <a:rPr sz="2400" spc="-145" dirty="0">
                <a:latin typeface="Arial"/>
                <a:cs typeface="Arial"/>
              </a:rPr>
              <a:t>Personenunabhängige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Qualität </a:t>
            </a:r>
            <a:r>
              <a:rPr sz="2400" spc="-75" dirty="0">
                <a:latin typeface="Arial"/>
                <a:cs typeface="Arial"/>
              </a:rPr>
              <a:t>der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Testfälle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5270" y="4247400"/>
            <a:ext cx="328866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735"/>
              </a:lnSpc>
              <a:spcBef>
                <a:spcPts val="10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sz="2400" spc="-120" dirty="0">
                <a:latin typeface="Arial"/>
                <a:cs typeface="Arial"/>
              </a:rPr>
              <a:t>Höhere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70" dirty="0">
                <a:latin typeface="Arial"/>
                <a:cs typeface="Arial"/>
              </a:rPr>
              <a:t>Transparenz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und</a:t>
            </a:r>
            <a:endParaRPr sz="2400">
              <a:latin typeface="Arial"/>
              <a:cs typeface="Arial"/>
            </a:endParaRPr>
          </a:p>
          <a:p>
            <a:pPr marL="241300">
              <a:lnSpc>
                <a:spcPts val="2735"/>
              </a:lnSpc>
            </a:pPr>
            <a:r>
              <a:rPr sz="2400" spc="-30" dirty="0">
                <a:latin typeface="Arial"/>
                <a:cs typeface="Arial"/>
              </a:rPr>
              <a:t>Wiederverwendbarkeit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5270" y="5406021"/>
            <a:ext cx="479869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b="1" spc="-215" dirty="0">
                <a:latin typeface="Arial"/>
                <a:cs typeface="Arial"/>
              </a:rPr>
              <a:t>Achtung: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Modell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und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Testfallgenerator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35"/>
              </a:lnSpc>
            </a:pPr>
            <a:r>
              <a:rPr sz="2400" spc="-160" dirty="0">
                <a:latin typeface="Arial"/>
                <a:cs typeface="Arial"/>
              </a:rPr>
              <a:t>müssen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validiert/verifiziert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werden!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82415" y="3427411"/>
            <a:ext cx="1080770" cy="451406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72720" rIns="0" bIns="0" rtlCol="0">
            <a:spAutoFit/>
          </a:bodyPr>
          <a:lstStyle/>
          <a:p>
            <a:pPr marL="213995">
              <a:spcBef>
                <a:spcPts val="1360"/>
              </a:spcBef>
            </a:pPr>
            <a:r>
              <a:rPr spc="-10" dirty="0">
                <a:latin typeface="Arial"/>
                <a:cs typeface="Arial"/>
              </a:rPr>
              <a:t>Modell</a:t>
            </a:r>
            <a:endParaRPr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68898" y="3427411"/>
            <a:ext cx="1080770" cy="451406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72720" rIns="0" bIns="0" rtlCol="0">
            <a:spAutoFit/>
          </a:bodyPr>
          <a:lstStyle/>
          <a:p>
            <a:pPr marL="210185">
              <a:spcBef>
                <a:spcPts val="1360"/>
              </a:spcBef>
            </a:pPr>
            <a:r>
              <a:rPr spc="-10" dirty="0">
                <a:latin typeface="Arial"/>
                <a:cs typeface="Arial"/>
              </a:rPr>
              <a:t>System</a:t>
            </a:r>
            <a:endParaRPr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82415" y="4702999"/>
            <a:ext cx="1080770" cy="589264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60655" marR="85725" indent="-64769">
              <a:spcBef>
                <a:spcPts val="275"/>
              </a:spcBef>
            </a:pPr>
            <a:r>
              <a:rPr spc="-75" dirty="0">
                <a:latin typeface="Arial"/>
                <a:cs typeface="Arial"/>
              </a:rPr>
              <a:t>Abstrakte </a:t>
            </a:r>
            <a:r>
              <a:rPr spc="-45" dirty="0">
                <a:latin typeface="Arial"/>
                <a:cs typeface="Arial"/>
              </a:rPr>
              <a:t>Testfälle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68898" y="4702999"/>
            <a:ext cx="1080770" cy="589264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228600" marR="82550" indent="-135890">
              <a:spcBef>
                <a:spcPts val="275"/>
              </a:spcBef>
            </a:pPr>
            <a:r>
              <a:rPr spc="-30" dirty="0">
                <a:latin typeface="Arial"/>
                <a:cs typeface="Arial"/>
              </a:rPr>
              <a:t>Konkrete </a:t>
            </a:r>
            <a:r>
              <a:rPr spc="-100" dirty="0">
                <a:latin typeface="Arial"/>
                <a:cs typeface="Arial"/>
              </a:rPr>
              <a:t>Testfälle</a:t>
            </a:r>
            <a:endParaRPr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521656" y="3199065"/>
            <a:ext cx="1631950" cy="234950"/>
          </a:xfrm>
          <a:custGeom>
            <a:avLst/>
            <a:gdLst/>
            <a:ahLst/>
            <a:cxnLst/>
            <a:rect l="l" t="t" r="r" b="b"/>
            <a:pathLst>
              <a:path w="1631950" h="234950">
                <a:moveTo>
                  <a:pt x="1599946" y="0"/>
                </a:moveTo>
                <a:lnTo>
                  <a:pt x="0" y="0"/>
                </a:lnTo>
                <a:lnTo>
                  <a:pt x="0" y="234950"/>
                </a:lnTo>
                <a:lnTo>
                  <a:pt x="12700" y="234950"/>
                </a:lnTo>
                <a:lnTo>
                  <a:pt x="12700" y="12700"/>
                </a:lnTo>
                <a:lnTo>
                  <a:pt x="6350" y="12700"/>
                </a:lnTo>
                <a:lnTo>
                  <a:pt x="12700" y="6350"/>
                </a:lnTo>
                <a:lnTo>
                  <a:pt x="1599946" y="6350"/>
                </a:lnTo>
                <a:lnTo>
                  <a:pt x="1599946" y="0"/>
                </a:lnTo>
                <a:close/>
              </a:path>
              <a:path w="1631950" h="234950">
                <a:moveTo>
                  <a:pt x="1587246" y="146050"/>
                </a:moveTo>
                <a:lnTo>
                  <a:pt x="1555496" y="146050"/>
                </a:lnTo>
                <a:lnTo>
                  <a:pt x="1593596" y="222250"/>
                </a:lnTo>
                <a:lnTo>
                  <a:pt x="1625346" y="158750"/>
                </a:lnTo>
                <a:lnTo>
                  <a:pt x="1587246" y="158750"/>
                </a:lnTo>
                <a:lnTo>
                  <a:pt x="1587246" y="146050"/>
                </a:lnTo>
                <a:close/>
              </a:path>
              <a:path w="1631950" h="234950">
                <a:moveTo>
                  <a:pt x="1587246" y="6350"/>
                </a:moveTo>
                <a:lnTo>
                  <a:pt x="1587246" y="158750"/>
                </a:lnTo>
                <a:lnTo>
                  <a:pt x="1599946" y="158750"/>
                </a:lnTo>
                <a:lnTo>
                  <a:pt x="1599946" y="12700"/>
                </a:lnTo>
                <a:lnTo>
                  <a:pt x="1593596" y="12700"/>
                </a:lnTo>
                <a:lnTo>
                  <a:pt x="1587246" y="6350"/>
                </a:lnTo>
                <a:close/>
              </a:path>
              <a:path w="1631950" h="234950">
                <a:moveTo>
                  <a:pt x="1631696" y="146050"/>
                </a:moveTo>
                <a:lnTo>
                  <a:pt x="1599946" y="146050"/>
                </a:lnTo>
                <a:lnTo>
                  <a:pt x="1599946" y="158750"/>
                </a:lnTo>
                <a:lnTo>
                  <a:pt x="1625346" y="158750"/>
                </a:lnTo>
                <a:lnTo>
                  <a:pt x="1631696" y="146050"/>
                </a:lnTo>
                <a:close/>
              </a:path>
              <a:path w="1631950" h="234950">
                <a:moveTo>
                  <a:pt x="12700" y="6350"/>
                </a:moveTo>
                <a:lnTo>
                  <a:pt x="6350" y="12700"/>
                </a:lnTo>
                <a:lnTo>
                  <a:pt x="12700" y="12700"/>
                </a:lnTo>
                <a:lnTo>
                  <a:pt x="12700" y="6350"/>
                </a:lnTo>
                <a:close/>
              </a:path>
              <a:path w="1631950" h="234950">
                <a:moveTo>
                  <a:pt x="1587246" y="6350"/>
                </a:moveTo>
                <a:lnTo>
                  <a:pt x="12700" y="6350"/>
                </a:lnTo>
                <a:lnTo>
                  <a:pt x="12700" y="12700"/>
                </a:lnTo>
                <a:lnTo>
                  <a:pt x="1587246" y="12700"/>
                </a:lnTo>
                <a:lnTo>
                  <a:pt x="1587246" y="6350"/>
                </a:lnTo>
                <a:close/>
              </a:path>
              <a:path w="1631950" h="234950">
                <a:moveTo>
                  <a:pt x="1599946" y="6350"/>
                </a:moveTo>
                <a:lnTo>
                  <a:pt x="1587246" y="6350"/>
                </a:lnTo>
                <a:lnTo>
                  <a:pt x="1593596" y="12700"/>
                </a:lnTo>
                <a:lnTo>
                  <a:pt x="1599946" y="12700"/>
                </a:lnTo>
                <a:lnTo>
                  <a:pt x="1599946" y="635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078042" y="4061396"/>
            <a:ext cx="76200" cy="627380"/>
          </a:xfrm>
          <a:custGeom>
            <a:avLst/>
            <a:gdLst/>
            <a:ahLst/>
            <a:cxnLst/>
            <a:rect l="l" t="t" r="r" b="b"/>
            <a:pathLst>
              <a:path w="76200" h="627379">
                <a:moveTo>
                  <a:pt x="44450" y="63499"/>
                </a:moveTo>
                <a:lnTo>
                  <a:pt x="31750" y="63499"/>
                </a:lnTo>
                <a:lnTo>
                  <a:pt x="32384" y="627252"/>
                </a:lnTo>
                <a:lnTo>
                  <a:pt x="45084" y="627252"/>
                </a:lnTo>
                <a:lnTo>
                  <a:pt x="44464" y="76199"/>
                </a:lnTo>
                <a:lnTo>
                  <a:pt x="44450" y="63499"/>
                </a:lnTo>
                <a:close/>
              </a:path>
              <a:path w="76200" h="627379">
                <a:moveTo>
                  <a:pt x="37973" y="0"/>
                </a:moveTo>
                <a:lnTo>
                  <a:pt x="0" y="76199"/>
                </a:lnTo>
                <a:lnTo>
                  <a:pt x="31764" y="76199"/>
                </a:lnTo>
                <a:lnTo>
                  <a:pt x="31750" y="63499"/>
                </a:lnTo>
                <a:lnTo>
                  <a:pt x="69828" y="63499"/>
                </a:lnTo>
                <a:lnTo>
                  <a:pt x="37973" y="0"/>
                </a:lnTo>
                <a:close/>
              </a:path>
              <a:path w="76200" h="627379">
                <a:moveTo>
                  <a:pt x="69828" y="63499"/>
                </a:moveTo>
                <a:lnTo>
                  <a:pt x="44450" y="63499"/>
                </a:lnTo>
                <a:lnTo>
                  <a:pt x="44464" y="76199"/>
                </a:lnTo>
                <a:lnTo>
                  <a:pt x="76200" y="76199"/>
                </a:lnTo>
                <a:lnTo>
                  <a:pt x="69828" y="6349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17085" y="5349176"/>
            <a:ext cx="1631314" cy="234950"/>
          </a:xfrm>
          <a:custGeom>
            <a:avLst/>
            <a:gdLst/>
            <a:ahLst/>
            <a:cxnLst/>
            <a:rect l="l" t="t" r="r" b="b"/>
            <a:pathLst>
              <a:path w="1631315" h="234950">
                <a:moveTo>
                  <a:pt x="12700" y="0"/>
                </a:moveTo>
                <a:lnTo>
                  <a:pt x="0" y="0"/>
                </a:lnTo>
                <a:lnTo>
                  <a:pt x="0" y="234950"/>
                </a:lnTo>
                <a:lnTo>
                  <a:pt x="1599184" y="234950"/>
                </a:lnTo>
                <a:lnTo>
                  <a:pt x="1599184" y="228600"/>
                </a:lnTo>
                <a:lnTo>
                  <a:pt x="12700" y="228600"/>
                </a:lnTo>
                <a:lnTo>
                  <a:pt x="6350" y="222250"/>
                </a:lnTo>
                <a:lnTo>
                  <a:pt x="12700" y="222250"/>
                </a:lnTo>
                <a:lnTo>
                  <a:pt x="12700" y="0"/>
                </a:lnTo>
                <a:close/>
              </a:path>
              <a:path w="1631315" h="234950">
                <a:moveTo>
                  <a:pt x="12700" y="222250"/>
                </a:moveTo>
                <a:lnTo>
                  <a:pt x="6350" y="222250"/>
                </a:lnTo>
                <a:lnTo>
                  <a:pt x="12700" y="228600"/>
                </a:lnTo>
                <a:lnTo>
                  <a:pt x="12700" y="222250"/>
                </a:lnTo>
                <a:close/>
              </a:path>
              <a:path w="1631315" h="234950">
                <a:moveTo>
                  <a:pt x="1586484" y="222250"/>
                </a:moveTo>
                <a:lnTo>
                  <a:pt x="12700" y="222250"/>
                </a:lnTo>
                <a:lnTo>
                  <a:pt x="12700" y="228600"/>
                </a:lnTo>
                <a:lnTo>
                  <a:pt x="1586484" y="228600"/>
                </a:lnTo>
                <a:lnTo>
                  <a:pt x="1586484" y="222250"/>
                </a:lnTo>
                <a:close/>
              </a:path>
              <a:path w="1631315" h="234950">
                <a:moveTo>
                  <a:pt x="1599184" y="63500"/>
                </a:moveTo>
                <a:lnTo>
                  <a:pt x="1586484" y="63500"/>
                </a:lnTo>
                <a:lnTo>
                  <a:pt x="1586484" y="228600"/>
                </a:lnTo>
                <a:lnTo>
                  <a:pt x="1592834" y="222250"/>
                </a:lnTo>
                <a:lnTo>
                  <a:pt x="1599184" y="222250"/>
                </a:lnTo>
                <a:lnTo>
                  <a:pt x="1599184" y="63500"/>
                </a:lnTo>
                <a:close/>
              </a:path>
              <a:path w="1631315" h="234950">
                <a:moveTo>
                  <a:pt x="1599184" y="222250"/>
                </a:moveTo>
                <a:lnTo>
                  <a:pt x="1592834" y="222250"/>
                </a:lnTo>
                <a:lnTo>
                  <a:pt x="1586484" y="228600"/>
                </a:lnTo>
                <a:lnTo>
                  <a:pt x="1599184" y="228600"/>
                </a:lnTo>
                <a:lnTo>
                  <a:pt x="1599184" y="222250"/>
                </a:lnTo>
                <a:close/>
              </a:path>
              <a:path w="1631315" h="234950">
                <a:moveTo>
                  <a:pt x="1592834" y="0"/>
                </a:moveTo>
                <a:lnTo>
                  <a:pt x="1554734" y="76200"/>
                </a:lnTo>
                <a:lnTo>
                  <a:pt x="1586484" y="76200"/>
                </a:lnTo>
                <a:lnTo>
                  <a:pt x="1586484" y="63500"/>
                </a:lnTo>
                <a:lnTo>
                  <a:pt x="1624584" y="63500"/>
                </a:lnTo>
                <a:lnTo>
                  <a:pt x="1592834" y="0"/>
                </a:lnTo>
                <a:close/>
              </a:path>
              <a:path w="1631315" h="234950">
                <a:moveTo>
                  <a:pt x="1624584" y="63500"/>
                </a:moveTo>
                <a:lnTo>
                  <a:pt x="1599184" y="63500"/>
                </a:lnTo>
                <a:lnTo>
                  <a:pt x="1599184" y="76200"/>
                </a:lnTo>
                <a:lnTo>
                  <a:pt x="1630934" y="76200"/>
                </a:lnTo>
                <a:lnTo>
                  <a:pt x="1624584" y="635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5569412" y="4076635"/>
            <a:ext cx="1022985" cy="627380"/>
            <a:chOff x="5091684" y="3718559"/>
            <a:chExt cx="1022985" cy="627380"/>
          </a:xfrm>
        </p:grpSpPr>
        <p:sp>
          <p:nvSpPr>
            <p:cNvPr id="18" name="object 18"/>
            <p:cNvSpPr/>
            <p:nvPr/>
          </p:nvSpPr>
          <p:spPr>
            <a:xfrm>
              <a:off x="6006274" y="3718559"/>
              <a:ext cx="76200" cy="627380"/>
            </a:xfrm>
            <a:custGeom>
              <a:avLst/>
              <a:gdLst/>
              <a:ahLst/>
              <a:cxnLst/>
              <a:rect l="l" t="t" r="r" b="b"/>
              <a:pathLst>
                <a:path w="76200" h="627379">
                  <a:moveTo>
                    <a:pt x="31701" y="551052"/>
                  </a:moveTo>
                  <a:lnTo>
                    <a:pt x="0" y="551052"/>
                  </a:lnTo>
                  <a:lnTo>
                    <a:pt x="37909" y="627252"/>
                  </a:lnTo>
                  <a:lnTo>
                    <a:pt x="69765" y="563752"/>
                  </a:lnTo>
                  <a:lnTo>
                    <a:pt x="31686" y="563752"/>
                  </a:lnTo>
                  <a:lnTo>
                    <a:pt x="31701" y="551052"/>
                  </a:lnTo>
                  <a:close/>
                </a:path>
                <a:path w="76200" h="627379">
                  <a:moveTo>
                    <a:pt x="45021" y="0"/>
                  </a:moveTo>
                  <a:lnTo>
                    <a:pt x="32321" y="0"/>
                  </a:lnTo>
                  <a:lnTo>
                    <a:pt x="31701" y="551052"/>
                  </a:lnTo>
                  <a:lnTo>
                    <a:pt x="31686" y="563752"/>
                  </a:lnTo>
                  <a:lnTo>
                    <a:pt x="44386" y="563752"/>
                  </a:lnTo>
                  <a:lnTo>
                    <a:pt x="45021" y="0"/>
                  </a:lnTo>
                  <a:close/>
                </a:path>
                <a:path w="76200" h="627379">
                  <a:moveTo>
                    <a:pt x="76136" y="551052"/>
                  </a:moveTo>
                  <a:lnTo>
                    <a:pt x="44401" y="551052"/>
                  </a:lnTo>
                  <a:lnTo>
                    <a:pt x="44386" y="563752"/>
                  </a:lnTo>
                  <a:lnTo>
                    <a:pt x="69765" y="563752"/>
                  </a:lnTo>
                  <a:lnTo>
                    <a:pt x="76136" y="55105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91684" y="3896867"/>
              <a:ext cx="1022985" cy="338455"/>
            </a:xfrm>
            <a:custGeom>
              <a:avLst/>
              <a:gdLst/>
              <a:ahLst/>
              <a:cxnLst/>
              <a:rect l="l" t="t" r="r" b="b"/>
              <a:pathLst>
                <a:path w="1022985" h="338454">
                  <a:moveTo>
                    <a:pt x="1022603" y="0"/>
                  </a:moveTo>
                  <a:lnTo>
                    <a:pt x="0" y="0"/>
                  </a:lnTo>
                  <a:lnTo>
                    <a:pt x="0" y="338328"/>
                  </a:lnTo>
                  <a:lnTo>
                    <a:pt x="1022603" y="338328"/>
                  </a:lnTo>
                  <a:lnTo>
                    <a:pt x="10226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931612" y="2879229"/>
            <a:ext cx="86741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i="1" spc="-30" dirty="0">
                <a:solidFill>
                  <a:srgbClr val="5B9BD4"/>
                </a:solidFill>
                <a:latin typeface="Arial"/>
                <a:cs typeface="Arial"/>
              </a:rPr>
              <a:t>modelliert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08753" y="5653722"/>
            <a:ext cx="9372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i="1" spc="-40" dirty="0">
                <a:solidFill>
                  <a:srgbClr val="5B9BD4"/>
                </a:solidFill>
                <a:latin typeface="Arial"/>
                <a:cs typeface="Arial"/>
              </a:rPr>
              <a:t>abstrahiert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48406" y="4277296"/>
            <a:ext cx="85661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i="1" spc="-40" dirty="0">
                <a:solidFill>
                  <a:srgbClr val="C00000"/>
                </a:solidFill>
                <a:latin typeface="Arial"/>
                <a:cs typeface="Arial"/>
              </a:rPr>
              <a:t>abgeleitet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34379" y="4257484"/>
            <a:ext cx="104648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i="1" spc="-70" dirty="0">
                <a:solidFill>
                  <a:srgbClr val="C00000"/>
                </a:solidFill>
                <a:latin typeface="Arial"/>
                <a:cs typeface="Arial"/>
              </a:rPr>
              <a:t>angewendet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346049" y="1031239"/>
            <a:ext cx="7626376" cy="984885"/>
          </a:xfrm>
        </p:spPr>
        <p:txBody>
          <a:bodyPr/>
          <a:lstStyle/>
          <a:p>
            <a:pPr eaLnBrk="1" hangingPunct="1"/>
            <a:r>
              <a:rPr lang="en-US" dirty="0" err="1">
                <a:cs typeface="Arial" charset="0"/>
              </a:rPr>
              <a:t>Übersicht</a:t>
            </a:r>
            <a:r>
              <a:rPr lang="en-US" dirty="0">
                <a:cs typeface="Arial" charset="0"/>
              </a:rPr>
              <a:t> </a:t>
            </a:r>
            <a:r>
              <a:rPr lang="en-US" dirty="0" err="1">
                <a:cs typeface="Arial" charset="0"/>
              </a:rPr>
              <a:t>über</a:t>
            </a:r>
            <a:r>
              <a:rPr lang="en-US" dirty="0">
                <a:cs typeface="Arial" charset="0"/>
              </a:rPr>
              <a:t> die </a:t>
            </a:r>
            <a:r>
              <a:rPr lang="en-US" dirty="0" err="1">
                <a:cs typeface="Arial" charset="0"/>
              </a:rPr>
              <a:t>heutige</a:t>
            </a:r>
            <a:r>
              <a:rPr lang="en-US" dirty="0">
                <a:cs typeface="Arial" charset="0"/>
              </a:rPr>
              <a:t> </a:t>
            </a:r>
            <a:r>
              <a:rPr lang="en-US" dirty="0" err="1">
                <a:cs typeface="Arial" charset="0"/>
              </a:rPr>
              <a:t>Vorlesung</a:t>
            </a:r>
            <a:endParaRPr lang="el-GR" dirty="0">
              <a:cs typeface="Arial" charset="0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idx="1"/>
          </p:nvPr>
        </p:nvSpPr>
        <p:spPr>
          <a:xfrm>
            <a:off x="352781" y="2558543"/>
            <a:ext cx="11234382" cy="3200876"/>
          </a:xfrm>
          <a:ln>
            <a:noFill/>
          </a:ln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sz="2800" dirty="0" err="1">
                <a:cs typeface="Arial" charset="0"/>
              </a:rPr>
              <a:t>Zentrale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Anforderungen</a:t>
            </a:r>
            <a:r>
              <a:rPr lang="en-US" sz="2800" dirty="0">
                <a:cs typeface="Arial" charset="0"/>
              </a:rPr>
              <a:t> an </a:t>
            </a:r>
            <a:r>
              <a:rPr lang="en-US" sz="2800" dirty="0" err="1">
                <a:cs typeface="Arial" charset="0"/>
              </a:rPr>
              <a:t>Modellierungssprachen</a:t>
            </a:r>
            <a:endParaRPr lang="en-US" sz="2800" dirty="0">
              <a:cs typeface="Arial" charset="0"/>
            </a:endParaRPr>
          </a:p>
          <a:p>
            <a:pPr marL="609600" indent="-609600">
              <a:buFontTx/>
              <a:buAutoNum type="arabicPeriod"/>
            </a:pPr>
            <a:r>
              <a:rPr lang="en-US" sz="2800" dirty="0" err="1">
                <a:cs typeface="Arial" charset="0"/>
              </a:rPr>
              <a:t>Modellierung</a:t>
            </a:r>
            <a:r>
              <a:rPr lang="en-US" sz="2800" dirty="0">
                <a:cs typeface="Arial" charset="0"/>
              </a:rPr>
              <a:t> von Software</a:t>
            </a:r>
          </a:p>
          <a:p>
            <a:pPr marL="1009650" lvl="1" indent="-609600"/>
            <a:r>
              <a:rPr lang="en-US" sz="2400" dirty="0">
                <a:cs typeface="Arial" charset="0"/>
              </a:rPr>
              <a:t>	UML</a:t>
            </a:r>
          </a:p>
          <a:p>
            <a:pPr marL="1009650" lvl="1" indent="-609600"/>
            <a:r>
              <a:rPr lang="en-US" sz="2400" dirty="0">
                <a:cs typeface="Arial" charset="0"/>
              </a:rPr>
              <a:t>	Petri-</a:t>
            </a:r>
            <a:r>
              <a:rPr lang="en-US" sz="2400" dirty="0" err="1">
                <a:cs typeface="Arial" charset="0"/>
              </a:rPr>
              <a:t>Netze</a:t>
            </a:r>
            <a:endParaRPr lang="en-US" sz="2400" dirty="0">
              <a:cs typeface="Arial" charset="0"/>
            </a:endParaRPr>
          </a:p>
          <a:p>
            <a:pPr marL="609600" indent="-609600">
              <a:buFontTx/>
              <a:buAutoNum type="arabicPeriod"/>
            </a:pPr>
            <a:r>
              <a:rPr lang="en-US" sz="2800" dirty="0" err="1">
                <a:cs typeface="Arial" charset="0"/>
              </a:rPr>
              <a:t>Modellierung</a:t>
            </a:r>
            <a:r>
              <a:rPr lang="en-US" sz="2800" dirty="0">
                <a:cs typeface="Arial" charset="0"/>
              </a:rPr>
              <a:t> von Hardware</a:t>
            </a:r>
          </a:p>
          <a:p>
            <a:pPr marL="1009650" lvl="1" indent="-609600"/>
            <a:r>
              <a:rPr lang="en-US" sz="2400" dirty="0">
                <a:cs typeface="Arial" charset="0"/>
              </a:rPr>
              <a:t>	</a:t>
            </a:r>
            <a:r>
              <a:rPr lang="en-US" sz="2400" dirty="0" err="1">
                <a:cs typeface="Arial" charset="0"/>
              </a:rPr>
              <a:t>Blockdiagramme</a:t>
            </a:r>
            <a:endParaRPr lang="en-US" sz="2400" dirty="0">
              <a:cs typeface="Arial" charset="0"/>
            </a:endParaRPr>
          </a:p>
          <a:p>
            <a:pPr marL="1009650" lvl="1" indent="-609600"/>
            <a:r>
              <a:rPr lang="en-US" sz="2400" dirty="0">
                <a:cs typeface="Arial" charset="0"/>
              </a:rPr>
              <a:t>	VHDL</a:t>
            </a:r>
          </a:p>
          <a:p>
            <a:pPr marL="609600" indent="-609600">
              <a:buFontTx/>
              <a:buAutoNum type="arabicPeriod"/>
            </a:pPr>
            <a:r>
              <a:rPr lang="en-US" sz="2800" dirty="0" err="1">
                <a:cs typeface="Arial" charset="0"/>
              </a:rPr>
              <a:t>Zusammenfassung</a:t>
            </a:r>
            <a:endParaRPr lang="en-US" sz="2800" dirty="0">
              <a:cs typeface="Arial" charset="0"/>
            </a:endParaRPr>
          </a:p>
        </p:txBody>
      </p:sp>
      <p:sp>
        <p:nvSpPr>
          <p:cNvPr id="307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07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22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5311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4FF14-ADE8-56B2-01BF-7DC191F20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>
            <a:extLst>
              <a:ext uri="{FF2B5EF4-FFF2-40B4-BE49-F238E27FC236}">
                <a16:creationId xmlns:a16="http://schemas.microsoft.com/office/drawing/2014/main" id="{7F2AF28C-35BB-766D-05EB-35B30BADF4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6049" y="1031239"/>
            <a:ext cx="7626376" cy="984885"/>
          </a:xfrm>
        </p:spPr>
        <p:txBody>
          <a:bodyPr/>
          <a:lstStyle/>
          <a:p>
            <a:pPr eaLnBrk="1" hangingPunct="1"/>
            <a:r>
              <a:rPr lang="en-US" dirty="0" err="1">
                <a:cs typeface="Arial" charset="0"/>
              </a:rPr>
              <a:t>Übersicht</a:t>
            </a:r>
            <a:r>
              <a:rPr lang="en-US" dirty="0">
                <a:cs typeface="Arial" charset="0"/>
              </a:rPr>
              <a:t> </a:t>
            </a:r>
            <a:r>
              <a:rPr lang="en-US" dirty="0" err="1">
                <a:cs typeface="Arial" charset="0"/>
              </a:rPr>
              <a:t>über</a:t>
            </a:r>
            <a:r>
              <a:rPr lang="en-US" dirty="0">
                <a:cs typeface="Arial" charset="0"/>
              </a:rPr>
              <a:t> die </a:t>
            </a:r>
            <a:r>
              <a:rPr lang="en-US" dirty="0" err="1">
                <a:cs typeface="Arial" charset="0"/>
              </a:rPr>
              <a:t>heutige</a:t>
            </a:r>
            <a:r>
              <a:rPr lang="en-US" dirty="0">
                <a:cs typeface="Arial" charset="0"/>
              </a:rPr>
              <a:t> </a:t>
            </a:r>
            <a:r>
              <a:rPr lang="en-US" dirty="0" err="1">
                <a:cs typeface="Arial" charset="0"/>
              </a:rPr>
              <a:t>Vorlesung</a:t>
            </a:r>
            <a:endParaRPr lang="el-GR" dirty="0">
              <a:cs typeface="Arial" charset="0"/>
            </a:endParaRPr>
          </a:p>
        </p:txBody>
      </p:sp>
      <p:sp>
        <p:nvSpPr>
          <p:cNvPr id="3078" name="Rectangle 3">
            <a:extLst>
              <a:ext uri="{FF2B5EF4-FFF2-40B4-BE49-F238E27FC236}">
                <a16:creationId xmlns:a16="http://schemas.microsoft.com/office/drawing/2014/main" id="{86E9FDAC-582D-4C09-4C5D-8A4D014998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2781" y="2558543"/>
            <a:ext cx="11234382" cy="3200876"/>
          </a:xfrm>
          <a:ln>
            <a:noFill/>
          </a:ln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sz="2800" dirty="0" err="1">
                <a:cs typeface="Arial" charset="0"/>
              </a:rPr>
              <a:t>Zentrale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Anforderungen</a:t>
            </a:r>
            <a:r>
              <a:rPr lang="en-US" sz="2800" dirty="0">
                <a:cs typeface="Arial" charset="0"/>
              </a:rPr>
              <a:t> an </a:t>
            </a:r>
            <a:r>
              <a:rPr lang="en-US" sz="2800" dirty="0" err="1">
                <a:cs typeface="Arial" charset="0"/>
              </a:rPr>
              <a:t>Modellierungssprachen</a:t>
            </a:r>
            <a:endParaRPr lang="en-US" sz="2800" dirty="0">
              <a:cs typeface="Arial" charset="0"/>
            </a:endParaRPr>
          </a:p>
          <a:p>
            <a:pPr marL="609600" indent="-609600">
              <a:buFontTx/>
              <a:buAutoNum type="arabicPeriod"/>
            </a:pP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Modellierung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 von Software</a:t>
            </a:r>
          </a:p>
          <a:p>
            <a:pPr marL="1009650" lvl="1" indent="-609600"/>
            <a:r>
              <a:rPr lang="en-US" sz="24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	UML</a:t>
            </a:r>
          </a:p>
          <a:p>
            <a:pPr marL="1009650" lvl="1" indent="-609600"/>
            <a:r>
              <a:rPr lang="en-US" sz="24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	Petri-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Netze</a:t>
            </a:r>
            <a:endParaRPr lang="en-US" sz="2400" dirty="0">
              <a:solidFill>
                <a:schemeClr val="bg1">
                  <a:lumMod val="75000"/>
                </a:schemeClr>
              </a:solidFill>
              <a:cs typeface="Arial" charset="0"/>
            </a:endParaRPr>
          </a:p>
          <a:p>
            <a:pPr marL="609600" indent="-609600">
              <a:buFontTx/>
              <a:buAutoNum type="arabicPeriod"/>
            </a:pP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Modellierung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 von Hardware</a:t>
            </a:r>
          </a:p>
          <a:p>
            <a:pPr marL="1009650" lvl="1" indent="-609600"/>
            <a:r>
              <a:rPr lang="en-US" sz="24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	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Blockdiagramme</a:t>
            </a:r>
            <a:endParaRPr lang="en-US" sz="2400" dirty="0">
              <a:solidFill>
                <a:schemeClr val="bg1">
                  <a:lumMod val="75000"/>
                </a:schemeClr>
              </a:solidFill>
              <a:cs typeface="Arial" charset="0"/>
            </a:endParaRPr>
          </a:p>
          <a:p>
            <a:pPr marL="1009650" lvl="1" indent="-609600"/>
            <a:r>
              <a:rPr lang="en-US" sz="24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	VHDL</a:t>
            </a:r>
          </a:p>
          <a:p>
            <a:pPr marL="609600" indent="-609600">
              <a:buFontTx/>
              <a:buAutoNum type="arabicPeriod"/>
            </a:pP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Zusammenfassung</a:t>
            </a:r>
            <a:endParaRPr lang="en-US" sz="2800" dirty="0">
              <a:solidFill>
                <a:schemeClr val="bg1">
                  <a:lumMod val="75000"/>
                </a:schemeClr>
              </a:solidFill>
              <a:cs typeface="Arial" charset="0"/>
            </a:endParaRPr>
          </a:p>
        </p:txBody>
      </p:sp>
      <p:sp>
        <p:nvSpPr>
          <p:cNvPr id="3075" name="Fußzeilenplatzhalter 4">
            <a:extLst>
              <a:ext uri="{FF2B5EF4-FFF2-40B4-BE49-F238E27FC236}">
                <a16:creationId xmlns:a16="http://schemas.microsoft.com/office/drawing/2014/main" id="{83F01F20-4004-9D82-E980-19F68B3AA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076" name="Foliennummernplatzhalter 5">
            <a:extLst>
              <a:ext uri="{FF2B5EF4-FFF2-40B4-BE49-F238E27FC236}">
                <a16:creationId xmlns:a16="http://schemas.microsoft.com/office/drawing/2014/main" id="{BB2AB186-3AD0-0EEA-C5DB-5FD15AA5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23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5813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1126504" y="609309"/>
            <a:ext cx="576961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60" dirty="0"/>
              <a:t>Spezifikation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406015" y="2862943"/>
            <a:ext cx="739267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</a:pPr>
            <a:r>
              <a:rPr sz="2400" i="1" spc="-90" dirty="0">
                <a:latin typeface="Arial"/>
                <a:cs typeface="Arial"/>
              </a:rPr>
              <a:t>„Spezifikation</a:t>
            </a:r>
            <a:r>
              <a:rPr sz="2400" i="1" spc="-100" dirty="0">
                <a:latin typeface="Arial"/>
                <a:cs typeface="Arial"/>
              </a:rPr>
              <a:t> </a:t>
            </a:r>
            <a:r>
              <a:rPr sz="2400" i="1" spc="-55" dirty="0">
                <a:latin typeface="Arial"/>
                <a:cs typeface="Arial"/>
              </a:rPr>
              <a:t>ist</a:t>
            </a:r>
            <a:r>
              <a:rPr sz="2400" i="1" spc="-105" dirty="0">
                <a:latin typeface="Arial"/>
                <a:cs typeface="Arial"/>
              </a:rPr>
              <a:t> die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spc="-95" dirty="0">
                <a:latin typeface="Arial"/>
                <a:cs typeface="Arial"/>
              </a:rPr>
              <a:t>(mathematisch</a:t>
            </a:r>
            <a:r>
              <a:rPr sz="2400" i="1" spc="-100" dirty="0">
                <a:latin typeface="Arial"/>
                <a:cs typeface="Arial"/>
              </a:rPr>
              <a:t> </a:t>
            </a:r>
            <a:r>
              <a:rPr sz="2400" i="1" spc="-90" dirty="0">
                <a:latin typeface="Arial"/>
                <a:cs typeface="Arial"/>
              </a:rPr>
              <a:t>korrekte)</a:t>
            </a:r>
            <a:r>
              <a:rPr sz="2400" i="1" spc="-95" dirty="0">
                <a:latin typeface="Arial"/>
                <a:cs typeface="Arial"/>
              </a:rPr>
              <a:t> </a:t>
            </a:r>
            <a:r>
              <a:rPr sz="2400" b="1" i="1" spc="-204" dirty="0">
                <a:latin typeface="Arial"/>
                <a:cs typeface="Arial"/>
              </a:rPr>
              <a:t>Beschreibung </a:t>
            </a:r>
            <a:r>
              <a:rPr sz="2400" b="1" i="1" spc="-220" dirty="0">
                <a:latin typeface="Arial"/>
                <a:cs typeface="Arial"/>
              </a:rPr>
              <a:t>von</a:t>
            </a:r>
            <a:r>
              <a:rPr sz="2400" b="1" i="1" spc="-100" dirty="0">
                <a:latin typeface="Arial"/>
                <a:cs typeface="Arial"/>
              </a:rPr>
              <a:t> </a:t>
            </a:r>
            <a:r>
              <a:rPr sz="2400" b="1" i="1" spc="-195" dirty="0">
                <a:latin typeface="Arial"/>
                <a:cs typeface="Arial"/>
              </a:rPr>
              <a:t>Anforderungen</a:t>
            </a:r>
            <a:r>
              <a:rPr sz="2400" b="1" i="1" spc="-105" dirty="0">
                <a:latin typeface="Arial"/>
                <a:cs typeface="Arial"/>
              </a:rPr>
              <a:t> </a:t>
            </a:r>
            <a:r>
              <a:rPr sz="2400" i="1" spc="-114" dirty="0">
                <a:latin typeface="Arial"/>
                <a:cs typeface="Arial"/>
              </a:rPr>
              <a:t>an</a:t>
            </a:r>
            <a:r>
              <a:rPr sz="2400" i="1" spc="-90" dirty="0">
                <a:latin typeface="Arial"/>
                <a:cs typeface="Arial"/>
              </a:rPr>
              <a:t> </a:t>
            </a:r>
            <a:r>
              <a:rPr sz="2400" i="1" spc="-100" dirty="0">
                <a:latin typeface="Arial"/>
                <a:cs typeface="Arial"/>
              </a:rPr>
              <a:t>Software </a:t>
            </a:r>
            <a:r>
              <a:rPr sz="2400" i="1" spc="-120" dirty="0">
                <a:latin typeface="Arial"/>
                <a:cs typeface="Arial"/>
              </a:rPr>
              <a:t>und</a:t>
            </a:r>
            <a:r>
              <a:rPr sz="2400" i="1" spc="-8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Systeme“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3020" y="776500"/>
            <a:ext cx="17322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80" dirty="0"/>
              <a:t>Modelle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978" y="1776221"/>
            <a:ext cx="3900804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0"/>
              </a:lnSpc>
              <a:spcBef>
                <a:spcPts val="100"/>
              </a:spcBef>
            </a:pPr>
            <a:r>
              <a:rPr sz="2400" spc="-185" dirty="0">
                <a:latin typeface="Arial"/>
                <a:cs typeface="Arial"/>
              </a:rPr>
              <a:t>Ein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b="1" spc="-95" dirty="0">
                <a:latin typeface="Arial"/>
                <a:cs typeface="Arial"/>
              </a:rPr>
              <a:t>Modell</a:t>
            </a:r>
            <a:r>
              <a:rPr sz="2400" b="1" spc="-125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ist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ein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vereinfachtes</a:t>
            </a:r>
            <a:endParaRPr sz="2400" dirty="0">
              <a:latin typeface="Arial"/>
              <a:cs typeface="Arial"/>
            </a:endParaRPr>
          </a:p>
          <a:p>
            <a:pPr marL="241300">
              <a:lnSpc>
                <a:spcPts val="2740"/>
              </a:lnSpc>
            </a:pPr>
            <a:r>
              <a:rPr sz="2400" spc="-85" dirty="0">
                <a:latin typeface="Arial"/>
                <a:cs typeface="Arial"/>
              </a:rPr>
              <a:t>Abbild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der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Wirklichkeit.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978" y="2605786"/>
            <a:ext cx="4276725" cy="368306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spcBef>
                <a:spcPts val="740"/>
              </a:spcBef>
            </a:pPr>
            <a:r>
              <a:rPr sz="2400" b="1" spc="-10" dirty="0">
                <a:latin typeface="Arial"/>
                <a:cs typeface="Arial"/>
              </a:rPr>
              <a:t>Merkmale</a:t>
            </a:r>
            <a:r>
              <a:rPr sz="2400" spc="-10" dirty="0"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 marL="241300" marR="5080" indent="-228600">
              <a:lnSpc>
                <a:spcPts val="2160"/>
              </a:lnSpc>
              <a:spcBef>
                <a:spcPts val="105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1300" algn="l"/>
              </a:tabLst>
            </a:pPr>
            <a:r>
              <a:rPr sz="2000" b="1" spc="-150" dirty="0">
                <a:latin typeface="Arial"/>
                <a:cs typeface="Arial"/>
              </a:rPr>
              <a:t>Abbildung</a:t>
            </a:r>
            <a:r>
              <a:rPr sz="2000" spc="-150" dirty="0">
                <a:latin typeface="Arial"/>
                <a:cs typeface="Arial"/>
              </a:rPr>
              <a:t>: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repräsentiert</a:t>
            </a:r>
            <a:r>
              <a:rPr sz="2000" spc="-25" dirty="0">
                <a:latin typeface="Arial"/>
                <a:cs typeface="Arial"/>
              </a:rPr>
              <a:t> ein </a:t>
            </a:r>
            <a:r>
              <a:rPr sz="2000" spc="-70" dirty="0">
                <a:latin typeface="Arial"/>
                <a:cs typeface="Arial"/>
              </a:rPr>
              <a:t>natürliches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oder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künstliches,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konkretes </a:t>
            </a:r>
            <a:r>
              <a:rPr sz="2000" spc="-50" dirty="0">
                <a:latin typeface="Arial"/>
                <a:cs typeface="Arial"/>
              </a:rPr>
              <a:t>oder</a:t>
            </a:r>
            <a:r>
              <a:rPr sz="2000" spc="-85" dirty="0">
                <a:latin typeface="Arial"/>
                <a:cs typeface="Arial"/>
              </a:rPr>
              <a:t> konzeptionelles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Original</a:t>
            </a:r>
            <a:endParaRPr sz="2000" dirty="0">
              <a:latin typeface="Arial"/>
              <a:cs typeface="Arial"/>
            </a:endParaRPr>
          </a:p>
          <a:p>
            <a:pPr marL="241300" marR="24765" indent="-228600">
              <a:lnSpc>
                <a:spcPts val="2160"/>
              </a:lnSpc>
              <a:spcBef>
                <a:spcPts val="100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1300" algn="l"/>
              </a:tabLst>
            </a:pPr>
            <a:r>
              <a:rPr sz="2000" b="1" spc="-155" dirty="0">
                <a:latin typeface="Arial"/>
                <a:cs typeface="Arial"/>
              </a:rPr>
              <a:t>Verkürzung</a:t>
            </a:r>
            <a:r>
              <a:rPr sz="2000" spc="-155" dirty="0">
                <a:latin typeface="Arial"/>
                <a:cs typeface="Arial"/>
              </a:rPr>
              <a:t>:</a:t>
            </a:r>
            <a:r>
              <a:rPr sz="2000" spc="-85" dirty="0">
                <a:latin typeface="Arial"/>
                <a:cs typeface="Arial"/>
              </a:rPr>
              <a:t> erfasst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nicht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alle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Attribute </a:t>
            </a:r>
            <a:r>
              <a:rPr sz="2000" spc="-150" dirty="0">
                <a:latin typeface="Arial"/>
                <a:cs typeface="Arial"/>
              </a:rPr>
              <a:t>des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Originals,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sondern </a:t>
            </a:r>
            <a:r>
              <a:rPr sz="2000" spc="-40" dirty="0">
                <a:latin typeface="Arial"/>
                <a:cs typeface="Arial"/>
              </a:rPr>
              <a:t>nur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solche,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die </a:t>
            </a:r>
            <a:r>
              <a:rPr sz="2000" spc="-100" dirty="0">
                <a:latin typeface="Arial"/>
                <a:cs typeface="Arial"/>
              </a:rPr>
              <a:t>dem</a:t>
            </a:r>
            <a:r>
              <a:rPr sz="2000" spc="-70" dirty="0">
                <a:latin typeface="Arial"/>
                <a:cs typeface="Arial"/>
              </a:rPr>
              <a:t> Modellschaffer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bzw.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-</a:t>
            </a:r>
            <a:r>
              <a:rPr sz="2000" spc="-10" dirty="0">
                <a:latin typeface="Arial"/>
                <a:cs typeface="Arial"/>
              </a:rPr>
              <a:t>nutzer </a:t>
            </a:r>
            <a:r>
              <a:rPr sz="2000" spc="-70" dirty="0">
                <a:latin typeface="Arial"/>
                <a:cs typeface="Arial"/>
              </a:rPr>
              <a:t>relevant </a:t>
            </a:r>
            <a:r>
              <a:rPr sz="2000" spc="-10" dirty="0">
                <a:latin typeface="Arial"/>
                <a:cs typeface="Arial"/>
              </a:rPr>
              <a:t>erscheinen</a:t>
            </a:r>
            <a:endParaRPr sz="2000" dirty="0">
              <a:latin typeface="Arial"/>
              <a:cs typeface="Arial"/>
            </a:endParaRPr>
          </a:p>
          <a:p>
            <a:pPr marL="241300" marR="70485" indent="-228600">
              <a:lnSpc>
                <a:spcPts val="2160"/>
              </a:lnSpc>
              <a:spcBef>
                <a:spcPts val="1000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1300" algn="l"/>
              </a:tabLst>
            </a:pPr>
            <a:r>
              <a:rPr sz="2000" b="1" spc="-170" dirty="0">
                <a:latin typeface="Arial"/>
                <a:cs typeface="Arial"/>
              </a:rPr>
              <a:t>Pragmatismus</a:t>
            </a:r>
            <a:r>
              <a:rPr sz="2000" spc="-170" dirty="0">
                <a:latin typeface="Arial"/>
                <a:cs typeface="Arial"/>
              </a:rPr>
              <a:t>: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ersetzt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das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Original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für </a:t>
            </a:r>
            <a:r>
              <a:rPr sz="2000" spc="-60" dirty="0">
                <a:latin typeface="Arial"/>
                <a:cs typeface="Arial"/>
              </a:rPr>
              <a:t>bestimmte </a:t>
            </a:r>
            <a:r>
              <a:rPr sz="2000" spc="-114" dirty="0">
                <a:latin typeface="Arial"/>
                <a:cs typeface="Arial"/>
              </a:rPr>
              <a:t>Aufgaben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innerhalb </a:t>
            </a:r>
            <a:r>
              <a:rPr sz="2000" spc="-55" dirty="0">
                <a:latin typeface="Arial"/>
                <a:cs typeface="Arial"/>
              </a:rPr>
              <a:t>bestimmter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Zeitintervalle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76256" y="1654629"/>
            <a:ext cx="5787919" cy="4634146"/>
            <a:chOff x="5698273" y="2017798"/>
            <a:chExt cx="2989708" cy="2415503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8273" y="2017798"/>
              <a:ext cx="2941282" cy="24155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59641" y="2173986"/>
              <a:ext cx="1705610" cy="431800"/>
            </a:xfrm>
            <a:custGeom>
              <a:avLst/>
              <a:gdLst/>
              <a:ahLst/>
              <a:cxnLst/>
              <a:rect l="l" t="t" r="r" b="b"/>
              <a:pathLst>
                <a:path w="1705609" h="431800">
                  <a:moveTo>
                    <a:pt x="1489709" y="0"/>
                  </a:moveTo>
                  <a:lnTo>
                    <a:pt x="1489709" y="107823"/>
                  </a:lnTo>
                  <a:lnTo>
                    <a:pt x="0" y="107823"/>
                  </a:lnTo>
                  <a:lnTo>
                    <a:pt x="0" y="323468"/>
                  </a:lnTo>
                  <a:lnTo>
                    <a:pt x="1489709" y="323468"/>
                  </a:lnTo>
                  <a:lnTo>
                    <a:pt x="1489709" y="431291"/>
                  </a:lnTo>
                  <a:lnTo>
                    <a:pt x="1705355" y="215646"/>
                  </a:lnTo>
                  <a:lnTo>
                    <a:pt x="14897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45134" y="2169833"/>
              <a:ext cx="2142847" cy="431800"/>
            </a:xfrm>
            <a:custGeom>
              <a:avLst/>
              <a:gdLst/>
              <a:ahLst/>
              <a:cxnLst/>
              <a:rect l="l" t="t" r="r" b="b"/>
              <a:pathLst>
                <a:path w="1705609" h="431800">
                  <a:moveTo>
                    <a:pt x="0" y="107823"/>
                  </a:moveTo>
                  <a:lnTo>
                    <a:pt x="1489709" y="107823"/>
                  </a:lnTo>
                  <a:lnTo>
                    <a:pt x="1489709" y="0"/>
                  </a:lnTo>
                  <a:lnTo>
                    <a:pt x="1705355" y="215646"/>
                  </a:lnTo>
                  <a:lnTo>
                    <a:pt x="1489709" y="431291"/>
                  </a:lnTo>
                  <a:lnTo>
                    <a:pt x="1489709" y="323468"/>
                  </a:lnTo>
                  <a:lnTo>
                    <a:pt x="0" y="323468"/>
                  </a:lnTo>
                  <a:lnTo>
                    <a:pt x="0" y="107823"/>
                  </a:lnTo>
                  <a:close/>
                </a:path>
              </a:pathLst>
            </a:custGeom>
            <a:solidFill>
              <a:schemeClr val="bg1"/>
            </a:solidFill>
            <a:ln w="254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624061" y="2242566"/>
            <a:ext cx="14198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70" dirty="0">
                <a:latin typeface="Arial"/>
                <a:cs typeface="Arial"/>
              </a:rPr>
              <a:t>Abstraktionsgrad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25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9266721" y="6340178"/>
            <a:ext cx="249745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https://kluedo.ub.uni-kl.de/frontdoor/deliver/index/docId/5288/file/Modelle+vs.+Dokumente+</a:t>
            </a:r>
            <a:r>
              <a:rPr sz="500" spc="-10" dirty="0">
                <a:solidFill>
                  <a:srgbClr val="0462C1"/>
                </a:solidFill>
                <a:latin typeface="Arial"/>
                <a:cs typeface="Arial"/>
                <a:hlinkClick r:id="rId3"/>
              </a:rPr>
              <a:t>-</a:t>
            </a:r>
            <a:endParaRPr sz="500" dirty="0">
              <a:latin typeface="Arial"/>
              <a:cs typeface="Arial"/>
            </a:endParaRPr>
          </a:p>
          <a:p>
            <a:pPr marL="12700"/>
            <a:r>
              <a:rPr sz="5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+Konzeptionelle+Grundlagen+und+ihr+Einsatz+in+der+Produktentwicklung.pdf</a:t>
            </a:r>
            <a:endParaRPr sz="5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346048" y="1031239"/>
            <a:ext cx="7101673" cy="984885"/>
          </a:xfrm>
        </p:spPr>
        <p:txBody>
          <a:bodyPr/>
          <a:lstStyle/>
          <a:p>
            <a:pPr eaLnBrk="1" hangingPunct="1"/>
            <a:r>
              <a:rPr lang="de-DE" dirty="0"/>
              <a:t>Zentrale Anforderungen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idx="1"/>
          </p:nvPr>
        </p:nvSpPr>
        <p:spPr>
          <a:xfrm>
            <a:off x="346048" y="1682628"/>
            <a:ext cx="11385563" cy="4489819"/>
          </a:xfrm>
        </p:spPr>
        <p:txBody>
          <a:bodyPr/>
          <a:lstStyle/>
          <a:p>
            <a:pPr marL="457200" indent="-4572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cs typeface="Arial" charset="0"/>
              </a:rPr>
              <a:t>Für</a:t>
            </a:r>
            <a:r>
              <a:rPr lang="en-US" sz="2800" dirty="0">
                <a:cs typeface="Arial" charset="0"/>
              </a:rPr>
              <a:t> die </a:t>
            </a:r>
            <a:r>
              <a:rPr lang="en-US" sz="2800" dirty="0" err="1">
                <a:cs typeface="Arial" charset="0"/>
              </a:rPr>
              <a:t>Modellierung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eingebetteter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Systeme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wichtig</a:t>
            </a:r>
            <a:r>
              <a:rPr lang="en-US" sz="2800" dirty="0">
                <a:cs typeface="Arial" charset="0"/>
              </a:rPr>
              <a:t>:</a:t>
            </a:r>
          </a:p>
          <a:p>
            <a:pPr marL="457200" indent="-4572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800" dirty="0">
              <a:cs typeface="Arial" charset="0"/>
            </a:endParaRPr>
          </a:p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Nebenläufigkeit</a:t>
            </a:r>
            <a:endParaRPr lang="en-US" sz="2800" dirty="0">
              <a:solidFill>
                <a:srgbClr val="0000FF"/>
              </a:solidFill>
              <a:cs typeface="Arial" charset="0"/>
            </a:endParaRPr>
          </a:p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Kommunikation</a:t>
            </a:r>
            <a:endParaRPr lang="en-US" sz="2800" dirty="0">
              <a:solidFill>
                <a:srgbClr val="0000FF"/>
              </a:solidFill>
              <a:cs typeface="Arial" charset="0"/>
            </a:endParaRPr>
          </a:p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Synchrones</a:t>
            </a:r>
            <a:r>
              <a:rPr lang="en-US" sz="2800" dirty="0">
                <a:cs typeface="Arial" charset="0"/>
              </a:rPr>
              <a:t> und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asynchrones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Verhalten</a:t>
            </a:r>
            <a:endParaRPr lang="en-US" sz="2800" dirty="0">
              <a:cs typeface="Arial" charset="0"/>
            </a:endParaRPr>
          </a:p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cs typeface="Arial" charset="0"/>
              </a:rPr>
              <a:t>Berücksichtigung</a:t>
            </a:r>
            <a:r>
              <a:rPr lang="en-US" sz="2800" dirty="0">
                <a:cs typeface="Arial" charset="0"/>
              </a:rPr>
              <a:t> von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Zeit</a:t>
            </a:r>
            <a:r>
              <a:rPr lang="en-US" sz="2800" dirty="0">
                <a:cs typeface="Arial" charset="0"/>
              </a:rPr>
              <a:t> (und </a:t>
            </a:r>
            <a:r>
              <a:rPr lang="en-US" sz="2800" dirty="0" err="1">
                <a:cs typeface="Arial" charset="0"/>
              </a:rPr>
              <a:t>ggf</a:t>
            </a:r>
            <a:r>
              <a:rPr lang="en-US" sz="2800" dirty="0">
                <a:cs typeface="Arial" charset="0"/>
              </a:rPr>
              <a:t>. </a:t>
            </a:r>
            <a:r>
              <a:rPr lang="en-US" sz="2800" dirty="0" err="1">
                <a:cs typeface="Arial" charset="0"/>
              </a:rPr>
              <a:t>auch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Energie</a:t>
            </a:r>
            <a:r>
              <a:rPr lang="en-US" sz="2800" dirty="0">
                <a:cs typeface="Arial" charset="0"/>
              </a:rPr>
              <a:t>)</a:t>
            </a:r>
          </a:p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Ausführbarkeit</a:t>
            </a:r>
            <a:r>
              <a:rPr lang="en-US" sz="2800" dirty="0">
                <a:cs typeface="Arial" charset="0"/>
              </a:rPr>
              <a:t> (</a:t>
            </a:r>
            <a:r>
              <a:rPr lang="en-US" sz="2800" dirty="0" err="1">
                <a:cs typeface="Arial" charset="0"/>
              </a:rPr>
              <a:t>für</a:t>
            </a:r>
            <a:r>
              <a:rPr lang="en-US" sz="2800" dirty="0">
                <a:cs typeface="Arial" charset="0"/>
              </a:rPr>
              <a:t> Simulation und Test)</a:t>
            </a:r>
          </a:p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cs typeface="Arial" charset="0"/>
              </a:rPr>
              <a:t>Eindeutigkeit</a:t>
            </a:r>
            <a:r>
              <a:rPr lang="en-US" sz="2800" dirty="0">
                <a:cs typeface="Arial" charset="0"/>
              </a:rPr>
              <a:t> / </a:t>
            </a:r>
            <a:r>
              <a:rPr lang="en-US" sz="2800" dirty="0" err="1">
                <a:cs typeface="Arial" charset="0"/>
              </a:rPr>
              <a:t>Vorhersagbarkeit</a:t>
            </a:r>
            <a:r>
              <a:rPr lang="en-US" sz="2800" dirty="0">
                <a:cs typeface="Arial" charset="0"/>
              </a:rPr>
              <a:t> /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Verifizierbarkeit</a:t>
            </a:r>
            <a:endParaRPr lang="en-US" sz="2800" dirty="0">
              <a:solidFill>
                <a:srgbClr val="0000FF"/>
              </a:solidFill>
              <a:cs typeface="Arial" charset="0"/>
            </a:endParaRPr>
          </a:p>
        </p:txBody>
      </p:sp>
      <p:sp>
        <p:nvSpPr>
          <p:cNvPr id="512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5124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26</a:t>
            </a:fld>
            <a:r>
              <a:rPr lang="de-DE"/>
              <a:t>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Prozesse</a:t>
            </a:r>
          </a:p>
        </p:txBody>
      </p:sp>
      <p:sp>
        <p:nvSpPr>
          <p:cNvPr id="275459" name="Rectangle 3"/>
          <p:cNvSpPr>
            <a:spLocks noGrp="1" noChangeArrowheads="1"/>
          </p:cNvSpPr>
          <p:nvPr>
            <p:ph idx="1"/>
          </p:nvPr>
        </p:nvSpPr>
        <p:spPr>
          <a:xfrm>
            <a:off x="352781" y="2558542"/>
            <a:ext cx="11182727" cy="3139321"/>
          </a:xfrm>
        </p:spPr>
        <p:txBody>
          <a:bodyPr/>
          <a:lstStyle/>
          <a:p>
            <a:r>
              <a:rPr lang="de-DE" sz="2400" dirty="0"/>
              <a:t>=</a:t>
            </a:r>
            <a:r>
              <a:rPr lang="de-DE" sz="3600" dirty="0"/>
              <a:t> </a:t>
            </a:r>
            <a:r>
              <a:rPr lang="de-DE" sz="3600" dirty="0">
                <a:solidFill>
                  <a:srgbClr val="0000FF"/>
                </a:solidFill>
              </a:rPr>
              <a:t>sequentiell ausgeführte Folge von Operationen </a:t>
            </a:r>
            <a:endParaRPr lang="de-DE" sz="2400" dirty="0">
              <a:solidFill>
                <a:srgbClr val="0000FF"/>
              </a:solidFill>
            </a:endParaRPr>
          </a:p>
          <a:p>
            <a:r>
              <a:rPr lang="de-DE" sz="3600" dirty="0">
                <a:solidFill>
                  <a:srgbClr val="0000FF"/>
                </a:solidFill>
              </a:rPr>
              <a:t> 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In der Terminologie der Betriebssystemliteratur ist dies ein Thread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Er besitzt nicht zwangsläufig einen eigenen Adressraum wie ein Betriebssystemprozess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Bei parallelem Rechnen werden mehrere solcher Prozesse gleichzeitig ausgeführt. 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FF0000"/>
                </a:solidFill>
              </a:rPr>
              <a:t>Achtung</a:t>
            </a:r>
            <a:r>
              <a:rPr lang="de-DE" sz="2400" dirty="0"/>
              <a:t>: Abhängigkeiten zwischen Prozessen erfordern </a:t>
            </a:r>
            <a:r>
              <a:rPr lang="de-DE" sz="2400" dirty="0">
                <a:solidFill>
                  <a:srgbClr val="0000FF"/>
                </a:solidFill>
              </a:rPr>
              <a:t>Synchronisation</a:t>
            </a:r>
          </a:p>
          <a:p>
            <a:endParaRPr lang="de-DE" sz="3600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27</a:t>
            </a:fld>
            <a:r>
              <a:rPr lang="de-DE"/>
              <a:t> </a:t>
            </a:r>
            <a:endParaRPr lang="de-DE" sz="619" dirty="0"/>
          </a:p>
        </p:txBody>
      </p:sp>
    </p:spTree>
    <p:extLst>
      <p:ext uri="{BB962C8B-B14F-4D97-AF65-F5344CB8AC3E}">
        <p14:creationId xmlns:p14="http://schemas.microsoft.com/office/powerpoint/2010/main" val="100514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9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cs typeface="Arial" charset="0"/>
              </a:rPr>
              <a:t>Nebenläufigkeit</a:t>
            </a:r>
            <a:endParaRPr lang="de-DE" sz="4000" dirty="0"/>
          </a:p>
        </p:txBody>
      </p:sp>
      <p:sp>
        <p:nvSpPr>
          <p:cNvPr id="5126" name="Rectangle 3"/>
          <p:cNvSpPr>
            <a:spLocks noGrp="1" noChangeArrowheads="1"/>
          </p:cNvSpPr>
          <p:nvPr>
            <p:ph idx="1"/>
          </p:nvPr>
        </p:nvSpPr>
        <p:spPr>
          <a:xfrm>
            <a:off x="339382" y="1979554"/>
            <a:ext cx="11492294" cy="3847207"/>
          </a:xfrm>
        </p:spPr>
        <p:txBody>
          <a:bodyPr/>
          <a:lstStyle/>
          <a:p>
            <a:pPr algn="ctr" eaLnBrk="1" hangingPunct="1">
              <a:buNone/>
            </a:pPr>
            <a:r>
              <a:rPr lang="de-DE" sz="2800" dirty="0"/>
              <a:t>Zwei Vorgänge oder Prozesse A und B heißen </a:t>
            </a:r>
            <a:r>
              <a:rPr lang="de-DE" sz="2800" dirty="0">
                <a:solidFill>
                  <a:srgbClr val="0000FF"/>
                </a:solidFill>
              </a:rPr>
              <a:t>nebenläufig</a:t>
            </a:r>
            <a:r>
              <a:rPr lang="de-DE" sz="2800" dirty="0"/>
              <a:t>, wenn sie </a:t>
            </a:r>
            <a:r>
              <a:rPr lang="de-DE" sz="2800" u="sng" dirty="0">
                <a:solidFill>
                  <a:srgbClr val="0000FF"/>
                </a:solidFill>
              </a:rPr>
              <a:t>voneinander unabhängig</a:t>
            </a:r>
            <a:r>
              <a:rPr lang="de-DE" sz="2800" dirty="0">
                <a:solidFill>
                  <a:srgbClr val="0000FF"/>
                </a:solidFill>
              </a:rPr>
              <a:t> </a:t>
            </a:r>
            <a:r>
              <a:rPr lang="de-DE" sz="2800" dirty="0"/>
              <a:t>bearbeitet werden können.</a:t>
            </a:r>
            <a:endParaRPr lang="en-US" sz="2800" dirty="0">
              <a:cs typeface="Arial" charset="0"/>
            </a:endParaRPr>
          </a:p>
          <a:p>
            <a:pPr lvl="1" eaLnBrk="1" hangingPunct="1">
              <a:buNone/>
            </a:pPr>
            <a:endParaRPr lang="en-US" dirty="0">
              <a:cs typeface="Arial" charset="0"/>
            </a:endParaRPr>
          </a:p>
          <a:p>
            <a:pPr marL="457200" indent="-457200"/>
            <a:endParaRPr lang="en-US" dirty="0">
              <a:cs typeface="Arial" charset="0"/>
            </a:endParaRPr>
          </a:p>
          <a:p>
            <a:pPr marL="457200" indent="-457200"/>
            <a:r>
              <a:rPr lang="en-US" sz="2800" dirty="0" err="1">
                <a:solidFill>
                  <a:srgbClr val="FF0000"/>
                </a:solidFill>
                <a:cs typeface="Arial" charset="0"/>
              </a:rPr>
              <a:t>Ungleich</a:t>
            </a:r>
            <a:r>
              <a:rPr lang="en-US" sz="2800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cs typeface="Arial" charset="0"/>
              </a:rPr>
              <a:t>Parallelität</a:t>
            </a:r>
            <a:r>
              <a:rPr lang="en-US" sz="2800" i="1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sz="2800" dirty="0">
                <a:cs typeface="Arial" charset="0"/>
              </a:rPr>
              <a:t>(</a:t>
            </a:r>
            <a:r>
              <a:rPr lang="en-US" sz="2800" b="1" dirty="0" err="1">
                <a:cs typeface="Arial" charset="0"/>
              </a:rPr>
              <a:t>gleichzeitiges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Ausführen</a:t>
            </a:r>
            <a:r>
              <a:rPr lang="en-US" sz="2800" dirty="0">
                <a:cs typeface="Arial" charset="0"/>
              </a:rPr>
              <a:t>)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cs typeface="Arial" charset="0"/>
              </a:rPr>
              <a:t>Mögliche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Implementierungen</a:t>
            </a:r>
            <a:r>
              <a:rPr lang="en-US" sz="2800" dirty="0">
                <a:cs typeface="Arial" charset="0"/>
              </a:rPr>
              <a:t>: parallel, </a:t>
            </a:r>
            <a:r>
              <a:rPr lang="en-US" sz="2800" dirty="0" err="1">
                <a:cs typeface="Arial" charset="0"/>
              </a:rPr>
              <a:t>sequentiell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beliebig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verzahnt</a:t>
            </a:r>
            <a:endParaRPr lang="en-US" sz="2800" dirty="0">
              <a:cs typeface="Arial" charset="0"/>
            </a:endParaRP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cs typeface="Arial" charset="0"/>
              </a:rPr>
              <a:t>Häufig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über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Prozesse</a:t>
            </a:r>
            <a:endParaRPr lang="en-US" sz="2800" dirty="0">
              <a:solidFill>
                <a:srgbClr val="0000FF"/>
              </a:solidFill>
              <a:cs typeface="Arial" charset="0"/>
            </a:endParaRP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Prozessanzahl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statisch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oder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dynamisch</a:t>
            </a:r>
            <a:endParaRPr lang="en-US" sz="2800" dirty="0">
              <a:cs typeface="Arial" charset="0"/>
            </a:endParaRP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Verschachtelung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möglich</a:t>
            </a:r>
            <a:endParaRPr lang="en-US" sz="2800" dirty="0">
              <a:cs typeface="Arial" charset="0"/>
            </a:endParaRPr>
          </a:p>
          <a:p>
            <a:pPr eaLnBrk="1" hangingPunct="1">
              <a:buNone/>
            </a:pPr>
            <a:endParaRPr lang="en-US" dirty="0">
              <a:cs typeface="Arial" charset="0"/>
            </a:endParaRPr>
          </a:p>
        </p:txBody>
      </p:sp>
      <p:sp>
        <p:nvSpPr>
          <p:cNvPr id="512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5124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28</a:t>
            </a:fld>
            <a:r>
              <a:rPr lang="de-DE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8182001" cy="984885"/>
          </a:xfrm>
        </p:spPr>
        <p:txBody>
          <a:bodyPr/>
          <a:lstStyle/>
          <a:p>
            <a:r>
              <a:rPr lang="de-DE" dirty="0"/>
              <a:t>Synchronisationsprobleme</a:t>
            </a:r>
          </a:p>
        </p:txBody>
      </p:sp>
      <p:sp>
        <p:nvSpPr>
          <p:cNvPr id="257027" name="Rectangle 3"/>
          <p:cNvSpPr>
            <a:spLocks noGrp="1" noChangeArrowheads="1"/>
          </p:cNvSpPr>
          <p:nvPr>
            <p:ph idx="1"/>
          </p:nvPr>
        </p:nvSpPr>
        <p:spPr>
          <a:xfrm>
            <a:off x="3451655" y="3047845"/>
            <a:ext cx="5323205" cy="2092881"/>
          </a:xfrm>
        </p:spPr>
        <p:txBody>
          <a:bodyPr/>
          <a:lstStyle/>
          <a:p>
            <a:pPr algn="ctr"/>
            <a:r>
              <a:rPr lang="de-DE" sz="2800" b="1" dirty="0">
                <a:solidFill>
                  <a:srgbClr val="FF0000"/>
                </a:solidFill>
              </a:rPr>
              <a:t>Welche Probleme können durch die nebenläufige Abarbeitung entstehen?</a:t>
            </a:r>
          </a:p>
          <a:p>
            <a:pPr lvl="1"/>
            <a:endParaRPr lang="de-DE" sz="2600" dirty="0"/>
          </a:p>
          <a:p>
            <a:pPr lvl="1"/>
            <a:endParaRPr lang="de-DE" sz="2600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29</a:t>
            </a:fld>
            <a:r>
              <a:rPr lang="de-DE"/>
              <a:t> </a:t>
            </a:r>
            <a:endParaRPr lang="de-DE" sz="619" dirty="0"/>
          </a:p>
        </p:txBody>
      </p:sp>
    </p:spTree>
    <p:extLst>
      <p:ext uri="{BB962C8B-B14F-4D97-AF65-F5344CB8AC3E}">
        <p14:creationId xmlns:p14="http://schemas.microsoft.com/office/powerpoint/2010/main" val="1537626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7302770" cy="984885"/>
          </a:xfrm>
        </p:spPr>
        <p:txBody>
          <a:bodyPr/>
          <a:lstStyle/>
          <a:p>
            <a:r>
              <a:rPr lang="de-DE" dirty="0"/>
              <a:t>Synchronisationsprobleme</a:t>
            </a:r>
          </a:p>
        </p:txBody>
      </p:sp>
      <p:sp>
        <p:nvSpPr>
          <p:cNvPr id="257027" name="Rectangle 3"/>
          <p:cNvSpPr>
            <a:spLocks noGrp="1" noChangeArrowheads="1"/>
          </p:cNvSpPr>
          <p:nvPr>
            <p:ph idx="1"/>
          </p:nvPr>
        </p:nvSpPr>
        <p:spPr>
          <a:xfrm>
            <a:off x="359625" y="2124789"/>
            <a:ext cx="11628204" cy="4524315"/>
          </a:xfrm>
        </p:spPr>
        <p:txBody>
          <a:bodyPr/>
          <a:lstStyle/>
          <a:p>
            <a:pPr algn="l"/>
            <a:r>
              <a:rPr lang="de-DE" sz="2800" b="1" dirty="0">
                <a:solidFill>
                  <a:srgbClr val="FF0000"/>
                </a:solidFill>
              </a:rPr>
              <a:t>Welche Probleme können durch die nebenläufige Abarbeitung entstehen?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wenn Prozesse unabhängig arbeiten, ist das gemeinsame Verhalten oft nur </a:t>
            </a:r>
            <a:r>
              <a:rPr lang="de-DE" sz="2800" dirty="0">
                <a:solidFill>
                  <a:srgbClr val="FF0000"/>
                </a:solidFill>
              </a:rPr>
              <a:t>schlecht analysierbar und vorhersagbar (Zustandsexplosion)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>
                <a:solidFill>
                  <a:srgbClr val="FF0000"/>
                </a:solidFill>
              </a:rPr>
              <a:t>Nicht-</a:t>
            </a:r>
            <a:r>
              <a:rPr lang="de-DE" sz="2800" dirty="0" err="1">
                <a:solidFill>
                  <a:srgbClr val="FF0000"/>
                </a:solidFill>
              </a:rPr>
              <a:t>Determinismen</a:t>
            </a:r>
            <a:endParaRPr lang="de-DE" sz="2800" dirty="0">
              <a:solidFill>
                <a:srgbClr val="FF0000"/>
              </a:solidFill>
            </a:endParaRPr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600" dirty="0"/>
              <a:t>Wer liefert zuerst ein Ergebnis?</a:t>
            </a:r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600" i="1" dirty="0" err="1">
                <a:solidFill>
                  <a:srgbClr val="FF0000"/>
                </a:solidFill>
              </a:rPr>
              <a:t>race</a:t>
            </a:r>
            <a:r>
              <a:rPr lang="de-DE" sz="2600" i="1" dirty="0">
                <a:solidFill>
                  <a:srgbClr val="FF0000"/>
                </a:solidFill>
              </a:rPr>
              <a:t> </a:t>
            </a:r>
            <a:r>
              <a:rPr lang="de-DE" sz="2600" i="1" dirty="0" err="1">
                <a:solidFill>
                  <a:srgbClr val="FF0000"/>
                </a:solidFill>
              </a:rPr>
              <a:t>condition</a:t>
            </a:r>
            <a:r>
              <a:rPr lang="de-DE" sz="2600" dirty="0"/>
              <a:t>: zwei Prozesse greifen auf gemeinsame Variable zu</a:t>
            </a:r>
            <a:br>
              <a:rPr lang="de-DE" sz="2600" dirty="0"/>
            </a:br>
            <a:r>
              <a:rPr lang="de-DE" sz="2600" dirty="0">
                <a:sym typeface="Wingdings" panose="05000000000000000000" pitchFamily="2" charset="2"/>
              </a:rPr>
              <a:t>kann zu verschiedenen Ergebnissen führen</a:t>
            </a:r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600" i="1" dirty="0" err="1">
                <a:solidFill>
                  <a:srgbClr val="FF0000"/>
                </a:solidFill>
                <a:sym typeface="Wingdings" panose="05000000000000000000" pitchFamily="2" charset="2"/>
              </a:rPr>
              <a:t>deadlock</a:t>
            </a:r>
            <a:r>
              <a:rPr lang="de-DE" sz="2600" dirty="0">
                <a:sym typeface="Wingdings" panose="05000000000000000000" pitchFamily="2" charset="2"/>
              </a:rPr>
              <a:t>: zwei Prozesse warten aufeinander</a:t>
            </a:r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600" dirty="0">
                <a:sym typeface="Wingdings" panose="05000000000000000000" pitchFamily="2" charset="2"/>
              </a:rPr>
              <a:t>Verzögerungen und Konflikte bei gemeinsamen Ressourcen</a:t>
            </a:r>
          </a:p>
          <a:p>
            <a:pPr lvl="1"/>
            <a:endParaRPr lang="de-DE" sz="2600" dirty="0"/>
          </a:p>
          <a:p>
            <a:pPr lvl="1"/>
            <a:endParaRPr lang="de-DE" sz="2600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30</a:t>
            </a:fld>
            <a:r>
              <a:rPr lang="de-DE"/>
              <a:t> </a:t>
            </a:r>
            <a:endParaRPr lang="de-DE" sz="619" dirty="0"/>
          </a:p>
        </p:txBody>
      </p:sp>
    </p:spTree>
    <p:extLst>
      <p:ext uri="{BB962C8B-B14F-4D97-AF65-F5344CB8AC3E}">
        <p14:creationId xmlns:p14="http://schemas.microsoft.com/office/powerpoint/2010/main" val="3489217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7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4677" y="571591"/>
            <a:ext cx="7969965" cy="622222"/>
          </a:xfrm>
          <a:prstGeom prst="rect">
            <a:avLst/>
          </a:prstGeom>
        </p:spPr>
        <p:txBody>
          <a:bodyPr vert="horz" wrap="square" lIns="0" tIns="67564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130" dirty="0"/>
              <a:t>Nebenläufigkeit</a:t>
            </a:r>
            <a:r>
              <a:rPr sz="3600" spc="-190" dirty="0"/>
              <a:t> </a:t>
            </a:r>
            <a:r>
              <a:rPr sz="3600" spc="-315" dirty="0"/>
              <a:t>+</a:t>
            </a:r>
            <a:r>
              <a:rPr sz="3600" spc="-135" dirty="0"/>
              <a:t> </a:t>
            </a:r>
            <a:r>
              <a:rPr sz="3600" spc="-110" dirty="0"/>
              <a:t>Nichtdeterminismus</a:t>
            </a:r>
            <a:endParaRPr sz="360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31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509024" y="1615440"/>
            <a:ext cx="7687309" cy="181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30" dirty="0">
                <a:latin typeface="Arial"/>
                <a:cs typeface="Arial"/>
              </a:rPr>
              <a:t>Durch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Verschachtelung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sind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b="1" spc="-180" dirty="0">
                <a:latin typeface="Arial"/>
                <a:cs typeface="Arial"/>
              </a:rPr>
              <a:t>unterschiedliche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165" dirty="0">
                <a:latin typeface="Arial"/>
                <a:cs typeface="Arial"/>
              </a:rPr>
              <a:t>Abläufe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möglich</a:t>
            </a:r>
            <a:endParaRPr sz="2400" dirty="0">
              <a:latin typeface="Arial"/>
              <a:cs typeface="Arial"/>
            </a:endParaRPr>
          </a:p>
          <a:p>
            <a:pPr marL="12700">
              <a:spcBef>
                <a:spcPts val="1925"/>
              </a:spcBef>
            </a:pPr>
            <a:r>
              <a:rPr sz="2400" b="1" spc="-65" dirty="0">
                <a:latin typeface="Arial"/>
                <a:cs typeface="Arial"/>
              </a:rPr>
              <a:t>Beispiel</a:t>
            </a:r>
            <a:r>
              <a:rPr sz="2400" spc="-65" dirty="0"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 marL="240665" indent="-227965">
              <a:spcBef>
                <a:spcPts val="79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spc="-95" dirty="0">
                <a:latin typeface="Arial"/>
                <a:cs typeface="Arial"/>
              </a:rPr>
              <a:t>Temperatur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80" dirty="0">
                <a:latin typeface="Arial"/>
                <a:cs typeface="Arial"/>
              </a:rPr>
              <a:t>&lt;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2</a:t>
            </a:r>
            <a:r>
              <a:rPr sz="2000" spc="-100" dirty="0">
                <a:latin typeface="Arial Unicode MS"/>
                <a:cs typeface="Arial Unicode MS"/>
              </a:rPr>
              <a:t>°</a:t>
            </a:r>
            <a:r>
              <a:rPr sz="2000" spc="-100" dirty="0">
                <a:latin typeface="Arial"/>
                <a:cs typeface="Arial"/>
              </a:rPr>
              <a:t>C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erkannt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STIX Two Math"/>
                <a:cs typeface="STIX Two Math"/>
              </a:rPr>
              <a:t>⇒</a:t>
            </a:r>
            <a:r>
              <a:rPr sz="2000" spc="-5" dirty="0">
                <a:latin typeface="STIX Two Math"/>
                <a:cs typeface="STIX Two Math"/>
              </a:rPr>
              <a:t> </a:t>
            </a:r>
            <a:r>
              <a:rPr sz="2000" spc="-125" dirty="0">
                <a:latin typeface="Arial"/>
                <a:cs typeface="Arial"/>
              </a:rPr>
              <a:t>Spiegelheizung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einschalten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spcBef>
                <a:spcPts val="755"/>
              </a:spcBef>
              <a:buClr>
                <a:srgbClr val="2D75B6"/>
              </a:buClr>
              <a:buSzPct val="110000"/>
              <a:buFont typeface="Wingdings"/>
              <a:buChar char=""/>
              <a:tabLst>
                <a:tab pos="240665" algn="l"/>
              </a:tabLst>
            </a:pPr>
            <a:r>
              <a:rPr sz="2000" dirty="0">
                <a:latin typeface="Arial"/>
                <a:cs typeface="Arial"/>
              </a:rPr>
              <a:t>Motor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ausgeschaltet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STIX Two Math"/>
                <a:cs typeface="STIX Two Math"/>
              </a:rPr>
              <a:t>⇒</a:t>
            </a:r>
            <a:r>
              <a:rPr sz="2000" spc="20" dirty="0">
                <a:latin typeface="STIX Two Math"/>
                <a:cs typeface="STIX Two Math"/>
              </a:rPr>
              <a:t> </a:t>
            </a:r>
            <a:r>
              <a:rPr sz="2000" spc="-125" dirty="0">
                <a:latin typeface="Arial"/>
                <a:cs typeface="Arial"/>
              </a:rPr>
              <a:t>Spiegelheizung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ausschalten</a:t>
            </a:r>
            <a:endParaRPr sz="20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468947"/>
              </p:ext>
            </p:extLst>
          </p:nvPr>
        </p:nvGraphicFramePr>
        <p:xfrm>
          <a:off x="1778070" y="3672003"/>
          <a:ext cx="3336924" cy="2303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8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8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91440" marR="286385">
                        <a:lnSpc>
                          <a:spcPts val="1789"/>
                        </a:lnSpc>
                        <a:spcBef>
                          <a:spcPts val="459"/>
                        </a:spcBef>
                      </a:pPr>
                      <a:r>
                        <a:rPr sz="1500" spc="-80" dirty="0">
                          <a:latin typeface="Arial"/>
                          <a:cs typeface="Arial"/>
                        </a:rPr>
                        <a:t>Temperatur</a:t>
                      </a:r>
                      <a:r>
                        <a:rPr sz="15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14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5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7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500" spc="-75" dirty="0">
                          <a:latin typeface="Arial Unicode MS"/>
                          <a:cs typeface="Arial Unicode MS"/>
                        </a:rPr>
                        <a:t>°</a:t>
                      </a:r>
                      <a:r>
                        <a:rPr sz="1500" spc="-75" dirty="0">
                          <a:latin typeface="Arial"/>
                          <a:cs typeface="Arial"/>
                        </a:rPr>
                        <a:t>C </a:t>
                      </a:r>
                      <a:r>
                        <a:rPr sz="1500" spc="-10" dirty="0">
                          <a:latin typeface="Arial"/>
                          <a:cs typeface="Arial"/>
                        </a:rPr>
                        <a:t>erkannt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91440" marR="50292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95" dirty="0">
                          <a:latin typeface="Arial"/>
                          <a:cs typeface="Arial"/>
                        </a:rPr>
                        <a:t>Spiegelheizung </a:t>
                      </a:r>
                      <a:r>
                        <a:rPr sz="1500" spc="-10" dirty="0">
                          <a:latin typeface="Arial"/>
                          <a:cs typeface="Arial"/>
                        </a:rPr>
                        <a:t>einschalten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2037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latin typeface="Arial"/>
                          <a:cs typeface="Arial"/>
                        </a:rPr>
                        <a:t>Motor </a:t>
                      </a:r>
                      <a:r>
                        <a:rPr sz="1500" spc="-85" dirty="0">
                          <a:latin typeface="Arial"/>
                          <a:cs typeface="Arial"/>
                        </a:rPr>
                        <a:t>ausgeschaltet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2258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95" dirty="0">
                          <a:latin typeface="Arial"/>
                          <a:cs typeface="Arial"/>
                        </a:rPr>
                        <a:t>Spiegelheizung </a:t>
                      </a:r>
                      <a:r>
                        <a:rPr sz="1500" spc="-10" dirty="0">
                          <a:latin typeface="Arial"/>
                          <a:cs typeface="Arial"/>
                        </a:rPr>
                        <a:t>ausschalten</a:t>
                      </a:r>
                      <a:endParaRPr sz="1500" dirty="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912492"/>
              </p:ext>
            </p:extLst>
          </p:nvPr>
        </p:nvGraphicFramePr>
        <p:xfrm>
          <a:off x="5661768" y="3672003"/>
          <a:ext cx="3336924" cy="2303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8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8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91440" marR="285115">
                        <a:lnSpc>
                          <a:spcPts val="1789"/>
                        </a:lnSpc>
                        <a:spcBef>
                          <a:spcPts val="459"/>
                        </a:spcBef>
                      </a:pPr>
                      <a:r>
                        <a:rPr sz="1500" spc="-80" dirty="0">
                          <a:latin typeface="Arial"/>
                          <a:cs typeface="Arial"/>
                        </a:rPr>
                        <a:t>Temperatur</a:t>
                      </a:r>
                      <a:r>
                        <a:rPr sz="15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14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5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7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500" spc="-70" dirty="0">
                          <a:latin typeface="Arial Unicode MS"/>
                          <a:cs typeface="Arial Unicode MS"/>
                        </a:rPr>
                        <a:t>°</a:t>
                      </a:r>
                      <a:r>
                        <a:rPr sz="1500" spc="-70" dirty="0">
                          <a:latin typeface="Arial"/>
                          <a:cs typeface="Arial"/>
                        </a:rPr>
                        <a:t>C </a:t>
                      </a:r>
                      <a:r>
                        <a:rPr sz="1500" spc="-10" dirty="0">
                          <a:latin typeface="Arial"/>
                          <a:cs typeface="Arial"/>
                        </a:rPr>
                        <a:t>erkannt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19734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latin typeface="Arial"/>
                          <a:cs typeface="Arial"/>
                        </a:rPr>
                        <a:t>Motor </a:t>
                      </a:r>
                      <a:r>
                        <a:rPr sz="1500" spc="-75" dirty="0">
                          <a:latin typeface="Arial"/>
                          <a:cs typeface="Arial"/>
                        </a:rPr>
                        <a:t>ausgeschaltet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219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95" dirty="0">
                          <a:latin typeface="Arial"/>
                          <a:cs typeface="Arial"/>
                        </a:rPr>
                        <a:t>Spiegelheizung </a:t>
                      </a:r>
                      <a:r>
                        <a:rPr sz="1500" spc="-10" dirty="0">
                          <a:latin typeface="Arial"/>
                          <a:cs typeface="Arial"/>
                        </a:rPr>
                        <a:t>ausschalten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91440" marR="50038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95" dirty="0">
                          <a:latin typeface="Arial"/>
                          <a:cs typeface="Arial"/>
                        </a:rPr>
                        <a:t>Spiegelheizung </a:t>
                      </a:r>
                      <a:r>
                        <a:rPr sz="1500" spc="-10" dirty="0">
                          <a:latin typeface="Arial"/>
                          <a:cs typeface="Arial"/>
                        </a:rPr>
                        <a:t>einschalten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546229" y="6078220"/>
            <a:ext cx="1811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65" dirty="0">
                <a:latin typeface="Arial"/>
                <a:cs typeface="Arial"/>
              </a:rPr>
              <a:t>Spiegelheizung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spc="-125" dirty="0">
                <a:latin typeface="Arial"/>
                <a:cs typeface="Arial"/>
              </a:rPr>
              <a:t>aus</a:t>
            </a:r>
            <a:endParaRPr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18713" y="6045607"/>
            <a:ext cx="19183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b="1" spc="-180" dirty="0">
                <a:latin typeface="Arial"/>
                <a:cs typeface="Arial"/>
              </a:rPr>
              <a:t>Spiegelheizung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-50" dirty="0">
                <a:latin typeface="Arial"/>
                <a:cs typeface="Arial"/>
              </a:rPr>
              <a:t>an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7900647" cy="984885"/>
          </a:xfrm>
        </p:spPr>
        <p:txBody>
          <a:bodyPr/>
          <a:lstStyle/>
          <a:p>
            <a:r>
              <a:rPr lang="de-DE" dirty="0"/>
              <a:t>Ablauf nebenläufiger Systeme</a:t>
            </a:r>
          </a:p>
        </p:txBody>
      </p:sp>
      <p:sp>
        <p:nvSpPr>
          <p:cNvPr id="258051" name="Rectangle 3"/>
          <p:cNvSpPr>
            <a:spLocks noGrp="1" noChangeArrowheads="1"/>
          </p:cNvSpPr>
          <p:nvPr>
            <p:ph idx="1"/>
          </p:nvPr>
        </p:nvSpPr>
        <p:spPr>
          <a:xfrm>
            <a:off x="373024" y="1733520"/>
            <a:ext cx="11194450" cy="4247317"/>
          </a:xfrm>
        </p:spPr>
        <p:txBody>
          <a:bodyPr/>
          <a:lstStyle/>
          <a:p>
            <a:r>
              <a:rPr lang="de-DE" sz="2800" dirty="0">
                <a:solidFill>
                  <a:srgbClr val="0000FF"/>
                </a:solidFill>
              </a:rPr>
              <a:t>Synchroner</a:t>
            </a:r>
            <a:r>
              <a:rPr lang="de-DE" sz="2800" dirty="0"/>
              <a:t> Ablauf</a:t>
            </a:r>
          </a:p>
          <a:p>
            <a:pPr lvl="1">
              <a:lnSpc>
                <a:spcPct val="100000"/>
              </a:lnSpc>
            </a:pPr>
            <a:r>
              <a:rPr lang="de-DE" sz="2000" dirty="0"/>
              <a:t>alle Teilprozesse besitzen </a:t>
            </a:r>
            <a:r>
              <a:rPr lang="de-DE" sz="2000" dirty="0">
                <a:solidFill>
                  <a:srgbClr val="0000FF"/>
                </a:solidFill>
              </a:rPr>
              <a:t>gemeinsamen Takt</a:t>
            </a:r>
          </a:p>
          <a:p>
            <a:pPr lvl="1">
              <a:lnSpc>
                <a:spcPct val="100000"/>
              </a:lnSpc>
            </a:pPr>
            <a:r>
              <a:rPr lang="de-DE" sz="2000" dirty="0"/>
              <a:t>Ereignisse zu </a:t>
            </a:r>
            <a:r>
              <a:rPr lang="de-DE" sz="2000" dirty="0">
                <a:solidFill>
                  <a:srgbClr val="0000FF"/>
                </a:solidFill>
              </a:rPr>
              <a:t>definierten</a:t>
            </a:r>
            <a:r>
              <a:rPr lang="de-DE" sz="2000" dirty="0"/>
              <a:t> Zeitpunkten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de-DE" sz="2400" dirty="0"/>
              <a:t> statische Analyse möglich (z.B. von </a:t>
            </a:r>
            <a:r>
              <a:rPr lang="de-DE" sz="2400" i="1" dirty="0" err="1"/>
              <a:t>race</a:t>
            </a:r>
            <a:r>
              <a:rPr lang="de-DE" sz="2400" i="1" dirty="0"/>
              <a:t> </a:t>
            </a:r>
            <a:r>
              <a:rPr lang="de-DE" sz="2400" i="1" dirty="0" err="1"/>
              <a:t>conditions</a:t>
            </a:r>
            <a:r>
              <a:rPr lang="de-DE" sz="2400" i="1" dirty="0"/>
              <a:t> </a:t>
            </a:r>
            <a:r>
              <a:rPr lang="de-DE" sz="2400" dirty="0"/>
              <a:t>und Nicht-</a:t>
            </a:r>
            <a:r>
              <a:rPr lang="de-DE" sz="2400" dirty="0" err="1"/>
              <a:t>Determinismen</a:t>
            </a:r>
            <a:r>
              <a:rPr lang="de-DE" sz="2400" dirty="0"/>
              <a:t>)</a:t>
            </a:r>
          </a:p>
          <a:p>
            <a:endParaRPr lang="de-DE" sz="1200" dirty="0">
              <a:solidFill>
                <a:srgbClr val="0000FF"/>
              </a:solidFill>
            </a:endParaRPr>
          </a:p>
          <a:p>
            <a:r>
              <a:rPr lang="de-DE" sz="2800" dirty="0">
                <a:solidFill>
                  <a:srgbClr val="0000FF"/>
                </a:solidFill>
              </a:rPr>
              <a:t>Asynchroner</a:t>
            </a:r>
            <a:r>
              <a:rPr lang="de-DE" sz="2800" dirty="0"/>
              <a:t> Ablauf</a:t>
            </a:r>
          </a:p>
          <a:p>
            <a:pPr lvl="1">
              <a:lnSpc>
                <a:spcPct val="100000"/>
              </a:lnSpc>
            </a:pPr>
            <a:r>
              <a:rPr lang="de-DE" sz="2000" dirty="0">
                <a:solidFill>
                  <a:srgbClr val="0000FF"/>
                </a:solidFill>
              </a:rPr>
              <a:t>kein</a:t>
            </a:r>
            <a:r>
              <a:rPr lang="de-DE" sz="2000" dirty="0"/>
              <a:t> gemeinsamer Takt</a:t>
            </a:r>
          </a:p>
          <a:p>
            <a:pPr lvl="1">
              <a:lnSpc>
                <a:spcPct val="100000"/>
              </a:lnSpc>
            </a:pPr>
            <a:r>
              <a:rPr lang="de-DE" sz="2000" dirty="0"/>
              <a:t>Ereignisse sind </a:t>
            </a:r>
            <a:r>
              <a:rPr lang="de-DE" sz="2000" dirty="0">
                <a:solidFill>
                  <a:srgbClr val="0000FF"/>
                </a:solidFill>
              </a:rPr>
              <a:t>nicht an feste Zeitpunkte </a:t>
            </a:r>
            <a:r>
              <a:rPr lang="de-DE" sz="2000" dirty="0"/>
              <a:t>gebunden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de-DE" sz="2000" dirty="0"/>
              <a:t> sehr performant, aber nicht immer gut vorhersagbar</a:t>
            </a:r>
            <a:endParaRPr lang="de-DE" sz="2400" dirty="0"/>
          </a:p>
          <a:p>
            <a:endParaRPr lang="de-DE" sz="2800" dirty="0"/>
          </a:p>
          <a:p>
            <a:r>
              <a:rPr lang="de-DE" sz="2800" dirty="0"/>
              <a:t>Bei beidem: </a:t>
            </a:r>
            <a:r>
              <a:rPr lang="de-DE" sz="2800" dirty="0" err="1"/>
              <a:t>Unverschränkte</a:t>
            </a:r>
            <a:r>
              <a:rPr lang="de-DE" sz="2800" dirty="0"/>
              <a:t> oder verschränkte Abarbeitung</a:t>
            </a:r>
          </a:p>
          <a:p>
            <a:r>
              <a:rPr lang="de-DE" sz="2800" dirty="0"/>
              <a:t>Nicht zu verwechseln mit synchroner oder asynchroner Kommunikation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32</a:t>
            </a:fld>
            <a:r>
              <a:rPr lang="de-DE"/>
              <a:t> </a:t>
            </a:r>
            <a:endParaRPr lang="de-DE" sz="619" dirty="0"/>
          </a:p>
        </p:txBody>
      </p:sp>
    </p:spTree>
    <p:extLst>
      <p:ext uri="{BB962C8B-B14F-4D97-AF65-F5344CB8AC3E}">
        <p14:creationId xmlns:p14="http://schemas.microsoft.com/office/powerpoint/2010/main" val="414395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1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516559" y="469935"/>
            <a:ext cx="7499176" cy="393954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dirty="0" err="1">
                <a:cs typeface="Arial" charset="0"/>
              </a:rPr>
              <a:t>Nebenläufigkeit</a:t>
            </a:r>
            <a:r>
              <a:rPr lang="en-US" dirty="0">
                <a:cs typeface="Arial" charset="0"/>
              </a:rPr>
              <a:t> und </a:t>
            </a:r>
            <a:r>
              <a:rPr lang="en-US" dirty="0" err="1">
                <a:cs typeface="Arial" charset="0"/>
              </a:rPr>
              <a:t>Kommunikation</a:t>
            </a:r>
            <a:endParaRPr lang="en-US" sz="4000" dirty="0">
              <a:cs typeface="Arial" charset="0"/>
            </a:endParaRPr>
          </a:p>
        </p:txBody>
      </p:sp>
      <p:sp>
        <p:nvSpPr>
          <p:cNvPr id="6150" name="Rectangle 3"/>
          <p:cNvSpPr>
            <a:spLocks noGrp="1" noChangeArrowheads="1"/>
          </p:cNvSpPr>
          <p:nvPr>
            <p:ph idx="1"/>
          </p:nvPr>
        </p:nvSpPr>
        <p:spPr>
          <a:xfrm>
            <a:off x="359625" y="1463143"/>
            <a:ext cx="11648719" cy="4537845"/>
          </a:xfrm>
        </p:spPr>
        <p:txBody>
          <a:bodyPr/>
          <a:lstStyle/>
          <a:p>
            <a:pPr marL="342900" indent="-3429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i="1" dirty="0">
              <a:cs typeface="Arial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800" dirty="0" err="1">
                <a:cs typeface="Arial" charset="0"/>
              </a:rPr>
              <a:t>Nebenläufige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Prozesse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müssen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miteinander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kommunizieren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>
                <a:cs typeface="Arial" charset="0"/>
                <a:sym typeface="Wingdings" pitchFamily="2" charset="2"/>
              </a:rPr>
              <a:t> </a:t>
            </a:r>
            <a:r>
              <a:rPr lang="en-US" sz="2800" dirty="0" err="1">
                <a:cs typeface="Arial" charset="0"/>
                <a:sym typeface="Wingdings" pitchFamily="2" charset="2"/>
              </a:rPr>
              <a:t>Prozesssynchronisation</a:t>
            </a:r>
            <a:endParaRPr lang="en-US" sz="2800" dirty="0">
              <a:cs typeface="Arial" charset="0"/>
              <a:sym typeface="Wingdings" pitchFamily="2" charset="2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2800" dirty="0">
              <a:cs typeface="Arial" charset="0"/>
            </a:endParaRPr>
          </a:p>
          <a:p>
            <a:pPr marL="457200" indent="-4572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i="1" dirty="0">
                <a:solidFill>
                  <a:srgbClr val="0000FF"/>
                </a:solidFill>
                <a:cs typeface="Arial" charset="0"/>
              </a:rPr>
              <a:t>shared memory</a:t>
            </a:r>
            <a:endParaRPr lang="en-US" sz="2800" i="1" dirty="0">
              <a:cs typeface="Arial" charset="0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cs typeface="Arial" charset="0"/>
              </a:rPr>
              <a:t>Alle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Prozesse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können</a:t>
            </a:r>
            <a:r>
              <a:rPr lang="en-US" sz="2400" dirty="0">
                <a:cs typeface="Arial" charset="0"/>
              </a:rPr>
              <a:t> auf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alle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Variablen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zugreifen</a:t>
            </a:r>
            <a:endParaRPr lang="en-US" sz="2400" dirty="0">
              <a:cs typeface="Arial" charset="0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cs typeface="Arial" charset="0"/>
              </a:rPr>
              <a:t>exklusiver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Zugriff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muss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garantiert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werden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 </a:t>
            </a:r>
            <a:br>
              <a:rPr lang="en-US" sz="2400" dirty="0">
                <a:solidFill>
                  <a:srgbClr val="0000FF"/>
                </a:solidFill>
                <a:cs typeface="Arial" charset="0"/>
              </a:rPr>
            </a:br>
            <a:r>
              <a:rPr lang="en-US" sz="2400" dirty="0">
                <a:cs typeface="Arial" charset="0"/>
              </a:rPr>
              <a:t>(</a:t>
            </a:r>
            <a:r>
              <a:rPr lang="en-US" sz="2400" dirty="0" err="1">
                <a:cs typeface="Arial" charset="0"/>
              </a:rPr>
              <a:t>z.B</a:t>
            </a:r>
            <a:r>
              <a:rPr lang="en-US" sz="2400" dirty="0">
                <a:cs typeface="Arial" charset="0"/>
              </a:rPr>
              <a:t>. </a:t>
            </a:r>
            <a:r>
              <a:rPr lang="en-US" sz="2400" dirty="0" err="1">
                <a:cs typeface="Arial" charset="0"/>
              </a:rPr>
              <a:t>durch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Semaphoren</a:t>
            </a:r>
            <a:r>
              <a:rPr lang="en-US" sz="2400" dirty="0">
                <a:cs typeface="Arial" charset="0"/>
              </a:rPr>
              <a:t>, </a:t>
            </a:r>
            <a:r>
              <a:rPr lang="en-US" sz="2400" dirty="0" err="1">
                <a:cs typeface="Arial" charset="0"/>
              </a:rPr>
              <a:t>kritische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Abschnitte</a:t>
            </a:r>
            <a:r>
              <a:rPr lang="en-US" sz="2400" dirty="0">
                <a:cs typeface="Arial" charset="0"/>
              </a:rPr>
              <a:t> und </a:t>
            </a:r>
            <a:r>
              <a:rPr lang="en-US" sz="2400" dirty="0" err="1">
                <a:cs typeface="Arial" charset="0"/>
              </a:rPr>
              <a:t>Monitore</a:t>
            </a:r>
            <a:r>
              <a:rPr lang="en-US" sz="2400" dirty="0">
                <a:cs typeface="Arial" charset="0"/>
              </a:rPr>
              <a:t>)</a:t>
            </a:r>
          </a:p>
          <a:p>
            <a:pPr marL="914400" lvl="1" indent="-4572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>
                <a:solidFill>
                  <a:srgbClr val="0000FF"/>
                </a:solidFill>
                <a:cs typeface="Arial" charset="0"/>
              </a:rPr>
              <a:t>Schwer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zu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 verstehen und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zu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analysieren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wegen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 der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Verschachtelung</a:t>
            </a:r>
            <a:endParaRPr lang="en-US" sz="2400" dirty="0">
              <a:solidFill>
                <a:srgbClr val="0000FF"/>
              </a:solidFill>
              <a:cs typeface="Arial" charset="0"/>
            </a:endParaRPr>
          </a:p>
          <a:p>
            <a:pPr marL="1257300" lvl="2" indent="-3429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dirty="0">
              <a:cs typeface="Arial" charset="0"/>
            </a:endParaRPr>
          </a:p>
          <a:p>
            <a:pPr marL="457200" indent="-4572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i="1" dirty="0">
                <a:solidFill>
                  <a:srgbClr val="0000FF"/>
                </a:solidFill>
                <a:cs typeface="Arial" charset="0"/>
              </a:rPr>
              <a:t>message passing</a:t>
            </a:r>
          </a:p>
          <a:p>
            <a:pPr marL="914400" lvl="1" indent="-4572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cs typeface="Arial" charset="0"/>
              </a:rPr>
              <a:t>Prozesse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kommunizieren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über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Nachrichten</a:t>
            </a:r>
            <a:endParaRPr lang="en-US" sz="2400" dirty="0">
              <a:solidFill>
                <a:srgbClr val="0000FF"/>
              </a:solidFill>
              <a:cs typeface="Arial" charset="0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cs typeface="Arial" charset="0"/>
              </a:rPr>
              <a:t>synchron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oder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asynchron</a:t>
            </a:r>
            <a:r>
              <a:rPr lang="en-US" sz="2400" dirty="0">
                <a:cs typeface="Arial" charset="0"/>
              </a:rPr>
              <a:t> </a:t>
            </a:r>
          </a:p>
          <a:p>
            <a:pPr marL="914400" lvl="1" indent="-4572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cs typeface="Arial" charset="0"/>
              </a:rPr>
              <a:t>blockierend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oder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nicht-blockierend</a:t>
            </a:r>
            <a:endParaRPr lang="en-US" sz="2400" dirty="0">
              <a:cs typeface="Arial" charset="0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Einfach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zu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implementieren</a:t>
            </a:r>
            <a:r>
              <a:rPr lang="en-US" sz="2400" dirty="0">
                <a:cs typeface="Arial" charset="0"/>
              </a:rPr>
              <a:t>, </a:t>
            </a:r>
            <a:r>
              <a:rPr lang="en-US" sz="2400" dirty="0" err="1">
                <a:cs typeface="Arial" charset="0"/>
              </a:rPr>
              <a:t>aber</a:t>
            </a:r>
            <a:r>
              <a:rPr lang="en-US" sz="2400" dirty="0">
                <a:cs typeface="Arial" charset="0"/>
              </a:rPr>
              <a:t> oft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langsam</a:t>
            </a:r>
            <a:endParaRPr lang="en-US" sz="2400" dirty="0">
              <a:solidFill>
                <a:srgbClr val="0000FF"/>
              </a:solidFill>
              <a:cs typeface="Arial" charset="0"/>
            </a:endParaRPr>
          </a:p>
        </p:txBody>
      </p:sp>
      <p:sp>
        <p:nvSpPr>
          <p:cNvPr id="6147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614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33</a:t>
            </a:fld>
            <a:r>
              <a:rPr lang="de-DE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635828" y="441980"/>
            <a:ext cx="7499176" cy="393954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dirty="0" err="1">
                <a:cs typeface="Arial" charset="0"/>
              </a:rPr>
              <a:t>Synchronität</a:t>
            </a:r>
            <a:r>
              <a:rPr lang="en-US" dirty="0">
                <a:cs typeface="Arial" charset="0"/>
              </a:rPr>
              <a:t> vs. </a:t>
            </a:r>
            <a:r>
              <a:rPr lang="en-US" dirty="0" err="1">
                <a:cs typeface="Arial" charset="0"/>
              </a:rPr>
              <a:t>Asynchronität</a:t>
            </a:r>
            <a:endParaRPr lang="en-US" dirty="0">
              <a:cs typeface="Arial" charset="0"/>
            </a:endParaRPr>
          </a:p>
        </p:txBody>
      </p:sp>
      <p:sp>
        <p:nvSpPr>
          <p:cNvPr id="5126" name="Rectangle 3"/>
          <p:cNvSpPr>
            <a:spLocks noGrp="1" noChangeArrowheads="1"/>
          </p:cNvSpPr>
          <p:nvPr>
            <p:ph idx="1"/>
          </p:nvPr>
        </p:nvSpPr>
        <p:spPr>
          <a:xfrm>
            <a:off x="485159" y="1975445"/>
            <a:ext cx="11234382" cy="4243598"/>
          </a:xfrm>
        </p:spPr>
        <p:txBody>
          <a:bodyPr/>
          <a:lstStyle/>
          <a:p>
            <a:pPr marL="457200" indent="-457200" ea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3200" dirty="0" err="1">
                <a:cs typeface="Arial" charset="0"/>
              </a:rPr>
              <a:t>Bisher</a:t>
            </a:r>
            <a:r>
              <a:rPr lang="en-US" sz="3200" dirty="0">
                <a:cs typeface="Arial" charset="0"/>
              </a:rPr>
              <a:t> (</a:t>
            </a:r>
            <a:r>
              <a:rPr lang="en-US" sz="3200" dirty="0" err="1">
                <a:cs typeface="Arial" charset="0"/>
              </a:rPr>
              <a:t>z.B</a:t>
            </a:r>
            <a:r>
              <a:rPr lang="en-US" sz="3200" dirty="0">
                <a:cs typeface="Arial" charset="0"/>
              </a:rPr>
              <a:t>. in </a:t>
            </a:r>
            <a:r>
              <a:rPr lang="en-US" sz="3200" dirty="0" err="1">
                <a:cs typeface="Arial" charset="0"/>
              </a:rPr>
              <a:t>Informatikeinführungen</a:t>
            </a:r>
            <a:r>
              <a:rPr lang="en-US" sz="3200" dirty="0">
                <a:cs typeface="Arial" charset="0"/>
              </a:rPr>
              <a:t>): </a:t>
            </a:r>
            <a:r>
              <a:rPr lang="en-US" sz="3200" dirty="0" err="1">
                <a:solidFill>
                  <a:srgbClr val="0000FF"/>
                </a:solidFill>
                <a:cs typeface="Arial" charset="0"/>
              </a:rPr>
              <a:t>Asynchrone</a:t>
            </a:r>
            <a:r>
              <a:rPr lang="en-US" sz="32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cs typeface="Arial" charset="0"/>
              </a:rPr>
              <a:t>Sprachen</a:t>
            </a:r>
            <a:endParaRPr lang="en-US" sz="3200" dirty="0">
              <a:solidFill>
                <a:srgbClr val="0000FF"/>
              </a:solidFill>
              <a:cs typeface="Arial" charset="0"/>
            </a:endParaRPr>
          </a:p>
          <a:p>
            <a:pPr marL="914400" lvl="1" indent="-457200" ea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800" dirty="0" err="1">
                <a:cs typeface="Arial" charset="0"/>
              </a:rPr>
              <a:t>i.d.R</a:t>
            </a:r>
            <a:r>
              <a:rPr lang="en-US" sz="2800" dirty="0">
                <a:cs typeface="Arial" charset="0"/>
              </a:rPr>
              <a:t>. </a:t>
            </a:r>
            <a:r>
              <a:rPr lang="en-US" sz="2800" dirty="0" err="1">
                <a:cs typeface="Arial" charset="0"/>
              </a:rPr>
              <a:t>sequentielle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Ausführung</a:t>
            </a:r>
            <a:r>
              <a:rPr lang="en-US" sz="2800" dirty="0">
                <a:cs typeface="Arial" charset="0"/>
              </a:rPr>
              <a:t> von </a:t>
            </a:r>
            <a:r>
              <a:rPr lang="en-US" sz="2800" dirty="0" err="1">
                <a:cs typeface="Arial" charset="0"/>
              </a:rPr>
              <a:t>Befehlen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mit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unterschiedlicher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Ausführungszeit</a:t>
            </a:r>
            <a:endParaRPr lang="en-US" sz="2800" dirty="0">
              <a:cs typeface="Arial" charset="0"/>
            </a:endParaRPr>
          </a:p>
          <a:p>
            <a:pPr marL="914400" lvl="1" indent="-457200" ea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800" dirty="0" err="1">
                <a:cs typeface="Arial" charset="0"/>
              </a:rPr>
              <a:t>Kein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globaler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Takt</a:t>
            </a:r>
            <a:endParaRPr lang="en-US" sz="2800" dirty="0">
              <a:cs typeface="Arial" charset="0"/>
            </a:endParaRPr>
          </a:p>
          <a:p>
            <a:pPr marL="914400" lvl="1" indent="-457200" ea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800" dirty="0" err="1">
                <a:cs typeface="Arial" charset="0"/>
              </a:rPr>
              <a:t>exakte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Ausführungszeitpunkte</a:t>
            </a:r>
            <a:r>
              <a:rPr lang="en-US" sz="2800" dirty="0">
                <a:cs typeface="Arial" charset="0"/>
              </a:rPr>
              <a:t> und </a:t>
            </a:r>
            <a:r>
              <a:rPr lang="en-US" sz="2800" dirty="0" err="1">
                <a:cs typeface="Arial" charset="0"/>
              </a:rPr>
              <a:t>Ausführungsreihenfolge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nicht</a:t>
            </a:r>
            <a:r>
              <a:rPr lang="en-US" sz="28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vorhersagbar</a:t>
            </a:r>
            <a:endParaRPr lang="en-US" sz="2800" dirty="0">
              <a:solidFill>
                <a:srgbClr val="0000FF"/>
              </a:solidFill>
              <a:cs typeface="Arial" charset="0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800" dirty="0">
              <a:solidFill>
                <a:srgbClr val="0000FF"/>
              </a:solidFill>
              <a:cs typeface="Arial" charset="0"/>
            </a:endParaRPr>
          </a:p>
          <a:p>
            <a:pPr marL="457200" indent="-4572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200" dirty="0" err="1">
                <a:solidFill>
                  <a:srgbClr val="0000FF"/>
                </a:solidFill>
                <a:cs typeface="Arial" charset="0"/>
              </a:rPr>
              <a:t>Synchrone</a:t>
            </a:r>
            <a:r>
              <a:rPr lang="en-US" sz="32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cs typeface="Arial" charset="0"/>
              </a:rPr>
              <a:t>Sprachen</a:t>
            </a:r>
            <a:endParaRPr lang="en-US" sz="3200" dirty="0">
              <a:solidFill>
                <a:srgbClr val="0000FF"/>
              </a:solidFill>
              <a:cs typeface="Arial" charset="0"/>
            </a:endParaRPr>
          </a:p>
          <a:p>
            <a:pPr marL="914400" lvl="1" indent="-457200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800" dirty="0" err="1">
                <a:cs typeface="Arial" charset="0"/>
              </a:rPr>
              <a:t>erfordern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globale</a:t>
            </a:r>
            <a:r>
              <a:rPr lang="en-US" sz="28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Uhr</a:t>
            </a:r>
            <a:r>
              <a:rPr lang="en-US" sz="2800" dirty="0">
                <a:solidFill>
                  <a:srgbClr val="0000FF"/>
                </a:solidFill>
                <a:cs typeface="Arial" charset="0"/>
              </a:rPr>
              <a:t>/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globalen</a:t>
            </a:r>
            <a:r>
              <a:rPr lang="en-US" sz="28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Takt</a:t>
            </a:r>
            <a:r>
              <a:rPr lang="en-US" sz="2800" dirty="0">
                <a:solidFill>
                  <a:srgbClr val="0000FF"/>
                </a:solidFill>
                <a:cs typeface="Arial" charset="0"/>
              </a:rPr>
              <a:t> </a:t>
            </a:r>
            <a:endParaRPr lang="en-US" sz="2800" dirty="0">
              <a:cs typeface="Arial" charset="0"/>
            </a:endParaRPr>
          </a:p>
          <a:p>
            <a:pPr marL="914400" lvl="1" indent="-457200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800" dirty="0" err="1">
                <a:cs typeface="Arial" charset="0"/>
              </a:rPr>
              <a:t>vermeiden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Nichtderminismen</a:t>
            </a:r>
            <a:endParaRPr lang="en-US" sz="2800" dirty="0">
              <a:cs typeface="Arial" charset="0"/>
            </a:endParaRPr>
          </a:p>
          <a:p>
            <a:pPr marL="914400" lvl="1" indent="-457200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800" dirty="0" err="1">
                <a:cs typeface="Arial" charset="0"/>
              </a:rPr>
              <a:t>Ausführungszeitpunkte</a:t>
            </a:r>
            <a:r>
              <a:rPr lang="en-US" sz="2800" dirty="0">
                <a:cs typeface="Arial" charset="0"/>
              </a:rPr>
              <a:t> und </a:t>
            </a:r>
            <a:r>
              <a:rPr lang="en-US" sz="2800" dirty="0" err="1">
                <a:cs typeface="Arial" charset="0"/>
              </a:rPr>
              <a:t>Ausführungsreihenfolge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vorhersagbar</a:t>
            </a:r>
            <a:endParaRPr lang="en-US" sz="2800" dirty="0">
              <a:solidFill>
                <a:srgbClr val="0000FF"/>
              </a:solidFill>
              <a:cs typeface="Arial" charset="0"/>
            </a:endParaRPr>
          </a:p>
          <a:p>
            <a:pPr marL="914400" lvl="1" indent="-457200" ea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800" dirty="0">
                <a:cs typeface="Arial" charset="0"/>
              </a:rPr>
              <a:t>oft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weniger</a:t>
            </a:r>
            <a:r>
              <a:rPr lang="en-US" sz="2800" dirty="0">
                <a:solidFill>
                  <a:srgbClr val="0000FF"/>
                </a:solidFill>
                <a:cs typeface="Arial" charset="0"/>
              </a:rPr>
              <a:t> performant </a:t>
            </a:r>
            <a:r>
              <a:rPr lang="en-US" sz="2800" dirty="0">
                <a:cs typeface="Arial" charset="0"/>
              </a:rPr>
              <a:t>(</a:t>
            </a:r>
            <a:r>
              <a:rPr lang="en-US" sz="2800" b="1" dirty="0" err="1">
                <a:solidFill>
                  <a:srgbClr val="FF0000"/>
                </a:solidFill>
                <a:cs typeface="Arial" charset="0"/>
              </a:rPr>
              <a:t>Warum</a:t>
            </a:r>
            <a:r>
              <a:rPr lang="en-US" sz="2800" b="1" dirty="0">
                <a:solidFill>
                  <a:srgbClr val="FF0000"/>
                </a:solidFill>
                <a:cs typeface="Arial" charset="0"/>
              </a:rPr>
              <a:t>?</a:t>
            </a:r>
            <a:r>
              <a:rPr lang="en-US" sz="2800" dirty="0">
                <a:cs typeface="Arial" charset="0"/>
              </a:rPr>
              <a:t>)</a:t>
            </a:r>
          </a:p>
        </p:txBody>
      </p:sp>
      <p:sp>
        <p:nvSpPr>
          <p:cNvPr id="512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5124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34</a:t>
            </a:fld>
            <a:r>
              <a:rPr lang="de-DE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63101" y="445612"/>
            <a:ext cx="7708611" cy="615373"/>
          </a:xfrm>
          <a:prstGeom prst="rect">
            <a:avLst/>
          </a:prstGeom>
        </p:spPr>
        <p:txBody>
          <a:bodyPr vert="horz" wrap="square" lIns="0" tIns="76022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500" spc="-130" dirty="0"/>
              <a:t>Nebenläufigkeit</a:t>
            </a:r>
            <a:r>
              <a:rPr sz="3500" spc="-175" dirty="0"/>
              <a:t> </a:t>
            </a:r>
            <a:r>
              <a:rPr sz="3500" spc="-310" dirty="0"/>
              <a:t>+</a:t>
            </a:r>
            <a:r>
              <a:rPr sz="3500" spc="-125" dirty="0"/>
              <a:t> </a:t>
            </a:r>
            <a:r>
              <a:rPr sz="3500" spc="-114" dirty="0"/>
              <a:t>Kommunikation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1562031" y="2100612"/>
            <a:ext cx="3437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35" dirty="0">
                <a:latin typeface="Arial"/>
                <a:cs typeface="Arial"/>
              </a:rPr>
              <a:t>Synchrone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165" dirty="0">
                <a:latin typeface="Arial"/>
                <a:cs typeface="Arial"/>
              </a:rPr>
              <a:t>Kommunikation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9231" y="2467897"/>
            <a:ext cx="6746240" cy="92583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40665" marR="5080" indent="-228600">
              <a:lnSpc>
                <a:spcPts val="2020"/>
              </a:lnSpc>
              <a:spcBef>
                <a:spcPts val="580"/>
              </a:spcBef>
              <a:buClr>
                <a:srgbClr val="2D75B6"/>
              </a:buClr>
              <a:buSzPct val="109523"/>
              <a:buChar char="•"/>
              <a:tabLst>
                <a:tab pos="240665" algn="l"/>
              </a:tabLst>
            </a:pPr>
            <a:r>
              <a:rPr sz="2100" spc="-150" dirty="0">
                <a:latin typeface="Arial"/>
                <a:cs typeface="Arial"/>
              </a:rPr>
              <a:t>Senden</a:t>
            </a:r>
            <a:r>
              <a:rPr sz="2100" spc="-95" dirty="0">
                <a:latin typeface="Arial"/>
                <a:cs typeface="Arial"/>
              </a:rPr>
              <a:t> </a:t>
            </a:r>
            <a:r>
              <a:rPr sz="2100" spc="-75" dirty="0">
                <a:latin typeface="Arial"/>
                <a:cs typeface="Arial"/>
              </a:rPr>
              <a:t>und</a:t>
            </a:r>
            <a:r>
              <a:rPr sz="2100" spc="-90" dirty="0">
                <a:latin typeface="Arial"/>
                <a:cs typeface="Arial"/>
              </a:rPr>
              <a:t> </a:t>
            </a:r>
            <a:r>
              <a:rPr sz="2100" spc="-135" dirty="0">
                <a:latin typeface="Arial"/>
                <a:cs typeface="Arial"/>
              </a:rPr>
              <a:t>Empfangen</a:t>
            </a:r>
            <a:r>
              <a:rPr sz="2100" spc="-114" dirty="0">
                <a:latin typeface="Arial"/>
                <a:cs typeface="Arial"/>
              </a:rPr>
              <a:t> </a:t>
            </a:r>
            <a:r>
              <a:rPr sz="2100" spc="-20" dirty="0">
                <a:latin typeface="Arial"/>
                <a:cs typeface="Arial"/>
              </a:rPr>
              <a:t>in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spc="-85" dirty="0">
                <a:latin typeface="Arial"/>
                <a:cs typeface="Arial"/>
              </a:rPr>
              <a:t>aufeinanderfolgenden</a:t>
            </a:r>
            <a:r>
              <a:rPr sz="2100" spc="-95" dirty="0">
                <a:latin typeface="Arial"/>
                <a:cs typeface="Arial"/>
              </a:rPr>
              <a:t> </a:t>
            </a:r>
            <a:r>
              <a:rPr sz="2100" spc="-60" dirty="0">
                <a:latin typeface="Arial"/>
                <a:cs typeface="Arial"/>
              </a:rPr>
              <a:t>oder</a:t>
            </a:r>
            <a:r>
              <a:rPr sz="2100" spc="-65" dirty="0">
                <a:latin typeface="Arial"/>
                <a:cs typeface="Arial"/>
              </a:rPr>
              <a:t> sogar </a:t>
            </a:r>
            <a:r>
              <a:rPr sz="2100" spc="-30" dirty="0">
                <a:latin typeface="Arial"/>
                <a:cs typeface="Arial"/>
              </a:rPr>
              <a:t>im</a:t>
            </a:r>
            <a:r>
              <a:rPr sz="2100" spc="-90" dirty="0">
                <a:latin typeface="Arial"/>
                <a:cs typeface="Arial"/>
              </a:rPr>
              <a:t> </a:t>
            </a:r>
            <a:r>
              <a:rPr sz="2100" b="1" spc="-165" dirty="0">
                <a:latin typeface="Arial"/>
                <a:cs typeface="Arial"/>
              </a:rPr>
              <a:t>gleichen</a:t>
            </a:r>
            <a:r>
              <a:rPr sz="2100" b="1" spc="-105" dirty="0">
                <a:latin typeface="Arial"/>
                <a:cs typeface="Arial"/>
              </a:rPr>
              <a:t> </a:t>
            </a:r>
            <a:r>
              <a:rPr sz="2100" b="1" spc="-40" dirty="0">
                <a:latin typeface="Arial"/>
                <a:cs typeface="Arial"/>
              </a:rPr>
              <a:t>Zeitschritt</a:t>
            </a:r>
            <a:endParaRPr sz="2100">
              <a:latin typeface="Arial"/>
              <a:cs typeface="Arial"/>
            </a:endParaRPr>
          </a:p>
          <a:p>
            <a:pPr marL="240665" indent="-227965">
              <a:buClr>
                <a:srgbClr val="2D75B6"/>
              </a:buClr>
              <a:buSzPct val="109523"/>
              <a:buChar char="•"/>
              <a:tabLst>
                <a:tab pos="240665" algn="l"/>
              </a:tabLst>
            </a:pPr>
            <a:r>
              <a:rPr sz="2100" spc="-75" dirty="0">
                <a:latin typeface="Arial"/>
                <a:cs typeface="Arial"/>
              </a:rPr>
              <a:t>beidseitige</a:t>
            </a:r>
            <a:r>
              <a:rPr sz="2100" spc="-10" dirty="0">
                <a:latin typeface="Arial"/>
                <a:cs typeface="Arial"/>
              </a:rPr>
              <a:t> </a:t>
            </a:r>
            <a:r>
              <a:rPr sz="2100" b="1" spc="-185" dirty="0">
                <a:latin typeface="Arial"/>
                <a:cs typeface="Arial"/>
              </a:rPr>
              <a:t>Synchronisation</a:t>
            </a:r>
            <a:r>
              <a:rPr sz="2100" b="1" spc="-7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erforderlich</a:t>
            </a:r>
            <a:endParaRPr sz="2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62032" y="3516790"/>
            <a:ext cx="35991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35" dirty="0">
                <a:latin typeface="Arial"/>
                <a:cs typeface="Arial"/>
              </a:rPr>
              <a:t>Asynchrone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65" dirty="0">
                <a:latin typeface="Arial"/>
                <a:cs typeface="Arial"/>
              </a:rPr>
              <a:t>Kommunikation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2032" y="3884074"/>
            <a:ext cx="6886575" cy="239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7865" indent="-227965">
              <a:spcBef>
                <a:spcPts val="100"/>
              </a:spcBef>
              <a:buClr>
                <a:srgbClr val="2D75B6"/>
              </a:buClr>
              <a:buSzPct val="109523"/>
              <a:buChar char="•"/>
              <a:tabLst>
                <a:tab pos="697865" algn="l"/>
              </a:tabLst>
            </a:pPr>
            <a:r>
              <a:rPr sz="2100" spc="-150" dirty="0">
                <a:latin typeface="Arial"/>
                <a:cs typeface="Arial"/>
              </a:rPr>
              <a:t>Senden</a:t>
            </a:r>
            <a:r>
              <a:rPr sz="2100" spc="-100" dirty="0">
                <a:latin typeface="Arial"/>
                <a:cs typeface="Arial"/>
              </a:rPr>
              <a:t> </a:t>
            </a:r>
            <a:r>
              <a:rPr sz="2100" spc="-75" dirty="0">
                <a:latin typeface="Arial"/>
                <a:cs typeface="Arial"/>
              </a:rPr>
              <a:t>und</a:t>
            </a:r>
            <a:r>
              <a:rPr sz="2100" spc="-100" dirty="0">
                <a:latin typeface="Arial"/>
                <a:cs typeface="Arial"/>
              </a:rPr>
              <a:t> </a:t>
            </a:r>
            <a:r>
              <a:rPr sz="2100" spc="-135" dirty="0">
                <a:latin typeface="Arial"/>
                <a:cs typeface="Arial"/>
              </a:rPr>
              <a:t>Empfangen</a:t>
            </a:r>
            <a:r>
              <a:rPr sz="2100" spc="-120" dirty="0">
                <a:latin typeface="Arial"/>
                <a:cs typeface="Arial"/>
              </a:rPr>
              <a:t> </a:t>
            </a:r>
            <a:r>
              <a:rPr sz="2100" spc="-90" dirty="0">
                <a:latin typeface="Arial"/>
                <a:cs typeface="Arial"/>
              </a:rPr>
              <a:t>von</a:t>
            </a:r>
            <a:r>
              <a:rPr sz="2100" spc="-80" dirty="0">
                <a:latin typeface="Arial"/>
                <a:cs typeface="Arial"/>
              </a:rPr>
              <a:t> </a:t>
            </a:r>
            <a:r>
              <a:rPr sz="2100" spc="-85" dirty="0">
                <a:latin typeface="Arial"/>
                <a:cs typeface="Arial"/>
              </a:rPr>
              <a:t>Nachrichten </a:t>
            </a:r>
            <a:r>
              <a:rPr sz="2100" b="1" spc="-135" dirty="0">
                <a:latin typeface="Arial"/>
                <a:cs typeface="Arial"/>
              </a:rPr>
              <a:t>zeitlich</a:t>
            </a:r>
            <a:r>
              <a:rPr sz="2100" b="1" spc="-110" dirty="0">
                <a:latin typeface="Arial"/>
                <a:cs typeface="Arial"/>
              </a:rPr>
              <a:t> </a:t>
            </a:r>
            <a:r>
              <a:rPr sz="2100" b="1" spc="-85" dirty="0">
                <a:latin typeface="Arial"/>
                <a:cs typeface="Arial"/>
              </a:rPr>
              <a:t>versetzt</a:t>
            </a:r>
            <a:endParaRPr sz="2100">
              <a:latin typeface="Arial"/>
              <a:cs typeface="Arial"/>
            </a:endParaRPr>
          </a:p>
          <a:p>
            <a:pPr marL="697865" indent="-227965">
              <a:lnSpc>
                <a:spcPts val="2515"/>
              </a:lnSpc>
              <a:buClr>
                <a:srgbClr val="2D75B6"/>
              </a:buClr>
              <a:buSzPct val="109523"/>
              <a:buChar char="•"/>
              <a:tabLst>
                <a:tab pos="697865" algn="l"/>
              </a:tabLst>
            </a:pPr>
            <a:r>
              <a:rPr sz="2100" spc="-85" dirty="0">
                <a:latin typeface="Arial"/>
                <a:cs typeface="Arial"/>
              </a:rPr>
              <a:t>einseitige</a:t>
            </a:r>
            <a:r>
              <a:rPr sz="2100" spc="10" dirty="0">
                <a:latin typeface="Arial"/>
                <a:cs typeface="Arial"/>
              </a:rPr>
              <a:t> </a:t>
            </a:r>
            <a:r>
              <a:rPr sz="2100" spc="-30" dirty="0">
                <a:latin typeface="Arial"/>
                <a:cs typeface="Arial"/>
              </a:rPr>
              <a:t>Synchronisation</a:t>
            </a:r>
            <a:endParaRPr sz="2100">
              <a:latin typeface="Arial"/>
              <a:cs typeface="Arial"/>
            </a:endParaRPr>
          </a:p>
          <a:p>
            <a:pPr marL="697865" indent="-227965">
              <a:lnSpc>
                <a:spcPts val="2260"/>
              </a:lnSpc>
              <a:buClr>
                <a:srgbClr val="2D75B6"/>
              </a:buClr>
              <a:buSzPct val="109523"/>
              <a:buChar char="•"/>
              <a:tabLst>
                <a:tab pos="697865" algn="l"/>
              </a:tabLst>
            </a:pPr>
            <a:r>
              <a:rPr sz="2100" spc="-85" dirty="0">
                <a:latin typeface="Arial"/>
                <a:cs typeface="Arial"/>
              </a:rPr>
              <a:t>Kommunikation</a:t>
            </a:r>
            <a:r>
              <a:rPr sz="2100" spc="-120" dirty="0">
                <a:latin typeface="Arial"/>
                <a:cs typeface="Arial"/>
              </a:rPr>
              <a:t> </a:t>
            </a:r>
            <a:r>
              <a:rPr sz="2100" spc="-55" dirty="0">
                <a:latin typeface="Arial"/>
                <a:cs typeface="Arial"/>
              </a:rPr>
              <a:t>über</a:t>
            </a:r>
            <a:r>
              <a:rPr sz="2100" spc="-95" dirty="0">
                <a:latin typeface="Arial"/>
                <a:cs typeface="Arial"/>
              </a:rPr>
              <a:t> </a:t>
            </a:r>
            <a:r>
              <a:rPr sz="2100" b="1" spc="-175" dirty="0">
                <a:latin typeface="Arial"/>
                <a:cs typeface="Arial"/>
              </a:rPr>
              <a:t>Kanäle</a:t>
            </a:r>
            <a:r>
              <a:rPr sz="2100" b="1" spc="-85" dirty="0">
                <a:latin typeface="Arial"/>
                <a:cs typeface="Arial"/>
              </a:rPr>
              <a:t> </a:t>
            </a:r>
            <a:r>
              <a:rPr sz="2100" spc="-30" dirty="0">
                <a:latin typeface="Arial"/>
                <a:cs typeface="Arial"/>
              </a:rPr>
              <a:t>(erfordert</a:t>
            </a:r>
            <a:r>
              <a:rPr sz="2100" spc="-60" dirty="0">
                <a:latin typeface="Arial"/>
                <a:cs typeface="Arial"/>
              </a:rPr>
              <a:t> </a:t>
            </a:r>
            <a:r>
              <a:rPr sz="2100" spc="-105" dirty="0">
                <a:latin typeface="Arial"/>
                <a:cs typeface="Arial"/>
              </a:rPr>
              <a:t>Puffer,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spc="-20" dirty="0">
                <a:latin typeface="Arial"/>
                <a:cs typeface="Arial"/>
              </a:rPr>
              <a:t>z.B.</a:t>
            </a:r>
            <a:endParaRPr sz="2100">
              <a:latin typeface="Arial"/>
              <a:cs typeface="Arial"/>
            </a:endParaRPr>
          </a:p>
          <a:p>
            <a:pPr marL="697865">
              <a:lnSpc>
                <a:spcPts val="2270"/>
              </a:lnSpc>
            </a:pPr>
            <a:r>
              <a:rPr sz="2100" spc="-114" dirty="0">
                <a:latin typeface="Arial"/>
                <a:cs typeface="Arial"/>
              </a:rPr>
              <a:t>gemeinsamen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Speicher)</a:t>
            </a:r>
            <a:endParaRPr sz="2100">
              <a:latin typeface="Arial"/>
              <a:cs typeface="Arial"/>
            </a:endParaRPr>
          </a:p>
          <a:p>
            <a:pPr>
              <a:spcBef>
                <a:spcPts val="2225"/>
              </a:spcBef>
            </a:pPr>
            <a:endParaRPr sz="2100">
              <a:latin typeface="Arial"/>
              <a:cs typeface="Arial"/>
            </a:endParaRPr>
          </a:p>
          <a:p>
            <a:pPr marL="241300" marR="215900" indent="-228600">
              <a:lnSpc>
                <a:spcPts val="2210"/>
              </a:lnSpc>
            </a:pPr>
            <a:r>
              <a:rPr sz="2300" b="1" spc="-195" dirty="0">
                <a:latin typeface="Arial"/>
                <a:cs typeface="Arial"/>
              </a:rPr>
              <a:t>Verwechslungsgefahr</a:t>
            </a:r>
            <a:r>
              <a:rPr sz="2300" b="1" spc="-10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mit</a:t>
            </a:r>
            <a:r>
              <a:rPr sz="2300" spc="-85" dirty="0">
                <a:latin typeface="Arial"/>
                <a:cs typeface="Arial"/>
              </a:rPr>
              <a:t> </a:t>
            </a:r>
            <a:r>
              <a:rPr sz="2300" spc="-135" dirty="0">
                <a:latin typeface="Arial"/>
                <a:cs typeface="Arial"/>
              </a:rPr>
              <a:t>Synchronen</a:t>
            </a:r>
            <a:r>
              <a:rPr sz="2300" spc="-85" dirty="0">
                <a:latin typeface="Arial"/>
                <a:cs typeface="Arial"/>
              </a:rPr>
              <a:t> und</a:t>
            </a:r>
            <a:r>
              <a:rPr sz="2300" spc="-60" dirty="0">
                <a:latin typeface="Arial"/>
                <a:cs typeface="Arial"/>
              </a:rPr>
              <a:t> </a:t>
            </a:r>
            <a:r>
              <a:rPr sz="2300" spc="-95" dirty="0">
                <a:latin typeface="Arial"/>
                <a:cs typeface="Arial"/>
              </a:rPr>
              <a:t>Asynchronen </a:t>
            </a:r>
            <a:r>
              <a:rPr sz="2300" spc="-10" dirty="0">
                <a:latin typeface="Arial"/>
                <a:cs typeface="Arial"/>
              </a:rPr>
              <a:t>Zeitmodellen!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8160" y="1937786"/>
            <a:ext cx="3566922" cy="65304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698268" y="2026572"/>
            <a:ext cx="13074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90" dirty="0">
                <a:solidFill>
                  <a:srgbClr val="FFFFFF"/>
                </a:solidFill>
                <a:latin typeface="Arial"/>
                <a:cs typeface="Arial"/>
              </a:rPr>
              <a:t>Telefonieren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7324" y="3292622"/>
            <a:ext cx="3397758" cy="65304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010687" y="3381790"/>
            <a:ext cx="6851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215" dirty="0">
                <a:solidFill>
                  <a:srgbClr val="FFFFFF"/>
                </a:solidFill>
                <a:latin typeface="Arial"/>
                <a:cs typeface="Arial"/>
              </a:rPr>
              <a:t>E-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Mail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4920" y="342126"/>
            <a:ext cx="759890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254" dirty="0"/>
              <a:t>Synchrone</a:t>
            </a:r>
            <a:r>
              <a:rPr spc="-190" dirty="0"/>
              <a:t> </a:t>
            </a:r>
            <a:r>
              <a:rPr spc="-135" dirty="0"/>
              <a:t>Kommunikation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7893" y="1969389"/>
            <a:ext cx="7319009" cy="26520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10" dirty="0">
                <a:latin typeface="Arial"/>
                <a:cs typeface="Arial"/>
              </a:rPr>
              <a:t>Beispiel: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regelmäßiges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Abfragen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von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Sensordaten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</a:t>
            </a:r>
            <a:r>
              <a:rPr sz="2400" i="1" spc="-10" dirty="0">
                <a:latin typeface="Arial"/>
                <a:cs typeface="Arial"/>
              </a:rPr>
              <a:t>Polling</a:t>
            </a:r>
            <a:r>
              <a:rPr sz="2400" spc="-10" dirty="0">
                <a:latin typeface="Arial"/>
                <a:cs typeface="Arial"/>
              </a:rPr>
              <a:t>)</a:t>
            </a:r>
            <a:endParaRPr sz="2400" dirty="0">
              <a:latin typeface="Arial"/>
              <a:cs typeface="Arial"/>
            </a:endParaRPr>
          </a:p>
          <a:p>
            <a:pPr marL="697865" indent="-227965">
              <a:spcBef>
                <a:spcPts val="290"/>
              </a:spcBef>
              <a:buClr>
                <a:srgbClr val="2D75B6"/>
              </a:buClr>
              <a:buSzPct val="110000"/>
              <a:buChar char="•"/>
              <a:tabLst>
                <a:tab pos="697865" algn="l"/>
              </a:tabLst>
            </a:pPr>
            <a:r>
              <a:rPr sz="2000" spc="-120" dirty="0">
                <a:latin typeface="Arial"/>
                <a:cs typeface="Arial"/>
              </a:rPr>
              <a:t>Abhängig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von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gemessenen</a:t>
            </a:r>
            <a:r>
              <a:rPr sz="2000" spc="-65" dirty="0">
                <a:latin typeface="Arial"/>
                <a:cs typeface="Arial"/>
              </a:rPr>
              <a:t> Werten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werden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Aktionen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gestartet</a:t>
            </a:r>
            <a:endParaRPr sz="2000" dirty="0">
              <a:latin typeface="Arial"/>
              <a:cs typeface="Arial"/>
            </a:endParaRPr>
          </a:p>
          <a:p>
            <a:pPr marL="697865" indent="-227965">
              <a:lnSpc>
                <a:spcPts val="2280"/>
              </a:lnSpc>
              <a:spcBef>
                <a:spcPts val="250"/>
              </a:spcBef>
              <a:buClr>
                <a:srgbClr val="2D75B6"/>
              </a:buClr>
              <a:buSzPct val="110000"/>
              <a:buChar char="•"/>
              <a:tabLst>
                <a:tab pos="697865" algn="l"/>
              </a:tabLst>
            </a:pPr>
            <a:r>
              <a:rPr sz="2000" spc="-145" dirty="0">
                <a:latin typeface="Arial"/>
                <a:cs typeface="Arial"/>
              </a:rPr>
              <a:t>Danach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nimmt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„Messprozess“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seine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Arbeit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wieder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auf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und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misst</a:t>
            </a:r>
            <a:endParaRPr sz="2000" dirty="0">
              <a:latin typeface="Arial"/>
              <a:cs typeface="Arial"/>
            </a:endParaRPr>
          </a:p>
          <a:p>
            <a:pPr marL="697865">
              <a:lnSpc>
                <a:spcPts val="2280"/>
              </a:lnSpc>
            </a:pPr>
            <a:r>
              <a:rPr sz="2000" spc="-40" dirty="0">
                <a:latin typeface="Arial"/>
                <a:cs typeface="Arial"/>
              </a:rPr>
              <a:t>erneut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Sensordaten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>
              <a:spcBef>
                <a:spcPts val="55"/>
              </a:spcBef>
            </a:pPr>
            <a:endParaRPr sz="2000" dirty="0">
              <a:latin typeface="Arial"/>
              <a:cs typeface="Arial"/>
            </a:endParaRPr>
          </a:p>
          <a:p>
            <a:pPr marL="464820" marR="227965" indent="-452755">
              <a:lnSpc>
                <a:spcPts val="2570"/>
              </a:lnSpc>
            </a:pPr>
            <a:r>
              <a:rPr sz="2400" spc="-240" dirty="0">
                <a:latin typeface="Wingdings"/>
                <a:cs typeface="Wingdings"/>
              </a:rPr>
              <a:t>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Arial"/>
                <a:cs typeface="Arial"/>
              </a:rPr>
              <a:t>Synchrone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Kommunikation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zwischen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75" dirty="0">
                <a:latin typeface="Arial"/>
                <a:cs typeface="Arial"/>
              </a:rPr>
              <a:t>Messprozess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und </a:t>
            </a:r>
            <a:r>
              <a:rPr sz="2400" spc="-200" dirty="0">
                <a:latin typeface="Arial"/>
                <a:cs typeface="Arial"/>
              </a:rPr>
              <a:t>Prozess,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der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darauf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reagiert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5614" y="4823460"/>
            <a:ext cx="1411224" cy="117195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03070" y="5241387"/>
            <a:ext cx="2583867" cy="79024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69234" y="632214"/>
            <a:ext cx="724109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225" dirty="0"/>
              <a:t>Asynchrone</a:t>
            </a:r>
            <a:r>
              <a:rPr spc="-204" dirty="0"/>
              <a:t> </a:t>
            </a:r>
            <a:r>
              <a:rPr spc="-135" dirty="0"/>
              <a:t>Kommunikation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37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043899" y="1867822"/>
            <a:ext cx="7733665" cy="35272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155" dirty="0">
                <a:latin typeface="Arial"/>
                <a:cs typeface="Arial"/>
              </a:rPr>
              <a:t>Senden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und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Empfangen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von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Nachrichten </a:t>
            </a:r>
            <a:r>
              <a:rPr sz="2000" spc="-120" dirty="0">
                <a:latin typeface="Arial"/>
                <a:cs typeface="Arial"/>
              </a:rPr>
              <a:t>kann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b="1" spc="-125" dirty="0">
                <a:latin typeface="Arial"/>
                <a:cs typeface="Arial"/>
              </a:rPr>
              <a:t>zeitlich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125" dirty="0">
                <a:latin typeface="Arial"/>
                <a:cs typeface="Arial"/>
              </a:rPr>
              <a:t>versetzt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geschehen</a:t>
            </a:r>
            <a:endParaRPr sz="2000" dirty="0">
              <a:latin typeface="Arial"/>
              <a:cs typeface="Arial"/>
            </a:endParaRPr>
          </a:p>
          <a:p>
            <a:pPr marL="12700">
              <a:spcBef>
                <a:spcPts val="1560"/>
              </a:spcBef>
            </a:pPr>
            <a:r>
              <a:rPr sz="2000" spc="-90" dirty="0">
                <a:latin typeface="Arial"/>
                <a:cs typeface="Arial"/>
              </a:rPr>
              <a:t>Problem: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Nachrichten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müssen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b="1" spc="-160" dirty="0">
                <a:latin typeface="Arial"/>
                <a:cs typeface="Arial"/>
              </a:rPr>
              <a:t>zwischengelagert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werden</a:t>
            </a:r>
            <a:endParaRPr sz="2000" dirty="0">
              <a:latin typeface="Arial"/>
              <a:cs typeface="Arial"/>
            </a:endParaRPr>
          </a:p>
          <a:p>
            <a:pPr marL="697865" indent="-228600">
              <a:spcBef>
                <a:spcPts val="260"/>
              </a:spcBef>
              <a:buClr>
                <a:srgbClr val="2D75B6"/>
              </a:buClr>
              <a:buSzPct val="110000"/>
              <a:buFont typeface="Arial"/>
              <a:buChar char="•"/>
              <a:tabLst>
                <a:tab pos="697865" algn="l"/>
              </a:tabLst>
            </a:pPr>
            <a:r>
              <a:rPr sz="2000" b="1" spc="-145" dirty="0">
                <a:latin typeface="Arial"/>
                <a:cs typeface="Arial"/>
              </a:rPr>
              <a:t>gleichzeitiger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35" dirty="0">
                <a:latin typeface="Arial"/>
                <a:cs typeface="Arial"/>
              </a:rPr>
              <a:t>Zugriff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muss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b="1" spc="-110" dirty="0">
                <a:latin typeface="Arial"/>
                <a:cs typeface="Arial"/>
              </a:rPr>
              <a:t>verhindert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werden</a:t>
            </a:r>
            <a:endParaRPr sz="2000" dirty="0">
              <a:latin typeface="Arial"/>
              <a:cs typeface="Arial"/>
            </a:endParaRPr>
          </a:p>
          <a:p>
            <a:pPr marL="12700">
              <a:spcBef>
                <a:spcPts val="1565"/>
              </a:spcBef>
            </a:pPr>
            <a:r>
              <a:rPr sz="2000" spc="-150" dirty="0">
                <a:latin typeface="Arial"/>
                <a:cs typeface="Arial"/>
              </a:rPr>
              <a:t>Lösung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mit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b="1" spc="-170" dirty="0">
                <a:latin typeface="Arial"/>
                <a:cs typeface="Arial"/>
              </a:rPr>
              <a:t>Semaphore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(oder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Monitoren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und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Locks)</a:t>
            </a:r>
            <a:endParaRPr sz="2000" dirty="0">
              <a:latin typeface="Arial"/>
              <a:cs typeface="Arial"/>
            </a:endParaRPr>
          </a:p>
          <a:p>
            <a:pPr marL="697865" indent="-228600">
              <a:spcBef>
                <a:spcPts val="250"/>
              </a:spcBef>
              <a:buClr>
                <a:srgbClr val="2D75B6"/>
              </a:buClr>
              <a:buSzPct val="110000"/>
              <a:buChar char="•"/>
              <a:tabLst>
                <a:tab pos="697865" algn="l"/>
              </a:tabLst>
            </a:pPr>
            <a:r>
              <a:rPr sz="2000" spc="-145" dirty="0">
                <a:latin typeface="Arial"/>
                <a:cs typeface="Arial"/>
              </a:rPr>
              <a:t>z.B.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in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Betriebssystemen,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signalisiert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Belegung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von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Betriebsmitteln</a:t>
            </a:r>
            <a:endParaRPr sz="2000" dirty="0">
              <a:latin typeface="Arial"/>
              <a:cs typeface="Arial"/>
            </a:endParaRPr>
          </a:p>
          <a:p>
            <a:pPr marL="12700">
              <a:spcBef>
                <a:spcPts val="1560"/>
              </a:spcBef>
            </a:pPr>
            <a:r>
              <a:rPr sz="2000" spc="-150" dirty="0">
                <a:latin typeface="Arial"/>
                <a:cs typeface="Arial"/>
              </a:rPr>
              <a:t>Lösung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mit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b="1" spc="-165" dirty="0">
                <a:latin typeface="Arial"/>
                <a:cs typeface="Arial"/>
              </a:rPr>
              <a:t>gemeinsamem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45" dirty="0">
                <a:latin typeface="Arial"/>
                <a:cs typeface="Arial"/>
              </a:rPr>
              <a:t>Speicher</a:t>
            </a:r>
            <a:endParaRPr sz="2000" dirty="0">
              <a:latin typeface="Arial"/>
              <a:cs typeface="Arial"/>
            </a:endParaRPr>
          </a:p>
          <a:p>
            <a:pPr marL="697865" indent="-228600">
              <a:spcBef>
                <a:spcPts val="265"/>
              </a:spcBef>
              <a:buClr>
                <a:srgbClr val="2D75B6"/>
              </a:buClr>
              <a:buSzPct val="110000"/>
              <a:buChar char="•"/>
              <a:tabLst>
                <a:tab pos="697865" algn="l"/>
              </a:tabLst>
            </a:pPr>
            <a:r>
              <a:rPr sz="2000" spc="-145" dirty="0">
                <a:latin typeface="Arial"/>
                <a:cs typeface="Arial"/>
              </a:rPr>
              <a:t>z.B.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durch</a:t>
            </a:r>
            <a:r>
              <a:rPr sz="2000" spc="-114" dirty="0">
                <a:latin typeface="Arial"/>
                <a:cs typeface="Arial"/>
              </a:rPr>
              <a:t> Reservierung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eines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Teils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50" dirty="0">
                <a:latin typeface="Arial"/>
                <a:cs typeface="Arial"/>
              </a:rPr>
              <a:t>des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Hauptspeichers</a:t>
            </a:r>
            <a:endParaRPr sz="2000" dirty="0">
              <a:latin typeface="Arial"/>
              <a:cs typeface="Arial"/>
            </a:endParaRPr>
          </a:p>
          <a:p>
            <a:pPr marL="697865" marR="5080" indent="-228600">
              <a:lnSpc>
                <a:spcPts val="2160"/>
              </a:lnSpc>
              <a:spcBef>
                <a:spcPts val="540"/>
              </a:spcBef>
              <a:buClr>
                <a:srgbClr val="2D75B6"/>
              </a:buClr>
              <a:buSzPct val="110000"/>
              <a:buChar char="•"/>
              <a:tabLst>
                <a:tab pos="697865" algn="l"/>
              </a:tabLst>
            </a:pPr>
            <a:r>
              <a:rPr sz="2000" spc="-114" dirty="0">
                <a:latin typeface="Arial"/>
                <a:cs typeface="Arial"/>
              </a:rPr>
              <a:t>auch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hier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40" dirty="0">
                <a:latin typeface="Arial"/>
                <a:cs typeface="Arial"/>
              </a:rPr>
              <a:t>müssen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75" dirty="0">
                <a:latin typeface="Arial"/>
                <a:cs typeface="Arial"/>
              </a:rPr>
              <a:t>Prozesse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benachrichtigt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werden,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80" dirty="0">
                <a:latin typeface="Arial"/>
                <a:cs typeface="Arial"/>
              </a:rPr>
              <a:t>dass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Botschaften </a:t>
            </a:r>
            <a:r>
              <a:rPr sz="2000" dirty="0">
                <a:latin typeface="Arial"/>
                <a:cs typeface="Arial"/>
              </a:rPr>
              <a:t>für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sie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vorliegen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5251" y="842648"/>
            <a:ext cx="40639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235" dirty="0"/>
              <a:t>Semaphore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38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98714" y="1760982"/>
            <a:ext cx="8541812" cy="425437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spcBef>
                <a:spcPts val="975"/>
              </a:spcBef>
            </a:pPr>
            <a:r>
              <a:rPr sz="2400" spc="-75" dirty="0">
                <a:latin typeface="Arial"/>
                <a:cs typeface="Arial"/>
              </a:rPr>
              <a:t>Begriff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stammt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b="1" spc="-254" dirty="0">
                <a:latin typeface="Arial"/>
                <a:cs typeface="Arial"/>
              </a:rPr>
              <a:t>aus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spc="-145" dirty="0">
                <a:latin typeface="Arial"/>
                <a:cs typeface="Arial"/>
              </a:rPr>
              <a:t>der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130" dirty="0">
                <a:latin typeface="Arial"/>
                <a:cs typeface="Arial"/>
              </a:rPr>
              <a:t>Eisenbahntechnik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ts val="2395"/>
              </a:lnSpc>
              <a:spcBef>
                <a:spcPts val="770"/>
              </a:spcBef>
            </a:pPr>
            <a:r>
              <a:rPr sz="2100" spc="-140" dirty="0">
                <a:latin typeface="Arial"/>
                <a:cs typeface="Arial"/>
              </a:rPr>
              <a:t>Signal</a:t>
            </a:r>
            <a:r>
              <a:rPr sz="2100" spc="-80" dirty="0">
                <a:latin typeface="Arial"/>
                <a:cs typeface="Arial"/>
              </a:rPr>
              <a:t> </a:t>
            </a:r>
            <a:r>
              <a:rPr sz="2100" spc="-105" dirty="0">
                <a:latin typeface="Arial"/>
                <a:cs typeface="Arial"/>
              </a:rPr>
              <a:t>zeigt</a:t>
            </a:r>
            <a:r>
              <a:rPr sz="2100" spc="-70" dirty="0">
                <a:latin typeface="Arial"/>
                <a:cs typeface="Arial"/>
              </a:rPr>
              <a:t> </a:t>
            </a:r>
            <a:r>
              <a:rPr sz="2100" spc="-105" dirty="0">
                <a:latin typeface="Arial"/>
                <a:cs typeface="Arial"/>
              </a:rPr>
              <a:t>an,</a:t>
            </a:r>
            <a:r>
              <a:rPr sz="2100" spc="-90" dirty="0">
                <a:latin typeface="Arial"/>
                <a:cs typeface="Arial"/>
              </a:rPr>
              <a:t> </a:t>
            </a:r>
            <a:r>
              <a:rPr sz="2100" spc="-70" dirty="0">
                <a:latin typeface="Arial"/>
                <a:cs typeface="Arial"/>
              </a:rPr>
              <a:t>ob</a:t>
            </a:r>
            <a:r>
              <a:rPr sz="2100" spc="-90" dirty="0">
                <a:latin typeface="Arial"/>
                <a:cs typeface="Arial"/>
              </a:rPr>
              <a:t> </a:t>
            </a:r>
            <a:r>
              <a:rPr sz="2100" spc="-65" dirty="0">
                <a:latin typeface="Arial"/>
                <a:cs typeface="Arial"/>
              </a:rPr>
              <a:t>ein </a:t>
            </a:r>
            <a:r>
              <a:rPr sz="2100" spc="-190" dirty="0">
                <a:latin typeface="Arial"/>
                <a:cs typeface="Arial"/>
              </a:rPr>
              <a:t>Zug</a:t>
            </a:r>
            <a:r>
              <a:rPr sz="2100" spc="-85" dirty="0">
                <a:latin typeface="Arial"/>
                <a:cs typeface="Arial"/>
              </a:rPr>
              <a:t> </a:t>
            </a:r>
            <a:r>
              <a:rPr sz="2100" spc="-75" dirty="0">
                <a:latin typeface="Arial"/>
                <a:cs typeface="Arial"/>
              </a:rPr>
              <a:t>eine </a:t>
            </a:r>
            <a:r>
              <a:rPr sz="2100" b="1" spc="-175" dirty="0">
                <a:latin typeface="Arial"/>
                <a:cs typeface="Arial"/>
              </a:rPr>
              <a:t>„geschützte</a:t>
            </a:r>
            <a:r>
              <a:rPr sz="2100" b="1" spc="-100" dirty="0">
                <a:latin typeface="Arial"/>
                <a:cs typeface="Arial"/>
              </a:rPr>
              <a:t> </a:t>
            </a:r>
            <a:r>
              <a:rPr sz="2100" b="1" spc="-220" dirty="0">
                <a:latin typeface="Arial"/>
                <a:cs typeface="Arial"/>
              </a:rPr>
              <a:t>Ressource“</a:t>
            </a:r>
            <a:r>
              <a:rPr sz="2100" b="1" spc="-85" dirty="0">
                <a:latin typeface="Arial"/>
                <a:cs typeface="Arial"/>
              </a:rPr>
              <a:t> </a:t>
            </a:r>
            <a:r>
              <a:rPr sz="2100" b="1" spc="-130" dirty="0">
                <a:latin typeface="Arial"/>
                <a:cs typeface="Arial"/>
              </a:rPr>
              <a:t>(Gleisabschnitt)</a:t>
            </a:r>
            <a:endParaRPr sz="2100" dirty="0">
              <a:latin typeface="Arial"/>
              <a:cs typeface="Arial"/>
            </a:endParaRPr>
          </a:p>
          <a:p>
            <a:pPr marL="241300">
              <a:lnSpc>
                <a:spcPts val="2395"/>
              </a:lnSpc>
            </a:pPr>
            <a:r>
              <a:rPr sz="2100" spc="-100" dirty="0">
                <a:latin typeface="Arial"/>
                <a:cs typeface="Arial"/>
              </a:rPr>
              <a:t>belegen</a:t>
            </a:r>
            <a:r>
              <a:rPr sz="2100" spc="-90" dirty="0">
                <a:latin typeface="Arial"/>
                <a:cs typeface="Arial"/>
              </a:rPr>
              <a:t> </a:t>
            </a:r>
            <a:r>
              <a:rPr sz="2100" spc="-20" dirty="0">
                <a:latin typeface="Arial"/>
                <a:cs typeface="Arial"/>
              </a:rPr>
              <a:t>darf</a:t>
            </a:r>
            <a:endParaRPr sz="2100" dirty="0">
              <a:latin typeface="Arial"/>
              <a:cs typeface="Arial"/>
            </a:endParaRPr>
          </a:p>
          <a:p>
            <a:pPr>
              <a:spcBef>
                <a:spcPts val="1870"/>
              </a:spcBef>
            </a:pPr>
            <a:endParaRPr sz="2100" dirty="0">
              <a:latin typeface="Arial"/>
              <a:cs typeface="Arial"/>
            </a:endParaRPr>
          </a:p>
          <a:p>
            <a:pPr marL="12700">
              <a:lnSpc>
                <a:spcPts val="2735"/>
              </a:lnSpc>
            </a:pPr>
            <a:r>
              <a:rPr sz="2400" spc="-180" dirty="0">
                <a:latin typeface="Arial"/>
                <a:cs typeface="Arial"/>
              </a:rPr>
              <a:t>Von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Dijkstra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1965</a:t>
            </a:r>
            <a:r>
              <a:rPr sz="2400" spc="-114" dirty="0">
                <a:latin typeface="Arial"/>
                <a:cs typeface="Arial"/>
              </a:rPr>
              <a:t> erstmals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b="1" spc="-145" dirty="0">
                <a:latin typeface="Arial"/>
                <a:cs typeface="Arial"/>
              </a:rPr>
              <a:t>auf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125" dirty="0">
                <a:latin typeface="Arial"/>
                <a:cs typeface="Arial"/>
              </a:rPr>
              <a:t>Informatik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angewendet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zum</a:t>
            </a:r>
            <a:endParaRPr sz="2400" dirty="0">
              <a:latin typeface="Arial"/>
              <a:cs typeface="Arial"/>
            </a:endParaRPr>
          </a:p>
          <a:p>
            <a:pPr marL="241300">
              <a:lnSpc>
                <a:spcPts val="2735"/>
              </a:lnSpc>
            </a:pPr>
            <a:r>
              <a:rPr sz="2400" b="1" spc="-240" dirty="0">
                <a:latin typeface="Arial"/>
                <a:cs typeface="Arial"/>
              </a:rPr>
              <a:t>Schutz</a:t>
            </a:r>
            <a:r>
              <a:rPr sz="2400" b="1" spc="-125" dirty="0">
                <a:latin typeface="Arial"/>
                <a:cs typeface="Arial"/>
              </a:rPr>
              <a:t> </a:t>
            </a:r>
            <a:r>
              <a:rPr sz="2400" b="1" spc="-195" dirty="0">
                <a:latin typeface="Arial"/>
                <a:cs typeface="Arial"/>
              </a:rPr>
              <a:t>von</a:t>
            </a:r>
            <a:r>
              <a:rPr sz="2400" b="1" spc="-125" dirty="0">
                <a:latin typeface="Arial"/>
                <a:cs typeface="Arial"/>
              </a:rPr>
              <a:t> </a:t>
            </a:r>
            <a:r>
              <a:rPr sz="2400" b="1" spc="-130" dirty="0">
                <a:latin typeface="Arial"/>
                <a:cs typeface="Arial"/>
              </a:rPr>
              <a:t>Speicherbereichen</a:t>
            </a:r>
            <a:endParaRPr sz="2400" dirty="0">
              <a:latin typeface="Arial"/>
              <a:cs typeface="Arial"/>
            </a:endParaRPr>
          </a:p>
          <a:p>
            <a:pPr>
              <a:spcBef>
                <a:spcPts val="1550"/>
              </a:spcBef>
            </a:pPr>
            <a:endParaRPr sz="2400" dirty="0">
              <a:latin typeface="Arial"/>
              <a:cs typeface="Arial"/>
            </a:endParaRPr>
          </a:p>
          <a:p>
            <a:pPr marL="12700"/>
            <a:r>
              <a:rPr sz="2400" spc="-155" dirty="0">
                <a:latin typeface="Arial"/>
                <a:cs typeface="Arial"/>
              </a:rPr>
              <a:t>Zwei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Operationen:</a:t>
            </a:r>
            <a:endParaRPr sz="2400" dirty="0">
              <a:latin typeface="Arial"/>
              <a:cs typeface="Arial"/>
            </a:endParaRPr>
          </a:p>
          <a:p>
            <a:pPr marL="240665" indent="-227965">
              <a:spcBef>
                <a:spcPts val="770"/>
              </a:spcBef>
              <a:buClr>
                <a:srgbClr val="2D75B6"/>
              </a:buClr>
              <a:buSzPct val="109523"/>
              <a:buChar char="•"/>
              <a:tabLst>
                <a:tab pos="240665" algn="l"/>
              </a:tabLst>
            </a:pPr>
            <a:r>
              <a:rPr sz="2100" spc="-10" dirty="0">
                <a:latin typeface="Arial"/>
                <a:cs typeface="Arial"/>
              </a:rPr>
              <a:t>Belegen</a:t>
            </a:r>
            <a:endParaRPr sz="2100" dirty="0">
              <a:latin typeface="Arial"/>
              <a:cs typeface="Arial"/>
            </a:endParaRPr>
          </a:p>
          <a:p>
            <a:pPr marL="240665" indent="-227965">
              <a:spcBef>
                <a:spcPts val="745"/>
              </a:spcBef>
              <a:buClr>
                <a:srgbClr val="2D75B6"/>
              </a:buClr>
              <a:buSzPct val="109523"/>
              <a:buChar char="•"/>
              <a:tabLst>
                <a:tab pos="240665" algn="l"/>
              </a:tabLst>
            </a:pPr>
            <a:r>
              <a:rPr sz="2100" spc="-10" dirty="0">
                <a:latin typeface="Arial"/>
                <a:cs typeface="Arial"/>
              </a:rPr>
              <a:t>Freigeben</a:t>
            </a:r>
            <a:endParaRPr sz="2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8016" y="776501"/>
            <a:ext cx="40639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45" dirty="0"/>
              <a:t>Ablauf </a:t>
            </a:r>
            <a:r>
              <a:rPr dirty="0"/>
              <a:t>mit</a:t>
            </a:r>
            <a:r>
              <a:rPr spc="-140" dirty="0"/>
              <a:t> </a:t>
            </a:r>
            <a:r>
              <a:rPr spc="-229" dirty="0"/>
              <a:t>Semaphore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39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74688" y="2089508"/>
            <a:ext cx="7714615" cy="3382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740"/>
              </a:lnSpc>
              <a:spcBef>
                <a:spcPts val="100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0665" algn="l"/>
              </a:tabLst>
            </a:pPr>
            <a:r>
              <a:rPr sz="2400" spc="-140" dirty="0">
                <a:latin typeface="Arial"/>
                <a:cs typeface="Arial"/>
              </a:rPr>
              <a:t>Beim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b="1" spc="-140" dirty="0">
                <a:latin typeface="Arial"/>
                <a:cs typeface="Arial"/>
              </a:rPr>
              <a:t>Betreten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190" dirty="0">
                <a:latin typeface="Arial"/>
                <a:cs typeface="Arial"/>
              </a:rPr>
              <a:t>eines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spc="-170" dirty="0">
                <a:latin typeface="Arial"/>
                <a:cs typeface="Arial"/>
              </a:rPr>
              <a:t>kritischen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spc="-210" dirty="0">
                <a:latin typeface="Arial"/>
                <a:cs typeface="Arial"/>
              </a:rPr>
              <a:t>Abschnitts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rufen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Prozesse</a:t>
            </a:r>
            <a:endParaRPr sz="2400" dirty="0">
              <a:latin typeface="Arial"/>
              <a:cs typeface="Arial"/>
            </a:endParaRPr>
          </a:p>
          <a:p>
            <a:pPr marL="241300">
              <a:lnSpc>
                <a:spcPts val="2740"/>
              </a:lnSpc>
            </a:pPr>
            <a:r>
              <a:rPr sz="2400" spc="-75" dirty="0">
                <a:latin typeface="Arial"/>
                <a:cs typeface="Arial"/>
              </a:rPr>
              <a:t>die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Operation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b="1" spc="-210" dirty="0">
                <a:solidFill>
                  <a:srgbClr val="4471C4"/>
                </a:solidFill>
                <a:latin typeface="Arial"/>
                <a:cs typeface="Arial"/>
              </a:rPr>
              <a:t>Belegen</a:t>
            </a:r>
            <a:r>
              <a:rPr sz="2400" b="1" spc="-125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auf</a:t>
            </a:r>
            <a:endParaRPr sz="2400" dirty="0">
              <a:latin typeface="Arial"/>
              <a:cs typeface="Arial"/>
            </a:endParaRPr>
          </a:p>
          <a:p>
            <a:pPr marL="241300" marR="21590" indent="-228600">
              <a:lnSpc>
                <a:spcPts val="2590"/>
              </a:lnSpc>
              <a:spcBef>
                <a:spcPts val="1839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1300" algn="l"/>
              </a:tabLst>
            </a:pPr>
            <a:r>
              <a:rPr sz="2400" spc="-130" dirty="0">
                <a:latin typeface="Arial"/>
                <a:cs typeface="Arial"/>
              </a:rPr>
              <a:t>Beim </a:t>
            </a:r>
            <a:r>
              <a:rPr sz="2400" b="1" spc="-210" dirty="0">
                <a:latin typeface="Arial"/>
                <a:cs typeface="Arial"/>
              </a:rPr>
              <a:t>Verlassen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spc="-240" dirty="0">
                <a:latin typeface="Arial"/>
                <a:cs typeface="Arial"/>
              </a:rPr>
              <a:t>des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170" dirty="0">
                <a:latin typeface="Arial"/>
                <a:cs typeface="Arial"/>
              </a:rPr>
              <a:t>kritischen</a:t>
            </a:r>
            <a:r>
              <a:rPr sz="2400" b="1" spc="-114" dirty="0">
                <a:latin typeface="Arial"/>
                <a:cs typeface="Arial"/>
              </a:rPr>
              <a:t> </a:t>
            </a:r>
            <a:r>
              <a:rPr sz="2400" b="1" spc="-204" dirty="0">
                <a:latin typeface="Arial"/>
                <a:cs typeface="Arial"/>
              </a:rPr>
              <a:t>Abschnitts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rufen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204" dirty="0">
                <a:latin typeface="Arial"/>
                <a:cs typeface="Arial"/>
              </a:rPr>
              <a:t>Prozesse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die </a:t>
            </a:r>
            <a:r>
              <a:rPr sz="2400" spc="-90" dirty="0">
                <a:latin typeface="Arial"/>
                <a:cs typeface="Arial"/>
              </a:rPr>
              <a:t>Operation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b="1" spc="-190" dirty="0">
                <a:solidFill>
                  <a:srgbClr val="4471C4"/>
                </a:solidFill>
                <a:latin typeface="Arial"/>
                <a:cs typeface="Arial"/>
              </a:rPr>
              <a:t>Freigeben</a:t>
            </a:r>
            <a:r>
              <a:rPr sz="2400" b="1" spc="-105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auf</a:t>
            </a:r>
            <a:endParaRPr sz="2400" dirty="0">
              <a:latin typeface="Arial"/>
              <a:cs typeface="Arial"/>
            </a:endParaRPr>
          </a:p>
          <a:p>
            <a:pPr marL="241300" marR="5080" indent="-228600">
              <a:lnSpc>
                <a:spcPts val="2590"/>
              </a:lnSpc>
              <a:spcBef>
                <a:spcPts val="1805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1300" algn="l"/>
              </a:tabLst>
            </a:pPr>
            <a:r>
              <a:rPr sz="2400" spc="-105" dirty="0">
                <a:latin typeface="Arial"/>
                <a:cs typeface="Arial"/>
              </a:rPr>
              <a:t>wenn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die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Semaphore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b="1" spc="-150" dirty="0">
                <a:latin typeface="Arial"/>
                <a:cs typeface="Arial"/>
              </a:rPr>
              <a:t>bereits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spc="-155" dirty="0">
                <a:latin typeface="Arial"/>
                <a:cs typeface="Arial"/>
              </a:rPr>
              <a:t>belegt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ist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werden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95" dirty="0">
                <a:latin typeface="Arial"/>
                <a:cs typeface="Arial"/>
              </a:rPr>
              <a:t>Prozesse,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die </a:t>
            </a:r>
            <a:r>
              <a:rPr sz="2400" spc="-75" dirty="0">
                <a:latin typeface="Arial"/>
                <a:cs typeface="Arial"/>
              </a:rPr>
              <a:t>die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Operation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b="1" spc="-210" dirty="0">
                <a:solidFill>
                  <a:srgbClr val="4471C4"/>
                </a:solidFill>
                <a:latin typeface="Arial"/>
                <a:cs typeface="Arial"/>
              </a:rPr>
              <a:t>Belegen</a:t>
            </a:r>
            <a:r>
              <a:rPr sz="2400" b="1" spc="-114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2400" b="1" spc="-130" dirty="0">
                <a:latin typeface="Arial"/>
                <a:cs typeface="Arial"/>
              </a:rPr>
              <a:t>aufrufen</a:t>
            </a:r>
            <a:r>
              <a:rPr sz="2400" spc="-130" dirty="0">
                <a:latin typeface="Arial"/>
                <a:cs typeface="Arial"/>
              </a:rPr>
              <a:t>,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blockiert</a:t>
            </a:r>
            <a:endParaRPr sz="2400" dirty="0">
              <a:latin typeface="Arial"/>
              <a:cs typeface="Arial"/>
            </a:endParaRPr>
          </a:p>
          <a:p>
            <a:pPr marL="241300" marR="125730" indent="-228600">
              <a:lnSpc>
                <a:spcPts val="2590"/>
              </a:lnSpc>
              <a:spcBef>
                <a:spcPts val="1805"/>
              </a:spcBef>
              <a:buClr>
                <a:srgbClr val="2D75B6"/>
              </a:buClr>
              <a:buSzPct val="110416"/>
              <a:buFont typeface="Wingdings"/>
              <a:buChar char=""/>
              <a:tabLst>
                <a:tab pos="241300" algn="l"/>
              </a:tabLst>
            </a:pPr>
            <a:r>
              <a:rPr sz="2400" spc="-105" dirty="0">
                <a:latin typeface="Arial"/>
                <a:cs typeface="Arial"/>
              </a:rPr>
              <a:t>wenn </a:t>
            </a:r>
            <a:r>
              <a:rPr sz="2400" spc="-75" dirty="0">
                <a:latin typeface="Arial"/>
                <a:cs typeface="Arial"/>
              </a:rPr>
              <a:t>der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erste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215" dirty="0">
                <a:latin typeface="Arial"/>
                <a:cs typeface="Arial"/>
              </a:rPr>
              <a:t>Prozess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die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b="1" spc="-200" dirty="0">
                <a:latin typeface="Arial"/>
                <a:cs typeface="Arial"/>
              </a:rPr>
              <a:t>Semaphore</a:t>
            </a:r>
            <a:r>
              <a:rPr sz="2400" b="1" spc="-125" dirty="0">
                <a:latin typeface="Arial"/>
                <a:cs typeface="Arial"/>
              </a:rPr>
              <a:t> </a:t>
            </a:r>
            <a:r>
              <a:rPr sz="2400" b="1" spc="-175" dirty="0">
                <a:latin typeface="Arial"/>
                <a:cs typeface="Arial"/>
              </a:rPr>
              <a:t>freigegeben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hat, </a:t>
            </a:r>
            <a:r>
              <a:rPr sz="2400" spc="-135" dirty="0">
                <a:latin typeface="Arial"/>
                <a:cs typeface="Arial"/>
              </a:rPr>
              <a:t>kann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der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b="1" spc="-204" dirty="0">
                <a:latin typeface="Arial"/>
                <a:cs typeface="Arial"/>
              </a:rPr>
              <a:t>nächste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spc="-270" dirty="0">
                <a:latin typeface="Arial"/>
                <a:cs typeface="Arial"/>
              </a:rPr>
              <a:t>Prozess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den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kritischen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Abschnitt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betreten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529811" y="496440"/>
            <a:ext cx="7499176" cy="393954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dirty="0" err="1">
                <a:cs typeface="Arial" charset="0"/>
              </a:rPr>
              <a:t>Ber</a:t>
            </a:r>
            <a:r>
              <a:rPr lang="el-GR" dirty="0">
                <a:cs typeface="Arial" charset="0"/>
              </a:rPr>
              <a:t>ϋ</a:t>
            </a:r>
            <a:r>
              <a:rPr lang="en-US" dirty="0" err="1">
                <a:cs typeface="Arial" charset="0"/>
              </a:rPr>
              <a:t>cksichtigung</a:t>
            </a:r>
            <a:r>
              <a:rPr lang="en-US" dirty="0">
                <a:cs typeface="Arial" charset="0"/>
              </a:rPr>
              <a:t> von </a:t>
            </a:r>
            <a:r>
              <a:rPr lang="en-US" dirty="0" err="1">
                <a:cs typeface="Arial" charset="0"/>
              </a:rPr>
              <a:t>Zeit</a:t>
            </a:r>
            <a:endParaRPr lang="en-US" dirty="0">
              <a:cs typeface="Arial" charset="0"/>
            </a:endParaRPr>
          </a:p>
        </p:txBody>
      </p:sp>
      <p:sp>
        <p:nvSpPr>
          <p:cNvPr id="6150" name="Rectangle 3"/>
          <p:cNvSpPr>
            <a:spLocks noGrp="1" noChangeArrowheads="1"/>
          </p:cNvSpPr>
          <p:nvPr>
            <p:ph idx="1"/>
          </p:nvPr>
        </p:nvSpPr>
        <p:spPr>
          <a:xfrm>
            <a:off x="352781" y="2558542"/>
            <a:ext cx="11277244" cy="2640723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None/>
            </a:pPr>
            <a:endParaRPr lang="en-US" i="1" dirty="0">
              <a:cs typeface="Arial" charset="0"/>
            </a:endParaRPr>
          </a:p>
          <a:p>
            <a:pPr algn="ctr" eaLnBrk="1" hangingPunct="1">
              <a:lnSpc>
                <a:spcPct val="80000"/>
              </a:lnSpc>
              <a:buNone/>
            </a:pPr>
            <a:r>
              <a:rPr lang="en-US" sz="2800" dirty="0" err="1">
                <a:cs typeface="Arial" charset="0"/>
              </a:rPr>
              <a:t>Zeit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ist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immer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wichtig</a:t>
            </a:r>
            <a:r>
              <a:rPr lang="en-US" sz="2800" dirty="0">
                <a:cs typeface="Arial" charset="0"/>
              </a:rPr>
              <a:t>, </a:t>
            </a:r>
            <a:r>
              <a:rPr lang="en-US" sz="2800" dirty="0" err="1">
                <a:cs typeface="Arial" charset="0"/>
              </a:rPr>
              <a:t>denn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Umgebungsreaktionen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u="sng" dirty="0" err="1">
                <a:cs typeface="Arial" charset="0"/>
              </a:rPr>
              <a:t>geschehen</a:t>
            </a:r>
            <a:r>
              <a:rPr lang="en-US" sz="2800" u="sng" dirty="0">
                <a:cs typeface="Arial" charset="0"/>
              </a:rPr>
              <a:t> in </a:t>
            </a:r>
            <a:r>
              <a:rPr lang="en-US" sz="2800" u="sng" dirty="0" err="1">
                <a:solidFill>
                  <a:srgbClr val="0000FF"/>
                </a:solidFill>
                <a:cs typeface="Arial" charset="0"/>
              </a:rPr>
              <a:t>Echtzeit</a:t>
            </a:r>
            <a:r>
              <a:rPr lang="en-US" sz="2800" dirty="0">
                <a:cs typeface="Arial" charset="0"/>
              </a:rPr>
              <a:t>.</a:t>
            </a:r>
          </a:p>
          <a:p>
            <a:pPr algn="ctr" eaLnBrk="1" hangingPunct="1">
              <a:lnSpc>
                <a:spcPct val="80000"/>
              </a:lnSpc>
              <a:buNone/>
            </a:pPr>
            <a:endParaRPr lang="en-US" b="1" dirty="0">
              <a:cs typeface="Arial" charset="0"/>
            </a:endParaRPr>
          </a:p>
          <a:p>
            <a:pPr eaLnBrk="1" hangingPunct="1">
              <a:lnSpc>
                <a:spcPct val="80000"/>
              </a:lnSpc>
              <a:buNone/>
            </a:pPr>
            <a:endParaRPr lang="en-US" b="1" dirty="0">
              <a:cs typeface="Arial" charset="0"/>
            </a:endParaRPr>
          </a:p>
          <a:p>
            <a:pPr marL="457200" indent="-4572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Messen</a:t>
            </a:r>
            <a:r>
              <a:rPr lang="en-US" sz="2800" dirty="0">
                <a:cs typeface="Arial" charset="0"/>
              </a:rPr>
              <a:t> von </a:t>
            </a:r>
            <a:r>
              <a:rPr lang="en-US" sz="2800" dirty="0" err="1">
                <a:cs typeface="Arial" charset="0"/>
              </a:rPr>
              <a:t>Zeit</a:t>
            </a:r>
            <a:r>
              <a:rPr lang="en-US" sz="2800" dirty="0">
                <a:cs typeface="Arial" charset="0"/>
              </a:rPr>
              <a:t> (</a:t>
            </a:r>
            <a:r>
              <a:rPr lang="en-US" sz="2800" i="1" dirty="0">
                <a:cs typeface="Arial" charset="0"/>
              </a:rPr>
              <a:t>timer/clocks</a:t>
            </a:r>
            <a:r>
              <a:rPr lang="en-US" sz="2800" dirty="0">
                <a:cs typeface="Arial" charset="0"/>
              </a:rPr>
              <a:t>)</a:t>
            </a:r>
          </a:p>
          <a:p>
            <a:pPr marL="457200" indent="-4572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Verzögern</a:t>
            </a:r>
            <a:r>
              <a:rPr lang="en-US" sz="2800" b="1" dirty="0">
                <a:cs typeface="Arial" charset="0"/>
              </a:rPr>
              <a:t> </a:t>
            </a:r>
            <a:r>
              <a:rPr lang="en-US" sz="2800" dirty="0">
                <a:cs typeface="Arial" charset="0"/>
              </a:rPr>
              <a:t>von </a:t>
            </a:r>
            <a:r>
              <a:rPr lang="en-US" sz="2800" dirty="0" err="1">
                <a:cs typeface="Arial" charset="0"/>
              </a:rPr>
              <a:t>Prozessen</a:t>
            </a:r>
            <a:r>
              <a:rPr lang="en-US" sz="2800" dirty="0">
                <a:cs typeface="Arial" charset="0"/>
              </a:rPr>
              <a:t> (</a:t>
            </a:r>
            <a:r>
              <a:rPr lang="en-US" sz="2800" i="1" dirty="0">
                <a:cs typeface="Arial" charset="0"/>
              </a:rPr>
              <a:t>delay</a:t>
            </a:r>
            <a:r>
              <a:rPr lang="en-US" sz="2800" dirty="0">
                <a:cs typeface="Arial" charset="0"/>
              </a:rPr>
              <a:t>)</a:t>
            </a:r>
          </a:p>
          <a:p>
            <a:pPr marL="457200" indent="-4572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cs typeface="Arial" charset="0"/>
              </a:rPr>
              <a:t>Modellierung</a:t>
            </a:r>
            <a:r>
              <a:rPr lang="en-US" sz="2800" dirty="0">
                <a:cs typeface="Arial" charset="0"/>
              </a:rPr>
              <a:t> von </a:t>
            </a:r>
            <a:r>
              <a:rPr lang="en-US" sz="2800" dirty="0">
                <a:solidFill>
                  <a:srgbClr val="0000FF"/>
                </a:solidFill>
                <a:cs typeface="Arial" charset="0"/>
              </a:rPr>
              <a:t>Timeouts</a:t>
            </a:r>
          </a:p>
          <a:p>
            <a:pPr marL="457200" indent="-4572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cs typeface="Arial" charset="0"/>
              </a:rPr>
              <a:t>Modellierung</a:t>
            </a:r>
            <a:r>
              <a:rPr lang="en-US" sz="2800" dirty="0">
                <a:cs typeface="Arial" charset="0"/>
              </a:rPr>
              <a:t> von </a:t>
            </a:r>
            <a:r>
              <a:rPr lang="en-US" sz="2800" dirty="0">
                <a:solidFill>
                  <a:srgbClr val="0000FF"/>
                </a:solidFill>
                <a:cs typeface="Arial" charset="0"/>
              </a:rPr>
              <a:t>deadlines und schedules</a:t>
            </a:r>
          </a:p>
          <a:p>
            <a:pPr eaLnBrk="1" hangingPunct="1">
              <a:lnSpc>
                <a:spcPct val="80000"/>
              </a:lnSpc>
            </a:pPr>
            <a:endParaRPr lang="de-DE" sz="2000" dirty="0">
              <a:solidFill>
                <a:srgbClr val="0000FF"/>
              </a:solidFill>
            </a:endParaRPr>
          </a:p>
        </p:txBody>
      </p:sp>
      <p:sp>
        <p:nvSpPr>
          <p:cNvPr id="6147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614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40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015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596072" y="488576"/>
            <a:ext cx="7715200" cy="393954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dirty="0" err="1">
                <a:cs typeface="Arial" charset="0"/>
              </a:rPr>
              <a:t>Ausführbarkeit</a:t>
            </a:r>
            <a:endParaRPr lang="en-US" dirty="0">
              <a:cs typeface="Arial" charset="0"/>
            </a:endParaRPr>
          </a:p>
        </p:txBody>
      </p:sp>
      <p:sp>
        <p:nvSpPr>
          <p:cNvPr id="5126" name="Rectangle 3"/>
          <p:cNvSpPr>
            <a:spLocks noGrp="1" noChangeArrowheads="1"/>
          </p:cNvSpPr>
          <p:nvPr>
            <p:ph idx="1"/>
          </p:nvPr>
        </p:nvSpPr>
        <p:spPr>
          <a:xfrm>
            <a:off x="252769" y="2028556"/>
            <a:ext cx="11592306" cy="4143891"/>
          </a:xfrm>
        </p:spPr>
        <p:txBody>
          <a:bodyPr/>
          <a:lstStyle/>
          <a:p>
            <a:pPr marL="342900" indent="-3429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Ausführbare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Modelle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ermöglichen</a:t>
            </a:r>
            <a:r>
              <a:rPr lang="en-US" sz="2400" dirty="0">
                <a:cs typeface="Arial" charset="0"/>
              </a:rPr>
              <a:t> Simulation und </a:t>
            </a:r>
            <a:r>
              <a:rPr lang="en-US" sz="2400" dirty="0" err="1">
                <a:cs typeface="Arial" charset="0"/>
              </a:rPr>
              <a:t>Testen</a:t>
            </a:r>
            <a:endParaRPr lang="en-US" sz="2400" dirty="0">
              <a:cs typeface="Arial" charset="0"/>
            </a:endParaRPr>
          </a:p>
          <a:p>
            <a:pPr marL="342900" indent="-3429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400" dirty="0">
              <a:cs typeface="Arial" charset="0"/>
            </a:endParaRPr>
          </a:p>
          <a:p>
            <a:pPr marL="342900" indent="-3429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>
                <a:solidFill>
                  <a:srgbClr val="0000FF"/>
                </a:solidFill>
                <a:cs typeface="Arial" charset="0"/>
              </a:rPr>
              <a:t>Simulation</a:t>
            </a:r>
          </a:p>
          <a:p>
            <a:pPr marL="800100" lvl="1" indent="-3429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Beobachtung des Verhaltens eines simulierten Systems / </a:t>
            </a:r>
            <a:r>
              <a:rPr lang="de-DE" sz="2400" dirty="0">
                <a:solidFill>
                  <a:srgbClr val="0000FF"/>
                </a:solidFill>
              </a:rPr>
              <a:t>Modells</a:t>
            </a:r>
          </a:p>
          <a:p>
            <a:pPr marL="800100" lvl="1" indent="-3429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0000FF"/>
                </a:solidFill>
              </a:rPr>
              <a:t>Ausführung</a:t>
            </a:r>
            <a:r>
              <a:rPr lang="de-DE" sz="2400" dirty="0"/>
              <a:t> </a:t>
            </a:r>
            <a:r>
              <a:rPr lang="de-DE" sz="2400" dirty="0">
                <a:solidFill>
                  <a:srgbClr val="0000FF"/>
                </a:solidFill>
              </a:rPr>
              <a:t>mit ausgewählten Eingaben</a:t>
            </a:r>
          </a:p>
          <a:p>
            <a:pPr marL="800100" lvl="1" indent="-3429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cs typeface="Arial" charset="0"/>
              </a:rPr>
              <a:t>erfordert ausführbare Modelle</a:t>
            </a:r>
            <a:endParaRPr lang="en-US" sz="2400" dirty="0">
              <a:cs typeface="Arial" charset="0"/>
            </a:endParaRPr>
          </a:p>
          <a:p>
            <a:pPr marL="800100" lvl="1" indent="-3429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400" b="1" dirty="0">
              <a:cs typeface="Arial" charset="0"/>
            </a:endParaRPr>
          </a:p>
          <a:p>
            <a:pPr marL="342900" indent="-3429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Testen</a:t>
            </a:r>
            <a:endParaRPr lang="en-US" sz="2400" dirty="0">
              <a:solidFill>
                <a:srgbClr val="0000FF"/>
              </a:solidFill>
              <a:cs typeface="Arial" charset="0"/>
            </a:endParaRPr>
          </a:p>
          <a:p>
            <a:pPr marL="800100" lvl="1" indent="-3429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Beobachtung des Verhaltens eines realen Systems / der </a:t>
            </a:r>
            <a:r>
              <a:rPr lang="de-DE" sz="2400" dirty="0">
                <a:solidFill>
                  <a:srgbClr val="0000FF"/>
                </a:solidFill>
              </a:rPr>
              <a:t>Implementierung</a:t>
            </a:r>
          </a:p>
          <a:p>
            <a:pPr marL="800100" lvl="1" indent="-3429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0000FF"/>
                </a:solidFill>
              </a:rPr>
              <a:t>Ausführung mit ausgewählten Eingaben</a:t>
            </a:r>
          </a:p>
          <a:p>
            <a:pPr marL="800100" lvl="1" indent="-3429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cs typeface="Arial" charset="0"/>
              </a:rPr>
              <a:t>erfordert in eingebetteten Systemen häufig ebenfalls </a:t>
            </a:r>
            <a:r>
              <a:rPr lang="de-DE" sz="2400" dirty="0">
                <a:solidFill>
                  <a:srgbClr val="0000FF"/>
                </a:solidFill>
                <a:cs typeface="Arial" charset="0"/>
              </a:rPr>
              <a:t>Modelle</a:t>
            </a:r>
          </a:p>
          <a:p>
            <a:pPr marL="419100" lvl="1" indent="-3429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cs typeface="Arial" charset="0"/>
                <a:sym typeface="Wingdings" panose="05000000000000000000" pitchFamily="2" charset="2"/>
              </a:rPr>
              <a:t>Hardware in </a:t>
            </a:r>
            <a:r>
              <a:rPr lang="de-DE" sz="2400" dirty="0" err="1">
                <a:cs typeface="Arial" charset="0"/>
                <a:sym typeface="Wingdings" panose="05000000000000000000" pitchFamily="2" charset="2"/>
              </a:rPr>
              <a:t>the</a:t>
            </a:r>
            <a:r>
              <a:rPr lang="de-DE" sz="2400" dirty="0">
                <a:cs typeface="Arial" charset="0"/>
                <a:sym typeface="Wingdings" panose="05000000000000000000" pitchFamily="2" charset="2"/>
              </a:rPr>
              <a:t> Loop (</a:t>
            </a:r>
            <a:r>
              <a:rPr lang="de-DE" sz="2400" dirty="0" err="1">
                <a:cs typeface="Arial" charset="0"/>
                <a:sym typeface="Wingdings" panose="05000000000000000000" pitchFamily="2" charset="2"/>
              </a:rPr>
              <a:t>HiL</a:t>
            </a:r>
            <a:r>
              <a:rPr lang="de-DE" sz="2400" dirty="0">
                <a:cs typeface="Arial" charset="0"/>
                <a:sym typeface="Wingdings" panose="05000000000000000000" pitchFamily="2" charset="2"/>
              </a:rPr>
              <a:t>), Software in </a:t>
            </a:r>
            <a:r>
              <a:rPr lang="de-DE" sz="2400" dirty="0" err="1">
                <a:cs typeface="Arial" charset="0"/>
                <a:sym typeface="Wingdings" panose="05000000000000000000" pitchFamily="2" charset="2"/>
              </a:rPr>
              <a:t>the</a:t>
            </a:r>
            <a:r>
              <a:rPr lang="de-DE" sz="2400" dirty="0">
                <a:cs typeface="Arial" charset="0"/>
                <a:sym typeface="Wingdings" panose="05000000000000000000" pitchFamily="2" charset="2"/>
              </a:rPr>
              <a:t> Loop (</a:t>
            </a:r>
            <a:r>
              <a:rPr lang="de-DE" sz="2400" dirty="0" err="1">
                <a:cs typeface="Arial" charset="0"/>
                <a:sym typeface="Wingdings" panose="05000000000000000000" pitchFamily="2" charset="2"/>
              </a:rPr>
              <a:t>SiL</a:t>
            </a:r>
            <a:r>
              <a:rPr lang="de-DE" sz="2400" dirty="0">
                <a:cs typeface="Arial" charset="0"/>
                <a:sym typeface="Wingdings" panose="05000000000000000000" pitchFamily="2" charset="2"/>
              </a:rPr>
              <a:t>), Umgebungsmodelle</a:t>
            </a:r>
            <a:endParaRPr lang="en-US" sz="2400" dirty="0">
              <a:cs typeface="Arial" charset="0"/>
            </a:endParaRPr>
          </a:p>
          <a:p>
            <a:pPr marL="800100" lvl="1" indent="-3429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400" dirty="0">
              <a:cs typeface="Arial" charset="0"/>
            </a:endParaRPr>
          </a:p>
          <a:p>
            <a:pPr marL="342900" indent="-3429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400" i="1" dirty="0">
              <a:cs typeface="Arial" charset="0"/>
            </a:endParaRPr>
          </a:p>
        </p:txBody>
      </p:sp>
      <p:sp>
        <p:nvSpPr>
          <p:cNvPr id="512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5124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41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4634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42" y="445888"/>
            <a:ext cx="7715200" cy="393954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dirty="0" err="1">
                <a:cs typeface="Arial" charset="0"/>
              </a:rPr>
              <a:t>Eindeutigkeit</a:t>
            </a:r>
            <a:r>
              <a:rPr lang="en-US" dirty="0">
                <a:cs typeface="Arial" charset="0"/>
              </a:rPr>
              <a:t> / </a:t>
            </a:r>
            <a:r>
              <a:rPr lang="en-US" dirty="0" err="1">
                <a:cs typeface="Arial" charset="0"/>
              </a:rPr>
              <a:t>Verifizierbarkeit</a:t>
            </a:r>
            <a:endParaRPr lang="en-US" dirty="0">
              <a:cs typeface="Arial" charset="0"/>
            </a:endParaRPr>
          </a:p>
        </p:txBody>
      </p:sp>
      <p:sp>
        <p:nvSpPr>
          <p:cNvPr id="5126" name="Rectangle 3"/>
          <p:cNvSpPr>
            <a:spLocks noGrp="1" noChangeArrowheads="1"/>
          </p:cNvSpPr>
          <p:nvPr>
            <p:ph idx="1"/>
          </p:nvPr>
        </p:nvSpPr>
        <p:spPr>
          <a:xfrm>
            <a:off x="362902" y="2335385"/>
            <a:ext cx="11478895" cy="3552960"/>
          </a:xfrm>
        </p:spPr>
        <p:txBody>
          <a:bodyPr/>
          <a:lstStyle/>
          <a:p>
            <a:pPr marL="0" lvl="1" indent="-3429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>
                <a:solidFill>
                  <a:srgbClr val="0000FF"/>
                </a:solidFill>
                <a:cs typeface="Arial" charset="0"/>
              </a:rPr>
              <a:t>Semantisch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eindeutig</a:t>
            </a:r>
            <a:r>
              <a:rPr lang="en-US" sz="2400" dirty="0">
                <a:cs typeface="Arial" charset="0"/>
              </a:rPr>
              <a:t>: es </a:t>
            </a:r>
            <a:r>
              <a:rPr lang="en-US" sz="2400" dirty="0" err="1">
                <a:cs typeface="Arial" charset="0"/>
              </a:rPr>
              <a:t>gibt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eine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mathematisch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präzise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 Definition </a:t>
            </a:r>
            <a:r>
              <a:rPr lang="en-US" sz="2400" dirty="0">
                <a:cs typeface="Arial" charset="0"/>
              </a:rPr>
              <a:t>des </a:t>
            </a:r>
            <a:r>
              <a:rPr lang="en-US" sz="2400" dirty="0" err="1">
                <a:cs typeface="Arial" charset="0"/>
              </a:rPr>
              <a:t>Effekts</a:t>
            </a:r>
            <a:r>
              <a:rPr lang="en-US" sz="2400" dirty="0">
                <a:cs typeface="Arial" charset="0"/>
              </a:rPr>
              <a:t>, den </a:t>
            </a:r>
            <a:r>
              <a:rPr lang="en-US" sz="2400" dirty="0" err="1">
                <a:cs typeface="Arial" charset="0"/>
              </a:rPr>
              <a:t>ein</a:t>
            </a:r>
            <a:r>
              <a:rPr lang="en-US" sz="2400" dirty="0">
                <a:cs typeface="Arial" charset="0"/>
              </a:rPr>
              <a:t>     	</a:t>
            </a:r>
            <a:r>
              <a:rPr lang="en-US" sz="2400" dirty="0" err="1">
                <a:cs typeface="Arial" charset="0"/>
              </a:rPr>
              <a:t>Ausdruck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oder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ein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Modellierungskonstrukt</a:t>
            </a:r>
            <a:r>
              <a:rPr lang="en-US" sz="2400" dirty="0">
                <a:cs typeface="Arial" charset="0"/>
              </a:rPr>
              <a:t> auf das </a:t>
            </a:r>
            <a:r>
              <a:rPr lang="en-US" sz="2400" dirty="0" err="1">
                <a:cs typeface="Arial" charset="0"/>
              </a:rPr>
              <a:t>Systemverhalten</a:t>
            </a:r>
            <a:r>
              <a:rPr lang="en-US" sz="2400" dirty="0">
                <a:cs typeface="Arial" charset="0"/>
              </a:rPr>
              <a:t> hat</a:t>
            </a:r>
          </a:p>
          <a:p>
            <a:pPr marL="0" lvl="1" indent="-3429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cs typeface="Arial" charset="0"/>
              </a:rPr>
              <a:t>Natürliche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Sprache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ist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mehrdeutig</a:t>
            </a:r>
            <a:r>
              <a:rPr lang="en-US" sz="2400" dirty="0">
                <a:cs typeface="Arial" charset="0"/>
              </a:rPr>
              <a:t>:</a:t>
            </a:r>
          </a:p>
          <a:p>
            <a:pPr marL="0" lvl="1" indent="-3429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400" dirty="0">
              <a:cs typeface="Arial" charset="0"/>
            </a:endParaRPr>
          </a:p>
          <a:p>
            <a:pPr marL="0" lvl="1" indent="-342900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z="2400" dirty="0">
              <a:cs typeface="Arial" charset="0"/>
            </a:endParaRPr>
          </a:p>
          <a:p>
            <a:pPr>
              <a:lnSpc>
                <a:spcPct val="80000"/>
              </a:lnSpc>
            </a:pPr>
            <a:endParaRPr lang="en-US" dirty="0"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§"/>
            </a:pPr>
            <a:endParaRPr lang="en-US" dirty="0"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§"/>
            </a:pPr>
            <a:endParaRPr lang="en-US" dirty="0">
              <a:cs typeface="Arial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§"/>
            </a:pPr>
            <a:endParaRPr lang="en-US" dirty="0">
              <a:cs typeface="Arial" charset="0"/>
            </a:endParaRPr>
          </a:p>
          <a:p>
            <a:pPr marL="457200" indent="-4572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Verifikation</a:t>
            </a:r>
            <a:endParaRPr lang="en-US" sz="2400" dirty="0">
              <a:solidFill>
                <a:srgbClr val="0000FF"/>
              </a:solidFill>
              <a:cs typeface="Arial" charset="0"/>
            </a:endParaRPr>
          </a:p>
          <a:p>
            <a:pPr marL="800100" lvl="1" indent="-3429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cs typeface="Arial" charset="0"/>
              </a:rPr>
              <a:t>Überprüfung</a:t>
            </a:r>
            <a:r>
              <a:rPr lang="en-US" sz="2400" dirty="0">
                <a:cs typeface="Arial" charset="0"/>
              </a:rPr>
              <a:t> der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Korrektheit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400" dirty="0">
                <a:cs typeface="Arial" charset="0"/>
              </a:rPr>
              <a:t>von </a:t>
            </a:r>
            <a:r>
              <a:rPr lang="en-US" sz="2400" dirty="0" err="1">
                <a:cs typeface="Arial" charset="0"/>
              </a:rPr>
              <a:t>Systemen</a:t>
            </a:r>
            <a:r>
              <a:rPr lang="en-US" sz="2400" dirty="0">
                <a:cs typeface="Arial" charset="0"/>
              </a:rPr>
              <a:t> </a:t>
            </a:r>
          </a:p>
          <a:p>
            <a:pPr marL="800100" lvl="1" indent="-3429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für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alle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möglichen</a:t>
            </a:r>
            <a:r>
              <a:rPr lang="en-US" sz="2400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cs typeface="Arial" charset="0"/>
              </a:rPr>
              <a:t>Eingaben</a:t>
            </a:r>
            <a:endParaRPr lang="en-US" sz="2400" dirty="0">
              <a:solidFill>
                <a:srgbClr val="0000FF"/>
              </a:solidFill>
              <a:cs typeface="Arial" charset="0"/>
            </a:endParaRPr>
          </a:p>
          <a:p>
            <a:pPr marL="800100" lvl="1" indent="-3429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cs typeface="Arial" charset="0"/>
              </a:rPr>
              <a:t>Voraussetzung</a:t>
            </a:r>
            <a:r>
              <a:rPr lang="en-US" sz="2400" dirty="0">
                <a:cs typeface="Arial" charset="0"/>
              </a:rPr>
              <a:t>: </a:t>
            </a:r>
            <a:r>
              <a:rPr lang="en-US" sz="2400" dirty="0" err="1">
                <a:cs typeface="Arial" charset="0"/>
              </a:rPr>
              <a:t>eindeutige</a:t>
            </a:r>
            <a:r>
              <a:rPr lang="en-US" sz="2400" dirty="0">
                <a:cs typeface="Arial" charset="0"/>
              </a:rPr>
              <a:t> (</a:t>
            </a:r>
            <a:r>
              <a:rPr lang="en-US" sz="2400" dirty="0" err="1">
                <a:cs typeface="Arial" charset="0"/>
              </a:rPr>
              <a:t>formale</a:t>
            </a:r>
            <a:r>
              <a:rPr lang="en-US" sz="2400" dirty="0">
                <a:cs typeface="Arial" charset="0"/>
              </a:rPr>
              <a:t>) Definition von </a:t>
            </a:r>
            <a:r>
              <a:rPr lang="en-US" sz="2400" dirty="0" err="1">
                <a:cs typeface="Arial" charset="0"/>
              </a:rPr>
              <a:t>Anforderungen</a:t>
            </a:r>
            <a:r>
              <a:rPr lang="en-US" sz="2400" dirty="0">
                <a:cs typeface="Arial" charset="0"/>
              </a:rPr>
              <a:t> und System</a:t>
            </a:r>
            <a:endParaRPr lang="en-US" sz="2400" i="1" dirty="0">
              <a:cs typeface="Arial" charset="0"/>
            </a:endParaRPr>
          </a:p>
        </p:txBody>
      </p:sp>
      <p:sp>
        <p:nvSpPr>
          <p:cNvPr id="512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5124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42</a:t>
            </a:fld>
            <a:r>
              <a:rPr lang="de-DE"/>
              <a:t> 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408994" y="3429000"/>
            <a:ext cx="10009112" cy="1015663"/>
          </a:xfrm>
          <a:prstGeom prst="rect">
            <a:avLst/>
          </a:prstGeom>
          <a:solidFill>
            <a:srgbClr val="FFE1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de-DE" sz="2000" dirty="0">
                <a:latin typeface="Arial" charset="0"/>
              </a:rPr>
              <a:t>„alle 30 Sekunden werden die Werte der Sensoren abgelesen; wenn die Standardabweichung 0,25 überschreitet, wird die Normalisierungsprozedur ausgeführt werden, anschließend werden die Werte an das Analysepaket weitergegeben werden.“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8066982" cy="984885"/>
          </a:xfrm>
        </p:spPr>
        <p:txBody>
          <a:bodyPr/>
          <a:lstStyle/>
          <a:p>
            <a:r>
              <a:rPr lang="de-DE" dirty="0"/>
              <a:t>Lebendigkeit &amp; Fairness</a:t>
            </a:r>
          </a:p>
        </p:txBody>
      </p:sp>
      <p:sp>
        <p:nvSpPr>
          <p:cNvPr id="260099" name="Rectangle 3"/>
          <p:cNvSpPr>
            <a:spLocks noGrp="1" noChangeArrowheads="1"/>
          </p:cNvSpPr>
          <p:nvPr>
            <p:ph idx="1"/>
          </p:nvPr>
        </p:nvSpPr>
        <p:spPr>
          <a:xfrm>
            <a:off x="346430" y="1799418"/>
            <a:ext cx="11627034" cy="4431983"/>
          </a:xfrm>
        </p:spPr>
        <p:txBody>
          <a:bodyPr/>
          <a:lstStyle/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0000FF"/>
                </a:solidFill>
              </a:rPr>
              <a:t>Lebendigkeit</a:t>
            </a:r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Eingebettete Systeme </a:t>
            </a:r>
            <a:r>
              <a:rPr lang="de-DE" sz="2400" dirty="0">
                <a:solidFill>
                  <a:srgbClr val="0000FF"/>
                </a:solidFill>
              </a:rPr>
              <a:t>terminieren meist nicht </a:t>
            </a:r>
            <a:r>
              <a:rPr lang="de-DE" sz="2400" dirty="0"/>
              <a:t>oder nur im Fehlerfall</a:t>
            </a:r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0000FF"/>
                </a:solidFill>
              </a:rPr>
              <a:t>Verbotene Situation</a:t>
            </a:r>
            <a:r>
              <a:rPr lang="de-DE" sz="2400" dirty="0"/>
              <a:t>: Übergang in einen Zustand, in dem das System keine weiteren Ereignisse akzeptiert (</a:t>
            </a:r>
            <a:r>
              <a:rPr lang="de-DE" sz="2400" dirty="0">
                <a:solidFill>
                  <a:srgbClr val="0000FF"/>
                </a:solidFill>
              </a:rPr>
              <a:t>Deadlock</a:t>
            </a:r>
            <a:r>
              <a:rPr lang="de-DE" sz="2400" dirty="0"/>
              <a:t>)</a:t>
            </a:r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0000FF"/>
                </a:solidFill>
              </a:rPr>
              <a:t>Auch nicht erlaubt</a:t>
            </a:r>
            <a:r>
              <a:rPr lang="de-DE" sz="2400" dirty="0"/>
              <a:t>: Übergang in einen Zustand, in dem das System zwar noch auf einige, aber nicht mehr alle möglichen Ereignisse reagiert (</a:t>
            </a:r>
            <a:r>
              <a:rPr lang="de-DE" sz="2400" dirty="0" err="1">
                <a:solidFill>
                  <a:srgbClr val="0000FF"/>
                </a:solidFill>
              </a:rPr>
              <a:t>Livelock</a:t>
            </a:r>
            <a:r>
              <a:rPr lang="de-DE" sz="2400" dirty="0"/>
              <a:t>)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endParaRPr lang="de-DE" sz="2400" dirty="0">
              <a:solidFill>
                <a:srgbClr val="0000FF"/>
              </a:solidFill>
            </a:endParaRP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0000FF"/>
                </a:solidFill>
              </a:rPr>
              <a:t>Fairness</a:t>
            </a:r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Idee: </a:t>
            </a:r>
            <a:r>
              <a:rPr lang="de-DE" sz="2400" dirty="0">
                <a:solidFill>
                  <a:srgbClr val="0000FF"/>
                </a:solidFill>
              </a:rPr>
              <a:t>Jeder Prozess kommt an die Reihe</a:t>
            </a:r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„</a:t>
            </a:r>
            <a:r>
              <a:rPr lang="de-DE" sz="2400" dirty="0" err="1"/>
              <a:t>No</a:t>
            </a:r>
            <a:r>
              <a:rPr lang="de-DE" sz="2400" dirty="0"/>
              <a:t> </a:t>
            </a:r>
            <a:r>
              <a:rPr lang="de-DE" sz="2400" dirty="0" err="1"/>
              <a:t>starvation</a:t>
            </a:r>
            <a:r>
              <a:rPr lang="de-DE" sz="2400" dirty="0"/>
              <a:t>“</a:t>
            </a:r>
          </a:p>
          <a:p>
            <a:pPr marL="914400" lvl="1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Jede zur Ausführung bereite Komponente wird auch irgendwann ausgeführt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endParaRPr lang="de-DE" sz="2400" dirty="0">
              <a:solidFill>
                <a:srgbClr val="0000FF"/>
              </a:solidFill>
            </a:endParaRP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38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675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59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43</a:t>
            </a:fld>
            <a:r>
              <a:rPr lang="de-DE"/>
              <a:t> </a:t>
            </a:r>
            <a:endParaRPr lang="de-DE" sz="619" dirty="0"/>
          </a:p>
        </p:txBody>
      </p:sp>
    </p:spTree>
    <p:extLst>
      <p:ext uri="{BB962C8B-B14F-4D97-AF65-F5344CB8AC3E}">
        <p14:creationId xmlns:p14="http://schemas.microsoft.com/office/powerpoint/2010/main" val="200189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346049" y="1031239"/>
            <a:ext cx="7035412" cy="984885"/>
          </a:xfrm>
        </p:spPr>
        <p:txBody>
          <a:bodyPr/>
          <a:lstStyle/>
          <a:p>
            <a:pPr eaLnBrk="1" hangingPunct="1"/>
            <a:r>
              <a:rPr lang="de-DE" dirty="0"/>
              <a:t>Modellierungssprachen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idx="1"/>
          </p:nvPr>
        </p:nvSpPr>
        <p:spPr>
          <a:xfrm>
            <a:off x="373024" y="1924183"/>
            <a:ext cx="11485627" cy="3652667"/>
          </a:xfrm>
        </p:spPr>
        <p:txBody>
          <a:bodyPr/>
          <a:lstStyle/>
          <a:p>
            <a:r>
              <a:rPr lang="de-DE" sz="2800" dirty="0"/>
              <a:t>Einige </a:t>
            </a:r>
            <a:r>
              <a:rPr lang="de-DE" sz="2800" dirty="0">
                <a:solidFill>
                  <a:srgbClr val="0000FF"/>
                </a:solidFill>
              </a:rPr>
              <a:t>Modellierungssprachen</a:t>
            </a:r>
            <a:r>
              <a:rPr lang="de-DE" sz="2800" dirty="0"/>
              <a:t> sind eventuell bereits aus dem Studium bekannt:</a:t>
            </a:r>
          </a:p>
          <a:p>
            <a:endParaRPr lang="de-DE" sz="1600" dirty="0"/>
          </a:p>
          <a:p>
            <a:pPr lvl="1" eaLnBrk="1" hangingPunct="1">
              <a:lnSpc>
                <a:spcPct val="80000"/>
              </a:lnSpc>
              <a:buNone/>
            </a:pPr>
            <a:endParaRPr lang="de-DE" sz="1600" dirty="0"/>
          </a:p>
          <a:p>
            <a:pPr lvl="1" eaLnBrk="1" hangingPunct="1">
              <a:lnSpc>
                <a:spcPct val="80000"/>
              </a:lnSpc>
              <a:buNone/>
            </a:pPr>
            <a:endParaRPr lang="de-DE" sz="1600" dirty="0"/>
          </a:p>
          <a:p>
            <a:pPr lvl="1" eaLnBrk="1" hangingPunct="1">
              <a:lnSpc>
                <a:spcPct val="80000"/>
              </a:lnSpc>
              <a:buNone/>
            </a:pPr>
            <a:endParaRPr lang="de-DE" sz="16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Char char="§"/>
            </a:pPr>
            <a:endParaRPr lang="de-DE" dirty="0"/>
          </a:p>
          <a:p>
            <a:pPr eaLnBrk="1" hangingPunct="1">
              <a:lnSpc>
                <a:spcPct val="80000"/>
              </a:lnSpc>
              <a:buFont typeface="Wingdings" pitchFamily="2" charset="2"/>
              <a:buChar char="§"/>
            </a:pPr>
            <a:endParaRPr lang="de-DE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Char char="§"/>
            </a:pPr>
            <a:endParaRPr lang="de-DE" sz="2800" dirty="0"/>
          </a:p>
          <a:p>
            <a:pPr marL="457200" indent="-457200" eaLnBrk="1" hangingPunct="1">
              <a:lnSpc>
                <a:spcPct val="80000"/>
              </a:lnSpc>
              <a:buFont typeface="Wingdings" pitchFamily="2" charset="2"/>
              <a:buChar char="§"/>
            </a:pPr>
            <a:endParaRPr lang="de-DE" sz="2800" dirty="0"/>
          </a:p>
          <a:p>
            <a:pPr marL="457200" indent="-457200" ea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de-DE" sz="2800" dirty="0"/>
              <a:t>Jede Modellierungssprache hat </a:t>
            </a:r>
            <a:r>
              <a:rPr lang="de-DE" sz="2800" dirty="0">
                <a:solidFill>
                  <a:srgbClr val="0000FF"/>
                </a:solidFill>
              </a:rPr>
              <a:t>Stärken und Schwächen</a:t>
            </a:r>
          </a:p>
          <a:p>
            <a:pPr marL="457200" indent="-457200" ea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de-DE" sz="2800" dirty="0"/>
              <a:t>Nicht alle sind gleich gut geeignet für eingebettete Systeme</a:t>
            </a:r>
          </a:p>
        </p:txBody>
      </p:sp>
      <p:sp>
        <p:nvSpPr>
          <p:cNvPr id="409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4100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44</a:t>
            </a:fld>
            <a:r>
              <a:rPr lang="de-DE"/>
              <a:t> </a:t>
            </a:r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338025"/>
              </p:ext>
            </p:extLst>
          </p:nvPr>
        </p:nvGraphicFramePr>
        <p:xfrm>
          <a:off x="346049" y="2909068"/>
          <a:ext cx="11280292" cy="1554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9492">
                  <a:extLst>
                    <a:ext uri="{9D8B030D-6E8A-4147-A177-3AD203B41FA5}">
                      <a16:colId xmlns:a16="http://schemas.microsoft.com/office/drawing/2014/main" val="4285282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DE" sz="2800" b="0" dirty="0">
                        <a:solidFill>
                          <a:srgbClr val="009999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b="0" dirty="0">
                          <a:solidFill>
                            <a:srgbClr val="009999"/>
                          </a:solidFill>
                        </a:rPr>
                        <a:t>UML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b="0" dirty="0">
                          <a:solidFill>
                            <a:srgbClr val="009999"/>
                          </a:solidFill>
                        </a:rPr>
                        <a:t>Petri-Netze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800" b="0" dirty="0">
                        <a:solidFill>
                          <a:srgbClr val="009999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800" b="0" dirty="0">
                          <a:solidFill>
                            <a:srgbClr val="009999"/>
                          </a:solidFill>
                        </a:rPr>
                        <a:t>Automaten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b="0" dirty="0">
                          <a:solidFill>
                            <a:srgbClr val="009999"/>
                          </a:solidFill>
                        </a:rPr>
                        <a:t>VHDL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800" b="0" dirty="0" err="1">
                          <a:solidFill>
                            <a:srgbClr val="009999"/>
                          </a:solidFill>
                        </a:rPr>
                        <a:t>Statecharts</a:t>
                      </a:r>
                      <a:endParaRPr lang="de-DE" sz="2800" b="0" dirty="0">
                        <a:solidFill>
                          <a:srgbClr val="009999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800" b="0" dirty="0">
                          <a:solidFill>
                            <a:srgbClr val="009999"/>
                          </a:solidFill>
                        </a:rPr>
                        <a:t>Blockdiagramme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de-DE" sz="2800" b="0" dirty="0">
                        <a:solidFill>
                          <a:srgbClr val="009999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2800" b="0" dirty="0">
                        <a:solidFill>
                          <a:srgbClr val="009999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800" b="0" dirty="0">
                        <a:solidFill>
                          <a:srgbClr val="009999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800" b="0" dirty="0">
                        <a:solidFill>
                          <a:srgbClr val="009999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62351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FC35B-62F1-48C5-DE4F-9C41E1334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>
            <a:extLst>
              <a:ext uri="{FF2B5EF4-FFF2-40B4-BE49-F238E27FC236}">
                <a16:creationId xmlns:a16="http://schemas.microsoft.com/office/drawing/2014/main" id="{539DC1F4-1A8D-EA02-E459-E904918DB7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6049" y="1031239"/>
            <a:ext cx="7626376" cy="984885"/>
          </a:xfrm>
        </p:spPr>
        <p:txBody>
          <a:bodyPr/>
          <a:lstStyle/>
          <a:p>
            <a:pPr eaLnBrk="1" hangingPunct="1"/>
            <a:r>
              <a:rPr lang="en-US" dirty="0" err="1">
                <a:cs typeface="Arial" charset="0"/>
              </a:rPr>
              <a:t>Übersicht</a:t>
            </a:r>
            <a:r>
              <a:rPr lang="en-US" dirty="0">
                <a:cs typeface="Arial" charset="0"/>
              </a:rPr>
              <a:t> </a:t>
            </a:r>
            <a:r>
              <a:rPr lang="en-US" dirty="0" err="1">
                <a:cs typeface="Arial" charset="0"/>
              </a:rPr>
              <a:t>über</a:t>
            </a:r>
            <a:r>
              <a:rPr lang="en-US" dirty="0">
                <a:cs typeface="Arial" charset="0"/>
              </a:rPr>
              <a:t> die </a:t>
            </a:r>
            <a:r>
              <a:rPr lang="en-US" dirty="0" err="1">
                <a:cs typeface="Arial" charset="0"/>
              </a:rPr>
              <a:t>heutige</a:t>
            </a:r>
            <a:r>
              <a:rPr lang="en-US" dirty="0">
                <a:cs typeface="Arial" charset="0"/>
              </a:rPr>
              <a:t> </a:t>
            </a:r>
            <a:r>
              <a:rPr lang="en-US" dirty="0" err="1">
                <a:cs typeface="Arial" charset="0"/>
              </a:rPr>
              <a:t>Vorlesung</a:t>
            </a:r>
            <a:endParaRPr lang="el-GR" dirty="0">
              <a:cs typeface="Arial" charset="0"/>
            </a:endParaRPr>
          </a:p>
        </p:txBody>
      </p:sp>
      <p:sp>
        <p:nvSpPr>
          <p:cNvPr id="3078" name="Rectangle 3">
            <a:extLst>
              <a:ext uri="{FF2B5EF4-FFF2-40B4-BE49-F238E27FC236}">
                <a16:creationId xmlns:a16="http://schemas.microsoft.com/office/drawing/2014/main" id="{24444D90-57AC-27B1-6171-96F3DCEE12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2781" y="2558543"/>
            <a:ext cx="11234382" cy="3200876"/>
          </a:xfrm>
          <a:ln>
            <a:noFill/>
          </a:ln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Zentrale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 </a:t>
            </a: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Anforderungen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 an </a:t>
            </a: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Modellierungssprachen</a:t>
            </a:r>
            <a:endParaRPr lang="en-US" sz="2800" dirty="0">
              <a:solidFill>
                <a:schemeClr val="bg1">
                  <a:lumMod val="75000"/>
                </a:schemeClr>
              </a:solidFill>
              <a:cs typeface="Arial" charset="0"/>
            </a:endParaRPr>
          </a:p>
          <a:p>
            <a:pPr marL="609600" indent="-609600">
              <a:buFontTx/>
              <a:buAutoNum type="arabicPeriod"/>
            </a:pPr>
            <a:r>
              <a:rPr lang="en-US" sz="2800" dirty="0" err="1">
                <a:cs typeface="Arial" charset="0"/>
              </a:rPr>
              <a:t>Modellierung</a:t>
            </a:r>
            <a:r>
              <a:rPr lang="en-US" sz="2800" dirty="0">
                <a:cs typeface="Arial" charset="0"/>
              </a:rPr>
              <a:t> von Software</a:t>
            </a:r>
          </a:p>
          <a:p>
            <a:pPr marL="1009650" lvl="1" indent="-609600"/>
            <a:r>
              <a:rPr lang="en-US" sz="2400" dirty="0">
                <a:cs typeface="Arial" charset="0"/>
              </a:rPr>
              <a:t>	UML</a:t>
            </a:r>
          </a:p>
          <a:p>
            <a:pPr marL="1009650" lvl="1" indent="-609600"/>
            <a:r>
              <a:rPr lang="en-US" sz="2400" dirty="0">
                <a:cs typeface="Arial" charset="0"/>
              </a:rPr>
              <a:t>	Petri-</a:t>
            </a:r>
            <a:r>
              <a:rPr lang="en-US" sz="2400" dirty="0" err="1">
                <a:cs typeface="Arial" charset="0"/>
              </a:rPr>
              <a:t>Netze</a:t>
            </a:r>
            <a:endParaRPr lang="en-US" sz="2400" dirty="0">
              <a:cs typeface="Arial" charset="0"/>
            </a:endParaRPr>
          </a:p>
          <a:p>
            <a:pPr marL="609600" indent="-609600">
              <a:buFontTx/>
              <a:buAutoNum type="arabicPeriod"/>
            </a:pP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Modellierung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 von Hardware</a:t>
            </a:r>
          </a:p>
          <a:p>
            <a:pPr marL="1009650" lvl="1" indent="-609600"/>
            <a:r>
              <a:rPr lang="en-US" sz="24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	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Blockdiagramme</a:t>
            </a:r>
            <a:endParaRPr lang="en-US" sz="2400" dirty="0">
              <a:solidFill>
                <a:schemeClr val="bg1">
                  <a:lumMod val="75000"/>
                </a:schemeClr>
              </a:solidFill>
              <a:cs typeface="Arial" charset="0"/>
            </a:endParaRPr>
          </a:p>
          <a:p>
            <a:pPr marL="1009650" lvl="1" indent="-609600"/>
            <a:r>
              <a:rPr lang="en-US" sz="24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	VHDL</a:t>
            </a:r>
          </a:p>
          <a:p>
            <a:pPr marL="609600" indent="-609600">
              <a:buFontTx/>
              <a:buAutoNum type="arabicPeriod"/>
            </a:pP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Zusammenfassung</a:t>
            </a:r>
            <a:endParaRPr lang="en-US" sz="2800" dirty="0">
              <a:solidFill>
                <a:schemeClr val="bg1">
                  <a:lumMod val="75000"/>
                </a:schemeClr>
              </a:solidFill>
              <a:cs typeface="Arial" charset="0"/>
            </a:endParaRPr>
          </a:p>
        </p:txBody>
      </p:sp>
      <p:sp>
        <p:nvSpPr>
          <p:cNvPr id="3075" name="Fußzeilenplatzhalter 4">
            <a:extLst>
              <a:ext uri="{FF2B5EF4-FFF2-40B4-BE49-F238E27FC236}">
                <a16:creationId xmlns:a16="http://schemas.microsoft.com/office/drawing/2014/main" id="{49588962-31F6-AF37-305B-C08F4B0E3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076" name="Foliennummernplatzhalter 5">
            <a:extLst>
              <a:ext uri="{FF2B5EF4-FFF2-40B4-BE49-F238E27FC236}">
                <a16:creationId xmlns:a16="http://schemas.microsoft.com/office/drawing/2014/main" id="{FF21DD03-8D88-83C8-F499-7D57C4E0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45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75654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5904" y="542141"/>
            <a:ext cx="769204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204" dirty="0"/>
              <a:t>Textuelle</a:t>
            </a:r>
            <a:r>
              <a:rPr spc="-220" dirty="0"/>
              <a:t> </a:t>
            </a:r>
            <a:r>
              <a:rPr spc="-145" dirty="0"/>
              <a:t>Anforderungsspezifikation</a:t>
            </a:r>
          </a:p>
        </p:txBody>
      </p:sp>
      <p:pic>
        <p:nvPicPr>
          <p:cNvPr id="3" name="object 3" descr="https://www.ixts.de/Content/images/Software/projektmanagement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2899" y="1805231"/>
            <a:ext cx="5801868" cy="42930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996151" y="3649272"/>
            <a:ext cx="1047115" cy="2590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700" rIns="0" bIns="0" rtlCol="0">
            <a:spAutoFit/>
          </a:bodyPr>
          <a:lstStyle/>
          <a:p>
            <a:pPr marL="272415" marR="254000" indent="-9525">
              <a:spcBef>
                <a:spcPts val="100"/>
              </a:spcBef>
            </a:pPr>
            <a:r>
              <a:rPr sz="800" spc="-55" dirty="0">
                <a:latin typeface="Arial"/>
                <a:cs typeface="Arial"/>
              </a:rPr>
              <a:t>Vom</a:t>
            </a:r>
            <a:r>
              <a:rPr sz="800" spc="-50" dirty="0">
                <a:latin typeface="Arial"/>
                <a:cs typeface="Arial"/>
              </a:rPr>
              <a:t> </a:t>
            </a:r>
            <a:r>
              <a:rPr sz="800" spc="-40" dirty="0">
                <a:latin typeface="Arial"/>
                <a:cs typeface="Arial"/>
              </a:rPr>
              <a:t>Berater</a:t>
            </a:r>
            <a:r>
              <a:rPr sz="800" spc="500" dirty="0">
                <a:latin typeface="Arial"/>
                <a:cs typeface="Arial"/>
              </a:rPr>
              <a:t> </a:t>
            </a:r>
            <a:r>
              <a:rPr sz="800" spc="-45" dirty="0">
                <a:latin typeface="Arial"/>
                <a:cs typeface="Arial"/>
              </a:rPr>
              <a:t>beschrieben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46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6845531" y="3649272"/>
            <a:ext cx="1047115" cy="2590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700" rIns="0" bIns="0" rtlCol="0">
            <a:spAutoFit/>
          </a:bodyPr>
          <a:lstStyle/>
          <a:p>
            <a:pPr marL="310515" marR="91440" indent="-208915">
              <a:spcBef>
                <a:spcPts val="100"/>
              </a:spcBef>
            </a:pPr>
            <a:r>
              <a:rPr sz="800" spc="-55" dirty="0">
                <a:latin typeface="Arial"/>
                <a:cs typeface="Arial"/>
              </a:rPr>
              <a:t>Vom</a:t>
            </a:r>
            <a:r>
              <a:rPr sz="800" spc="-50" dirty="0">
                <a:latin typeface="Arial"/>
                <a:cs typeface="Arial"/>
              </a:rPr>
              <a:t> </a:t>
            </a:r>
            <a:r>
              <a:rPr sz="800" spc="-35" dirty="0">
                <a:latin typeface="Arial"/>
                <a:cs typeface="Arial"/>
              </a:rPr>
              <a:t>Programmierer</a:t>
            </a:r>
            <a:r>
              <a:rPr sz="800" spc="-10" dirty="0">
                <a:latin typeface="Arial"/>
                <a:cs typeface="Arial"/>
              </a:rPr>
              <a:t> entwickelt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96436" y="3649272"/>
            <a:ext cx="1047115" cy="2590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700" rIns="0" bIns="0" rtlCol="0">
            <a:spAutoFit/>
          </a:bodyPr>
          <a:lstStyle/>
          <a:p>
            <a:pPr marL="306070" marR="200025" indent="-99060">
              <a:spcBef>
                <a:spcPts val="100"/>
              </a:spcBef>
            </a:pPr>
            <a:r>
              <a:rPr sz="800" spc="-55" dirty="0">
                <a:latin typeface="Arial"/>
                <a:cs typeface="Arial"/>
              </a:rPr>
              <a:t>Vom</a:t>
            </a:r>
            <a:r>
              <a:rPr sz="800" spc="-5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Analytiker</a:t>
            </a:r>
            <a:r>
              <a:rPr sz="800" spc="-10" dirty="0">
                <a:latin typeface="Arial"/>
                <a:cs typeface="Arial"/>
              </a:rPr>
              <a:t> entworfen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45816" y="3649272"/>
            <a:ext cx="1047115" cy="2590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700" rIns="0" bIns="0" rtlCol="0">
            <a:spAutoFit/>
          </a:bodyPr>
          <a:lstStyle/>
          <a:p>
            <a:pPr marL="291465" marR="152400" indent="-129539">
              <a:spcBef>
                <a:spcPts val="100"/>
              </a:spcBef>
            </a:pPr>
            <a:r>
              <a:rPr sz="800" spc="-55" dirty="0">
                <a:latin typeface="Arial"/>
                <a:cs typeface="Arial"/>
              </a:rPr>
              <a:t>Vom</a:t>
            </a:r>
            <a:r>
              <a:rPr sz="800" spc="-5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Projektleiter</a:t>
            </a:r>
            <a:r>
              <a:rPr sz="800" spc="-10" dirty="0">
                <a:latin typeface="Arial"/>
                <a:cs typeface="Arial"/>
              </a:rPr>
              <a:t> verstanden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01290" y="3649271"/>
            <a:ext cx="1049020" cy="1974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3660" rIns="0" bIns="0" rtlCol="0">
            <a:spAutoFit/>
          </a:bodyPr>
          <a:lstStyle/>
          <a:p>
            <a:pPr marL="110489">
              <a:spcBef>
                <a:spcPts val="580"/>
              </a:spcBef>
            </a:pPr>
            <a:r>
              <a:rPr sz="800" spc="-55" dirty="0">
                <a:latin typeface="Arial"/>
                <a:cs typeface="Arial"/>
              </a:rPr>
              <a:t>Vom Kunden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erklärt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01290" y="5804206"/>
            <a:ext cx="1049020" cy="19749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3660" rIns="0" bIns="0" rtlCol="0">
            <a:spAutoFit/>
          </a:bodyPr>
          <a:lstStyle/>
          <a:p>
            <a:pPr marL="235585">
              <a:spcBef>
                <a:spcPts val="580"/>
              </a:spcBef>
            </a:pPr>
            <a:r>
              <a:rPr sz="800" spc="-10" dirty="0">
                <a:latin typeface="Arial"/>
                <a:cs typeface="Arial"/>
              </a:rPr>
              <a:t>Dokumentiert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45816" y="5804207"/>
            <a:ext cx="1047115" cy="198131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4295" rIns="0" bIns="0" rtlCol="0">
            <a:spAutoFit/>
          </a:bodyPr>
          <a:lstStyle/>
          <a:p>
            <a:pPr marL="330200">
              <a:spcBef>
                <a:spcPts val="585"/>
              </a:spcBef>
            </a:pPr>
            <a:r>
              <a:rPr sz="800" spc="-10" dirty="0">
                <a:latin typeface="Arial"/>
                <a:cs typeface="Arial"/>
              </a:rPr>
              <a:t>Installiert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97960" y="5804207"/>
            <a:ext cx="1047115" cy="19684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3025" rIns="0" bIns="0" rtlCol="0">
            <a:spAutoFit/>
          </a:bodyPr>
          <a:lstStyle/>
          <a:p>
            <a:pPr marL="106045">
              <a:spcBef>
                <a:spcPts val="575"/>
              </a:spcBef>
            </a:pPr>
            <a:r>
              <a:rPr sz="800" spc="-35" dirty="0">
                <a:latin typeface="Arial"/>
                <a:cs typeface="Arial"/>
              </a:rPr>
              <a:t>In</a:t>
            </a:r>
            <a:r>
              <a:rPr sz="800" spc="-45" dirty="0">
                <a:latin typeface="Arial"/>
                <a:cs typeface="Arial"/>
              </a:rPr>
              <a:t> </a:t>
            </a:r>
            <a:r>
              <a:rPr sz="800" spc="-65" dirty="0">
                <a:latin typeface="Arial"/>
                <a:cs typeface="Arial"/>
              </a:rPr>
              <a:t>Rechnung</a:t>
            </a:r>
            <a:r>
              <a:rPr sz="800" spc="-10" dirty="0">
                <a:latin typeface="Arial"/>
                <a:cs typeface="Arial"/>
              </a:rPr>
              <a:t> gestellt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96151" y="5804207"/>
            <a:ext cx="1047115" cy="25904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700" rIns="0" bIns="0" rtlCol="0">
            <a:spAutoFit/>
          </a:bodyPr>
          <a:lstStyle/>
          <a:p>
            <a:pPr marL="184150" marR="173355" indent="27305">
              <a:spcBef>
                <a:spcPts val="100"/>
              </a:spcBef>
            </a:pPr>
            <a:r>
              <a:rPr sz="800" spc="-75" dirty="0">
                <a:latin typeface="Arial"/>
                <a:cs typeface="Arial"/>
              </a:rPr>
              <a:t>Was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spc="-30" dirty="0">
                <a:latin typeface="Arial"/>
                <a:cs typeface="Arial"/>
              </a:rPr>
              <a:t>der </a:t>
            </a:r>
            <a:r>
              <a:rPr sz="800" spc="-20" dirty="0">
                <a:latin typeface="Arial"/>
                <a:cs typeface="Arial"/>
              </a:rPr>
              <a:t>Kunde </a:t>
            </a:r>
            <a:r>
              <a:rPr sz="800" spc="-35" dirty="0">
                <a:latin typeface="Arial"/>
                <a:cs typeface="Arial"/>
              </a:rPr>
              <a:t>eigentlich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wollte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40960" y="5802683"/>
            <a:ext cx="1047115" cy="26699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9050" rIns="0" bIns="0" rtlCol="0">
            <a:spAutoFit/>
          </a:bodyPr>
          <a:lstStyle/>
          <a:p>
            <a:pPr marL="210820" marR="200660" indent="78740">
              <a:lnSpc>
                <a:spcPts val="950"/>
              </a:lnSpc>
              <a:spcBef>
                <a:spcPts val="150"/>
              </a:spcBef>
            </a:pPr>
            <a:r>
              <a:rPr sz="800" spc="-75" dirty="0">
                <a:latin typeface="Arial"/>
                <a:cs typeface="Arial"/>
              </a:rPr>
              <a:t>Was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weiter </a:t>
            </a:r>
            <a:r>
              <a:rPr sz="800" spc="-35" dirty="0">
                <a:latin typeface="Arial"/>
                <a:cs typeface="Arial"/>
              </a:rPr>
              <a:t>gepflegt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wurde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6938" y="678786"/>
            <a:ext cx="75363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204" dirty="0"/>
              <a:t>Textuelle</a:t>
            </a:r>
            <a:r>
              <a:rPr spc="-220" dirty="0"/>
              <a:t> </a:t>
            </a:r>
            <a:r>
              <a:rPr spc="-145" dirty="0"/>
              <a:t>Anforderungsspezifikation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47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568041" y="1626782"/>
            <a:ext cx="8171381" cy="36798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b="1" spc="-120" dirty="0">
                <a:latin typeface="Arial"/>
                <a:cs typeface="Arial"/>
              </a:rPr>
              <a:t>Zwei</a:t>
            </a:r>
            <a:r>
              <a:rPr b="1" spc="-65" dirty="0">
                <a:latin typeface="Arial"/>
                <a:cs typeface="Arial"/>
              </a:rPr>
              <a:t> </a:t>
            </a:r>
            <a:r>
              <a:rPr b="1" spc="-85" dirty="0">
                <a:latin typeface="Arial"/>
                <a:cs typeface="Arial"/>
              </a:rPr>
              <a:t>verbreitete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Varianten:</a:t>
            </a:r>
            <a:endParaRPr dirty="0">
              <a:latin typeface="Arial"/>
              <a:cs typeface="Arial"/>
            </a:endParaRPr>
          </a:p>
          <a:p>
            <a:pPr>
              <a:spcBef>
                <a:spcPts val="1720"/>
              </a:spcBef>
            </a:pPr>
            <a:endParaRPr dirty="0">
              <a:latin typeface="Arial"/>
              <a:cs typeface="Arial"/>
            </a:endParaRPr>
          </a:p>
          <a:p>
            <a:pPr marL="12700"/>
            <a:r>
              <a:rPr sz="1600" b="1" spc="-110" dirty="0">
                <a:latin typeface="Arial"/>
                <a:cs typeface="Arial"/>
              </a:rPr>
              <a:t>Spezifikation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spc="-85" dirty="0">
                <a:latin typeface="Arial"/>
                <a:cs typeface="Arial"/>
              </a:rPr>
              <a:t>in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95" dirty="0">
                <a:latin typeface="Arial"/>
                <a:cs typeface="Arial"/>
              </a:rPr>
              <a:t>natürliche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Sprache</a:t>
            </a:r>
            <a:r>
              <a:rPr sz="1600" spc="-10" dirty="0">
                <a:latin typeface="Arial"/>
                <a:cs typeface="Arial"/>
              </a:rPr>
              <a:t>:</a:t>
            </a:r>
            <a:endParaRPr sz="1600" dirty="0">
              <a:latin typeface="Arial"/>
              <a:cs typeface="Arial"/>
            </a:endParaRPr>
          </a:p>
          <a:p>
            <a:pPr marL="240665" indent="-227965">
              <a:spcBef>
                <a:spcPts val="118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sz="1400" i="1" spc="-60" dirty="0">
                <a:latin typeface="Arial"/>
                <a:cs typeface="Arial"/>
              </a:rPr>
              <a:t>Ausführliche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textuelle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Beschreibung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der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Anforderungen </a:t>
            </a:r>
            <a:r>
              <a:rPr sz="1400" spc="-75" dirty="0">
                <a:latin typeface="Arial"/>
                <a:cs typeface="Arial"/>
              </a:rPr>
              <a:t>an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ein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0" dirty="0">
                <a:latin typeface="Arial"/>
                <a:cs typeface="Arial"/>
              </a:rPr>
              <a:t>System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bzw.</a:t>
            </a:r>
            <a:r>
              <a:rPr sz="1400" spc="-35" dirty="0">
                <a:latin typeface="Arial"/>
                <a:cs typeface="Arial"/>
              </a:rPr>
              <a:t> einer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Funktionalität</a:t>
            </a:r>
            <a:endParaRPr sz="1400" dirty="0">
              <a:latin typeface="Arial"/>
              <a:cs typeface="Arial"/>
            </a:endParaRPr>
          </a:p>
          <a:p>
            <a:pPr marL="240665" indent="-227965">
              <a:spcBef>
                <a:spcPts val="128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sz="1400" b="1" spc="-90" dirty="0">
                <a:latin typeface="Arial"/>
                <a:cs typeface="Arial"/>
              </a:rPr>
              <a:t>Problem: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Häufig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entsteht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viel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Interpretationsspielraum,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da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natürliche </a:t>
            </a:r>
            <a:r>
              <a:rPr sz="1400" spc="-90" dirty="0">
                <a:latin typeface="Arial"/>
                <a:cs typeface="Arial"/>
              </a:rPr>
              <a:t>Sprache</a:t>
            </a:r>
            <a:r>
              <a:rPr sz="1400" spc="-30" dirty="0">
                <a:latin typeface="Arial"/>
                <a:cs typeface="Arial"/>
              </a:rPr>
              <a:t> nicht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eindeutig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ist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2D75B6"/>
              </a:buClr>
              <a:buFont typeface="Wingdings"/>
              <a:buChar char=""/>
            </a:pPr>
            <a:endParaRPr sz="1400" dirty="0">
              <a:latin typeface="Arial"/>
              <a:cs typeface="Arial"/>
            </a:endParaRPr>
          </a:p>
          <a:p>
            <a:pPr>
              <a:spcBef>
                <a:spcPts val="890"/>
              </a:spcBef>
              <a:buClr>
                <a:srgbClr val="2D75B6"/>
              </a:buClr>
              <a:buFont typeface="Wingdings"/>
              <a:buChar char=""/>
            </a:pPr>
            <a:endParaRPr sz="1400" dirty="0">
              <a:latin typeface="Arial"/>
              <a:cs typeface="Arial"/>
            </a:endParaRPr>
          </a:p>
          <a:p>
            <a:pPr marL="12700"/>
            <a:r>
              <a:rPr sz="1600" b="1" spc="-85" dirty="0">
                <a:latin typeface="Arial"/>
                <a:cs typeface="Arial"/>
              </a:rPr>
              <a:t>Strukturierte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30" dirty="0">
                <a:latin typeface="Arial"/>
                <a:cs typeface="Arial"/>
              </a:rPr>
              <a:t>Spezifikation</a:t>
            </a:r>
            <a:r>
              <a:rPr sz="1600" spc="-30" dirty="0">
                <a:latin typeface="Arial"/>
                <a:cs typeface="Arial"/>
              </a:rPr>
              <a:t>:</a:t>
            </a:r>
            <a:endParaRPr sz="1600" dirty="0">
              <a:latin typeface="Arial"/>
              <a:cs typeface="Arial"/>
            </a:endParaRPr>
          </a:p>
          <a:p>
            <a:pPr marL="240665" indent="-227965">
              <a:spcBef>
                <a:spcPts val="87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sz="1400" spc="-50" dirty="0">
                <a:latin typeface="Arial"/>
                <a:cs typeface="Arial"/>
              </a:rPr>
              <a:t>Übersichtlichere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90" dirty="0">
                <a:latin typeface="Arial"/>
                <a:cs typeface="Arial"/>
              </a:rPr>
              <a:t>Erfassung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von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Anforderungen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im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Vergleich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zu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natürlicher </a:t>
            </a:r>
            <a:r>
              <a:rPr sz="1400" spc="-10" dirty="0">
                <a:latin typeface="Arial"/>
                <a:cs typeface="Arial"/>
              </a:rPr>
              <a:t>Sprache</a:t>
            </a:r>
            <a:endParaRPr sz="1400" dirty="0">
              <a:latin typeface="Arial"/>
              <a:cs typeface="Arial"/>
            </a:endParaRPr>
          </a:p>
          <a:p>
            <a:pPr marL="240665" indent="-227965">
              <a:spcBef>
                <a:spcPts val="855"/>
              </a:spcBef>
              <a:buClr>
                <a:srgbClr val="2D75B6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sz="1400" spc="-70" dirty="0">
                <a:latin typeface="Arial"/>
                <a:cs typeface="Arial"/>
              </a:rPr>
              <a:t>Tabellarische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90" dirty="0">
                <a:latin typeface="Arial"/>
                <a:cs typeface="Arial"/>
              </a:rPr>
              <a:t>Erfassung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von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Anforderungen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mit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einheitlichen </a:t>
            </a:r>
            <a:r>
              <a:rPr sz="1400" spc="-10" dirty="0">
                <a:latin typeface="Arial"/>
                <a:cs typeface="Arial"/>
              </a:rPr>
              <a:t>Eckdaten.</a:t>
            </a:r>
            <a:endParaRPr sz="1400" dirty="0">
              <a:latin typeface="Arial"/>
              <a:cs typeface="Arial"/>
            </a:endParaRPr>
          </a:p>
          <a:p>
            <a:pPr>
              <a:spcBef>
                <a:spcPts val="80"/>
              </a:spcBef>
            </a:pPr>
            <a:endParaRPr sz="1400" dirty="0">
              <a:latin typeface="Arial"/>
              <a:cs typeface="Arial"/>
            </a:endParaRPr>
          </a:p>
          <a:p>
            <a:pPr marL="12700"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Beispiel:</a:t>
            </a:r>
            <a:endParaRPr sz="14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436482"/>
              </p:ext>
            </p:extLst>
          </p:nvPr>
        </p:nvGraphicFramePr>
        <p:xfrm>
          <a:off x="1524181" y="5381772"/>
          <a:ext cx="9156338" cy="7974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2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6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5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95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97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6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341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974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Funktion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21920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Absicht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Überwachte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13906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Variablen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Geregelte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15430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Variablen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Pre-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17208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Condition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Post-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11620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Condition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985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Verlauf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Regeln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Sonderfälle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6225" y="641375"/>
            <a:ext cx="717483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60" dirty="0"/>
              <a:t>Modellierungssprachen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01800" y="6309874"/>
            <a:ext cx="4400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75" dirty="0">
                <a:latin typeface="Arial"/>
                <a:cs typeface="Arial"/>
              </a:rPr>
              <a:t>Jede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50" dirty="0">
                <a:latin typeface="Arial"/>
                <a:cs typeface="Arial"/>
              </a:rPr>
              <a:t>Sprache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hat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b="1" spc="-155" dirty="0">
                <a:latin typeface="Arial"/>
                <a:cs typeface="Arial"/>
              </a:rPr>
              <a:t>Stärken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60" dirty="0">
                <a:latin typeface="Arial"/>
                <a:cs typeface="Arial"/>
              </a:rPr>
              <a:t>und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-155" dirty="0">
                <a:latin typeface="Arial"/>
                <a:cs typeface="Arial"/>
              </a:rPr>
              <a:t>Schwächen.</a:t>
            </a:r>
            <a:endParaRPr sz="20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51109"/>
              </p:ext>
            </p:extLst>
          </p:nvPr>
        </p:nvGraphicFramePr>
        <p:xfrm>
          <a:off x="816225" y="1555845"/>
          <a:ext cx="11146037" cy="4571377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13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2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2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2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2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2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23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23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39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739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451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90801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/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 dirty="0"/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 dirty="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200" dirty="0"/>
                    </a:p>
                    <a:p>
                      <a:pPr marR="8445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</a:rPr>
                        <a:t>Modellierungs-</a:t>
                      </a:r>
                      <a:endParaRPr sz="1200" dirty="0"/>
                    </a:p>
                    <a:p>
                      <a:pPr marR="83820" algn="r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</a:rPr>
                        <a:t>sprache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200"/>
                    </a:p>
                    <a:p>
                      <a:pPr marL="444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</a:rPr>
                        <a:t>Software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65" marB="0" vert="vert27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200"/>
                    </a:p>
                    <a:p>
                      <a:pPr marL="4445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</a:rPr>
                        <a:t>Hardware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700" marB="0" vert="vert270"/>
                </a:tc>
                <a:tc rowSpan="2">
                  <a:txBody>
                    <a:bodyPr/>
                    <a:lstStyle/>
                    <a:p>
                      <a:pPr marL="44450" marR="47307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b="1" spc="-70" dirty="0">
                          <a:solidFill>
                            <a:srgbClr val="FFFFFF"/>
                          </a:solidFill>
                        </a:rPr>
                        <a:t>Diskretes </a:t>
                      </a:r>
                      <a:r>
                        <a:rPr sz="1200" b="1" spc="-80" dirty="0">
                          <a:solidFill>
                            <a:srgbClr val="FFFFFF"/>
                          </a:solidFill>
                        </a:rPr>
                        <a:t>Verhalten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6520" marB="0" vert="vert270"/>
                </a:tc>
                <a:tc rowSpan="2">
                  <a:txBody>
                    <a:bodyPr/>
                    <a:lstStyle/>
                    <a:p>
                      <a:pPr marL="44450" marR="6350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b="1" spc="-90" dirty="0">
                          <a:solidFill>
                            <a:srgbClr val="FFFFFF"/>
                          </a:solidFill>
                        </a:rPr>
                        <a:t>Kontinuierliches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</a:rPr>
                        <a:t>Verhalten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6520" marB="0" vert="vert27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200"/>
                    </a:p>
                    <a:p>
                      <a:pPr marL="44450">
                        <a:lnSpc>
                          <a:spcPct val="100000"/>
                        </a:lnSpc>
                      </a:pPr>
                      <a:r>
                        <a:rPr sz="1200" b="1" spc="-30" dirty="0">
                          <a:solidFill>
                            <a:srgbClr val="FFFFFF"/>
                          </a:solidFill>
                        </a:rPr>
                        <a:t>Nebenläufigkeit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700" marB="0" vert="vert270"/>
                </a:tc>
                <a:tc gridSpan="3"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25" dirty="0">
                          <a:solidFill>
                            <a:srgbClr val="FFFFFF"/>
                          </a:solidFill>
                        </a:rPr>
                        <a:t>Kommunikation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68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</a:rPr>
                        <a:t>Zeitbehaftung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68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200" b="1" spc="-100" dirty="0">
                          <a:solidFill>
                            <a:srgbClr val="FFFFFF"/>
                          </a:solidFill>
                        </a:rPr>
                        <a:t>Simulierung</a:t>
                      </a:r>
                      <a:r>
                        <a:rPr sz="1200" b="1" spc="10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</a:rPr>
                        <a:t>und</a:t>
                      </a:r>
                      <a:endParaRPr sz="1200"/>
                    </a:p>
                    <a:p>
                      <a:pPr marL="4445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</a:rPr>
                        <a:t>Verifikation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7790" marB="0" vert="vert27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15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 vert="vert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 vert="vert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6520" marB="0" vert="vert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6520" marB="0" vert="vert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 vert="vert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32829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050" b="1" spc="-100" dirty="0">
                          <a:solidFill>
                            <a:srgbClr val="FFFFFF"/>
                          </a:solidFill>
                        </a:rPr>
                        <a:t>Message</a:t>
                      </a:r>
                      <a:r>
                        <a:rPr sz="1050" b="1" spc="-40" dirty="0">
                          <a:solidFill>
                            <a:srgbClr val="FFFFFF"/>
                          </a:solidFill>
                        </a:rPr>
                        <a:t> Passing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20014" marB="0" vert="vert270"/>
                </a:tc>
                <a:tc>
                  <a:txBody>
                    <a:bodyPr/>
                    <a:lstStyle/>
                    <a:p>
                      <a:pPr marL="44450" marR="280670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</a:rPr>
                        <a:t>Geteilte </a:t>
                      </a:r>
                      <a:r>
                        <a:rPr sz="1050" b="1" spc="-60" dirty="0">
                          <a:solidFill>
                            <a:srgbClr val="FFFFFF"/>
                          </a:solidFill>
                        </a:rPr>
                        <a:t>Variablen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20014" marB="0" vert="vert270"/>
                </a:tc>
                <a:tc>
                  <a:txBody>
                    <a:bodyPr/>
                    <a:lstStyle/>
                    <a:p>
                      <a:pPr marL="44450" marR="28384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</a:rPr>
                        <a:t>Signal-</a:t>
                      </a:r>
                      <a:r>
                        <a:rPr sz="1050" b="1" spc="-45" dirty="0">
                          <a:solidFill>
                            <a:srgbClr val="FFFFFF"/>
                          </a:solidFill>
                        </a:rPr>
                        <a:t>orientiert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20014" marB="0" vert="vert2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1050"/>
                    </a:p>
                    <a:p>
                      <a:pPr marL="444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</a:rPr>
                        <a:t>Synchron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57150" marB="0" vert="vert2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1050"/>
                    </a:p>
                    <a:p>
                      <a:pPr marL="44450">
                        <a:lnSpc>
                          <a:spcPct val="100000"/>
                        </a:lnSpc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</a:rPr>
                        <a:t>Asynchron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57785" marB="0" vert="vert27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7790" marB="0" vert="vert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113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20" dirty="0"/>
                        <a:t>VHDL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113"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25" dirty="0"/>
                        <a:t>UML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25" dirty="0">
                          <a:solidFill>
                            <a:srgbClr val="FFC000"/>
                          </a:solidFill>
                        </a:rPr>
                        <a:t>(✔)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25" dirty="0">
                          <a:solidFill>
                            <a:srgbClr val="FFC000"/>
                          </a:solidFill>
                        </a:rPr>
                        <a:t>(✔)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113"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25" dirty="0"/>
                        <a:t>FSM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44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50" dirty="0"/>
                        <a:t>Petri-</a:t>
                      </a:r>
                      <a:r>
                        <a:rPr sz="1400" spc="-10" dirty="0"/>
                        <a:t>Netze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25" dirty="0">
                          <a:solidFill>
                            <a:srgbClr val="FFC000"/>
                          </a:solidFill>
                        </a:rPr>
                        <a:t>(✔)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113"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/>
                        <a:t>Statecharts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25" dirty="0">
                          <a:solidFill>
                            <a:srgbClr val="FFC000"/>
                          </a:solidFill>
                        </a:rPr>
                        <a:t>(✔)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9292">
                <a:tc>
                  <a:txBody>
                    <a:bodyPr/>
                    <a:lstStyle/>
                    <a:p>
                      <a:pPr marL="449580" marR="83820" indent="-1524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30" dirty="0"/>
                        <a:t>Safe</a:t>
                      </a:r>
                      <a:r>
                        <a:rPr sz="1400" spc="-70" dirty="0"/>
                        <a:t> </a:t>
                      </a:r>
                      <a:r>
                        <a:rPr sz="1400" spc="-80" dirty="0"/>
                        <a:t>State </a:t>
                      </a:r>
                      <a:r>
                        <a:rPr sz="1400" spc="-70" dirty="0"/>
                        <a:t>Machines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 dirty="0"/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/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 dirty="0"/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 dirty="0"/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 dirty="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 dirty="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 dirty="0"/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 dirty="0"/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20">
                <a:tc>
                  <a:txBody>
                    <a:bodyPr/>
                    <a:lstStyle/>
                    <a:p>
                      <a:pPr marL="429895" marR="83185" indent="26670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70" dirty="0"/>
                        <a:t>Timed </a:t>
                      </a:r>
                      <a:r>
                        <a:rPr sz="1400" spc="-50" dirty="0"/>
                        <a:t>Automata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/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/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solidFill>
                            <a:srgbClr val="FFC000"/>
                          </a:solidFill>
                        </a:rPr>
                        <a:t>(✔)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/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/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solidFill>
                            <a:srgbClr val="FFC000"/>
                          </a:solidFill>
                        </a:rPr>
                        <a:t>(✔)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/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/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 dirty="0"/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113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/>
                        <a:t>Simulink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113"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/>
                        <a:t>SystemC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30" dirty="0">
                          <a:solidFill>
                            <a:srgbClr val="7B7B7B"/>
                          </a:solidFill>
                        </a:rPr>
                        <a:t>✖</a:t>
                      </a:r>
                      <a:endParaRPr sz="110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spc="-50" dirty="0">
                          <a:solidFill>
                            <a:srgbClr val="00AF50"/>
                          </a:solidFill>
                        </a:rPr>
                        <a:t>✔</a:t>
                      </a:r>
                      <a:endParaRPr sz="1100" dirty="0">
                        <a:latin typeface="Arial Unicode MS"/>
                        <a:cs typeface="Arial Unicode MS"/>
                      </a:endParaRPr>
                    </a:p>
                  </a:txBody>
                  <a:tcPr marL="0" marR="0" marT="6096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48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8828913" y="5767223"/>
            <a:ext cx="7162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spc="-25" dirty="0">
                <a:solidFill>
                  <a:srgbClr val="A4A4A4"/>
                </a:solidFill>
                <a:latin typeface="Arial"/>
                <a:cs typeface="Arial"/>
              </a:rPr>
              <a:t>1: </a:t>
            </a:r>
            <a:r>
              <a:rPr sz="600" dirty="0">
                <a:solidFill>
                  <a:srgbClr val="A4A4A4"/>
                </a:solidFill>
                <a:latin typeface="Arial"/>
                <a:cs typeface="Arial"/>
              </a:rPr>
              <a:t>mit</a:t>
            </a:r>
            <a:r>
              <a:rPr sz="600" spc="-35" dirty="0">
                <a:solidFill>
                  <a:srgbClr val="A4A4A4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A4A4A4"/>
                </a:solidFill>
                <a:latin typeface="Arial"/>
                <a:cs typeface="Arial"/>
              </a:rPr>
              <a:t>Zeiterweiterung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7771641" cy="984885"/>
          </a:xfrm>
        </p:spPr>
        <p:txBody>
          <a:bodyPr/>
          <a:lstStyle/>
          <a:p>
            <a:pPr eaLnBrk="1" hangingPunct="1"/>
            <a:r>
              <a:rPr lang="de-DE" dirty="0"/>
              <a:t>Unified Modeling Language</a:t>
            </a:r>
            <a:endParaRPr lang="el-GR" sz="2400" dirty="0">
              <a:cs typeface="Arial" charset="0"/>
            </a:endParaRPr>
          </a:p>
        </p:txBody>
      </p:sp>
      <p:sp>
        <p:nvSpPr>
          <p:cNvPr id="28678" name="Rectangle 3"/>
          <p:cNvSpPr>
            <a:spLocks noGrp="1" noChangeArrowheads="1"/>
          </p:cNvSpPr>
          <p:nvPr>
            <p:ph idx="1"/>
          </p:nvPr>
        </p:nvSpPr>
        <p:spPr>
          <a:xfrm>
            <a:off x="341824" y="1709352"/>
            <a:ext cx="10832054" cy="1618905"/>
          </a:xfrm>
        </p:spPr>
        <p:txBody>
          <a:bodyPr/>
          <a:lstStyle/>
          <a:p>
            <a:pPr marL="209550" indent="-60960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3200" dirty="0">
                <a:solidFill>
                  <a:srgbClr val="0000FF"/>
                </a:solidFill>
              </a:rPr>
              <a:t>Graphische</a:t>
            </a:r>
            <a:r>
              <a:rPr lang="de-DE" sz="3200" dirty="0"/>
              <a:t> Modellierungssprache 	für Software-Systeme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Char char="§"/>
            </a:pPr>
            <a:r>
              <a:rPr lang="de-DE" sz="3200" dirty="0"/>
              <a:t>Definiert </a:t>
            </a:r>
            <a:r>
              <a:rPr lang="de-DE" sz="3200" dirty="0">
                <a:solidFill>
                  <a:srgbClr val="0000FF"/>
                </a:solidFill>
              </a:rPr>
              <a:t>Menge von Diagrammtypen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Char char="§"/>
            </a:pPr>
            <a:r>
              <a:rPr lang="de-DE" sz="3200" dirty="0"/>
              <a:t>Mehrere Diagramme bilden Sicht auf ein UML-Modell</a:t>
            </a:r>
          </a:p>
          <a:p>
            <a:pPr marL="990600" lvl="1" indent="-533400">
              <a:lnSpc>
                <a:spcPct val="90000"/>
              </a:lnSpc>
              <a:buFont typeface="Wingdings" pitchFamily="2" charset="2"/>
              <a:buChar char="§"/>
            </a:pPr>
            <a:endParaRPr lang="de-DE" sz="2800" dirty="0"/>
          </a:p>
        </p:txBody>
      </p:sp>
      <p:sp>
        <p:nvSpPr>
          <p:cNvPr id="2867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2867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49</a:t>
            </a:fld>
            <a:r>
              <a:rPr lang="de-DE"/>
              <a:t> </a:t>
            </a:r>
          </a:p>
        </p:txBody>
      </p:sp>
      <p:sp>
        <p:nvSpPr>
          <p:cNvPr id="54" name="Freeform 5"/>
          <p:cNvSpPr>
            <a:spLocks/>
          </p:cNvSpPr>
          <p:nvPr/>
        </p:nvSpPr>
        <p:spPr bwMode="auto">
          <a:xfrm>
            <a:off x="4299967" y="4088326"/>
            <a:ext cx="1296988" cy="1165225"/>
          </a:xfrm>
          <a:custGeom>
            <a:avLst/>
            <a:gdLst>
              <a:gd name="T0" fmla="*/ 612062 w 801"/>
              <a:gd name="T1" fmla="*/ 1093788 h 734"/>
              <a:gd name="T2" fmla="*/ 171636 w 801"/>
              <a:gd name="T3" fmla="*/ 877888 h 734"/>
              <a:gd name="T4" fmla="*/ 97153 w 801"/>
              <a:gd name="T5" fmla="*/ 804862 h 734"/>
              <a:gd name="T6" fmla="*/ 24288 w 801"/>
              <a:gd name="T7" fmla="*/ 517525 h 734"/>
              <a:gd name="T8" fmla="*/ 24288 w 801"/>
              <a:gd name="T9" fmla="*/ 373062 h 734"/>
              <a:gd name="T10" fmla="*/ 171636 w 801"/>
              <a:gd name="T11" fmla="*/ 85725 h 734"/>
              <a:gd name="T12" fmla="*/ 612062 w 801"/>
              <a:gd name="T13" fmla="*/ 12700 h 734"/>
              <a:gd name="T14" fmla="*/ 979623 w 801"/>
              <a:gd name="T15" fmla="*/ 12700 h 734"/>
              <a:gd name="T16" fmla="*/ 1125352 w 801"/>
              <a:gd name="T17" fmla="*/ 85725 h 734"/>
              <a:gd name="T18" fmla="*/ 1199835 w 801"/>
              <a:gd name="T19" fmla="*/ 301625 h 734"/>
              <a:gd name="T20" fmla="*/ 1125352 w 801"/>
              <a:gd name="T21" fmla="*/ 517525 h 734"/>
              <a:gd name="T22" fmla="*/ 1199835 w 801"/>
              <a:gd name="T23" fmla="*/ 660400 h 734"/>
              <a:gd name="T24" fmla="*/ 1272700 w 801"/>
              <a:gd name="T25" fmla="*/ 804862 h 734"/>
              <a:gd name="T26" fmla="*/ 1052487 w 801"/>
              <a:gd name="T27" fmla="*/ 949325 h 734"/>
              <a:gd name="T28" fmla="*/ 979623 w 801"/>
              <a:gd name="T29" fmla="*/ 949325 h 734"/>
              <a:gd name="T30" fmla="*/ 905139 w 801"/>
              <a:gd name="T31" fmla="*/ 1093788 h 734"/>
              <a:gd name="T32" fmla="*/ 832275 w 801"/>
              <a:gd name="T33" fmla="*/ 1165225 h 734"/>
              <a:gd name="T34" fmla="*/ 612062 w 801"/>
              <a:gd name="T35" fmla="*/ 1093788 h 734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801"/>
              <a:gd name="T55" fmla="*/ 0 h 734"/>
              <a:gd name="T56" fmla="*/ 801 w 801"/>
              <a:gd name="T57" fmla="*/ 734 h 734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801" h="734">
                <a:moveTo>
                  <a:pt x="378" y="689"/>
                </a:moveTo>
                <a:cubicBezTo>
                  <a:pt x="310" y="659"/>
                  <a:pt x="159" y="583"/>
                  <a:pt x="106" y="553"/>
                </a:cubicBezTo>
                <a:cubicBezTo>
                  <a:pt x="53" y="523"/>
                  <a:pt x="75" y="545"/>
                  <a:pt x="60" y="507"/>
                </a:cubicBezTo>
                <a:cubicBezTo>
                  <a:pt x="45" y="469"/>
                  <a:pt x="22" y="371"/>
                  <a:pt x="15" y="326"/>
                </a:cubicBezTo>
                <a:cubicBezTo>
                  <a:pt x="8" y="281"/>
                  <a:pt x="0" y="280"/>
                  <a:pt x="15" y="235"/>
                </a:cubicBezTo>
                <a:cubicBezTo>
                  <a:pt x="30" y="190"/>
                  <a:pt x="46" y="92"/>
                  <a:pt x="106" y="54"/>
                </a:cubicBezTo>
                <a:cubicBezTo>
                  <a:pt x="166" y="16"/>
                  <a:pt x="295" y="16"/>
                  <a:pt x="378" y="8"/>
                </a:cubicBezTo>
                <a:cubicBezTo>
                  <a:pt x="461" y="0"/>
                  <a:pt x="552" y="0"/>
                  <a:pt x="605" y="8"/>
                </a:cubicBezTo>
                <a:cubicBezTo>
                  <a:pt x="658" y="16"/>
                  <a:pt x="672" y="24"/>
                  <a:pt x="695" y="54"/>
                </a:cubicBezTo>
                <a:cubicBezTo>
                  <a:pt x="718" y="84"/>
                  <a:pt x="741" y="145"/>
                  <a:pt x="741" y="190"/>
                </a:cubicBezTo>
                <a:cubicBezTo>
                  <a:pt x="741" y="235"/>
                  <a:pt x="695" y="288"/>
                  <a:pt x="695" y="326"/>
                </a:cubicBezTo>
                <a:cubicBezTo>
                  <a:pt x="695" y="364"/>
                  <a:pt x="726" y="386"/>
                  <a:pt x="741" y="416"/>
                </a:cubicBezTo>
                <a:cubicBezTo>
                  <a:pt x="756" y="446"/>
                  <a:pt x="801" y="477"/>
                  <a:pt x="786" y="507"/>
                </a:cubicBezTo>
                <a:cubicBezTo>
                  <a:pt x="771" y="537"/>
                  <a:pt x="680" y="583"/>
                  <a:pt x="650" y="598"/>
                </a:cubicBezTo>
                <a:cubicBezTo>
                  <a:pt x="620" y="613"/>
                  <a:pt x="620" y="583"/>
                  <a:pt x="605" y="598"/>
                </a:cubicBezTo>
                <a:cubicBezTo>
                  <a:pt x="590" y="613"/>
                  <a:pt x="574" y="666"/>
                  <a:pt x="559" y="689"/>
                </a:cubicBezTo>
                <a:cubicBezTo>
                  <a:pt x="544" y="712"/>
                  <a:pt x="544" y="734"/>
                  <a:pt x="514" y="734"/>
                </a:cubicBezTo>
                <a:cubicBezTo>
                  <a:pt x="484" y="734"/>
                  <a:pt x="446" y="719"/>
                  <a:pt x="378" y="689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55" name="Oval 7"/>
          <p:cNvSpPr>
            <a:spLocks noChangeArrowheads="1"/>
          </p:cNvSpPr>
          <p:nvPr/>
        </p:nvSpPr>
        <p:spPr bwMode="auto">
          <a:xfrm>
            <a:off x="4539680" y="4247076"/>
            <a:ext cx="144462" cy="142875"/>
          </a:xfrm>
          <a:prstGeom prst="ellipse">
            <a:avLst/>
          </a:prstGeom>
          <a:solidFill>
            <a:srgbClr val="00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56" name="Oval 8"/>
          <p:cNvSpPr>
            <a:spLocks noChangeArrowheads="1"/>
          </p:cNvSpPr>
          <p:nvPr/>
        </p:nvSpPr>
        <p:spPr bwMode="auto">
          <a:xfrm>
            <a:off x="4755580" y="4316926"/>
            <a:ext cx="144462" cy="142875"/>
          </a:xfrm>
          <a:prstGeom prst="ellipse">
            <a:avLst/>
          </a:prstGeom>
          <a:solidFill>
            <a:srgbClr val="00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57" name="Oval 9"/>
          <p:cNvSpPr>
            <a:spLocks noChangeArrowheads="1"/>
          </p:cNvSpPr>
          <p:nvPr/>
        </p:nvSpPr>
        <p:spPr bwMode="auto">
          <a:xfrm>
            <a:off x="4971480" y="4174051"/>
            <a:ext cx="144462" cy="142875"/>
          </a:xfrm>
          <a:prstGeom prst="ellipse">
            <a:avLst/>
          </a:prstGeom>
          <a:solidFill>
            <a:srgbClr val="00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58" name="Oval 10"/>
          <p:cNvSpPr>
            <a:spLocks noChangeArrowheads="1"/>
          </p:cNvSpPr>
          <p:nvPr/>
        </p:nvSpPr>
        <p:spPr bwMode="auto">
          <a:xfrm>
            <a:off x="5187380" y="4389951"/>
            <a:ext cx="144462" cy="142875"/>
          </a:xfrm>
          <a:prstGeom prst="ellipse">
            <a:avLst/>
          </a:prstGeom>
          <a:solidFill>
            <a:srgbClr val="00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59" name="Oval 11"/>
          <p:cNvSpPr>
            <a:spLocks noChangeArrowheads="1"/>
          </p:cNvSpPr>
          <p:nvPr/>
        </p:nvSpPr>
        <p:spPr bwMode="auto">
          <a:xfrm>
            <a:off x="5187380" y="4605851"/>
            <a:ext cx="144462" cy="142875"/>
          </a:xfrm>
          <a:prstGeom prst="ellipse">
            <a:avLst/>
          </a:prstGeom>
          <a:solidFill>
            <a:srgbClr val="00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60" name="Oval 12"/>
          <p:cNvSpPr>
            <a:spLocks noChangeArrowheads="1"/>
          </p:cNvSpPr>
          <p:nvPr/>
        </p:nvSpPr>
        <p:spPr bwMode="auto">
          <a:xfrm>
            <a:off x="5260405" y="4821751"/>
            <a:ext cx="144462" cy="142875"/>
          </a:xfrm>
          <a:prstGeom prst="ellipse">
            <a:avLst/>
          </a:prstGeom>
          <a:solidFill>
            <a:srgbClr val="00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61" name="Oval 13"/>
          <p:cNvSpPr>
            <a:spLocks noChangeArrowheads="1"/>
          </p:cNvSpPr>
          <p:nvPr/>
        </p:nvSpPr>
        <p:spPr bwMode="auto">
          <a:xfrm>
            <a:off x="4971480" y="5037651"/>
            <a:ext cx="144462" cy="142875"/>
          </a:xfrm>
          <a:prstGeom prst="ellipse">
            <a:avLst/>
          </a:prstGeom>
          <a:solidFill>
            <a:srgbClr val="00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62" name="Oval 14"/>
          <p:cNvSpPr>
            <a:spLocks noChangeArrowheads="1"/>
          </p:cNvSpPr>
          <p:nvPr/>
        </p:nvSpPr>
        <p:spPr bwMode="auto">
          <a:xfrm>
            <a:off x="4971480" y="4748726"/>
            <a:ext cx="144462" cy="142875"/>
          </a:xfrm>
          <a:prstGeom prst="ellipse">
            <a:avLst/>
          </a:prstGeom>
          <a:solidFill>
            <a:srgbClr val="00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63" name="Oval 15"/>
          <p:cNvSpPr>
            <a:spLocks noChangeArrowheads="1"/>
          </p:cNvSpPr>
          <p:nvPr/>
        </p:nvSpPr>
        <p:spPr bwMode="auto">
          <a:xfrm>
            <a:off x="4971480" y="4461388"/>
            <a:ext cx="144462" cy="142875"/>
          </a:xfrm>
          <a:prstGeom prst="ellipse">
            <a:avLst/>
          </a:prstGeom>
          <a:solidFill>
            <a:srgbClr val="00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64" name="Oval 16"/>
          <p:cNvSpPr>
            <a:spLocks noChangeArrowheads="1"/>
          </p:cNvSpPr>
          <p:nvPr/>
        </p:nvSpPr>
        <p:spPr bwMode="auto">
          <a:xfrm>
            <a:off x="4827019" y="4677288"/>
            <a:ext cx="144463" cy="142875"/>
          </a:xfrm>
          <a:prstGeom prst="ellipse">
            <a:avLst/>
          </a:prstGeom>
          <a:solidFill>
            <a:srgbClr val="00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65" name="Oval 17"/>
          <p:cNvSpPr>
            <a:spLocks noChangeArrowheads="1"/>
          </p:cNvSpPr>
          <p:nvPr/>
        </p:nvSpPr>
        <p:spPr bwMode="auto">
          <a:xfrm>
            <a:off x="4828605" y="4893188"/>
            <a:ext cx="144462" cy="142875"/>
          </a:xfrm>
          <a:prstGeom prst="ellipse">
            <a:avLst/>
          </a:prstGeom>
          <a:solidFill>
            <a:srgbClr val="00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66" name="Oval 18"/>
          <p:cNvSpPr>
            <a:spLocks noChangeArrowheads="1"/>
          </p:cNvSpPr>
          <p:nvPr/>
        </p:nvSpPr>
        <p:spPr bwMode="auto">
          <a:xfrm>
            <a:off x="4539680" y="4821751"/>
            <a:ext cx="144462" cy="142875"/>
          </a:xfrm>
          <a:prstGeom prst="ellipse">
            <a:avLst/>
          </a:prstGeom>
          <a:solidFill>
            <a:srgbClr val="00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67" name="Oval 19"/>
          <p:cNvSpPr>
            <a:spLocks noChangeArrowheads="1"/>
          </p:cNvSpPr>
          <p:nvPr/>
        </p:nvSpPr>
        <p:spPr bwMode="auto">
          <a:xfrm>
            <a:off x="4755580" y="4532826"/>
            <a:ext cx="144462" cy="142875"/>
          </a:xfrm>
          <a:prstGeom prst="ellipse">
            <a:avLst/>
          </a:prstGeom>
          <a:solidFill>
            <a:srgbClr val="00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68" name="Oval 20"/>
          <p:cNvSpPr>
            <a:spLocks noChangeArrowheads="1"/>
          </p:cNvSpPr>
          <p:nvPr/>
        </p:nvSpPr>
        <p:spPr bwMode="auto">
          <a:xfrm>
            <a:off x="4395219" y="4677288"/>
            <a:ext cx="144463" cy="142875"/>
          </a:xfrm>
          <a:prstGeom prst="ellipse">
            <a:avLst/>
          </a:prstGeom>
          <a:solidFill>
            <a:srgbClr val="00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69" name="Oval 21"/>
          <p:cNvSpPr>
            <a:spLocks noChangeArrowheads="1"/>
          </p:cNvSpPr>
          <p:nvPr/>
        </p:nvSpPr>
        <p:spPr bwMode="auto">
          <a:xfrm>
            <a:off x="4611119" y="4677288"/>
            <a:ext cx="144463" cy="142875"/>
          </a:xfrm>
          <a:prstGeom prst="ellipse">
            <a:avLst/>
          </a:prstGeom>
          <a:solidFill>
            <a:srgbClr val="00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0" name="Oval 22"/>
          <p:cNvSpPr>
            <a:spLocks noChangeArrowheads="1"/>
          </p:cNvSpPr>
          <p:nvPr/>
        </p:nvSpPr>
        <p:spPr bwMode="auto">
          <a:xfrm>
            <a:off x="4468244" y="4462976"/>
            <a:ext cx="144463" cy="142875"/>
          </a:xfrm>
          <a:prstGeom prst="ellipse">
            <a:avLst/>
          </a:prstGeom>
          <a:solidFill>
            <a:srgbClr val="00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grpSp>
        <p:nvGrpSpPr>
          <p:cNvPr id="71" name="Group 33"/>
          <p:cNvGrpSpPr>
            <a:grpSpLocks/>
          </p:cNvGrpSpPr>
          <p:nvPr/>
        </p:nvGrpSpPr>
        <p:grpSpPr bwMode="auto">
          <a:xfrm>
            <a:off x="6244655" y="3656526"/>
            <a:ext cx="1008062" cy="1150937"/>
            <a:chOff x="2154" y="2478"/>
            <a:chExt cx="635" cy="725"/>
          </a:xfrm>
        </p:grpSpPr>
        <p:sp>
          <p:nvSpPr>
            <p:cNvPr id="72" name="AutoShape 26"/>
            <p:cNvSpPr>
              <a:spLocks noChangeArrowheads="1"/>
            </p:cNvSpPr>
            <p:nvPr/>
          </p:nvSpPr>
          <p:spPr bwMode="auto">
            <a:xfrm flipV="1">
              <a:off x="2336" y="2478"/>
              <a:ext cx="453" cy="544"/>
            </a:xfrm>
            <a:prstGeom prst="foldedCorner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73" name="AutoShape 31"/>
            <p:cNvSpPr>
              <a:spLocks noChangeArrowheads="1"/>
            </p:cNvSpPr>
            <p:nvPr/>
          </p:nvSpPr>
          <p:spPr bwMode="auto">
            <a:xfrm flipV="1">
              <a:off x="2245" y="2568"/>
              <a:ext cx="453" cy="544"/>
            </a:xfrm>
            <a:prstGeom prst="foldedCorner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74" name="AutoShape 32"/>
            <p:cNvSpPr>
              <a:spLocks noChangeArrowheads="1"/>
            </p:cNvSpPr>
            <p:nvPr/>
          </p:nvSpPr>
          <p:spPr bwMode="auto">
            <a:xfrm flipV="1">
              <a:off x="2154" y="2659"/>
              <a:ext cx="453" cy="544"/>
            </a:xfrm>
            <a:prstGeom prst="foldedCorner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75" name="AutoShape 34"/>
          <p:cNvSpPr>
            <a:spLocks noChangeArrowheads="1"/>
          </p:cNvSpPr>
          <p:nvPr/>
        </p:nvSpPr>
        <p:spPr bwMode="auto">
          <a:xfrm flipV="1">
            <a:off x="6244657" y="3943861"/>
            <a:ext cx="719137" cy="863600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6" name="AutoShape 35"/>
          <p:cNvSpPr>
            <a:spLocks noChangeArrowheads="1"/>
          </p:cNvSpPr>
          <p:nvPr/>
        </p:nvSpPr>
        <p:spPr bwMode="auto">
          <a:xfrm flipV="1">
            <a:off x="6531992" y="4951924"/>
            <a:ext cx="719138" cy="863600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7" name="AutoShape 36"/>
          <p:cNvSpPr>
            <a:spLocks noChangeArrowheads="1"/>
          </p:cNvSpPr>
          <p:nvPr/>
        </p:nvSpPr>
        <p:spPr bwMode="auto">
          <a:xfrm flipV="1">
            <a:off x="6389117" y="5094799"/>
            <a:ext cx="719138" cy="863600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8" name="Rectangle 37"/>
          <p:cNvSpPr>
            <a:spLocks noChangeArrowheads="1"/>
          </p:cNvSpPr>
          <p:nvPr/>
        </p:nvSpPr>
        <p:spPr bwMode="auto">
          <a:xfrm>
            <a:off x="6389119" y="4232788"/>
            <a:ext cx="142875" cy="142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9" name="Rectangle 40"/>
          <p:cNvSpPr>
            <a:spLocks noChangeArrowheads="1"/>
          </p:cNvSpPr>
          <p:nvPr/>
        </p:nvSpPr>
        <p:spPr bwMode="auto">
          <a:xfrm>
            <a:off x="6605019" y="4448688"/>
            <a:ext cx="142875" cy="142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0" name="Rectangle 41"/>
          <p:cNvSpPr>
            <a:spLocks noChangeArrowheads="1"/>
          </p:cNvSpPr>
          <p:nvPr/>
        </p:nvSpPr>
        <p:spPr bwMode="auto">
          <a:xfrm>
            <a:off x="6389119" y="4591563"/>
            <a:ext cx="142875" cy="142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1" name="Oval 42"/>
          <p:cNvSpPr>
            <a:spLocks noChangeArrowheads="1"/>
          </p:cNvSpPr>
          <p:nvPr/>
        </p:nvSpPr>
        <p:spPr bwMode="auto">
          <a:xfrm>
            <a:off x="6531994" y="5383724"/>
            <a:ext cx="144463" cy="1444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2" name="Oval 43"/>
          <p:cNvSpPr>
            <a:spLocks noChangeArrowheads="1"/>
          </p:cNvSpPr>
          <p:nvPr/>
        </p:nvSpPr>
        <p:spPr bwMode="auto">
          <a:xfrm>
            <a:off x="6747894" y="5599624"/>
            <a:ext cx="144463" cy="1444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3" name="Line 44"/>
          <p:cNvSpPr>
            <a:spLocks noChangeShapeType="1"/>
          </p:cNvSpPr>
          <p:nvPr/>
        </p:nvSpPr>
        <p:spPr bwMode="auto">
          <a:xfrm flipV="1">
            <a:off x="5308032" y="4304224"/>
            <a:ext cx="1081087" cy="1444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84" name="Line 45"/>
          <p:cNvSpPr>
            <a:spLocks noChangeShapeType="1"/>
          </p:cNvSpPr>
          <p:nvPr/>
        </p:nvSpPr>
        <p:spPr bwMode="auto">
          <a:xfrm>
            <a:off x="5308032" y="4448686"/>
            <a:ext cx="1296987" cy="714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85" name="Line 46"/>
          <p:cNvSpPr>
            <a:spLocks noChangeShapeType="1"/>
          </p:cNvSpPr>
          <p:nvPr/>
        </p:nvSpPr>
        <p:spPr bwMode="auto">
          <a:xfrm flipV="1">
            <a:off x="5308032" y="4664586"/>
            <a:ext cx="108108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86" name="Line 47"/>
          <p:cNvSpPr>
            <a:spLocks noChangeShapeType="1"/>
          </p:cNvSpPr>
          <p:nvPr/>
        </p:nvSpPr>
        <p:spPr bwMode="auto">
          <a:xfrm>
            <a:off x="5308030" y="4736026"/>
            <a:ext cx="1223962" cy="7207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87" name="Line 48"/>
          <p:cNvSpPr>
            <a:spLocks noChangeShapeType="1"/>
          </p:cNvSpPr>
          <p:nvPr/>
        </p:nvSpPr>
        <p:spPr bwMode="auto">
          <a:xfrm>
            <a:off x="5092130" y="5096388"/>
            <a:ext cx="1655762" cy="5762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grpSp>
        <p:nvGrpSpPr>
          <p:cNvPr id="88" name="Group 52"/>
          <p:cNvGrpSpPr>
            <a:grpSpLocks/>
          </p:cNvGrpSpPr>
          <p:nvPr/>
        </p:nvGrpSpPr>
        <p:grpSpPr bwMode="auto">
          <a:xfrm>
            <a:off x="7825807" y="3656526"/>
            <a:ext cx="142875" cy="936625"/>
            <a:chOff x="3016" y="2341"/>
            <a:chExt cx="45" cy="772"/>
          </a:xfrm>
        </p:grpSpPr>
        <p:sp>
          <p:nvSpPr>
            <p:cNvPr id="89" name="Line 49"/>
            <p:cNvSpPr>
              <a:spLocks noChangeShapeType="1"/>
            </p:cNvSpPr>
            <p:nvPr/>
          </p:nvSpPr>
          <p:spPr bwMode="auto">
            <a:xfrm>
              <a:off x="3016" y="2341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" name="Line 50"/>
            <p:cNvSpPr>
              <a:spLocks noChangeShapeType="1"/>
            </p:cNvSpPr>
            <p:nvPr/>
          </p:nvSpPr>
          <p:spPr bwMode="auto">
            <a:xfrm>
              <a:off x="3016" y="3113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1" name="Line 51"/>
            <p:cNvSpPr>
              <a:spLocks noChangeShapeType="1"/>
            </p:cNvSpPr>
            <p:nvPr/>
          </p:nvSpPr>
          <p:spPr bwMode="auto">
            <a:xfrm>
              <a:off x="3061" y="2341"/>
              <a:ext cx="0" cy="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92" name="Group 53"/>
          <p:cNvGrpSpPr>
            <a:grpSpLocks/>
          </p:cNvGrpSpPr>
          <p:nvPr/>
        </p:nvGrpSpPr>
        <p:grpSpPr bwMode="auto">
          <a:xfrm>
            <a:off x="7824219" y="4880488"/>
            <a:ext cx="142875" cy="936625"/>
            <a:chOff x="3016" y="2341"/>
            <a:chExt cx="45" cy="772"/>
          </a:xfrm>
        </p:grpSpPr>
        <p:sp>
          <p:nvSpPr>
            <p:cNvPr id="93" name="Line 54"/>
            <p:cNvSpPr>
              <a:spLocks noChangeShapeType="1"/>
            </p:cNvSpPr>
            <p:nvPr/>
          </p:nvSpPr>
          <p:spPr bwMode="auto">
            <a:xfrm>
              <a:off x="3016" y="2341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" name="Line 55"/>
            <p:cNvSpPr>
              <a:spLocks noChangeShapeType="1"/>
            </p:cNvSpPr>
            <p:nvPr/>
          </p:nvSpPr>
          <p:spPr bwMode="auto">
            <a:xfrm>
              <a:off x="3016" y="3113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5" name="Line 56"/>
            <p:cNvSpPr>
              <a:spLocks noChangeShapeType="1"/>
            </p:cNvSpPr>
            <p:nvPr/>
          </p:nvSpPr>
          <p:spPr bwMode="auto">
            <a:xfrm>
              <a:off x="3061" y="2341"/>
              <a:ext cx="0" cy="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6" name="Text Box 57"/>
          <p:cNvSpPr txBox="1">
            <a:spLocks noChangeArrowheads="1"/>
          </p:cNvSpPr>
          <p:nvPr/>
        </p:nvSpPr>
        <p:spPr bwMode="auto">
          <a:xfrm>
            <a:off x="7968682" y="3942274"/>
            <a:ext cx="5794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/>
              <a:t>Sicht</a:t>
            </a:r>
          </a:p>
        </p:txBody>
      </p:sp>
      <p:sp>
        <p:nvSpPr>
          <p:cNvPr id="97" name="Text Box 58"/>
          <p:cNvSpPr txBox="1">
            <a:spLocks noChangeArrowheads="1"/>
          </p:cNvSpPr>
          <p:nvPr/>
        </p:nvSpPr>
        <p:spPr bwMode="auto">
          <a:xfrm>
            <a:off x="7968682" y="5167824"/>
            <a:ext cx="5794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/>
              <a:t>Sicht</a:t>
            </a:r>
          </a:p>
        </p:txBody>
      </p:sp>
      <p:sp>
        <p:nvSpPr>
          <p:cNvPr id="98" name="Text Box 59"/>
          <p:cNvSpPr txBox="1">
            <a:spLocks noChangeArrowheads="1"/>
          </p:cNvSpPr>
          <p:nvPr/>
        </p:nvSpPr>
        <p:spPr bwMode="auto">
          <a:xfrm>
            <a:off x="4222164" y="3367599"/>
            <a:ext cx="14478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/>
              <a:t>Modell bzw.</a:t>
            </a:r>
          </a:p>
          <a:p>
            <a:pPr algn="ctr"/>
            <a:r>
              <a:rPr lang="de-DE" sz="1400"/>
              <a:t>Modellelemente</a:t>
            </a:r>
          </a:p>
        </p:txBody>
      </p:sp>
      <p:sp>
        <p:nvSpPr>
          <p:cNvPr id="99" name="Text Box 60"/>
          <p:cNvSpPr txBox="1">
            <a:spLocks noChangeArrowheads="1"/>
          </p:cNvSpPr>
          <p:nvPr/>
        </p:nvSpPr>
        <p:spPr bwMode="auto">
          <a:xfrm>
            <a:off x="6224017" y="3294574"/>
            <a:ext cx="11001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/>
              <a:t>Diagramme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>
                <a:cs typeface="Arial" charset="0"/>
              </a:rPr>
              <a:t>Diagrammtypen</a:t>
            </a:r>
            <a:endParaRPr lang="el-GR" sz="4000" dirty="0">
              <a:cs typeface="Arial" charset="0"/>
            </a:endParaRP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790102" y="3022369"/>
            <a:ext cx="532320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3072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30724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50</a:t>
            </a:fld>
            <a:r>
              <a:rPr lang="de-DE"/>
              <a:t> </a:t>
            </a:r>
          </a:p>
        </p:txBody>
      </p:sp>
      <p:sp>
        <p:nvSpPr>
          <p:cNvPr id="30726" name="Rectangle 3"/>
          <p:cNvSpPr>
            <a:spLocks noChangeArrowheads="1"/>
          </p:cNvSpPr>
          <p:nvPr/>
        </p:nvSpPr>
        <p:spPr bwMode="auto">
          <a:xfrm>
            <a:off x="5460173" y="1876701"/>
            <a:ext cx="20161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 i="1"/>
              <a:t>UML-Diagramm</a:t>
            </a:r>
          </a:p>
        </p:txBody>
      </p:sp>
      <p:sp>
        <p:nvSpPr>
          <p:cNvPr id="30727" name="Rectangle 4"/>
          <p:cNvSpPr>
            <a:spLocks noChangeArrowheads="1"/>
          </p:cNvSpPr>
          <p:nvPr/>
        </p:nvSpPr>
        <p:spPr bwMode="auto">
          <a:xfrm>
            <a:off x="3371023" y="2597426"/>
            <a:ext cx="2016125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 i="1"/>
              <a:t>Strukturdiagramm</a:t>
            </a:r>
          </a:p>
        </p:txBody>
      </p:sp>
      <p:sp>
        <p:nvSpPr>
          <p:cNvPr id="30728" name="Rectangle 5"/>
          <p:cNvSpPr>
            <a:spLocks noChangeArrowheads="1"/>
          </p:cNvSpPr>
          <p:nvPr/>
        </p:nvSpPr>
        <p:spPr bwMode="auto">
          <a:xfrm>
            <a:off x="7403271" y="2597426"/>
            <a:ext cx="230505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 i="1"/>
              <a:t>Verhaltensdiagramm</a:t>
            </a:r>
          </a:p>
        </p:txBody>
      </p:sp>
      <p:cxnSp>
        <p:nvCxnSpPr>
          <p:cNvPr id="30729" name="AutoShape 6"/>
          <p:cNvCxnSpPr>
            <a:cxnSpLocks noChangeShapeType="1"/>
            <a:stCxn id="30727" idx="0"/>
            <a:endCxn id="30760" idx="3"/>
          </p:cNvCxnSpPr>
          <p:nvPr/>
        </p:nvCxnSpPr>
        <p:spPr bwMode="auto">
          <a:xfrm rot="-5400000">
            <a:off x="5351428" y="1480620"/>
            <a:ext cx="144462" cy="2089150"/>
          </a:xfrm>
          <a:prstGeom prst="bentConnector3">
            <a:avLst>
              <a:gd name="adj1" fmla="val 5055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730" name="AutoShape 7"/>
          <p:cNvCxnSpPr>
            <a:cxnSpLocks noChangeShapeType="1"/>
            <a:stCxn id="30760" idx="3"/>
            <a:endCxn id="30728" idx="0"/>
          </p:cNvCxnSpPr>
          <p:nvPr/>
        </p:nvCxnSpPr>
        <p:spPr bwMode="auto">
          <a:xfrm rot="16200000" flipH="1">
            <a:off x="7439784" y="1481414"/>
            <a:ext cx="144462" cy="2087562"/>
          </a:xfrm>
          <a:prstGeom prst="bentConnector3">
            <a:avLst>
              <a:gd name="adj1" fmla="val 49449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30731" name="Rectangle 8"/>
          <p:cNvSpPr>
            <a:spLocks noChangeArrowheads="1"/>
          </p:cNvSpPr>
          <p:nvPr/>
        </p:nvSpPr>
        <p:spPr bwMode="auto">
          <a:xfrm>
            <a:off x="2245484" y="3388003"/>
            <a:ext cx="1165704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de-DE" sz="1600" b="1" dirty="0"/>
              <a:t>Klassen</a:t>
            </a:r>
          </a:p>
          <a:p>
            <a:pPr algn="ctr"/>
            <a:r>
              <a:rPr lang="de-DE" sz="1600" b="1" dirty="0" err="1"/>
              <a:t>diagramm</a:t>
            </a:r>
            <a:endParaRPr lang="de-DE" sz="1600" b="1" dirty="0"/>
          </a:p>
        </p:txBody>
      </p:sp>
      <p:sp>
        <p:nvSpPr>
          <p:cNvPr id="30732" name="Rectangle 9"/>
          <p:cNvSpPr>
            <a:spLocks noChangeArrowheads="1"/>
          </p:cNvSpPr>
          <p:nvPr/>
        </p:nvSpPr>
        <p:spPr bwMode="auto">
          <a:xfrm>
            <a:off x="5947534" y="4094439"/>
            <a:ext cx="1096962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de-DE" sz="1600"/>
              <a:t>Paket</a:t>
            </a:r>
          </a:p>
          <a:p>
            <a:pPr algn="ctr"/>
            <a:r>
              <a:rPr lang="de-DE" sz="1600"/>
              <a:t>diagramm</a:t>
            </a:r>
          </a:p>
        </p:txBody>
      </p:sp>
      <p:sp>
        <p:nvSpPr>
          <p:cNvPr id="30733" name="Rectangle 10"/>
          <p:cNvSpPr>
            <a:spLocks noChangeArrowheads="1"/>
          </p:cNvSpPr>
          <p:nvPr/>
        </p:nvSpPr>
        <p:spPr bwMode="auto">
          <a:xfrm>
            <a:off x="3647248" y="3388001"/>
            <a:ext cx="1457325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de-DE" sz="1600"/>
              <a:t>Komponenten</a:t>
            </a:r>
          </a:p>
          <a:p>
            <a:pPr algn="ctr"/>
            <a:r>
              <a:rPr lang="de-DE" sz="1600"/>
              <a:t>diagramm</a:t>
            </a:r>
          </a:p>
        </p:txBody>
      </p:sp>
      <p:sp>
        <p:nvSpPr>
          <p:cNvPr id="30734" name="Rectangle 11"/>
          <p:cNvSpPr>
            <a:spLocks noChangeArrowheads="1"/>
          </p:cNvSpPr>
          <p:nvPr/>
        </p:nvSpPr>
        <p:spPr bwMode="auto">
          <a:xfrm>
            <a:off x="5387148" y="3388001"/>
            <a:ext cx="1096963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de-DE" sz="1600"/>
              <a:t>Objekt</a:t>
            </a:r>
          </a:p>
          <a:p>
            <a:pPr algn="ctr"/>
            <a:r>
              <a:rPr lang="de-DE" sz="1600"/>
              <a:t>diagramm</a:t>
            </a:r>
          </a:p>
        </p:txBody>
      </p:sp>
      <p:sp>
        <p:nvSpPr>
          <p:cNvPr id="30735" name="Rectangle 12"/>
          <p:cNvSpPr>
            <a:spLocks noChangeArrowheads="1"/>
          </p:cNvSpPr>
          <p:nvPr/>
        </p:nvSpPr>
        <p:spPr bwMode="auto">
          <a:xfrm>
            <a:off x="4539421" y="4094439"/>
            <a:ext cx="1208088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de-DE" sz="1600"/>
              <a:t>Verteilungs</a:t>
            </a:r>
          </a:p>
          <a:p>
            <a:pPr algn="ctr"/>
            <a:r>
              <a:rPr lang="de-DE" sz="1600"/>
              <a:t>diagramm</a:t>
            </a:r>
          </a:p>
        </p:txBody>
      </p:sp>
      <p:sp>
        <p:nvSpPr>
          <p:cNvPr id="30736" name="Rectangle 13"/>
          <p:cNvSpPr>
            <a:spLocks noChangeArrowheads="1"/>
          </p:cNvSpPr>
          <p:nvPr/>
        </p:nvSpPr>
        <p:spPr bwMode="auto">
          <a:xfrm>
            <a:off x="2531234" y="4108726"/>
            <a:ext cx="1776412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de-DE" sz="1600"/>
              <a:t>Kompositions</a:t>
            </a:r>
          </a:p>
          <a:p>
            <a:pPr algn="ctr"/>
            <a:r>
              <a:rPr lang="de-DE" sz="1600"/>
              <a:t>strukturdiagramm</a:t>
            </a:r>
          </a:p>
        </p:txBody>
      </p:sp>
      <p:sp>
        <p:nvSpPr>
          <p:cNvPr id="30737" name="Rectangle 14"/>
          <p:cNvSpPr>
            <a:spLocks noChangeArrowheads="1"/>
          </p:cNvSpPr>
          <p:nvPr/>
        </p:nvSpPr>
        <p:spPr bwMode="auto">
          <a:xfrm>
            <a:off x="8039871" y="3373716"/>
            <a:ext cx="1470275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de-DE" sz="1600" b="1" dirty="0" err="1"/>
              <a:t>Anwendungs</a:t>
            </a:r>
            <a:endParaRPr lang="de-DE" sz="1600" b="1" dirty="0"/>
          </a:p>
          <a:p>
            <a:pPr algn="ctr"/>
            <a:r>
              <a:rPr lang="de-DE" sz="1600" b="1" dirty="0" err="1"/>
              <a:t>falldiagramm</a:t>
            </a:r>
            <a:endParaRPr lang="de-DE" sz="1600" b="1" dirty="0"/>
          </a:p>
        </p:txBody>
      </p:sp>
      <p:sp>
        <p:nvSpPr>
          <p:cNvPr id="30738" name="Rectangle 15"/>
          <p:cNvSpPr>
            <a:spLocks noChangeArrowheads="1"/>
          </p:cNvSpPr>
          <p:nvPr/>
        </p:nvSpPr>
        <p:spPr bwMode="auto">
          <a:xfrm>
            <a:off x="6825423" y="3373716"/>
            <a:ext cx="1165704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de-DE" sz="1600" b="1" dirty="0" err="1"/>
              <a:t>Aktivit</a:t>
            </a:r>
            <a:r>
              <a:rPr lang="en-US" sz="1600" b="1" dirty="0" err="1">
                <a:cs typeface="Arial" charset="0"/>
              </a:rPr>
              <a:t>äts</a:t>
            </a:r>
            <a:endParaRPr lang="en-US" sz="1600" b="1" dirty="0">
              <a:cs typeface="Arial" charset="0"/>
            </a:endParaRPr>
          </a:p>
          <a:p>
            <a:pPr algn="ctr"/>
            <a:r>
              <a:rPr lang="de-DE" sz="1600" b="1" dirty="0" err="1"/>
              <a:t>diagramm</a:t>
            </a:r>
            <a:endParaRPr lang="de-DE" sz="1600" b="1" dirty="0"/>
          </a:p>
        </p:txBody>
      </p:sp>
      <p:sp>
        <p:nvSpPr>
          <p:cNvPr id="30739" name="Rectangle 16"/>
          <p:cNvSpPr>
            <a:spLocks noChangeArrowheads="1"/>
          </p:cNvSpPr>
          <p:nvPr/>
        </p:nvSpPr>
        <p:spPr bwMode="auto">
          <a:xfrm>
            <a:off x="9690859" y="3373714"/>
            <a:ext cx="1096962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de-DE" sz="1600"/>
              <a:t>Zustands</a:t>
            </a:r>
            <a:endParaRPr lang="en-US" sz="1600">
              <a:cs typeface="Arial" charset="0"/>
            </a:endParaRPr>
          </a:p>
          <a:p>
            <a:pPr algn="ctr"/>
            <a:r>
              <a:rPr lang="de-DE" sz="1600"/>
              <a:t>diagramm</a:t>
            </a:r>
          </a:p>
        </p:txBody>
      </p:sp>
      <p:sp>
        <p:nvSpPr>
          <p:cNvPr id="30740" name="Rectangle 17"/>
          <p:cNvSpPr>
            <a:spLocks noChangeArrowheads="1"/>
          </p:cNvSpPr>
          <p:nvPr/>
        </p:nvSpPr>
        <p:spPr bwMode="auto">
          <a:xfrm>
            <a:off x="8916159" y="4108726"/>
            <a:ext cx="1244600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de-DE" sz="1600"/>
              <a:t>Interaktions</a:t>
            </a:r>
            <a:endParaRPr lang="en-US" sz="1600">
              <a:cs typeface="Arial" charset="0"/>
            </a:endParaRPr>
          </a:p>
          <a:p>
            <a:pPr algn="ctr"/>
            <a:r>
              <a:rPr lang="de-DE" sz="1600"/>
              <a:t>diagramm</a:t>
            </a:r>
          </a:p>
        </p:txBody>
      </p:sp>
      <p:sp>
        <p:nvSpPr>
          <p:cNvPr id="30741" name="Rectangle 18"/>
          <p:cNvSpPr>
            <a:spLocks noChangeArrowheads="1"/>
          </p:cNvSpPr>
          <p:nvPr/>
        </p:nvSpPr>
        <p:spPr bwMode="auto">
          <a:xfrm>
            <a:off x="5026784" y="5429528"/>
            <a:ext cx="1244600" cy="620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de-DE" sz="1600" dirty="0" err="1"/>
              <a:t>Interaktions</a:t>
            </a:r>
            <a:endParaRPr lang="en-US" sz="1600" dirty="0">
              <a:cs typeface="Arial" charset="0"/>
            </a:endParaRPr>
          </a:p>
          <a:p>
            <a:pPr algn="ctr"/>
            <a:r>
              <a:rPr lang="el-GR" dirty="0"/>
              <a:t>ϋ</a:t>
            </a:r>
            <a:r>
              <a:rPr lang="en-US" dirty="0" err="1"/>
              <a:t>bersicht</a:t>
            </a:r>
            <a:endParaRPr lang="de-DE" dirty="0"/>
          </a:p>
        </p:txBody>
      </p:sp>
      <p:sp>
        <p:nvSpPr>
          <p:cNvPr id="30742" name="Rectangle 19"/>
          <p:cNvSpPr>
            <a:spLocks noChangeArrowheads="1"/>
          </p:cNvSpPr>
          <p:nvPr/>
        </p:nvSpPr>
        <p:spPr bwMode="auto">
          <a:xfrm>
            <a:off x="8268459" y="5429528"/>
            <a:ext cx="1165704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de-DE" sz="1600" b="1" dirty="0"/>
              <a:t>Sequenz</a:t>
            </a:r>
            <a:endParaRPr lang="en-US" sz="1600" b="1" dirty="0">
              <a:cs typeface="Arial" charset="0"/>
            </a:endParaRPr>
          </a:p>
          <a:p>
            <a:pPr algn="ctr"/>
            <a:r>
              <a:rPr lang="de-DE" sz="1600" b="1" dirty="0" err="1"/>
              <a:t>diagramm</a:t>
            </a:r>
            <a:endParaRPr lang="de-DE" sz="1600" b="1" dirty="0"/>
          </a:p>
        </p:txBody>
      </p:sp>
      <p:sp>
        <p:nvSpPr>
          <p:cNvPr id="30743" name="Rectangle 20"/>
          <p:cNvSpPr>
            <a:spLocks noChangeArrowheads="1"/>
          </p:cNvSpPr>
          <p:nvPr/>
        </p:nvSpPr>
        <p:spPr bwMode="auto">
          <a:xfrm>
            <a:off x="6411803" y="5429528"/>
            <a:ext cx="1699504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de-DE" sz="1600" dirty="0" err="1"/>
              <a:t>Kommunikations</a:t>
            </a:r>
            <a:endParaRPr lang="en-US" sz="1600" dirty="0">
              <a:cs typeface="Arial" charset="0"/>
            </a:endParaRPr>
          </a:p>
          <a:p>
            <a:pPr algn="ctr"/>
            <a:r>
              <a:rPr lang="de-DE" sz="1600" dirty="0" err="1"/>
              <a:t>diagramm</a:t>
            </a:r>
            <a:endParaRPr lang="de-DE" sz="1600" dirty="0"/>
          </a:p>
        </p:txBody>
      </p:sp>
      <p:sp>
        <p:nvSpPr>
          <p:cNvPr id="30744" name="Rectangle 21"/>
          <p:cNvSpPr>
            <a:spLocks noChangeArrowheads="1"/>
          </p:cNvSpPr>
          <p:nvPr/>
        </p:nvSpPr>
        <p:spPr bwMode="auto">
          <a:xfrm>
            <a:off x="9546398" y="5429526"/>
            <a:ext cx="1096963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de-DE" sz="1600"/>
              <a:t>Zeit</a:t>
            </a:r>
            <a:endParaRPr lang="en-US" sz="1600">
              <a:cs typeface="Arial" charset="0"/>
            </a:endParaRPr>
          </a:p>
          <a:p>
            <a:pPr algn="ctr"/>
            <a:r>
              <a:rPr lang="de-DE" sz="1600"/>
              <a:t>diagramm</a:t>
            </a:r>
          </a:p>
        </p:txBody>
      </p:sp>
      <p:cxnSp>
        <p:nvCxnSpPr>
          <p:cNvPr id="30745" name="AutoShape 22"/>
          <p:cNvCxnSpPr>
            <a:cxnSpLocks noChangeShapeType="1"/>
            <a:stCxn id="30731" idx="0"/>
            <a:endCxn id="30761" idx="3"/>
          </p:cNvCxnSpPr>
          <p:nvPr/>
        </p:nvCxnSpPr>
        <p:spPr bwMode="auto">
          <a:xfrm rot="5400000" flipH="1" flipV="1">
            <a:off x="3496157" y="2504280"/>
            <a:ext cx="215900" cy="155154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746" name="AutoShape 23"/>
          <p:cNvCxnSpPr>
            <a:cxnSpLocks noChangeShapeType="1"/>
            <a:stCxn id="30733" idx="0"/>
            <a:endCxn id="30761" idx="3"/>
          </p:cNvCxnSpPr>
          <p:nvPr/>
        </p:nvCxnSpPr>
        <p:spPr bwMode="auto">
          <a:xfrm rot="-5400000">
            <a:off x="4270340" y="3277670"/>
            <a:ext cx="215900" cy="476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747" name="AutoShape 24"/>
          <p:cNvCxnSpPr>
            <a:cxnSpLocks noChangeShapeType="1"/>
            <a:stCxn id="30734" idx="0"/>
            <a:endCxn id="30761" idx="3"/>
          </p:cNvCxnSpPr>
          <p:nvPr/>
        </p:nvCxnSpPr>
        <p:spPr bwMode="auto">
          <a:xfrm rot="5400000" flipH="1">
            <a:off x="5050596" y="2502176"/>
            <a:ext cx="215900" cy="15557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30748" name="Line 25"/>
          <p:cNvSpPr>
            <a:spLocks noChangeShapeType="1"/>
          </p:cNvSpPr>
          <p:nvPr/>
        </p:nvSpPr>
        <p:spPr bwMode="auto">
          <a:xfrm>
            <a:off x="3515484" y="3273701"/>
            <a:ext cx="0" cy="827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30749" name="Line 26"/>
          <p:cNvSpPr>
            <a:spLocks noChangeShapeType="1"/>
          </p:cNvSpPr>
          <p:nvPr/>
        </p:nvSpPr>
        <p:spPr bwMode="auto">
          <a:xfrm>
            <a:off x="5244271" y="3273701"/>
            <a:ext cx="0" cy="827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30750" name="Line 27"/>
          <p:cNvSpPr>
            <a:spLocks noChangeShapeType="1"/>
          </p:cNvSpPr>
          <p:nvPr/>
        </p:nvSpPr>
        <p:spPr bwMode="auto">
          <a:xfrm>
            <a:off x="6611109" y="3273701"/>
            <a:ext cx="0" cy="827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30751" name="Line 28"/>
          <p:cNvSpPr>
            <a:spLocks noChangeShapeType="1"/>
          </p:cNvSpPr>
          <p:nvPr/>
        </p:nvSpPr>
        <p:spPr bwMode="auto">
          <a:xfrm flipH="1" flipV="1">
            <a:off x="5944359" y="3273701"/>
            <a:ext cx="665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cxnSp>
        <p:nvCxnSpPr>
          <p:cNvPr id="30752" name="AutoShape 29"/>
          <p:cNvCxnSpPr>
            <a:cxnSpLocks noChangeShapeType="1"/>
            <a:stCxn id="30738" idx="0"/>
            <a:endCxn id="30762" idx="3"/>
          </p:cNvCxnSpPr>
          <p:nvPr/>
        </p:nvCxnSpPr>
        <p:spPr bwMode="auto">
          <a:xfrm rot="5400000" flipH="1" flipV="1">
            <a:off x="7881628" y="2698753"/>
            <a:ext cx="201613" cy="114831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753" name="AutoShape 30"/>
          <p:cNvCxnSpPr>
            <a:cxnSpLocks noChangeShapeType="1"/>
            <a:stCxn id="30737" idx="0"/>
            <a:endCxn id="30762" idx="3"/>
          </p:cNvCxnSpPr>
          <p:nvPr/>
        </p:nvCxnSpPr>
        <p:spPr bwMode="auto">
          <a:xfrm rot="16200000" flipV="1">
            <a:off x="8564995" y="3163701"/>
            <a:ext cx="201613" cy="21841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754" name="AutoShape 31"/>
          <p:cNvCxnSpPr>
            <a:cxnSpLocks noChangeShapeType="1"/>
            <a:stCxn id="30739" idx="0"/>
            <a:endCxn id="30762" idx="3"/>
          </p:cNvCxnSpPr>
          <p:nvPr/>
        </p:nvCxnSpPr>
        <p:spPr bwMode="auto">
          <a:xfrm rot="5400000" flipH="1">
            <a:off x="9297954" y="2431533"/>
            <a:ext cx="201613" cy="1682750"/>
          </a:xfrm>
          <a:prstGeom prst="bentConnector3">
            <a:avLst>
              <a:gd name="adj1" fmla="val 5039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30755" name="Line 32"/>
          <p:cNvSpPr>
            <a:spLocks noChangeShapeType="1"/>
          </p:cNvSpPr>
          <p:nvPr/>
        </p:nvSpPr>
        <p:spPr bwMode="auto">
          <a:xfrm>
            <a:off x="9597196" y="3273701"/>
            <a:ext cx="0" cy="827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cxnSp>
        <p:nvCxnSpPr>
          <p:cNvPr id="30756" name="AutoShape 33"/>
          <p:cNvCxnSpPr>
            <a:cxnSpLocks noChangeShapeType="1"/>
            <a:stCxn id="30741" idx="0"/>
            <a:endCxn id="30763" idx="3"/>
          </p:cNvCxnSpPr>
          <p:nvPr/>
        </p:nvCxnSpPr>
        <p:spPr bwMode="auto">
          <a:xfrm rot="-5400000">
            <a:off x="7292148" y="3192739"/>
            <a:ext cx="593725" cy="38798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757" name="AutoShape 34"/>
          <p:cNvCxnSpPr>
            <a:cxnSpLocks noChangeShapeType="1"/>
            <a:stCxn id="30743" idx="0"/>
            <a:endCxn id="30763" idx="3"/>
          </p:cNvCxnSpPr>
          <p:nvPr/>
        </p:nvCxnSpPr>
        <p:spPr bwMode="auto">
          <a:xfrm rot="5400000" flipH="1" flipV="1">
            <a:off x="8097987" y="3999374"/>
            <a:ext cx="593725" cy="226658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758" name="AutoShape 35"/>
          <p:cNvCxnSpPr>
            <a:cxnSpLocks noChangeShapeType="1"/>
            <a:stCxn id="30742" idx="0"/>
            <a:endCxn id="30763" idx="3"/>
          </p:cNvCxnSpPr>
          <p:nvPr/>
        </p:nvCxnSpPr>
        <p:spPr bwMode="auto">
          <a:xfrm rot="5400000" flipH="1" flipV="1">
            <a:off x="8892865" y="4794252"/>
            <a:ext cx="593725" cy="67682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759" name="AutoShape 36"/>
          <p:cNvCxnSpPr>
            <a:cxnSpLocks noChangeShapeType="1"/>
            <a:stCxn id="30744" idx="0"/>
            <a:endCxn id="30763" idx="3"/>
          </p:cNvCxnSpPr>
          <p:nvPr/>
        </p:nvCxnSpPr>
        <p:spPr bwMode="auto">
          <a:xfrm rot="5400000" flipH="1">
            <a:off x="9515442" y="4849297"/>
            <a:ext cx="593725" cy="56673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30760" name="AutoShape 37"/>
          <p:cNvSpPr>
            <a:spLocks noChangeArrowheads="1"/>
          </p:cNvSpPr>
          <p:nvPr/>
        </p:nvSpPr>
        <p:spPr bwMode="auto">
          <a:xfrm>
            <a:off x="6395209" y="2308503"/>
            <a:ext cx="144462" cy="144463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30761" name="AutoShape 38"/>
          <p:cNvSpPr>
            <a:spLocks noChangeArrowheads="1"/>
          </p:cNvSpPr>
          <p:nvPr/>
        </p:nvSpPr>
        <p:spPr bwMode="auto">
          <a:xfrm>
            <a:off x="4307648" y="3027639"/>
            <a:ext cx="144463" cy="144462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30762" name="AutoShape 39"/>
          <p:cNvSpPr>
            <a:spLocks noChangeArrowheads="1"/>
          </p:cNvSpPr>
          <p:nvPr/>
        </p:nvSpPr>
        <p:spPr bwMode="auto">
          <a:xfrm>
            <a:off x="8484359" y="3027639"/>
            <a:ext cx="144462" cy="144462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30763" name="AutoShape 40"/>
          <p:cNvSpPr>
            <a:spLocks noChangeArrowheads="1"/>
          </p:cNvSpPr>
          <p:nvPr/>
        </p:nvSpPr>
        <p:spPr bwMode="auto">
          <a:xfrm>
            <a:off x="9455909" y="4691339"/>
            <a:ext cx="144462" cy="144462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cs typeface="Arial" charset="0"/>
              </a:rPr>
              <a:t>Klassendiagramm</a:t>
            </a:r>
            <a:endParaRPr lang="el-GR" dirty="0">
              <a:cs typeface="Arial" charset="0"/>
            </a:endParaRPr>
          </a:p>
        </p:txBody>
      </p:sp>
      <p:sp>
        <p:nvSpPr>
          <p:cNvPr id="34822" name="Rectangle 3"/>
          <p:cNvSpPr>
            <a:spLocks noGrp="1" noChangeArrowheads="1"/>
          </p:cNvSpPr>
          <p:nvPr>
            <p:ph idx="1"/>
          </p:nvPr>
        </p:nvSpPr>
        <p:spPr>
          <a:xfrm>
            <a:off x="174361" y="2146853"/>
            <a:ext cx="5616839" cy="4205594"/>
          </a:xfrm>
        </p:spPr>
        <p:txBody>
          <a:bodyPr/>
          <a:lstStyle/>
          <a:p>
            <a:r>
              <a:rPr lang="de-DE" sz="2800" dirty="0"/>
              <a:t>„</a:t>
            </a:r>
            <a:r>
              <a:rPr lang="de-DE" sz="2800" b="1" dirty="0"/>
              <a:t>Kern</a:t>
            </a:r>
            <a:r>
              <a:rPr lang="de-DE" sz="2800" dirty="0"/>
              <a:t>“ eines </a:t>
            </a:r>
            <a:br>
              <a:rPr lang="de-DE" sz="2800" dirty="0"/>
            </a:br>
            <a:r>
              <a:rPr lang="de-DE" sz="2800" dirty="0"/>
              <a:t>UML-Modells</a:t>
            </a:r>
          </a:p>
          <a:p>
            <a:pPr marL="800100" lvl="1" indent="-342900" eaLnBrk="1" hangingPunct="1">
              <a:buFont typeface="Wingdings" pitchFamily="2" charset="2"/>
              <a:buChar char="§"/>
            </a:pPr>
            <a:r>
              <a:rPr lang="de-DE" sz="2400" dirty="0"/>
              <a:t>stellt die </a:t>
            </a:r>
            <a:br>
              <a:rPr lang="de-DE" sz="2400" dirty="0"/>
            </a:br>
            <a:r>
              <a:rPr lang="de-DE" sz="2400" dirty="0">
                <a:solidFill>
                  <a:srgbClr val="0000FF"/>
                </a:solidFill>
              </a:rPr>
              <a:t>statische </a:t>
            </a:r>
            <a:br>
              <a:rPr lang="de-DE" sz="2400" dirty="0">
                <a:solidFill>
                  <a:srgbClr val="0000FF"/>
                </a:solidFill>
              </a:rPr>
            </a:br>
            <a:r>
              <a:rPr lang="de-DE" sz="2400" dirty="0">
                <a:solidFill>
                  <a:srgbClr val="0000FF"/>
                </a:solidFill>
              </a:rPr>
              <a:t>Struktur </a:t>
            </a:r>
            <a:r>
              <a:rPr lang="de-DE" sz="2400" dirty="0"/>
              <a:t>dar</a:t>
            </a:r>
          </a:p>
          <a:p>
            <a:pPr marL="800100" lvl="1" indent="-342900" eaLnBrk="1" hangingPunct="1">
              <a:buFont typeface="Wingdings" pitchFamily="2" charset="2"/>
              <a:buChar char="§"/>
            </a:pPr>
            <a:r>
              <a:rPr lang="de-DE" sz="2400" dirty="0"/>
              <a:t>Fokus auf</a:t>
            </a:r>
            <a:br>
              <a:rPr lang="de-DE" sz="2400" dirty="0"/>
            </a:br>
            <a:r>
              <a:rPr lang="de-DE" sz="2400" dirty="0"/>
              <a:t>(statischen)</a:t>
            </a:r>
            <a:br>
              <a:rPr lang="de-DE" sz="2400" dirty="0"/>
            </a:br>
            <a:r>
              <a:rPr lang="de-DE" sz="2400" dirty="0">
                <a:solidFill>
                  <a:srgbClr val="0000FF"/>
                </a:solidFill>
              </a:rPr>
              <a:t>Objekten</a:t>
            </a:r>
          </a:p>
          <a:p>
            <a:pPr marL="742950" lvl="1" indent="-285750" eaLnBrk="1" hangingPunct="1">
              <a:buFont typeface="Wingdings" pitchFamily="2" charset="2"/>
              <a:buChar char="§"/>
            </a:pPr>
            <a:endParaRPr lang="de-DE" dirty="0"/>
          </a:p>
          <a:p>
            <a:pPr lvl="1" eaLnBrk="1" hangingPunct="1">
              <a:buFont typeface="Wingdings" pitchFamily="2" charset="2"/>
              <a:buChar char="§"/>
            </a:pPr>
            <a:endParaRPr lang="de-DE" dirty="0"/>
          </a:p>
          <a:p>
            <a:pPr lvl="1" eaLnBrk="1" hangingPunct="1">
              <a:buFont typeface="Wingdings" pitchFamily="2" charset="2"/>
              <a:buChar char="§"/>
            </a:pPr>
            <a:endParaRPr lang="de-DE" dirty="0"/>
          </a:p>
          <a:p>
            <a:pPr lvl="1" eaLnBrk="1" hangingPunct="1">
              <a:buFont typeface="Wingdings" pitchFamily="2" charset="2"/>
              <a:buChar char="§"/>
            </a:pPr>
            <a:endParaRPr lang="de-DE" dirty="0"/>
          </a:p>
          <a:p>
            <a:pPr lvl="1" eaLnBrk="1" hangingPunct="1">
              <a:buFont typeface="Wingdings" pitchFamily="2" charset="2"/>
              <a:buChar char="§"/>
            </a:pPr>
            <a:endParaRPr lang="de-DE" dirty="0"/>
          </a:p>
          <a:p>
            <a:pPr lvl="1" eaLnBrk="1" hangingPunct="1">
              <a:buFont typeface="Wingdings" pitchFamily="2" charset="2"/>
              <a:buChar char="§"/>
            </a:pPr>
            <a:endParaRPr lang="de-DE" dirty="0"/>
          </a:p>
          <a:p>
            <a:pPr eaLnBrk="1" hangingPunct="1">
              <a:buNone/>
            </a:pPr>
            <a:endParaRPr lang="de-DE" sz="1200" dirty="0">
              <a:solidFill>
                <a:srgbClr val="009999"/>
              </a:solidFill>
            </a:endParaRPr>
          </a:p>
          <a:p>
            <a:pPr eaLnBrk="1" hangingPunct="1">
              <a:buNone/>
            </a:pPr>
            <a:endParaRPr lang="de-DE" sz="1200" dirty="0">
              <a:solidFill>
                <a:srgbClr val="009999"/>
              </a:solidFill>
            </a:endParaRPr>
          </a:p>
        </p:txBody>
      </p:sp>
      <p:sp>
        <p:nvSpPr>
          <p:cNvPr id="34819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482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51</a:t>
            </a:fld>
            <a:r>
              <a:rPr lang="de-DE"/>
              <a:t> </a:t>
            </a:r>
          </a:p>
        </p:txBody>
      </p:sp>
      <p:pic>
        <p:nvPicPr>
          <p:cNvPr id="7" name="Grafik 6" descr="KM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14383" y="1885759"/>
            <a:ext cx="9015956" cy="446668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cs typeface="Arial" charset="0"/>
              </a:rPr>
              <a:t>Sequenzdiagramme</a:t>
            </a:r>
            <a:endParaRPr lang="el-GR" dirty="0">
              <a:cs typeface="Arial" charset="0"/>
            </a:endParaRPr>
          </a:p>
        </p:txBody>
      </p:sp>
      <p:sp>
        <p:nvSpPr>
          <p:cNvPr id="44038" name="Rectangle 3"/>
          <p:cNvSpPr>
            <a:spLocks noGrp="1" noChangeArrowheads="1"/>
          </p:cNvSpPr>
          <p:nvPr>
            <p:ph idx="1"/>
          </p:nvPr>
        </p:nvSpPr>
        <p:spPr>
          <a:xfrm>
            <a:off x="438785" y="1799786"/>
            <a:ext cx="11077354" cy="1107996"/>
          </a:xfrm>
        </p:spPr>
        <p:txBody>
          <a:bodyPr/>
          <a:lstStyle/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sichtbares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Verhalten</a:t>
            </a:r>
            <a:r>
              <a:rPr lang="en-US" sz="2400" dirty="0"/>
              <a:t> </a:t>
            </a:r>
            <a:r>
              <a:rPr lang="en-US" sz="2400" dirty="0" err="1"/>
              <a:t>als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Kommunikationssequenz</a:t>
            </a:r>
            <a:endParaRPr lang="en-US" sz="2400" dirty="0">
              <a:solidFill>
                <a:srgbClr val="0000FF"/>
              </a:solidFill>
            </a:endParaRP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</a:rPr>
              <a:t>exemplarisch</a:t>
            </a:r>
            <a:r>
              <a:rPr lang="en-US" sz="2400" dirty="0"/>
              <a:t> auf </a:t>
            </a:r>
            <a:r>
              <a:rPr lang="en-US" sz="2400" dirty="0" err="1"/>
              <a:t>der</a:t>
            </a:r>
            <a:r>
              <a:rPr lang="en-US" sz="2400" dirty="0"/>
              <a:t> </a:t>
            </a:r>
            <a:r>
              <a:rPr lang="en-US" sz="2400" dirty="0" err="1"/>
              <a:t>Grundlage</a:t>
            </a:r>
            <a:r>
              <a:rPr lang="en-US" sz="2400" dirty="0"/>
              <a:t> von </a:t>
            </a:r>
            <a:r>
              <a:rPr lang="en-US" sz="2400" dirty="0" err="1"/>
              <a:t>konkreten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Instanzkonfigurationen</a:t>
            </a:r>
            <a:endParaRPr lang="en-US" sz="2400" dirty="0">
              <a:solidFill>
                <a:srgbClr val="0000FF"/>
              </a:solidFill>
            </a:endParaRP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Darstellung</a:t>
            </a:r>
            <a:r>
              <a:rPr lang="en-US" sz="2400" dirty="0"/>
              <a:t> </a:t>
            </a:r>
            <a:r>
              <a:rPr lang="en-US" sz="2400" dirty="0" err="1"/>
              <a:t>gültiger</a:t>
            </a:r>
            <a:r>
              <a:rPr lang="en-US" sz="2400" dirty="0"/>
              <a:t> </a:t>
            </a:r>
            <a:r>
              <a:rPr lang="en-US" sz="2400" dirty="0" err="1"/>
              <a:t>oder</a:t>
            </a:r>
            <a:r>
              <a:rPr lang="en-US" sz="2400" dirty="0"/>
              <a:t> nicht </a:t>
            </a:r>
            <a:r>
              <a:rPr lang="en-US" sz="2400" dirty="0" err="1"/>
              <a:t>zulässiger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Abläufe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4403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4403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52</a:t>
            </a:fld>
            <a:r>
              <a:rPr lang="de-DE"/>
              <a:t> </a:t>
            </a:r>
          </a:p>
        </p:txBody>
      </p:sp>
      <p:sp>
        <p:nvSpPr>
          <p:cNvPr id="44039" name="Rectangle 4"/>
          <p:cNvSpPr>
            <a:spLocks noChangeArrowheads="1"/>
          </p:cNvSpPr>
          <p:nvPr/>
        </p:nvSpPr>
        <p:spPr bwMode="auto">
          <a:xfrm>
            <a:off x="2325758" y="3183886"/>
            <a:ext cx="6297613" cy="2808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44040" name="Line 5"/>
          <p:cNvSpPr>
            <a:spLocks noChangeShapeType="1"/>
          </p:cNvSpPr>
          <p:nvPr/>
        </p:nvSpPr>
        <p:spPr bwMode="auto">
          <a:xfrm>
            <a:off x="2325758" y="3615684"/>
            <a:ext cx="1833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4041" name="Line 6"/>
          <p:cNvSpPr>
            <a:spLocks noChangeShapeType="1"/>
          </p:cNvSpPr>
          <p:nvPr/>
        </p:nvSpPr>
        <p:spPr bwMode="auto">
          <a:xfrm>
            <a:off x="4375219" y="3183886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cxnSp>
        <p:nvCxnSpPr>
          <p:cNvPr id="44042" name="AutoShape 7"/>
          <p:cNvCxnSpPr>
            <a:cxnSpLocks noChangeShapeType="1"/>
            <a:stCxn id="44041" idx="1"/>
            <a:endCxn id="44040" idx="1"/>
          </p:cNvCxnSpPr>
          <p:nvPr/>
        </p:nvCxnSpPr>
        <p:spPr bwMode="auto">
          <a:xfrm flipH="1">
            <a:off x="4159319" y="3472811"/>
            <a:ext cx="215900" cy="142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44043" name="Text Box 8"/>
          <p:cNvSpPr txBox="1">
            <a:spLocks noChangeArrowheads="1"/>
          </p:cNvSpPr>
          <p:nvPr/>
        </p:nvSpPr>
        <p:spPr bwMode="auto">
          <a:xfrm>
            <a:off x="2365444" y="3183884"/>
            <a:ext cx="193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b="1"/>
              <a:t>sd</a:t>
            </a:r>
            <a:r>
              <a:rPr lang="de-DE"/>
              <a:t> QuickCheckIn</a:t>
            </a:r>
            <a:endParaRPr lang="de-DE" b="1"/>
          </a:p>
        </p:txBody>
      </p:sp>
      <p:sp>
        <p:nvSpPr>
          <p:cNvPr id="44044" name="Rectangle 9"/>
          <p:cNvSpPr>
            <a:spLocks noChangeArrowheads="1"/>
          </p:cNvSpPr>
          <p:nvPr/>
        </p:nvSpPr>
        <p:spPr bwMode="auto">
          <a:xfrm>
            <a:off x="2574996" y="3831586"/>
            <a:ext cx="935037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 sz="1400"/>
              <a:t>:Costumer</a:t>
            </a:r>
          </a:p>
        </p:txBody>
      </p:sp>
      <p:sp>
        <p:nvSpPr>
          <p:cNvPr id="44045" name="Rectangle 10"/>
          <p:cNvSpPr>
            <a:spLocks noChangeArrowheads="1"/>
          </p:cNvSpPr>
          <p:nvPr/>
        </p:nvSpPr>
        <p:spPr bwMode="auto">
          <a:xfrm>
            <a:off x="4773681" y="3829998"/>
            <a:ext cx="1295400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 sz="1400" dirty="0"/>
              <a:t>:</a:t>
            </a:r>
            <a:r>
              <a:rPr lang="de-DE" sz="1400" dirty="0" err="1"/>
              <a:t>QuickCheckIn</a:t>
            </a:r>
            <a:endParaRPr lang="de-DE" sz="1400" dirty="0"/>
          </a:p>
        </p:txBody>
      </p:sp>
      <p:sp>
        <p:nvSpPr>
          <p:cNvPr id="44046" name="Rectangle 11"/>
          <p:cNvSpPr>
            <a:spLocks noChangeArrowheads="1"/>
          </p:cNvSpPr>
          <p:nvPr/>
        </p:nvSpPr>
        <p:spPr bwMode="auto">
          <a:xfrm>
            <a:off x="7366069" y="3831586"/>
            <a:ext cx="792162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de-DE" sz="1400"/>
              <a:t>:Airline</a:t>
            </a:r>
          </a:p>
        </p:txBody>
      </p:sp>
      <p:sp>
        <p:nvSpPr>
          <p:cNvPr id="44047" name="Line 12"/>
          <p:cNvSpPr>
            <a:spLocks noChangeShapeType="1"/>
          </p:cNvSpPr>
          <p:nvPr/>
        </p:nvSpPr>
        <p:spPr bwMode="auto">
          <a:xfrm>
            <a:off x="3046481" y="4118921"/>
            <a:ext cx="0" cy="16573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4048" name="Line 13"/>
          <p:cNvSpPr>
            <a:spLocks noChangeShapeType="1"/>
          </p:cNvSpPr>
          <p:nvPr/>
        </p:nvSpPr>
        <p:spPr bwMode="auto">
          <a:xfrm>
            <a:off x="5422969" y="4118921"/>
            <a:ext cx="0" cy="16573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4049" name="Line 14"/>
          <p:cNvSpPr>
            <a:spLocks noChangeShapeType="1"/>
          </p:cNvSpPr>
          <p:nvPr/>
        </p:nvSpPr>
        <p:spPr bwMode="auto">
          <a:xfrm>
            <a:off x="7797869" y="4118921"/>
            <a:ext cx="0" cy="16573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4050" name="Line 15"/>
          <p:cNvSpPr>
            <a:spLocks noChangeShapeType="1"/>
          </p:cNvSpPr>
          <p:nvPr/>
        </p:nvSpPr>
        <p:spPr bwMode="auto">
          <a:xfrm>
            <a:off x="3046481" y="4407848"/>
            <a:ext cx="2376488" cy="144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lg" len="lg"/>
          </a:ln>
        </p:spPr>
        <p:txBody>
          <a:bodyPr/>
          <a:lstStyle/>
          <a:p>
            <a:endParaRPr lang="de-DE"/>
          </a:p>
        </p:txBody>
      </p:sp>
      <p:sp>
        <p:nvSpPr>
          <p:cNvPr id="44051" name="Line 16"/>
          <p:cNvSpPr>
            <a:spLocks noChangeShapeType="1"/>
          </p:cNvSpPr>
          <p:nvPr/>
        </p:nvSpPr>
        <p:spPr bwMode="auto">
          <a:xfrm>
            <a:off x="5421381" y="4623748"/>
            <a:ext cx="2376488" cy="144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lg" len="lg"/>
          </a:ln>
        </p:spPr>
        <p:txBody>
          <a:bodyPr/>
          <a:lstStyle/>
          <a:p>
            <a:endParaRPr lang="de-DE"/>
          </a:p>
        </p:txBody>
      </p:sp>
      <p:sp>
        <p:nvSpPr>
          <p:cNvPr id="44052" name="Line 17"/>
          <p:cNvSpPr>
            <a:spLocks noChangeShapeType="1"/>
          </p:cNvSpPr>
          <p:nvPr/>
        </p:nvSpPr>
        <p:spPr bwMode="auto">
          <a:xfrm flipH="1">
            <a:off x="5422971" y="4984109"/>
            <a:ext cx="2376487" cy="144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lg" len="lg"/>
          </a:ln>
        </p:spPr>
        <p:txBody>
          <a:bodyPr/>
          <a:lstStyle/>
          <a:p>
            <a:endParaRPr lang="de-DE"/>
          </a:p>
        </p:txBody>
      </p:sp>
      <p:sp>
        <p:nvSpPr>
          <p:cNvPr id="44053" name="Line 18"/>
          <p:cNvSpPr>
            <a:spLocks noChangeShapeType="1"/>
          </p:cNvSpPr>
          <p:nvPr/>
        </p:nvSpPr>
        <p:spPr bwMode="auto">
          <a:xfrm flipH="1">
            <a:off x="3046481" y="5342884"/>
            <a:ext cx="2376488" cy="144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lg" len="lg"/>
          </a:ln>
        </p:spPr>
        <p:txBody>
          <a:bodyPr/>
          <a:lstStyle/>
          <a:p>
            <a:endParaRPr lang="de-DE"/>
          </a:p>
        </p:txBody>
      </p:sp>
      <p:sp>
        <p:nvSpPr>
          <p:cNvPr id="44054" name="Rectangle 19"/>
          <p:cNvSpPr>
            <a:spLocks noChangeArrowheads="1"/>
          </p:cNvSpPr>
          <p:nvPr/>
        </p:nvSpPr>
        <p:spPr bwMode="auto">
          <a:xfrm>
            <a:off x="5384871" y="5128571"/>
            <a:ext cx="71437" cy="215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44055" name="Rectangle 20"/>
          <p:cNvSpPr>
            <a:spLocks noChangeArrowheads="1"/>
          </p:cNvSpPr>
          <p:nvPr/>
        </p:nvSpPr>
        <p:spPr bwMode="auto">
          <a:xfrm>
            <a:off x="7759771" y="4768209"/>
            <a:ext cx="71437" cy="215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44056" name="Text Box 21"/>
          <p:cNvSpPr txBox="1">
            <a:spLocks noChangeArrowheads="1"/>
          </p:cNvSpPr>
          <p:nvPr/>
        </p:nvSpPr>
        <p:spPr bwMode="auto">
          <a:xfrm>
            <a:off x="3241744" y="4204646"/>
            <a:ext cx="2087562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200" dirty="0"/>
              <a:t>Ticket(</a:t>
            </a:r>
            <a:r>
              <a:rPr lang="de-DE" sz="1200" dirty="0" err="1"/>
              <a:t>Dest</a:t>
            </a:r>
            <a:r>
              <a:rPr lang="de-DE" sz="1200" dirty="0"/>
              <a:t>, </a:t>
            </a:r>
            <a:r>
              <a:rPr lang="de-DE" sz="1200" dirty="0" err="1"/>
              <a:t>FlightNr</a:t>
            </a:r>
            <a:r>
              <a:rPr lang="de-DE" sz="1200" dirty="0"/>
              <a:t>, Class)</a:t>
            </a:r>
          </a:p>
        </p:txBody>
      </p:sp>
      <p:sp>
        <p:nvSpPr>
          <p:cNvPr id="44057" name="Text Box 22"/>
          <p:cNvSpPr txBox="1">
            <a:spLocks noChangeArrowheads="1"/>
          </p:cNvSpPr>
          <p:nvPr/>
        </p:nvSpPr>
        <p:spPr bwMode="auto">
          <a:xfrm>
            <a:off x="5638871" y="4420546"/>
            <a:ext cx="20335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200"/>
              <a:t>assignSeat(FlightNr, Class)</a:t>
            </a:r>
          </a:p>
        </p:txBody>
      </p:sp>
      <p:sp>
        <p:nvSpPr>
          <p:cNvPr id="44058" name="Text Box 23"/>
          <p:cNvSpPr txBox="1">
            <a:spLocks noChangeArrowheads="1"/>
          </p:cNvSpPr>
          <p:nvPr/>
        </p:nvSpPr>
        <p:spPr bwMode="auto">
          <a:xfrm>
            <a:off x="6078608" y="5068246"/>
            <a:ext cx="10715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200"/>
              <a:t>Seat(SeatNr)</a:t>
            </a:r>
          </a:p>
        </p:txBody>
      </p:sp>
      <p:sp>
        <p:nvSpPr>
          <p:cNvPr id="44059" name="Text Box 24"/>
          <p:cNvSpPr txBox="1">
            <a:spLocks noChangeArrowheads="1"/>
          </p:cNvSpPr>
          <p:nvPr/>
        </p:nvSpPr>
        <p:spPr bwMode="auto">
          <a:xfrm>
            <a:off x="3140144" y="5461946"/>
            <a:ext cx="23542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200"/>
              <a:t>BoardingPass(Dest, </a:t>
            </a:r>
          </a:p>
          <a:p>
            <a:r>
              <a:rPr lang="de-DE" sz="1200"/>
              <a:t>                        FlightNr, SeatNr)</a:t>
            </a:r>
          </a:p>
        </p:txBody>
      </p:sp>
      <p:sp>
        <p:nvSpPr>
          <p:cNvPr id="44060" name="Line 26"/>
          <p:cNvSpPr>
            <a:spLocks noChangeShapeType="1"/>
          </p:cNvSpPr>
          <p:nvPr/>
        </p:nvSpPr>
        <p:spPr bwMode="auto">
          <a:xfrm flipH="1">
            <a:off x="7870894" y="4263386"/>
            <a:ext cx="1079500" cy="71437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44061" name="Text Box 27"/>
          <p:cNvSpPr txBox="1">
            <a:spLocks noChangeArrowheads="1"/>
          </p:cNvSpPr>
          <p:nvPr/>
        </p:nvSpPr>
        <p:spPr bwMode="auto">
          <a:xfrm>
            <a:off x="8663056" y="3903021"/>
            <a:ext cx="135165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dirty="0">
                <a:solidFill>
                  <a:srgbClr val="009999"/>
                </a:solidFill>
              </a:rPr>
              <a:t>Lebenslinie</a:t>
            </a:r>
          </a:p>
        </p:txBody>
      </p:sp>
      <p:sp>
        <p:nvSpPr>
          <p:cNvPr id="44062" name="Line 28"/>
          <p:cNvSpPr>
            <a:spLocks noChangeShapeType="1"/>
          </p:cNvSpPr>
          <p:nvPr/>
        </p:nvSpPr>
        <p:spPr bwMode="auto">
          <a:xfrm flipH="1">
            <a:off x="7150171" y="5154291"/>
            <a:ext cx="1635143" cy="45719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44063" name="Text Box 29"/>
          <p:cNvSpPr txBox="1">
            <a:spLocks noChangeArrowheads="1"/>
          </p:cNvSpPr>
          <p:nvPr/>
        </p:nvSpPr>
        <p:spPr bwMode="auto">
          <a:xfrm>
            <a:off x="8809106" y="4984109"/>
            <a:ext cx="1149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dirty="0">
                <a:solidFill>
                  <a:srgbClr val="009999"/>
                </a:solidFill>
              </a:rPr>
              <a:t>Nachricht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cs typeface="Arial" charset="0"/>
              </a:rPr>
              <a:t>Zeitdiagramme</a:t>
            </a:r>
            <a:endParaRPr lang="el-GR" dirty="0">
              <a:cs typeface="Arial" charset="0"/>
            </a:endParaRPr>
          </a:p>
        </p:txBody>
      </p:sp>
      <p:sp>
        <p:nvSpPr>
          <p:cNvPr id="47110" name="Rectangle 3"/>
          <p:cNvSpPr>
            <a:spLocks noGrp="1" noChangeArrowheads="1"/>
          </p:cNvSpPr>
          <p:nvPr>
            <p:ph idx="1"/>
          </p:nvPr>
        </p:nvSpPr>
        <p:spPr>
          <a:xfrm>
            <a:off x="453072" y="1883092"/>
            <a:ext cx="7460607" cy="1163395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800" dirty="0" err="1"/>
              <a:t>Zustandswechsel</a:t>
            </a:r>
            <a:r>
              <a:rPr lang="en-US" sz="2800" dirty="0"/>
              <a:t> </a:t>
            </a:r>
            <a:r>
              <a:rPr lang="en-US" sz="2800" dirty="0" err="1"/>
              <a:t>im</a:t>
            </a:r>
            <a:r>
              <a:rPr lang="en-US" sz="2800" dirty="0"/>
              <a:t> </a:t>
            </a:r>
            <a:r>
              <a:rPr lang="en-US" sz="2800" dirty="0" err="1">
                <a:solidFill>
                  <a:srgbClr val="0000FF"/>
                </a:solidFill>
              </a:rPr>
              <a:t>Zeitverlauf</a:t>
            </a:r>
            <a:endParaRPr lang="en-US" sz="2800" dirty="0">
              <a:solidFill>
                <a:srgbClr val="0000FF"/>
              </a:solidFill>
            </a:endParaRPr>
          </a:p>
          <a:p>
            <a:pPr marL="457200" indent="-45720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800" dirty="0" err="1"/>
              <a:t>Zeit</a:t>
            </a:r>
            <a:r>
              <a:rPr lang="en-US" sz="2800" dirty="0"/>
              <a:t> </a:t>
            </a:r>
            <a:r>
              <a:rPr lang="en-US" sz="2800" dirty="0" err="1"/>
              <a:t>kann</a:t>
            </a:r>
            <a:r>
              <a:rPr lang="en-US" sz="2800" dirty="0"/>
              <a:t> </a:t>
            </a:r>
            <a:r>
              <a:rPr lang="en-US" sz="2800" dirty="0" err="1"/>
              <a:t>sehr</a:t>
            </a:r>
            <a:r>
              <a:rPr lang="en-US" sz="2800" dirty="0"/>
              <a:t> </a:t>
            </a:r>
            <a:r>
              <a:rPr lang="en-US" sz="2800" dirty="0" err="1"/>
              <a:t>präzise</a:t>
            </a:r>
            <a:r>
              <a:rPr lang="en-US" sz="2800" dirty="0"/>
              <a:t> </a:t>
            </a:r>
            <a:r>
              <a:rPr lang="en-US" sz="2800" dirty="0" err="1"/>
              <a:t>modelliert</a:t>
            </a:r>
            <a:r>
              <a:rPr lang="en-US" sz="2800" dirty="0"/>
              <a:t> </a:t>
            </a:r>
            <a:r>
              <a:rPr lang="en-US" sz="2800" dirty="0" err="1"/>
              <a:t>werden</a:t>
            </a:r>
            <a:endParaRPr lang="en-US" sz="2800" dirty="0"/>
          </a:p>
        </p:txBody>
      </p:sp>
      <p:sp>
        <p:nvSpPr>
          <p:cNvPr id="47107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4710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53</a:t>
            </a:fld>
            <a:r>
              <a:rPr lang="de-DE"/>
              <a:t> </a:t>
            </a:r>
          </a:p>
        </p:txBody>
      </p:sp>
      <p:sp>
        <p:nvSpPr>
          <p:cNvPr id="47111" name="Line 23"/>
          <p:cNvSpPr>
            <a:spLocks noChangeShapeType="1"/>
          </p:cNvSpPr>
          <p:nvPr/>
        </p:nvSpPr>
        <p:spPr bwMode="auto">
          <a:xfrm>
            <a:off x="2588179" y="4385371"/>
            <a:ext cx="5040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7112" name="Text Box 24"/>
          <p:cNvSpPr txBox="1">
            <a:spLocks noChangeArrowheads="1"/>
          </p:cNvSpPr>
          <p:nvPr/>
        </p:nvSpPr>
        <p:spPr bwMode="auto">
          <a:xfrm rot="-5400000">
            <a:off x="1652346" y="3520977"/>
            <a:ext cx="1085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/>
              <a:t>:CheckIn</a:t>
            </a:r>
          </a:p>
        </p:txBody>
      </p:sp>
      <p:sp>
        <p:nvSpPr>
          <p:cNvPr id="47113" name="Text Box 25"/>
          <p:cNvSpPr txBox="1">
            <a:spLocks noChangeArrowheads="1"/>
          </p:cNvSpPr>
          <p:nvPr/>
        </p:nvSpPr>
        <p:spPr bwMode="auto">
          <a:xfrm rot="-5400000">
            <a:off x="1823796" y="5054502"/>
            <a:ext cx="742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/>
              <a:t>:Gate</a:t>
            </a:r>
          </a:p>
        </p:txBody>
      </p:sp>
      <p:sp>
        <p:nvSpPr>
          <p:cNvPr id="47114" name="Text Box 26"/>
          <p:cNvSpPr txBox="1">
            <a:spLocks noChangeArrowheads="1"/>
          </p:cNvSpPr>
          <p:nvPr/>
        </p:nvSpPr>
        <p:spPr bwMode="auto">
          <a:xfrm>
            <a:off x="2567542" y="3161408"/>
            <a:ext cx="6175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/>
              <a:t>Open</a:t>
            </a:r>
          </a:p>
        </p:txBody>
      </p:sp>
      <p:sp>
        <p:nvSpPr>
          <p:cNvPr id="47115" name="Text Box 27"/>
          <p:cNvSpPr txBox="1">
            <a:spLocks noChangeArrowheads="1"/>
          </p:cNvSpPr>
          <p:nvPr/>
        </p:nvSpPr>
        <p:spPr bwMode="auto">
          <a:xfrm>
            <a:off x="2588177" y="3936108"/>
            <a:ext cx="736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/>
              <a:t>Closed</a:t>
            </a:r>
          </a:p>
        </p:txBody>
      </p:sp>
      <p:sp>
        <p:nvSpPr>
          <p:cNvPr id="47116" name="Line 28"/>
          <p:cNvSpPr>
            <a:spLocks noChangeShapeType="1"/>
          </p:cNvSpPr>
          <p:nvPr/>
        </p:nvSpPr>
        <p:spPr bwMode="auto">
          <a:xfrm>
            <a:off x="3524804" y="4096446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7117" name="Line 29"/>
          <p:cNvSpPr>
            <a:spLocks noChangeShapeType="1"/>
          </p:cNvSpPr>
          <p:nvPr/>
        </p:nvSpPr>
        <p:spPr bwMode="auto">
          <a:xfrm flipV="1">
            <a:off x="5899702" y="4075808"/>
            <a:ext cx="1511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7118" name="Line 30"/>
          <p:cNvSpPr>
            <a:spLocks noChangeShapeType="1"/>
          </p:cNvSpPr>
          <p:nvPr/>
        </p:nvSpPr>
        <p:spPr bwMode="auto">
          <a:xfrm flipV="1">
            <a:off x="4099479" y="3283646"/>
            <a:ext cx="180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cxnSp>
        <p:nvCxnSpPr>
          <p:cNvPr id="47119" name="AutoShape 31"/>
          <p:cNvCxnSpPr>
            <a:cxnSpLocks noChangeShapeType="1"/>
          </p:cNvCxnSpPr>
          <p:nvPr/>
        </p:nvCxnSpPr>
        <p:spPr bwMode="auto">
          <a:xfrm flipV="1">
            <a:off x="3885165" y="3304285"/>
            <a:ext cx="215900" cy="792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120" name="AutoShape 32"/>
          <p:cNvCxnSpPr>
            <a:cxnSpLocks noChangeShapeType="1"/>
            <a:stCxn id="47117" idx="0"/>
            <a:endCxn id="47118" idx="1"/>
          </p:cNvCxnSpPr>
          <p:nvPr/>
        </p:nvCxnSpPr>
        <p:spPr bwMode="auto">
          <a:xfrm flipV="1">
            <a:off x="5899702" y="3283646"/>
            <a:ext cx="0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47121" name="Line 33"/>
          <p:cNvSpPr>
            <a:spLocks noChangeShapeType="1"/>
          </p:cNvSpPr>
          <p:nvPr/>
        </p:nvSpPr>
        <p:spPr bwMode="auto">
          <a:xfrm>
            <a:off x="3524804" y="3016946"/>
            <a:ext cx="360363" cy="1079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med"/>
          </a:ln>
        </p:spPr>
        <p:txBody>
          <a:bodyPr/>
          <a:lstStyle/>
          <a:p>
            <a:endParaRPr lang="de-DE"/>
          </a:p>
        </p:txBody>
      </p:sp>
      <p:sp>
        <p:nvSpPr>
          <p:cNvPr id="47122" name="Text Box 34"/>
          <p:cNvSpPr txBox="1">
            <a:spLocks noChangeArrowheads="1"/>
          </p:cNvSpPr>
          <p:nvPr/>
        </p:nvSpPr>
        <p:spPr bwMode="auto">
          <a:xfrm>
            <a:off x="3523215" y="2994721"/>
            <a:ext cx="5778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/>
              <a:t>open</a:t>
            </a:r>
          </a:p>
        </p:txBody>
      </p:sp>
      <p:sp>
        <p:nvSpPr>
          <p:cNvPr id="47123" name="Text Box 35"/>
          <p:cNvSpPr txBox="1">
            <a:spLocks noChangeArrowheads="1"/>
          </p:cNvSpPr>
          <p:nvPr/>
        </p:nvSpPr>
        <p:spPr bwMode="auto">
          <a:xfrm>
            <a:off x="4243940" y="3029648"/>
            <a:ext cx="9715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200"/>
              <a:t>{t+10..t+30}</a:t>
            </a:r>
          </a:p>
        </p:txBody>
      </p:sp>
      <p:sp>
        <p:nvSpPr>
          <p:cNvPr id="47124" name="Line 36"/>
          <p:cNvSpPr>
            <a:spLocks noChangeShapeType="1"/>
          </p:cNvSpPr>
          <p:nvPr/>
        </p:nvSpPr>
        <p:spPr bwMode="auto">
          <a:xfrm>
            <a:off x="4604302" y="3305871"/>
            <a:ext cx="431800" cy="1943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med"/>
          </a:ln>
        </p:spPr>
        <p:txBody>
          <a:bodyPr/>
          <a:lstStyle/>
          <a:p>
            <a:endParaRPr lang="de-DE"/>
          </a:p>
        </p:txBody>
      </p:sp>
      <p:sp>
        <p:nvSpPr>
          <p:cNvPr id="47125" name="Text Box 37"/>
          <p:cNvSpPr txBox="1">
            <a:spLocks noChangeArrowheads="1"/>
          </p:cNvSpPr>
          <p:nvPr/>
        </p:nvSpPr>
        <p:spPr bwMode="auto">
          <a:xfrm>
            <a:off x="4621765" y="3512246"/>
            <a:ext cx="774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 err="1"/>
              <a:t>embark</a:t>
            </a:r>
            <a:endParaRPr lang="de-DE" sz="1400" dirty="0"/>
          </a:p>
        </p:txBody>
      </p:sp>
      <p:sp>
        <p:nvSpPr>
          <p:cNvPr id="47126" name="Line 38"/>
          <p:cNvSpPr>
            <a:spLocks noChangeShapeType="1"/>
          </p:cNvSpPr>
          <p:nvPr/>
        </p:nvSpPr>
        <p:spPr bwMode="auto">
          <a:xfrm>
            <a:off x="3524802" y="4312346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7127" name="Line 39"/>
          <p:cNvSpPr>
            <a:spLocks noChangeShapeType="1"/>
          </p:cNvSpPr>
          <p:nvPr/>
        </p:nvSpPr>
        <p:spPr bwMode="auto">
          <a:xfrm>
            <a:off x="4101065" y="4312346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7128" name="Text Box 41"/>
          <p:cNvSpPr txBox="1">
            <a:spLocks noChangeArrowheads="1"/>
          </p:cNvSpPr>
          <p:nvPr/>
        </p:nvSpPr>
        <p:spPr bwMode="auto">
          <a:xfrm>
            <a:off x="3308902" y="4385373"/>
            <a:ext cx="2682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200"/>
              <a:t>0</a:t>
            </a:r>
          </a:p>
        </p:txBody>
      </p:sp>
      <p:sp>
        <p:nvSpPr>
          <p:cNvPr id="47129" name="Text Box 42"/>
          <p:cNvSpPr txBox="1">
            <a:spLocks noChangeArrowheads="1"/>
          </p:cNvSpPr>
          <p:nvPr/>
        </p:nvSpPr>
        <p:spPr bwMode="auto">
          <a:xfrm>
            <a:off x="3945490" y="4385373"/>
            <a:ext cx="22701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200"/>
              <a:t>t</a:t>
            </a:r>
          </a:p>
        </p:txBody>
      </p:sp>
      <p:sp>
        <p:nvSpPr>
          <p:cNvPr id="47130" name="Text Box 44"/>
          <p:cNvSpPr txBox="1">
            <a:spLocks noChangeArrowheads="1"/>
          </p:cNvSpPr>
          <p:nvPr/>
        </p:nvSpPr>
        <p:spPr bwMode="auto">
          <a:xfrm>
            <a:off x="2588177" y="4583808"/>
            <a:ext cx="6175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/>
              <a:t>Open</a:t>
            </a:r>
          </a:p>
        </p:txBody>
      </p:sp>
      <p:sp>
        <p:nvSpPr>
          <p:cNvPr id="47131" name="Text Box 45"/>
          <p:cNvSpPr txBox="1">
            <a:spLocks noChangeArrowheads="1"/>
          </p:cNvSpPr>
          <p:nvPr/>
        </p:nvSpPr>
        <p:spPr bwMode="auto">
          <a:xfrm>
            <a:off x="2588177" y="5088633"/>
            <a:ext cx="5397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/>
              <a:t>Wait</a:t>
            </a:r>
          </a:p>
        </p:txBody>
      </p:sp>
      <p:sp>
        <p:nvSpPr>
          <p:cNvPr id="47132" name="Text Box 46"/>
          <p:cNvSpPr txBox="1">
            <a:spLocks noChangeArrowheads="1"/>
          </p:cNvSpPr>
          <p:nvPr/>
        </p:nvSpPr>
        <p:spPr bwMode="auto">
          <a:xfrm>
            <a:off x="2588177" y="5591871"/>
            <a:ext cx="736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/>
              <a:t>Closed</a:t>
            </a:r>
          </a:p>
        </p:txBody>
      </p:sp>
      <p:sp>
        <p:nvSpPr>
          <p:cNvPr id="47133" name="Line 47"/>
          <p:cNvSpPr>
            <a:spLocks noChangeShapeType="1"/>
          </p:cNvSpPr>
          <p:nvPr/>
        </p:nvSpPr>
        <p:spPr bwMode="auto">
          <a:xfrm>
            <a:off x="3524802" y="5753796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7134" name="Line 48"/>
          <p:cNvSpPr>
            <a:spLocks noChangeShapeType="1"/>
          </p:cNvSpPr>
          <p:nvPr/>
        </p:nvSpPr>
        <p:spPr bwMode="auto">
          <a:xfrm>
            <a:off x="4748767" y="5248971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7135" name="Line 49"/>
          <p:cNvSpPr>
            <a:spLocks noChangeShapeType="1"/>
          </p:cNvSpPr>
          <p:nvPr/>
        </p:nvSpPr>
        <p:spPr bwMode="auto">
          <a:xfrm>
            <a:off x="5036102" y="4723508"/>
            <a:ext cx="1657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7136" name="Line 50"/>
          <p:cNvSpPr>
            <a:spLocks noChangeShapeType="1"/>
          </p:cNvSpPr>
          <p:nvPr/>
        </p:nvSpPr>
        <p:spPr bwMode="auto">
          <a:xfrm>
            <a:off x="4677327" y="4312346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7137" name="Line 51"/>
          <p:cNvSpPr>
            <a:spLocks noChangeShapeType="1"/>
          </p:cNvSpPr>
          <p:nvPr/>
        </p:nvSpPr>
        <p:spPr bwMode="auto">
          <a:xfrm>
            <a:off x="5252002" y="4312346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7138" name="Line 52"/>
          <p:cNvSpPr>
            <a:spLocks noChangeShapeType="1"/>
          </p:cNvSpPr>
          <p:nvPr/>
        </p:nvSpPr>
        <p:spPr bwMode="auto">
          <a:xfrm>
            <a:off x="5828265" y="4312346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7139" name="Line 53"/>
          <p:cNvSpPr>
            <a:spLocks noChangeShapeType="1"/>
          </p:cNvSpPr>
          <p:nvPr/>
        </p:nvSpPr>
        <p:spPr bwMode="auto">
          <a:xfrm>
            <a:off x="6404527" y="4312346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7140" name="Line 54"/>
          <p:cNvSpPr>
            <a:spLocks noChangeShapeType="1"/>
          </p:cNvSpPr>
          <p:nvPr/>
        </p:nvSpPr>
        <p:spPr bwMode="auto">
          <a:xfrm>
            <a:off x="6909352" y="4312346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7141" name="Line 55"/>
          <p:cNvSpPr>
            <a:spLocks noChangeShapeType="1"/>
          </p:cNvSpPr>
          <p:nvPr/>
        </p:nvSpPr>
        <p:spPr bwMode="auto">
          <a:xfrm>
            <a:off x="7485615" y="4312346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cxnSp>
        <p:nvCxnSpPr>
          <p:cNvPr id="47142" name="AutoShape 56"/>
          <p:cNvCxnSpPr>
            <a:cxnSpLocks noChangeShapeType="1"/>
            <a:stCxn id="47133" idx="1"/>
            <a:endCxn id="47134" idx="0"/>
          </p:cNvCxnSpPr>
          <p:nvPr/>
        </p:nvCxnSpPr>
        <p:spPr bwMode="auto">
          <a:xfrm flipV="1">
            <a:off x="4604304" y="5248973"/>
            <a:ext cx="144463" cy="504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143" name="AutoShape 57"/>
          <p:cNvCxnSpPr>
            <a:cxnSpLocks noChangeShapeType="1"/>
            <a:stCxn id="47134" idx="1"/>
          </p:cNvCxnSpPr>
          <p:nvPr/>
        </p:nvCxnSpPr>
        <p:spPr bwMode="auto">
          <a:xfrm flipV="1">
            <a:off x="5036102" y="4723510"/>
            <a:ext cx="0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47144" name="Text Box 58"/>
          <p:cNvSpPr txBox="1">
            <a:spLocks noChangeArrowheads="1"/>
          </p:cNvSpPr>
          <p:nvPr/>
        </p:nvSpPr>
        <p:spPr bwMode="auto">
          <a:xfrm>
            <a:off x="5432977" y="4745733"/>
            <a:ext cx="10239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200"/>
              <a:t>{</a:t>
            </a:r>
            <a:r>
              <a:rPr lang="de-DE" sz="1200" b="1"/>
              <a:t>duration</a:t>
            </a:r>
            <a:r>
              <a:rPr lang="de-DE" sz="1200"/>
              <a:t> d}</a:t>
            </a:r>
          </a:p>
        </p:txBody>
      </p:sp>
      <p:sp>
        <p:nvSpPr>
          <p:cNvPr id="47145" name="Text Box 59"/>
          <p:cNvSpPr txBox="1">
            <a:spLocks noChangeArrowheads="1"/>
          </p:cNvSpPr>
          <p:nvPr/>
        </p:nvSpPr>
        <p:spPr bwMode="auto">
          <a:xfrm>
            <a:off x="6693452" y="4686998"/>
            <a:ext cx="12334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200"/>
              <a:t>{10 &lt;= d &lt;= 30}</a:t>
            </a:r>
          </a:p>
        </p:txBody>
      </p:sp>
      <p:sp>
        <p:nvSpPr>
          <p:cNvPr id="47146" name="Line 60"/>
          <p:cNvSpPr>
            <a:spLocks noChangeShapeType="1"/>
          </p:cNvSpPr>
          <p:nvPr/>
        </p:nvSpPr>
        <p:spPr bwMode="auto">
          <a:xfrm>
            <a:off x="6691867" y="5731571"/>
            <a:ext cx="10810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cxnSp>
        <p:nvCxnSpPr>
          <p:cNvPr id="47147" name="AutoShape 61"/>
          <p:cNvCxnSpPr>
            <a:cxnSpLocks noChangeShapeType="1"/>
            <a:stCxn id="47135" idx="1"/>
            <a:endCxn id="47146" idx="0"/>
          </p:cNvCxnSpPr>
          <p:nvPr/>
        </p:nvCxnSpPr>
        <p:spPr bwMode="auto">
          <a:xfrm flipH="1">
            <a:off x="6691867" y="4723510"/>
            <a:ext cx="1587" cy="10080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47148" name="Line 62"/>
          <p:cNvSpPr>
            <a:spLocks noChangeShapeType="1"/>
          </p:cNvSpPr>
          <p:nvPr/>
        </p:nvSpPr>
        <p:spPr bwMode="auto">
          <a:xfrm flipH="1" flipV="1">
            <a:off x="4604304" y="5753796"/>
            <a:ext cx="73025" cy="3603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lg" len="med"/>
          </a:ln>
        </p:spPr>
        <p:txBody>
          <a:bodyPr/>
          <a:lstStyle/>
          <a:p>
            <a:endParaRPr lang="de-DE"/>
          </a:p>
        </p:txBody>
      </p:sp>
      <p:sp>
        <p:nvSpPr>
          <p:cNvPr id="47149" name="Text Box 63"/>
          <p:cNvSpPr txBox="1">
            <a:spLocks noChangeArrowheads="1"/>
          </p:cNvSpPr>
          <p:nvPr/>
        </p:nvSpPr>
        <p:spPr bwMode="auto">
          <a:xfrm>
            <a:off x="4604302" y="5753796"/>
            <a:ext cx="9223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/>
              <a:t>opengate</a:t>
            </a:r>
          </a:p>
        </p:txBody>
      </p:sp>
      <p:sp>
        <p:nvSpPr>
          <p:cNvPr id="47150" name="Text Box 64"/>
          <p:cNvSpPr txBox="1">
            <a:spLocks noChangeArrowheads="1"/>
          </p:cNvSpPr>
          <p:nvPr/>
        </p:nvSpPr>
        <p:spPr bwMode="auto">
          <a:xfrm>
            <a:off x="8204754" y="3283648"/>
            <a:ext cx="2519363" cy="2571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80975" indent="-180975">
              <a:buFont typeface="Wingdings" pitchFamily="2" charset="2"/>
              <a:buChar char="§"/>
              <a:tabLst>
                <a:tab pos="180975" algn="l"/>
              </a:tabLst>
            </a:pPr>
            <a:r>
              <a:rPr lang="de-DE" dirty="0"/>
              <a:t>10 bis 30 Minuten   nach dem Beginn des Eincheckens kann das Einsteigen beginnen</a:t>
            </a:r>
          </a:p>
          <a:p>
            <a:pPr marL="180975" indent="-180975">
              <a:buFont typeface="Wingdings" pitchFamily="2" charset="2"/>
              <a:buChar char="§"/>
              <a:tabLst>
                <a:tab pos="180975" algn="l"/>
              </a:tabLst>
            </a:pPr>
            <a:r>
              <a:rPr lang="de-DE" dirty="0"/>
              <a:t>Die Dauer des Einsteigens soll 60 Minuten nicht übersteigen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Profile</a:t>
            </a:r>
            <a:endParaRPr lang="el-GR" dirty="0">
              <a:cs typeface="Arial" charset="0"/>
            </a:endParaRPr>
          </a:p>
        </p:txBody>
      </p:sp>
      <p:sp>
        <p:nvSpPr>
          <p:cNvPr id="49158" name="Rectangle 3"/>
          <p:cNvSpPr>
            <a:spLocks noGrp="1" noChangeArrowheads="1"/>
          </p:cNvSpPr>
          <p:nvPr>
            <p:ph idx="1"/>
          </p:nvPr>
        </p:nvSpPr>
        <p:spPr>
          <a:xfrm>
            <a:off x="485302" y="2290715"/>
            <a:ext cx="11478895" cy="3114699"/>
          </a:xfrm>
        </p:spPr>
        <p:txBody>
          <a:bodyPr/>
          <a:lstStyle/>
          <a:p>
            <a:pPr marL="457200" indent="-4572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800" dirty="0" err="1"/>
              <a:t>Unterstützung</a:t>
            </a:r>
            <a:r>
              <a:rPr lang="en-US" sz="2800" dirty="0"/>
              <a:t> von </a:t>
            </a:r>
            <a:r>
              <a:rPr lang="en-US" sz="2800" dirty="0" err="1">
                <a:solidFill>
                  <a:srgbClr val="0000FF"/>
                </a:solidFill>
              </a:rPr>
              <a:t>Dom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änen</a:t>
            </a:r>
            <a:r>
              <a:rPr lang="en-US" sz="2800" dirty="0" err="1">
                <a:solidFill>
                  <a:srgbClr val="0000FF"/>
                </a:solidFill>
              </a:rPr>
              <a:t>-spezifischen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Anforderungen</a:t>
            </a:r>
            <a:endParaRPr lang="en-US" sz="2800" dirty="0">
              <a:solidFill>
                <a:srgbClr val="0000FF"/>
              </a:solidFill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800" dirty="0" err="1">
                <a:cs typeface="Arial" charset="0"/>
              </a:rPr>
              <a:t>Erweitern</a:t>
            </a:r>
            <a:r>
              <a:rPr lang="en-US" sz="2800" dirty="0">
                <a:cs typeface="Arial" charset="0"/>
              </a:rPr>
              <a:t> UML um Mengen von:</a:t>
            </a:r>
          </a:p>
          <a:p>
            <a:pPr marL="709613" indent="-377825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Stereotypen</a:t>
            </a:r>
            <a:r>
              <a:rPr lang="en-US" sz="2800" dirty="0">
                <a:cs typeface="Arial" charset="0"/>
              </a:rPr>
              <a:t> (</a:t>
            </a:r>
            <a:r>
              <a:rPr lang="en-US" sz="2800" dirty="0" err="1">
                <a:cs typeface="Arial" charset="0"/>
              </a:rPr>
              <a:t>Spezialisierung</a:t>
            </a:r>
            <a:r>
              <a:rPr lang="en-US" sz="2800" dirty="0">
                <a:cs typeface="Arial" charset="0"/>
              </a:rPr>
              <a:t>/</a:t>
            </a:r>
            <a:r>
              <a:rPr lang="en-US" sz="2800" dirty="0" err="1">
                <a:cs typeface="Arial" charset="0"/>
              </a:rPr>
              <a:t>Einschränkung</a:t>
            </a:r>
            <a:r>
              <a:rPr lang="en-US" sz="2800" dirty="0">
                <a:cs typeface="Arial" charset="0"/>
              </a:rPr>
              <a:t> von </a:t>
            </a:r>
            <a:r>
              <a:rPr lang="en-US" sz="2800" dirty="0" err="1">
                <a:cs typeface="Arial" charset="0"/>
              </a:rPr>
              <a:t>Klassen</a:t>
            </a:r>
            <a:r>
              <a:rPr lang="en-US" sz="2800" dirty="0">
                <a:cs typeface="Arial" charset="0"/>
              </a:rPr>
              <a:t>) </a:t>
            </a:r>
          </a:p>
          <a:p>
            <a:pPr marL="709613" indent="-377825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solidFill>
                  <a:srgbClr val="0000FF"/>
                </a:solidFill>
                <a:cs typeface="Arial" charset="0"/>
              </a:rPr>
              <a:t>Tagged Values </a:t>
            </a:r>
            <a:r>
              <a:rPr lang="en-US" sz="2800" dirty="0">
                <a:cs typeface="Arial" charset="0"/>
              </a:rPr>
              <a:t>(</a:t>
            </a:r>
            <a:r>
              <a:rPr lang="en-US" sz="2800" dirty="0" err="1">
                <a:cs typeface="Arial" charset="0"/>
              </a:rPr>
              <a:t>Eigenschaften</a:t>
            </a:r>
            <a:r>
              <a:rPr lang="en-US" sz="2800" dirty="0">
                <a:cs typeface="Arial" charset="0"/>
              </a:rPr>
              <a:t> von UML-</a:t>
            </a:r>
            <a:r>
              <a:rPr lang="en-US" sz="2800" dirty="0" err="1">
                <a:cs typeface="Arial" charset="0"/>
              </a:rPr>
              <a:t>Elementen</a:t>
            </a:r>
            <a:r>
              <a:rPr lang="en-US" sz="2800" dirty="0">
                <a:cs typeface="Arial" charset="0"/>
              </a:rPr>
              <a:t>)</a:t>
            </a:r>
          </a:p>
          <a:p>
            <a:pPr marL="709613" indent="-377825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solidFill>
                  <a:srgbClr val="0000FF"/>
                </a:solidFill>
                <a:cs typeface="Arial" charset="0"/>
              </a:rPr>
              <a:t>Constraints</a:t>
            </a:r>
            <a:r>
              <a:rPr lang="en-US" sz="2800" dirty="0">
                <a:cs typeface="Arial" charset="0"/>
              </a:rPr>
              <a:t> (</a:t>
            </a:r>
            <a:r>
              <a:rPr lang="en-US" sz="2800" dirty="0" err="1">
                <a:cs typeface="Arial" charset="0"/>
              </a:rPr>
              <a:t>z.B.</a:t>
            </a:r>
            <a:r>
              <a:rPr lang="en-US" sz="2800" dirty="0">
                <a:cs typeface="Arial" charset="0"/>
              </a:rPr>
              <a:t> in der Object Constraint Language, OCL)</a:t>
            </a:r>
          </a:p>
          <a:p>
            <a:pPr marL="609600" indent="-609600">
              <a:buFont typeface="Wingdings" pitchFamily="2" charset="2"/>
              <a:buChar char="§"/>
            </a:pPr>
            <a:endParaRPr lang="en-US" sz="2000" dirty="0"/>
          </a:p>
          <a:p>
            <a:pPr marL="990600" lvl="1" indent="-533400"/>
            <a:endParaRPr lang="en-US" sz="2000" dirty="0"/>
          </a:p>
        </p:txBody>
      </p:sp>
      <p:sp>
        <p:nvSpPr>
          <p:cNvPr id="4915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4915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54</a:t>
            </a:fld>
            <a:r>
              <a:rPr lang="de-DE"/>
              <a:t>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>
          <a:xfrm>
            <a:off x="359625" y="475404"/>
            <a:ext cx="8082334" cy="1477328"/>
          </a:xfrm>
        </p:spPr>
        <p:txBody>
          <a:bodyPr/>
          <a:lstStyle/>
          <a:p>
            <a:pPr eaLnBrk="1" hangingPunct="1"/>
            <a:r>
              <a:rPr lang="en-US" dirty="0" err="1">
                <a:cs typeface="Arial" charset="0"/>
              </a:rPr>
              <a:t>Profil</a:t>
            </a:r>
            <a:r>
              <a:rPr lang="en-US" dirty="0">
                <a:cs typeface="Arial" charset="0"/>
              </a:rPr>
              <a:t> </a:t>
            </a:r>
            <a:r>
              <a:rPr lang="en-US" dirty="0" err="1">
                <a:cs typeface="Arial" charset="0"/>
              </a:rPr>
              <a:t>für</a:t>
            </a:r>
            <a:r>
              <a:rPr lang="en-US" dirty="0">
                <a:cs typeface="Arial" charset="0"/>
              </a:rPr>
              <a:t> </a:t>
            </a:r>
            <a:r>
              <a:rPr lang="en-US" dirty="0" err="1">
                <a:cs typeface="Arial" charset="0"/>
              </a:rPr>
              <a:t>eingebettete</a:t>
            </a:r>
            <a:r>
              <a:rPr lang="en-US" dirty="0">
                <a:cs typeface="Arial" charset="0"/>
              </a:rPr>
              <a:t> </a:t>
            </a:r>
            <a:r>
              <a:rPr lang="en-US" dirty="0" err="1">
                <a:cs typeface="Arial" charset="0"/>
              </a:rPr>
              <a:t>Echtzeitsysteme</a:t>
            </a:r>
            <a:endParaRPr lang="el-GR" dirty="0">
              <a:cs typeface="Arial" charset="0"/>
            </a:endParaRPr>
          </a:p>
        </p:txBody>
      </p:sp>
      <p:sp>
        <p:nvSpPr>
          <p:cNvPr id="50182" name="Rectangle 3"/>
          <p:cNvSpPr>
            <a:spLocks noGrp="1" noChangeArrowheads="1"/>
          </p:cNvSpPr>
          <p:nvPr>
            <p:ph idx="1"/>
          </p:nvPr>
        </p:nvSpPr>
        <p:spPr>
          <a:xfrm>
            <a:off x="359625" y="2095897"/>
            <a:ext cx="11472051" cy="3933384"/>
          </a:xfrm>
        </p:spPr>
        <p:txBody>
          <a:bodyPr/>
          <a:lstStyle/>
          <a:p>
            <a:pPr marL="457200" indent="-457200"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 err="1">
                <a:solidFill>
                  <a:srgbClr val="0000FF"/>
                </a:solidFill>
              </a:rPr>
              <a:t>Tagged</a:t>
            </a:r>
            <a:r>
              <a:rPr lang="de-DE" sz="2800" dirty="0">
                <a:solidFill>
                  <a:srgbClr val="0000FF"/>
                </a:solidFill>
              </a:rPr>
              <a:t> Values</a:t>
            </a:r>
          </a:p>
          <a:p>
            <a:pPr marL="876300" lvl="1" indent="-342900">
              <a:spcBef>
                <a:spcPct val="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cs typeface="Arial" charset="0"/>
              </a:rPr>
              <a:t>Adressen</a:t>
            </a:r>
            <a:r>
              <a:rPr lang="en-US" sz="2400" dirty="0">
                <a:cs typeface="Arial" charset="0"/>
              </a:rPr>
              <a:t>, </a:t>
            </a:r>
            <a:r>
              <a:rPr lang="en-US" sz="2400" dirty="0" err="1">
                <a:cs typeface="Arial" charset="0"/>
              </a:rPr>
              <a:t>Kapazitäten</a:t>
            </a:r>
            <a:r>
              <a:rPr lang="en-US" sz="2400" dirty="0">
                <a:cs typeface="Arial" charset="0"/>
              </a:rPr>
              <a:t>, </a:t>
            </a:r>
            <a:r>
              <a:rPr lang="de-DE" sz="2400" dirty="0"/>
              <a:t>Zugriffsarten</a:t>
            </a:r>
          </a:p>
          <a:p>
            <a:pPr marL="87630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 err="1"/>
              <a:t>Ausf</a:t>
            </a:r>
            <a:r>
              <a:rPr lang="el-GR" sz="2400" dirty="0">
                <a:cs typeface="Arial" charset="0"/>
              </a:rPr>
              <a:t>ϋ</a:t>
            </a:r>
            <a:r>
              <a:rPr lang="en-US" sz="2400" dirty="0" err="1">
                <a:cs typeface="Arial" charset="0"/>
              </a:rPr>
              <a:t>hrungszeiten</a:t>
            </a:r>
            <a:r>
              <a:rPr lang="en-US" sz="2400" dirty="0">
                <a:cs typeface="Arial" charset="0"/>
              </a:rPr>
              <a:t>, </a:t>
            </a:r>
            <a:r>
              <a:rPr lang="en-US" sz="2400" dirty="0" err="1">
                <a:cs typeface="Arial" charset="0"/>
              </a:rPr>
              <a:t>Perioden</a:t>
            </a:r>
            <a:r>
              <a:rPr lang="en-US" sz="2400" dirty="0">
                <a:cs typeface="Arial" charset="0"/>
              </a:rPr>
              <a:t>, </a:t>
            </a:r>
            <a:r>
              <a:rPr lang="en-US" sz="2400" dirty="0" err="1">
                <a:cs typeface="Arial" charset="0"/>
              </a:rPr>
              <a:t>Anfangs</a:t>
            </a:r>
            <a:r>
              <a:rPr lang="en-US" sz="2400" dirty="0">
                <a:cs typeface="Arial" charset="0"/>
              </a:rPr>
              <a:t>- u. </a:t>
            </a:r>
            <a:r>
              <a:rPr lang="en-US" sz="2400" dirty="0" err="1">
                <a:cs typeface="Arial" charset="0"/>
              </a:rPr>
              <a:t>Endzeitpunkte</a:t>
            </a:r>
            <a:endParaRPr lang="en-US" sz="2400" dirty="0">
              <a:cs typeface="Arial" charset="0"/>
            </a:endParaRPr>
          </a:p>
          <a:p>
            <a:pPr marL="87630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cs typeface="Arial" charset="0"/>
              </a:rPr>
              <a:t>Zeitschranken</a:t>
            </a:r>
            <a:r>
              <a:rPr lang="en-US" sz="2400" dirty="0">
                <a:cs typeface="Arial" charset="0"/>
              </a:rPr>
              <a:t>, </a:t>
            </a:r>
            <a:r>
              <a:rPr lang="en-US" sz="2400" dirty="0" err="1">
                <a:cs typeface="Arial" charset="0"/>
              </a:rPr>
              <a:t>Prioritäten</a:t>
            </a:r>
            <a:r>
              <a:rPr lang="en-US" sz="2400" dirty="0">
                <a:cs typeface="Arial" charset="0"/>
              </a:rPr>
              <a:t>, Scheduling-Policy</a:t>
            </a:r>
            <a:endParaRPr lang="de-DE" sz="2400" dirty="0"/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>
                <a:solidFill>
                  <a:srgbClr val="0000FF"/>
                </a:solidFill>
              </a:rPr>
              <a:t>Stereotypen</a:t>
            </a:r>
            <a:endParaRPr lang="de-DE" dirty="0">
              <a:solidFill>
                <a:srgbClr val="0000FF"/>
              </a:solidFill>
            </a:endParaRPr>
          </a:p>
          <a:p>
            <a:pPr marL="876300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cs typeface="Arial" charset="0"/>
              </a:rPr>
              <a:t>Ressourcen</a:t>
            </a:r>
            <a:r>
              <a:rPr lang="en-US" sz="2400" dirty="0">
                <a:cs typeface="Arial" charset="0"/>
              </a:rPr>
              <a:t>, </a:t>
            </a:r>
            <a:r>
              <a:rPr lang="en-US" sz="2400" dirty="0" err="1">
                <a:cs typeface="Arial" charset="0"/>
              </a:rPr>
              <a:t>Aktionen</a:t>
            </a:r>
            <a:r>
              <a:rPr lang="en-US" sz="2400" dirty="0">
                <a:cs typeface="Arial" charset="0"/>
              </a:rPr>
              <a:t> und </a:t>
            </a:r>
            <a:r>
              <a:rPr lang="en-US" sz="2400" dirty="0" err="1">
                <a:cs typeface="Arial" charset="0"/>
              </a:rPr>
              <a:t>Ereignisse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mit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assoziierten</a:t>
            </a:r>
            <a:r>
              <a:rPr lang="en-US" sz="2400" dirty="0">
                <a:cs typeface="Arial" charset="0"/>
              </a:rPr>
              <a:t> Tagged Values</a:t>
            </a: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  <a:tabLst>
                <a:tab pos="363538" algn="l"/>
              </a:tabLst>
            </a:pPr>
            <a:r>
              <a:rPr lang="en-US" sz="2800" dirty="0">
                <a:solidFill>
                  <a:srgbClr val="0000FF"/>
                </a:solidFill>
                <a:cs typeface="Arial" charset="0"/>
              </a:rPr>
              <a:t>Constraints</a:t>
            </a:r>
          </a:p>
          <a:p>
            <a:pPr marL="882650" lvl="1" indent="-342900">
              <a:buClr>
                <a:schemeClr val="tx1"/>
              </a:buClr>
              <a:buFont typeface="Wingdings" pitchFamily="2" charset="2"/>
              <a:buChar char="§"/>
              <a:tabLst>
                <a:tab pos="363538" algn="l"/>
              </a:tabLst>
            </a:pPr>
            <a:r>
              <a:rPr lang="en-US" sz="2400" dirty="0" err="1">
                <a:cs typeface="Arial" charset="0"/>
              </a:rPr>
              <a:t>z.B</a:t>
            </a:r>
            <a:r>
              <a:rPr lang="en-US" sz="2400" dirty="0">
                <a:cs typeface="Arial" charset="0"/>
              </a:rPr>
              <a:t>. </a:t>
            </a:r>
            <a:r>
              <a:rPr lang="en-US" sz="2400" dirty="0" err="1">
                <a:cs typeface="Arial" charset="0"/>
              </a:rPr>
              <a:t>Zeitbedingungen</a:t>
            </a:r>
            <a:endParaRPr lang="en-US" sz="2400" dirty="0">
              <a:cs typeface="Arial" charset="0"/>
            </a:endParaRPr>
          </a:p>
          <a:p>
            <a:pPr marL="457200" indent="-4572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800" dirty="0">
                <a:cs typeface="Arial" charset="0"/>
              </a:rPr>
              <a:t>UML Standard: </a:t>
            </a:r>
            <a:r>
              <a:rPr lang="en-US" dirty="0"/>
              <a:t>Modeling and Analysis of Real-Time and Embedded systems (</a:t>
            </a:r>
            <a:r>
              <a:rPr lang="en-US" dirty="0">
                <a:solidFill>
                  <a:srgbClr val="0000FF"/>
                </a:solidFill>
              </a:rPr>
              <a:t>MARTE</a:t>
            </a:r>
            <a:r>
              <a:rPr lang="en-US" dirty="0"/>
              <a:t>)</a:t>
            </a:r>
          </a:p>
          <a:p>
            <a:pPr marL="419100" indent="-285750">
              <a:buFont typeface="Wingdings" pitchFamily="2" charset="2"/>
              <a:buChar char="§"/>
            </a:pPr>
            <a:endParaRPr lang="en-US" b="1" dirty="0">
              <a:cs typeface="Arial" charset="0"/>
            </a:endParaRPr>
          </a:p>
        </p:txBody>
      </p:sp>
      <p:sp>
        <p:nvSpPr>
          <p:cNvPr id="5017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50180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55</a:t>
            </a:fld>
            <a:r>
              <a:rPr lang="de-DE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MARTE</a:t>
            </a:r>
            <a:endParaRPr lang="el-GR" sz="4000" dirty="0">
              <a:cs typeface="Arial" charset="0"/>
            </a:endParaRPr>
          </a:p>
        </p:txBody>
      </p:sp>
      <p:sp>
        <p:nvSpPr>
          <p:cNvPr id="50182" name="Rectangle 3"/>
          <p:cNvSpPr>
            <a:spLocks noGrp="1" noChangeArrowheads="1"/>
          </p:cNvSpPr>
          <p:nvPr>
            <p:ph idx="1"/>
          </p:nvPr>
        </p:nvSpPr>
        <p:spPr>
          <a:xfrm>
            <a:off x="359625" y="2393270"/>
            <a:ext cx="11499026" cy="3539430"/>
          </a:xfrm>
        </p:spPr>
        <p:txBody>
          <a:bodyPr/>
          <a:lstStyle/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/>
              <a:t>UML </a:t>
            </a:r>
            <a:r>
              <a:rPr lang="en-US" sz="2400" dirty="0" err="1"/>
              <a:t>Profil</a:t>
            </a:r>
            <a:r>
              <a:rPr lang="en-US" sz="2400" dirty="0"/>
              <a:t> für </a:t>
            </a:r>
            <a:r>
              <a:rPr lang="en-US" sz="2400" b="1" dirty="0">
                <a:solidFill>
                  <a:srgbClr val="0000FF"/>
                </a:solidFill>
              </a:rPr>
              <a:t>M</a:t>
            </a:r>
            <a:r>
              <a:rPr lang="en-US" sz="2400" dirty="0"/>
              <a:t>odeling and </a:t>
            </a:r>
            <a:r>
              <a:rPr lang="en-US" sz="2400" b="1" dirty="0">
                <a:solidFill>
                  <a:srgbClr val="0000FF"/>
                </a:solidFill>
              </a:rPr>
              <a:t>A</a:t>
            </a:r>
            <a:r>
              <a:rPr lang="en-US" sz="2400" dirty="0"/>
              <a:t>nalysis of </a:t>
            </a:r>
            <a:r>
              <a:rPr lang="en-US" sz="2400" b="1" dirty="0">
                <a:solidFill>
                  <a:srgbClr val="0000FF"/>
                </a:solidFill>
              </a:rPr>
              <a:t>R</a:t>
            </a:r>
            <a:r>
              <a:rPr lang="en-US" sz="2400" dirty="0"/>
              <a:t>eal-</a:t>
            </a:r>
            <a:r>
              <a:rPr lang="en-US" sz="2400" b="1" dirty="0">
                <a:solidFill>
                  <a:srgbClr val="0000FF"/>
                </a:solidFill>
              </a:rPr>
              <a:t>T</a:t>
            </a:r>
            <a:r>
              <a:rPr lang="en-US" sz="2400" dirty="0"/>
              <a:t>ime and </a:t>
            </a:r>
            <a:r>
              <a:rPr lang="en-US" sz="2400" b="1" dirty="0">
                <a:solidFill>
                  <a:srgbClr val="0000FF"/>
                </a:solidFill>
              </a:rPr>
              <a:t>E</a:t>
            </a:r>
            <a:r>
              <a:rPr lang="en-US" sz="2400" dirty="0"/>
              <a:t>mbedded systems</a:t>
            </a:r>
            <a:endParaRPr lang="en-US" sz="2400" dirty="0">
              <a:solidFill>
                <a:srgbClr val="0000FF"/>
              </a:solidFill>
            </a:endParaRPr>
          </a:p>
          <a:p>
            <a:pPr marL="611188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verfügbar</a:t>
            </a:r>
            <a:r>
              <a:rPr lang="en-US" sz="2400" dirty="0"/>
              <a:t> </a:t>
            </a:r>
            <a:r>
              <a:rPr lang="en-US" sz="2400" dirty="0" err="1"/>
              <a:t>als</a:t>
            </a:r>
            <a:r>
              <a:rPr lang="en-US" sz="2400" dirty="0"/>
              <a:t> UML2-Profil, </a:t>
            </a:r>
            <a:r>
              <a:rPr lang="en-US" sz="2400" dirty="0" err="1"/>
              <a:t>aktuell</a:t>
            </a:r>
            <a:r>
              <a:rPr lang="en-US" sz="2400" dirty="0"/>
              <a:t>: Version 1.2. (</a:t>
            </a:r>
            <a:r>
              <a:rPr lang="en-US" sz="2400" dirty="0" err="1"/>
              <a:t>seit</a:t>
            </a:r>
            <a:r>
              <a:rPr lang="en-US" sz="2400" dirty="0"/>
              <a:t> 2019)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0000FF"/>
                </a:solidFill>
              </a:rPr>
              <a:t>Nicht-funktionale Eigenschaften</a:t>
            </a:r>
            <a:r>
              <a:rPr lang="de-DE" sz="2400" dirty="0"/>
              <a:t>: Notationen zur Definition von Zeit, Energie, … 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</a:rPr>
              <a:t>Zeitmodell</a:t>
            </a:r>
            <a:r>
              <a:rPr lang="en-US" sz="2400" dirty="0"/>
              <a:t>: </a:t>
            </a:r>
            <a:r>
              <a:rPr lang="en-US" sz="2400" dirty="0" err="1"/>
              <a:t>zur</a:t>
            </a:r>
            <a:r>
              <a:rPr lang="en-US" sz="2400" dirty="0"/>
              <a:t> Definition von </a:t>
            </a:r>
            <a:r>
              <a:rPr lang="en-US" sz="2400" dirty="0" err="1"/>
              <a:t>physikalischen</a:t>
            </a:r>
            <a:r>
              <a:rPr lang="en-US" sz="2400" dirty="0"/>
              <a:t> und </a:t>
            </a:r>
            <a:r>
              <a:rPr lang="en-US" sz="2400" dirty="0" err="1"/>
              <a:t>logischen</a:t>
            </a:r>
            <a:r>
              <a:rPr lang="en-US" sz="2400" dirty="0"/>
              <a:t> </a:t>
            </a:r>
            <a:r>
              <a:rPr lang="en-US" sz="2400" dirty="0" err="1"/>
              <a:t>Zeiteigenschaften</a:t>
            </a:r>
            <a:endParaRPr lang="en-US" sz="2400" dirty="0"/>
          </a:p>
          <a:p>
            <a:pPr marL="611188" lvl="1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/>
              <a:t>CCSL: Clock Constraint Specification Language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</a:rPr>
              <a:t>Generische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Ressourcenmodellierung</a:t>
            </a:r>
            <a:r>
              <a:rPr lang="en-US" sz="2400" dirty="0"/>
              <a:t>: </a:t>
            </a:r>
            <a:r>
              <a:rPr lang="en-US" sz="2400" dirty="0" err="1"/>
              <a:t>Erweiterungen</a:t>
            </a:r>
            <a:r>
              <a:rPr lang="en-US" sz="2400" dirty="0"/>
              <a:t> </a:t>
            </a:r>
            <a:r>
              <a:rPr lang="en-US" sz="2400" dirty="0" err="1"/>
              <a:t>für</a:t>
            </a:r>
            <a:r>
              <a:rPr lang="en-US" sz="2400" dirty="0"/>
              <a:t> </a:t>
            </a:r>
            <a:r>
              <a:rPr lang="en-US" sz="2400" dirty="0" err="1"/>
              <a:t>Modellierung</a:t>
            </a:r>
            <a:r>
              <a:rPr lang="en-US" sz="2400" dirty="0"/>
              <a:t> </a:t>
            </a:r>
            <a:r>
              <a:rPr lang="en-US" sz="2400" dirty="0" err="1"/>
              <a:t>einer</a:t>
            </a:r>
            <a:r>
              <a:rPr lang="en-US" sz="2400" dirty="0"/>
              <a:t> </a:t>
            </a:r>
            <a:r>
              <a:rPr lang="en-US" sz="2400" dirty="0" err="1"/>
              <a:t>Plattform</a:t>
            </a:r>
            <a:r>
              <a:rPr lang="en-US" sz="2400" dirty="0"/>
              <a:t> </a:t>
            </a:r>
            <a:r>
              <a:rPr lang="de-DE" sz="2400" dirty="0"/>
              <a:t>für Echtzeit- und eingebettete Anwendungen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</a:rPr>
              <a:t>Allokationsmodellierung</a:t>
            </a:r>
            <a:r>
              <a:rPr lang="en-US" sz="2400" dirty="0"/>
              <a:t>: </a:t>
            </a:r>
            <a:r>
              <a:rPr lang="en-US" sz="2400" dirty="0" err="1"/>
              <a:t>Zuordnung</a:t>
            </a:r>
            <a:r>
              <a:rPr lang="en-US" sz="2400" dirty="0"/>
              <a:t> von </a:t>
            </a:r>
            <a:r>
              <a:rPr lang="en-US" sz="2400" dirty="0" err="1"/>
              <a:t>Anwendungselementen</a:t>
            </a:r>
            <a:r>
              <a:rPr lang="en-US" sz="2400" dirty="0"/>
              <a:t> auf </a:t>
            </a:r>
            <a:r>
              <a:rPr lang="en-US" sz="2400" dirty="0" err="1"/>
              <a:t>Plattformelemente</a:t>
            </a:r>
            <a:endParaRPr lang="en-US" sz="2400" dirty="0"/>
          </a:p>
          <a:p>
            <a:endParaRPr lang="en-US" dirty="0"/>
          </a:p>
          <a:p>
            <a:endParaRPr lang="de-DE" sz="2000" dirty="0"/>
          </a:p>
        </p:txBody>
      </p:sp>
      <p:sp>
        <p:nvSpPr>
          <p:cNvPr id="5017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50180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56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367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2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7996471" cy="984885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UML: </a:t>
            </a:r>
            <a:r>
              <a:rPr lang="en-US" dirty="0" err="1">
                <a:cs typeface="Arial" charset="0"/>
              </a:rPr>
              <a:t>Vor</a:t>
            </a:r>
            <a:r>
              <a:rPr lang="en-US" dirty="0">
                <a:cs typeface="Arial" charset="0"/>
              </a:rPr>
              <a:t>- und </a:t>
            </a:r>
            <a:r>
              <a:rPr lang="en-US" dirty="0" err="1">
                <a:cs typeface="Arial" charset="0"/>
              </a:rPr>
              <a:t>Nachteile</a:t>
            </a:r>
            <a:endParaRPr lang="el-GR" sz="4000" dirty="0">
              <a:cs typeface="Arial" charset="0"/>
            </a:endParaRP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347773" y="3313916"/>
            <a:ext cx="5323205" cy="1292662"/>
          </a:xfrm>
        </p:spPr>
        <p:txBody>
          <a:bodyPr/>
          <a:lstStyle/>
          <a:p>
            <a:pPr algn="ctr"/>
            <a:r>
              <a:rPr lang="de-DE" sz="2800" b="1" dirty="0">
                <a:solidFill>
                  <a:srgbClr val="C00000"/>
                </a:solidFill>
              </a:rPr>
              <a:t>Diskutieren Sie Vor- und Nachteile von UML für die Modellierung eingebetteter Systeme!</a:t>
            </a:r>
          </a:p>
        </p:txBody>
      </p:sp>
      <p:sp>
        <p:nvSpPr>
          <p:cNvPr id="19459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946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57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51162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616981"/>
            <a:ext cx="8422461" cy="984885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UML: </a:t>
            </a:r>
            <a:r>
              <a:rPr lang="en-US" dirty="0" err="1">
                <a:cs typeface="Arial" charset="0"/>
              </a:rPr>
              <a:t>Vor</a:t>
            </a:r>
            <a:r>
              <a:rPr lang="en-US" dirty="0">
                <a:cs typeface="Arial" charset="0"/>
              </a:rPr>
              <a:t>- und </a:t>
            </a:r>
            <a:r>
              <a:rPr lang="en-US" dirty="0" err="1">
                <a:cs typeface="Arial" charset="0"/>
              </a:rPr>
              <a:t>Nachteile</a:t>
            </a:r>
            <a:endParaRPr lang="el-GR" sz="4000" dirty="0">
              <a:cs typeface="Arial" charset="0"/>
            </a:endParaRP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52399" y="1927419"/>
            <a:ext cx="11242871" cy="4727448"/>
          </a:xfr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2400" dirty="0" err="1"/>
              <a:t>Komponenten</a:t>
            </a:r>
            <a:r>
              <a:rPr lang="en-US" sz="2400" dirty="0"/>
              <a:t> </a:t>
            </a:r>
            <a:r>
              <a:rPr lang="en-US" sz="2400" dirty="0" err="1"/>
              <a:t>können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verteilt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entwickelt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und </a:t>
            </a:r>
            <a:r>
              <a:rPr lang="en-US" sz="2400" dirty="0" err="1">
                <a:solidFill>
                  <a:srgbClr val="0000FF"/>
                </a:solidFill>
              </a:rPr>
              <a:t>ausgetauscht</a:t>
            </a:r>
            <a:r>
              <a:rPr lang="en-US" sz="2400" dirty="0"/>
              <a:t> </a:t>
            </a:r>
            <a:r>
              <a:rPr lang="en-US" sz="2400" dirty="0" err="1"/>
              <a:t>werden</a:t>
            </a:r>
            <a:r>
              <a:rPr lang="en-US" sz="2400" dirty="0"/>
              <a:t> (</a:t>
            </a:r>
            <a:r>
              <a:rPr lang="en-US" sz="2400" i="1" dirty="0">
                <a:solidFill>
                  <a:srgbClr val="0000FF"/>
                </a:solidFill>
              </a:rPr>
              <a:t>Modularity</a:t>
            </a:r>
            <a:r>
              <a:rPr lang="en-US" sz="2400" dirty="0"/>
              <a:t>)</a:t>
            </a:r>
          </a:p>
          <a:p>
            <a:pPr marL="342900" indent="-342900">
              <a:spcBef>
                <a:spcPct val="20000"/>
              </a:spcBef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2400" dirty="0" err="1"/>
              <a:t>Komponenten</a:t>
            </a:r>
            <a:r>
              <a:rPr lang="en-US" sz="2400" dirty="0"/>
              <a:t> </a:t>
            </a:r>
            <a:r>
              <a:rPr lang="en-US" sz="2400" dirty="0" err="1"/>
              <a:t>können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wiederverwendet</a:t>
            </a:r>
            <a:r>
              <a:rPr lang="en-US" sz="2400" dirty="0"/>
              <a:t> </a:t>
            </a:r>
            <a:r>
              <a:rPr lang="en-US" sz="2400" dirty="0" err="1"/>
              <a:t>werden</a:t>
            </a:r>
            <a:r>
              <a:rPr lang="en-US" sz="2400" dirty="0"/>
              <a:t> (</a:t>
            </a:r>
            <a:r>
              <a:rPr lang="en-US" sz="2400" i="1" dirty="0">
                <a:solidFill>
                  <a:srgbClr val="0000FF"/>
                </a:solidFill>
              </a:rPr>
              <a:t>Reusability</a:t>
            </a:r>
            <a:r>
              <a:rPr lang="en-US" sz="2400" dirty="0"/>
              <a:t>)</a:t>
            </a:r>
          </a:p>
          <a:p>
            <a:pPr marL="342900" indent="-342900">
              <a:spcBef>
                <a:spcPct val="20000"/>
              </a:spcBef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2400" dirty="0" err="1"/>
              <a:t>Kapselung</a:t>
            </a:r>
            <a:r>
              <a:rPr lang="en-US" sz="2400" dirty="0"/>
              <a:t> des </a:t>
            </a:r>
            <a:r>
              <a:rPr lang="en-US" sz="2400" dirty="0" err="1"/>
              <a:t>internen</a:t>
            </a:r>
            <a:r>
              <a:rPr lang="en-US" sz="2400" dirty="0"/>
              <a:t> </a:t>
            </a:r>
            <a:r>
              <a:rPr lang="en-US" sz="2400" dirty="0" err="1"/>
              <a:t>Aufbaus</a:t>
            </a:r>
            <a:r>
              <a:rPr lang="en-US" sz="2400" dirty="0"/>
              <a:t> </a:t>
            </a:r>
            <a:r>
              <a:rPr lang="en-US" sz="2400" dirty="0" err="1"/>
              <a:t>realisiert</a:t>
            </a:r>
            <a:r>
              <a:rPr lang="en-US" sz="2400" dirty="0"/>
              <a:t> das </a:t>
            </a:r>
            <a:r>
              <a:rPr lang="en-US" sz="2400" dirty="0" err="1"/>
              <a:t>Prinzip</a:t>
            </a:r>
            <a:r>
              <a:rPr lang="en-US" sz="2400" dirty="0"/>
              <a:t> des</a:t>
            </a:r>
            <a:r>
              <a:rPr lang="en-US" sz="2400" i="1" dirty="0"/>
              <a:t> </a:t>
            </a:r>
            <a:r>
              <a:rPr lang="en-US" sz="2400" i="1" dirty="0">
                <a:solidFill>
                  <a:srgbClr val="0000FF"/>
                </a:solidFill>
              </a:rPr>
              <a:t>Information hiding</a:t>
            </a:r>
          </a:p>
          <a:p>
            <a:pPr marL="342900" indent="-342900">
              <a:spcBef>
                <a:spcPct val="20000"/>
              </a:spcBef>
              <a:buClr>
                <a:srgbClr val="00B050"/>
              </a:buClr>
              <a:buFont typeface="Wingdings" pitchFamily="2" charset="2"/>
              <a:buChar char="ü"/>
            </a:pPr>
            <a:r>
              <a:rPr lang="en-US" sz="2400" dirty="0"/>
              <a:t>Die </a:t>
            </a:r>
            <a:r>
              <a:rPr lang="en-US" sz="2400" dirty="0" err="1"/>
              <a:t>Konzentration</a:t>
            </a:r>
            <a:r>
              <a:rPr lang="en-US" sz="2400" dirty="0"/>
              <a:t> auf die </a:t>
            </a:r>
            <a:r>
              <a:rPr lang="en-US" sz="2400" dirty="0" err="1"/>
              <a:t>Schnittstellen</a:t>
            </a:r>
            <a:r>
              <a:rPr lang="en-US" sz="2400" dirty="0"/>
              <a:t> </a:t>
            </a:r>
            <a:r>
              <a:rPr lang="en-US" sz="2400" dirty="0" err="1"/>
              <a:t>führt</a:t>
            </a:r>
            <a:r>
              <a:rPr lang="en-US" sz="2400" dirty="0"/>
              <a:t> </a:t>
            </a:r>
            <a:r>
              <a:rPr lang="en-US" sz="2400" dirty="0" err="1"/>
              <a:t>zu</a:t>
            </a:r>
            <a:r>
              <a:rPr lang="en-US" sz="2400" dirty="0"/>
              <a:t> </a:t>
            </a:r>
            <a:r>
              <a:rPr lang="en-US" sz="2400" dirty="0" err="1"/>
              <a:t>einem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transparenten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Entwurf</a:t>
            </a:r>
            <a:endParaRPr lang="en-US" sz="2400" dirty="0">
              <a:solidFill>
                <a:srgbClr val="0000FF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/>
              <a:t>Unterstützung von </a:t>
            </a:r>
            <a:r>
              <a:rPr lang="de-DE" sz="2400" dirty="0">
                <a:solidFill>
                  <a:srgbClr val="0000FF"/>
                </a:solidFill>
              </a:rPr>
              <a:t>Zeit</a:t>
            </a:r>
            <a:r>
              <a:rPr lang="de-DE" sz="2400" dirty="0"/>
              <a:t> und </a:t>
            </a:r>
            <a:r>
              <a:rPr lang="de-DE" sz="2400" dirty="0">
                <a:solidFill>
                  <a:srgbClr val="0000FF"/>
                </a:solidFill>
              </a:rPr>
              <a:t>Ressourcen</a:t>
            </a:r>
            <a:r>
              <a:rPr lang="de-DE" sz="2400" dirty="0"/>
              <a:t> durch spezielle Profile</a:t>
            </a:r>
          </a:p>
          <a:p>
            <a:pPr marL="342900" indent="-342900">
              <a:spcBef>
                <a:spcPct val="20000"/>
              </a:spcBef>
            </a:pPr>
            <a:endParaRPr lang="de-DE" sz="2400" dirty="0">
              <a:solidFill>
                <a:srgbClr val="00B050"/>
              </a:solidFill>
            </a:endParaRPr>
          </a:p>
          <a:p>
            <a:pPr marL="342900" indent="-342900"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FF0000"/>
                </a:solidFill>
              </a:rPr>
              <a:t>Nur teilweise ausführbar</a:t>
            </a:r>
          </a:p>
          <a:p>
            <a:pPr marL="342900" indent="-342900"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cs typeface="Arial" charset="0"/>
                <a:sym typeface="Wingdings" pitchFamily="2" charset="2"/>
              </a:rPr>
              <a:t>Fokus auf statischer Struktur, Objekte statt Prozesse</a:t>
            </a:r>
            <a:endParaRPr lang="de-DE" sz="2400" b="1" dirty="0"/>
          </a:p>
          <a:p>
            <a:pPr marL="342900" indent="-342900">
              <a:spcAft>
                <a:spcPct val="20000"/>
              </a:spcAft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FF0000"/>
                </a:solidFill>
              </a:rPr>
              <a:t>Informelle Semantik </a:t>
            </a:r>
            <a:r>
              <a:rPr lang="de-DE" sz="2400" dirty="0"/>
              <a:t>ist </a:t>
            </a:r>
            <a:r>
              <a:rPr lang="de-DE" sz="2400" dirty="0">
                <a:sym typeface="Wingdings" pitchFamily="2" charset="2"/>
              </a:rPr>
              <a:t>nicht </a:t>
            </a:r>
            <a:r>
              <a:rPr lang="de-DE" sz="2400" dirty="0" err="1">
                <a:sym typeface="Wingdings" pitchFamily="2" charset="2"/>
              </a:rPr>
              <a:t>verfizierbar</a:t>
            </a:r>
            <a:endParaRPr lang="de-DE" sz="2400" dirty="0">
              <a:sym typeface="Wingdings" pitchFamily="2" charset="2"/>
            </a:endParaRPr>
          </a:p>
          <a:p>
            <a:pPr marL="342900" indent="-342900">
              <a:spcBef>
                <a:spcPct val="20000"/>
              </a:spcBef>
            </a:pPr>
            <a:endParaRPr lang="de-DE" sz="2400" dirty="0">
              <a:solidFill>
                <a:srgbClr val="00B050"/>
              </a:solidFill>
            </a:endParaRPr>
          </a:p>
          <a:p>
            <a:endParaRPr lang="de-DE" sz="2400" dirty="0"/>
          </a:p>
        </p:txBody>
      </p:sp>
      <p:sp>
        <p:nvSpPr>
          <p:cNvPr id="19459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946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58</a:t>
            </a:fld>
            <a:r>
              <a:rPr lang="de-DE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/>
              <a:t>Petri-Netze</a:t>
            </a:r>
            <a:endParaRPr lang="de-DE" sz="4000" dirty="0"/>
          </a:p>
        </p:txBody>
      </p:sp>
      <p:sp>
        <p:nvSpPr>
          <p:cNvPr id="12294" name="Rectangle 3"/>
          <p:cNvSpPr>
            <a:spLocks noGrp="1" noChangeArrowheads="1"/>
          </p:cNvSpPr>
          <p:nvPr>
            <p:ph idx="1"/>
          </p:nvPr>
        </p:nvSpPr>
        <p:spPr>
          <a:xfrm>
            <a:off x="352781" y="2558542"/>
            <a:ext cx="11229619" cy="3016210"/>
          </a:xfrm>
        </p:spPr>
        <p:txBody>
          <a:bodyPr/>
          <a:lstStyle/>
          <a:p>
            <a:pPr marL="342900" indent="-342900" eaLnBrk="1" hangingPunct="1">
              <a:buFont typeface="Wingdings" pitchFamily="2" charset="2"/>
              <a:buChar char="§"/>
            </a:pPr>
            <a:r>
              <a:rPr lang="de-DE" sz="2800" dirty="0"/>
              <a:t>1962 von Carl Adam Petri vorgestellt</a:t>
            </a:r>
          </a:p>
          <a:p>
            <a:pPr marL="342900" indent="-342900" eaLnBrk="1" hangingPunct="1">
              <a:buFont typeface="Wingdings" pitchFamily="2" charset="2"/>
              <a:buChar char="§"/>
            </a:pPr>
            <a:r>
              <a:rPr lang="de-DE" sz="2800" dirty="0"/>
              <a:t>Modellierung</a:t>
            </a:r>
            <a:r>
              <a:rPr lang="de-DE" sz="2800" b="1" dirty="0"/>
              <a:t> </a:t>
            </a:r>
            <a:r>
              <a:rPr lang="de-DE" sz="2800" dirty="0"/>
              <a:t>kausaler Zusammenhänge </a:t>
            </a:r>
            <a:r>
              <a:rPr lang="de-DE" sz="2800" dirty="0">
                <a:solidFill>
                  <a:srgbClr val="0000FF"/>
                </a:solidFill>
              </a:rPr>
              <a:t>nebenläufiger</a:t>
            </a:r>
            <a:r>
              <a:rPr lang="de-DE" sz="2800" dirty="0"/>
              <a:t> und </a:t>
            </a:r>
            <a:r>
              <a:rPr lang="de-DE" sz="2800" dirty="0">
                <a:solidFill>
                  <a:srgbClr val="0000FF"/>
                </a:solidFill>
              </a:rPr>
              <a:t>verteilter</a:t>
            </a:r>
            <a:r>
              <a:rPr lang="de-DE" sz="2800" dirty="0"/>
              <a:t> </a:t>
            </a:r>
            <a:r>
              <a:rPr lang="de-DE" sz="2800" dirty="0">
                <a:solidFill>
                  <a:srgbClr val="0000FF"/>
                </a:solidFill>
              </a:rPr>
              <a:t>Systeme</a:t>
            </a:r>
          </a:p>
          <a:p>
            <a:pPr marL="342900" indent="-342900" eaLnBrk="1" hangingPunct="1">
              <a:buFont typeface="Wingdings" pitchFamily="2" charset="2"/>
              <a:buChar char="§"/>
            </a:pPr>
            <a:r>
              <a:rPr lang="de-DE" sz="2800" dirty="0"/>
              <a:t>Kommunikation über </a:t>
            </a:r>
            <a:r>
              <a:rPr lang="de-DE" sz="2800" i="1" dirty="0" err="1">
                <a:solidFill>
                  <a:srgbClr val="0000FF"/>
                </a:solidFill>
              </a:rPr>
              <a:t>message</a:t>
            </a:r>
            <a:r>
              <a:rPr lang="de-DE" sz="2800" i="1" dirty="0">
                <a:solidFill>
                  <a:srgbClr val="0000FF"/>
                </a:solidFill>
              </a:rPr>
              <a:t> </a:t>
            </a:r>
            <a:r>
              <a:rPr lang="de-DE" sz="2800" i="1" dirty="0" err="1">
                <a:solidFill>
                  <a:srgbClr val="0000FF"/>
                </a:solidFill>
              </a:rPr>
              <a:t>passing</a:t>
            </a:r>
            <a:endParaRPr lang="de-DE" sz="2800" i="1" dirty="0">
              <a:solidFill>
                <a:srgbClr val="0000FF"/>
              </a:solidFill>
            </a:endParaRPr>
          </a:p>
          <a:p>
            <a:pPr marL="342900" indent="-342900" eaLnBrk="1" hangingPunct="1">
              <a:buFont typeface="Wingdings" pitchFamily="2" charset="2"/>
              <a:buChar char="§"/>
            </a:pPr>
            <a:r>
              <a:rPr lang="de-DE" sz="2800" dirty="0"/>
              <a:t>kein globaler Synchronisations-/Kommunikationsmechanismus</a:t>
            </a:r>
          </a:p>
          <a:p>
            <a:pPr marL="800100" lvl="1" indent="-342900" eaLnBrk="1" hangingPunct="1">
              <a:lnSpc>
                <a:spcPct val="100000"/>
              </a:lnSpc>
              <a:buFont typeface="Wingdings" pitchFamily="2" charset="2"/>
              <a:buChar char="§"/>
            </a:pPr>
            <a:r>
              <a:rPr lang="de-DE" sz="2800" dirty="0"/>
              <a:t> </a:t>
            </a:r>
            <a:r>
              <a:rPr lang="de-DE" sz="2800" dirty="0">
                <a:solidFill>
                  <a:srgbClr val="0000FF"/>
                </a:solidFill>
              </a:rPr>
              <a:t>alle Bedingungen werden lokal ausgewertet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de-DE" sz="2800" dirty="0"/>
              <a:t>basieren auf </a:t>
            </a:r>
            <a:r>
              <a:rPr lang="de-DE" sz="2800" dirty="0" err="1"/>
              <a:t>Condition</a:t>
            </a:r>
            <a:r>
              <a:rPr lang="de-DE" sz="2800" dirty="0"/>
              <a:t>/Event Nets</a:t>
            </a:r>
          </a:p>
        </p:txBody>
      </p:sp>
      <p:sp>
        <p:nvSpPr>
          <p:cNvPr id="12291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2292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59</a:t>
            </a:fld>
            <a:r>
              <a:rPr lang="de-DE"/>
              <a:t> 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 err="1"/>
              <a:t>Condition</a:t>
            </a:r>
            <a:r>
              <a:rPr lang="de-DE" dirty="0"/>
              <a:t>/Event </a:t>
            </a:r>
            <a:r>
              <a:rPr lang="de-DE" dirty="0" err="1"/>
              <a:t>Nets</a:t>
            </a:r>
            <a:endParaRPr lang="de-DE" dirty="0"/>
          </a:p>
        </p:txBody>
      </p:sp>
      <p:sp>
        <p:nvSpPr>
          <p:cNvPr id="13318" name="Rectangle 3"/>
          <p:cNvSpPr>
            <a:spLocks noGrp="1" noChangeArrowheads="1"/>
          </p:cNvSpPr>
          <p:nvPr>
            <p:ph idx="1"/>
          </p:nvPr>
        </p:nvSpPr>
        <p:spPr>
          <a:xfrm>
            <a:off x="361727" y="1839295"/>
            <a:ext cx="11090253" cy="1196610"/>
          </a:xfrm>
        </p:spPr>
        <p:txBody>
          <a:bodyPr/>
          <a:lstStyle/>
          <a:p>
            <a:pPr marL="457200" indent="-457200" eaLnBrk="1" hangingPunct="1">
              <a:lnSpc>
                <a:spcPct val="8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>
                <a:solidFill>
                  <a:srgbClr val="0000FF"/>
                </a:solidFill>
              </a:rPr>
              <a:t>Bedingungen</a:t>
            </a:r>
            <a:r>
              <a:rPr lang="de-DE" sz="2800" dirty="0"/>
              <a:t> (Kreise), </a:t>
            </a:r>
            <a:r>
              <a:rPr lang="de-DE" sz="2800" dirty="0">
                <a:solidFill>
                  <a:srgbClr val="0000FF"/>
                </a:solidFill>
              </a:rPr>
              <a:t>Ereignisse</a:t>
            </a:r>
            <a:r>
              <a:rPr lang="de-DE" sz="2800" dirty="0"/>
              <a:t> (Rechtecke)</a:t>
            </a:r>
          </a:p>
          <a:p>
            <a:pPr marL="457200" indent="-457200" eaLnBrk="1" hangingPunct="1">
              <a:lnSpc>
                <a:spcPct val="8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>
                <a:solidFill>
                  <a:srgbClr val="0000FF"/>
                </a:solidFill>
              </a:rPr>
              <a:t>Flussrelationen</a:t>
            </a:r>
            <a:r>
              <a:rPr lang="de-DE" sz="2800" dirty="0"/>
              <a:t> (Pfeile)</a:t>
            </a:r>
          </a:p>
          <a:p>
            <a:pPr marL="457200" indent="-457200" eaLnBrk="1" hangingPunct="1">
              <a:lnSpc>
                <a:spcPct val="80000"/>
              </a:lnSpc>
              <a:spcAft>
                <a:spcPts val="600"/>
              </a:spcAft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800" dirty="0"/>
              <a:t>Höchstens ein </a:t>
            </a:r>
            <a:r>
              <a:rPr lang="de-DE" sz="2800" dirty="0">
                <a:solidFill>
                  <a:srgbClr val="0000FF"/>
                </a:solidFill>
              </a:rPr>
              <a:t>Token</a:t>
            </a:r>
            <a:r>
              <a:rPr lang="de-DE" sz="2800" dirty="0"/>
              <a:t> (Belegung) pro Bedingung</a:t>
            </a:r>
          </a:p>
        </p:txBody>
      </p:sp>
      <p:sp>
        <p:nvSpPr>
          <p:cNvPr id="1331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331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60</a:t>
            </a:fld>
            <a:r>
              <a:rPr lang="de-DE"/>
              <a:t> </a:t>
            </a:r>
          </a:p>
        </p:txBody>
      </p:sp>
      <p:sp>
        <p:nvSpPr>
          <p:cNvPr id="13332" name="Oval 4"/>
          <p:cNvSpPr>
            <a:spLocks noChangeArrowheads="1"/>
          </p:cNvSpPr>
          <p:nvPr/>
        </p:nvSpPr>
        <p:spPr bwMode="auto">
          <a:xfrm>
            <a:off x="4585495" y="4332564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3" name="Rectangle 5"/>
          <p:cNvSpPr>
            <a:spLocks noChangeArrowheads="1"/>
          </p:cNvSpPr>
          <p:nvPr/>
        </p:nvSpPr>
        <p:spPr bwMode="auto">
          <a:xfrm>
            <a:off x="5377658" y="4332564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4" name="Rectangle 6"/>
          <p:cNvSpPr>
            <a:spLocks noChangeArrowheads="1"/>
          </p:cNvSpPr>
          <p:nvPr/>
        </p:nvSpPr>
        <p:spPr bwMode="auto">
          <a:xfrm>
            <a:off x="6888958" y="4332564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5" name="Oval 7"/>
          <p:cNvSpPr>
            <a:spLocks noChangeArrowheads="1"/>
          </p:cNvSpPr>
          <p:nvPr/>
        </p:nvSpPr>
        <p:spPr bwMode="auto">
          <a:xfrm>
            <a:off x="6098383" y="4332564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7" name="Rectangle 9"/>
          <p:cNvSpPr>
            <a:spLocks noChangeArrowheads="1"/>
          </p:cNvSpPr>
          <p:nvPr/>
        </p:nvSpPr>
        <p:spPr bwMode="auto">
          <a:xfrm>
            <a:off x="6890545" y="5772427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8" name="Oval 10"/>
          <p:cNvSpPr>
            <a:spLocks noChangeArrowheads="1"/>
          </p:cNvSpPr>
          <p:nvPr/>
        </p:nvSpPr>
        <p:spPr bwMode="auto">
          <a:xfrm>
            <a:off x="7682708" y="4332564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9" name="Oval 11"/>
          <p:cNvSpPr>
            <a:spLocks noChangeArrowheads="1"/>
          </p:cNvSpPr>
          <p:nvPr/>
        </p:nvSpPr>
        <p:spPr bwMode="auto">
          <a:xfrm>
            <a:off x="7682708" y="5772427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40" name="Oval 12"/>
          <p:cNvSpPr>
            <a:spLocks noChangeArrowheads="1"/>
          </p:cNvSpPr>
          <p:nvPr/>
        </p:nvSpPr>
        <p:spPr bwMode="auto">
          <a:xfrm>
            <a:off x="6098383" y="5772427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41" name="Oval 13"/>
          <p:cNvSpPr>
            <a:spLocks noChangeArrowheads="1"/>
          </p:cNvSpPr>
          <p:nvPr/>
        </p:nvSpPr>
        <p:spPr bwMode="auto">
          <a:xfrm>
            <a:off x="4514058" y="5772427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42" name="Rectangle 14"/>
          <p:cNvSpPr>
            <a:spLocks noChangeArrowheads="1"/>
          </p:cNvSpPr>
          <p:nvPr/>
        </p:nvSpPr>
        <p:spPr bwMode="auto">
          <a:xfrm>
            <a:off x="5377658" y="5772427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44" name="Oval 16"/>
          <p:cNvSpPr>
            <a:spLocks noChangeArrowheads="1"/>
          </p:cNvSpPr>
          <p:nvPr/>
        </p:nvSpPr>
        <p:spPr bwMode="auto">
          <a:xfrm>
            <a:off x="6098383" y="5053289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13345" name="AutoShape 17"/>
          <p:cNvCxnSpPr>
            <a:cxnSpLocks noChangeShapeType="1"/>
            <a:stCxn id="13333" idx="3"/>
            <a:endCxn id="13335" idx="2"/>
          </p:cNvCxnSpPr>
          <p:nvPr/>
        </p:nvCxnSpPr>
        <p:spPr bwMode="auto">
          <a:xfrm>
            <a:off x="5666581" y="4513537"/>
            <a:ext cx="431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46" name="AutoShape 18"/>
          <p:cNvCxnSpPr>
            <a:cxnSpLocks noChangeShapeType="1"/>
            <a:stCxn id="13335" idx="6"/>
            <a:endCxn id="13334" idx="1"/>
          </p:cNvCxnSpPr>
          <p:nvPr/>
        </p:nvCxnSpPr>
        <p:spPr bwMode="auto">
          <a:xfrm>
            <a:off x="6458745" y="4513537"/>
            <a:ext cx="430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47" name="AutoShape 19"/>
          <p:cNvCxnSpPr>
            <a:cxnSpLocks noChangeShapeType="1"/>
            <a:stCxn id="13334" idx="3"/>
            <a:endCxn id="13338" idx="2"/>
          </p:cNvCxnSpPr>
          <p:nvPr/>
        </p:nvCxnSpPr>
        <p:spPr bwMode="auto">
          <a:xfrm>
            <a:off x="7177883" y="4513537"/>
            <a:ext cx="5048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0" name="AutoShape 22"/>
          <p:cNvCxnSpPr>
            <a:cxnSpLocks noChangeShapeType="1"/>
            <a:stCxn id="13339" idx="2"/>
            <a:endCxn id="13337" idx="3"/>
          </p:cNvCxnSpPr>
          <p:nvPr/>
        </p:nvCxnSpPr>
        <p:spPr bwMode="auto">
          <a:xfrm rot="10800000">
            <a:off x="7179468" y="5953400"/>
            <a:ext cx="50323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1" name="AutoShape 23"/>
          <p:cNvCxnSpPr>
            <a:cxnSpLocks noChangeShapeType="1"/>
            <a:stCxn id="13337" idx="1"/>
            <a:endCxn id="13340" idx="6"/>
          </p:cNvCxnSpPr>
          <p:nvPr/>
        </p:nvCxnSpPr>
        <p:spPr bwMode="auto">
          <a:xfrm rot="10800000">
            <a:off x="6458743" y="5953400"/>
            <a:ext cx="431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2" name="AutoShape 24"/>
          <p:cNvCxnSpPr>
            <a:cxnSpLocks noChangeShapeType="1"/>
            <a:stCxn id="13340" idx="2"/>
            <a:endCxn id="13342" idx="3"/>
          </p:cNvCxnSpPr>
          <p:nvPr/>
        </p:nvCxnSpPr>
        <p:spPr bwMode="auto">
          <a:xfrm rot="10800000">
            <a:off x="5666581" y="5953400"/>
            <a:ext cx="431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3" name="AutoShape 25"/>
          <p:cNvCxnSpPr>
            <a:cxnSpLocks noChangeShapeType="1"/>
            <a:stCxn id="13342" idx="1"/>
            <a:endCxn id="13341" idx="6"/>
          </p:cNvCxnSpPr>
          <p:nvPr/>
        </p:nvCxnSpPr>
        <p:spPr bwMode="auto">
          <a:xfrm rot="10800000">
            <a:off x="4874418" y="5953400"/>
            <a:ext cx="50323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6" name="AutoShape 28"/>
          <p:cNvCxnSpPr>
            <a:cxnSpLocks noChangeShapeType="1"/>
            <a:stCxn id="13332" idx="6"/>
            <a:endCxn id="13333" idx="1"/>
          </p:cNvCxnSpPr>
          <p:nvPr/>
        </p:nvCxnSpPr>
        <p:spPr bwMode="auto">
          <a:xfrm>
            <a:off x="4945856" y="4513537"/>
            <a:ext cx="431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7" name="AutoShape 29"/>
          <p:cNvCxnSpPr>
            <a:cxnSpLocks noChangeShapeType="1"/>
            <a:stCxn id="13344" idx="1"/>
            <a:endCxn id="13333" idx="2"/>
          </p:cNvCxnSpPr>
          <p:nvPr/>
        </p:nvCxnSpPr>
        <p:spPr bwMode="auto">
          <a:xfrm rot="5400000" flipH="1">
            <a:off x="5630068" y="4584975"/>
            <a:ext cx="412750" cy="628650"/>
          </a:xfrm>
          <a:prstGeom prst="curvedConnector3">
            <a:avLst>
              <a:gd name="adj1" fmla="val 5653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8" name="AutoShape 30"/>
          <p:cNvCxnSpPr>
            <a:cxnSpLocks noChangeShapeType="1"/>
            <a:stCxn id="13342" idx="0"/>
            <a:endCxn id="13344" idx="3"/>
          </p:cNvCxnSpPr>
          <p:nvPr/>
        </p:nvCxnSpPr>
        <p:spPr bwMode="auto">
          <a:xfrm rot="16200000">
            <a:off x="5630070" y="5253312"/>
            <a:ext cx="411163" cy="628650"/>
          </a:xfrm>
          <a:prstGeom prst="curvedConnector3">
            <a:avLst>
              <a:gd name="adj1" fmla="val 4363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9" name="AutoShape 31"/>
          <p:cNvCxnSpPr>
            <a:cxnSpLocks noChangeShapeType="1"/>
            <a:stCxn id="13344" idx="5"/>
            <a:endCxn id="13337" idx="0"/>
          </p:cNvCxnSpPr>
          <p:nvPr/>
        </p:nvCxnSpPr>
        <p:spPr bwMode="auto">
          <a:xfrm rot="16200000" flipH="1">
            <a:off x="6514308" y="5253312"/>
            <a:ext cx="411163" cy="628650"/>
          </a:xfrm>
          <a:prstGeom prst="curvedConnector3">
            <a:avLst>
              <a:gd name="adj1" fmla="val 5598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60" name="AutoShape 32"/>
          <p:cNvCxnSpPr>
            <a:cxnSpLocks noChangeShapeType="1"/>
            <a:stCxn id="13334" idx="2"/>
            <a:endCxn id="13344" idx="7"/>
          </p:cNvCxnSpPr>
          <p:nvPr/>
        </p:nvCxnSpPr>
        <p:spPr bwMode="auto">
          <a:xfrm rot="5400000">
            <a:off x="6514306" y="4584977"/>
            <a:ext cx="412750" cy="627063"/>
          </a:xfrm>
          <a:prstGeom prst="curvedConnector3">
            <a:avLst>
              <a:gd name="adj1" fmla="val 4346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3320" name="Text Box 33"/>
          <p:cNvSpPr txBox="1">
            <a:spLocks noChangeArrowheads="1"/>
          </p:cNvSpPr>
          <p:nvPr/>
        </p:nvSpPr>
        <p:spPr bwMode="auto">
          <a:xfrm>
            <a:off x="4802245" y="3815037"/>
            <a:ext cx="12682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/>
              <a:t>train entering</a:t>
            </a:r>
          </a:p>
          <a:p>
            <a:pPr algn="ctr"/>
            <a:r>
              <a:rPr lang="de-DE" sz="1400"/>
              <a:t>track from left</a:t>
            </a:r>
          </a:p>
        </p:txBody>
      </p:sp>
      <p:sp>
        <p:nvSpPr>
          <p:cNvPr id="13321" name="Text Box 35"/>
          <p:cNvSpPr txBox="1">
            <a:spLocks noChangeArrowheads="1"/>
          </p:cNvSpPr>
          <p:nvPr/>
        </p:nvSpPr>
        <p:spPr bwMode="auto">
          <a:xfrm>
            <a:off x="6536276" y="3815037"/>
            <a:ext cx="116891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train</a:t>
            </a:r>
            <a:r>
              <a:rPr lang="de-DE" sz="1400" dirty="0"/>
              <a:t> </a:t>
            </a:r>
            <a:r>
              <a:rPr lang="de-DE" sz="1400" dirty="0" err="1"/>
              <a:t>leaving</a:t>
            </a:r>
            <a:endParaRPr lang="de-DE" sz="1400" dirty="0"/>
          </a:p>
          <a:p>
            <a:pPr algn="ctr"/>
            <a:r>
              <a:rPr lang="de-DE" sz="1400" dirty="0" err="1"/>
              <a:t>track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right</a:t>
            </a:r>
            <a:endParaRPr lang="de-DE" sz="1400" dirty="0"/>
          </a:p>
        </p:txBody>
      </p:sp>
      <p:sp>
        <p:nvSpPr>
          <p:cNvPr id="13322" name="Text Box 36"/>
          <p:cNvSpPr txBox="1">
            <a:spLocks noChangeArrowheads="1"/>
          </p:cNvSpPr>
          <p:nvPr/>
        </p:nvSpPr>
        <p:spPr bwMode="auto">
          <a:xfrm>
            <a:off x="6460333" y="5051699"/>
            <a:ext cx="13176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/>
              <a:t>track available</a:t>
            </a:r>
          </a:p>
        </p:txBody>
      </p:sp>
      <p:sp>
        <p:nvSpPr>
          <p:cNvPr id="13323" name="Text Box 37"/>
          <p:cNvSpPr txBox="1">
            <a:spLocks noChangeArrowheads="1"/>
          </p:cNvSpPr>
          <p:nvPr/>
        </p:nvSpPr>
        <p:spPr bwMode="auto">
          <a:xfrm>
            <a:off x="2407444" y="3359426"/>
            <a:ext cx="73898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/>
              <a:t>Beispiel: Synchronisation eines eingleisigen Schienenabschnitts</a:t>
            </a:r>
          </a:p>
        </p:txBody>
      </p:sp>
      <p:sp>
        <p:nvSpPr>
          <p:cNvPr id="13324" name="Oval 39"/>
          <p:cNvSpPr>
            <a:spLocks noChangeArrowheads="1"/>
          </p:cNvSpPr>
          <p:nvPr/>
        </p:nvSpPr>
        <p:spPr bwMode="auto">
          <a:xfrm>
            <a:off x="4693445" y="4429401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25" name="Oval 40"/>
          <p:cNvSpPr>
            <a:spLocks noChangeArrowheads="1"/>
          </p:cNvSpPr>
          <p:nvPr/>
        </p:nvSpPr>
        <p:spPr bwMode="auto">
          <a:xfrm>
            <a:off x="6206333" y="5148539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26" name="Text Box 75"/>
          <p:cNvSpPr txBox="1">
            <a:spLocks noChangeArrowheads="1"/>
          </p:cNvSpPr>
          <p:nvPr/>
        </p:nvSpPr>
        <p:spPr bwMode="auto">
          <a:xfrm>
            <a:off x="2786858" y="4172224"/>
            <a:ext cx="1838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/>
              <a:t>train coming from left</a:t>
            </a:r>
          </a:p>
        </p:txBody>
      </p:sp>
      <p:sp>
        <p:nvSpPr>
          <p:cNvPr id="13327" name="Text Box 76"/>
          <p:cNvSpPr txBox="1">
            <a:spLocks noChangeArrowheads="1"/>
          </p:cNvSpPr>
          <p:nvPr/>
        </p:nvSpPr>
        <p:spPr bwMode="auto">
          <a:xfrm>
            <a:off x="8095458" y="4188099"/>
            <a:ext cx="1601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/>
              <a:t>train going to right</a:t>
            </a:r>
          </a:p>
        </p:txBody>
      </p:sp>
      <p:sp>
        <p:nvSpPr>
          <p:cNvPr id="13328" name="Line 78"/>
          <p:cNvSpPr>
            <a:spLocks noChangeShapeType="1"/>
          </p:cNvSpPr>
          <p:nvPr/>
        </p:nvSpPr>
        <p:spPr bwMode="auto">
          <a:xfrm flipV="1">
            <a:off x="4479148" y="4611971"/>
            <a:ext cx="73025" cy="358775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  <p:sp>
        <p:nvSpPr>
          <p:cNvPr id="13329" name="Text Box 79"/>
          <p:cNvSpPr txBox="1">
            <a:spLocks noChangeArrowheads="1"/>
          </p:cNvSpPr>
          <p:nvPr/>
        </p:nvSpPr>
        <p:spPr bwMode="auto">
          <a:xfrm>
            <a:off x="3764768" y="4969159"/>
            <a:ext cx="1031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Bedingung</a:t>
            </a:r>
          </a:p>
        </p:txBody>
      </p:sp>
      <p:sp>
        <p:nvSpPr>
          <p:cNvPr id="13330" name="Text Box 80"/>
          <p:cNvSpPr txBox="1">
            <a:spLocks noChangeArrowheads="1"/>
          </p:cNvSpPr>
          <p:nvPr/>
        </p:nvSpPr>
        <p:spPr bwMode="auto">
          <a:xfrm>
            <a:off x="7979610" y="5326351"/>
            <a:ext cx="119936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Flussrelation</a:t>
            </a:r>
          </a:p>
        </p:txBody>
      </p:sp>
      <p:sp>
        <p:nvSpPr>
          <p:cNvPr id="13331" name="Line 81"/>
          <p:cNvSpPr>
            <a:spLocks noChangeShapeType="1"/>
          </p:cNvSpPr>
          <p:nvPr/>
        </p:nvSpPr>
        <p:spPr bwMode="auto">
          <a:xfrm>
            <a:off x="4155281" y="3972201"/>
            <a:ext cx="647700" cy="73025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  <p:cxnSp>
        <p:nvCxnSpPr>
          <p:cNvPr id="54" name="Gerade Verbindung mit Pfeil 53"/>
          <p:cNvCxnSpPr>
            <a:stCxn id="13338" idx="6"/>
          </p:cNvCxnSpPr>
          <p:nvPr/>
        </p:nvCxnSpPr>
        <p:spPr>
          <a:xfrm>
            <a:off x="8043071" y="4512746"/>
            <a:ext cx="1508175" cy="27787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/>
          <p:cNvCxnSpPr/>
          <p:nvPr/>
        </p:nvCxnSpPr>
        <p:spPr>
          <a:xfrm>
            <a:off x="3102746" y="4469095"/>
            <a:ext cx="1489095" cy="27787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>
            <a:endCxn id="13339" idx="6"/>
          </p:cNvCxnSpPr>
          <p:nvPr/>
        </p:nvCxnSpPr>
        <p:spPr>
          <a:xfrm rot="10800000">
            <a:off x="8043072" y="5952607"/>
            <a:ext cx="1560533" cy="16684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/>
          <p:cNvCxnSpPr/>
          <p:nvPr/>
        </p:nvCxnSpPr>
        <p:spPr>
          <a:xfrm rot="10800000">
            <a:off x="2959870" y="5969291"/>
            <a:ext cx="1560533" cy="16684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Box 80"/>
          <p:cNvSpPr txBox="1">
            <a:spLocks noChangeArrowheads="1"/>
          </p:cNvSpPr>
          <p:nvPr/>
        </p:nvSpPr>
        <p:spPr bwMode="auto">
          <a:xfrm>
            <a:off x="3336138" y="3826151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Ereignis</a:t>
            </a:r>
          </a:p>
        </p:txBody>
      </p:sp>
      <p:sp>
        <p:nvSpPr>
          <p:cNvPr id="52" name="Line 81"/>
          <p:cNvSpPr>
            <a:spLocks noChangeShapeType="1"/>
          </p:cNvSpPr>
          <p:nvPr/>
        </p:nvSpPr>
        <p:spPr bwMode="auto">
          <a:xfrm flipH="1">
            <a:off x="6836600" y="5469227"/>
            <a:ext cx="1143008" cy="45719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2" grpId="0" animBg="1"/>
      <p:bldP spid="13333" grpId="0" animBg="1"/>
      <p:bldP spid="13334" grpId="0" animBg="1"/>
      <p:bldP spid="13335" grpId="0" animBg="1"/>
      <p:bldP spid="13337" grpId="0" animBg="1"/>
      <p:bldP spid="13338" grpId="0" animBg="1"/>
      <p:bldP spid="13339" grpId="0" animBg="1"/>
      <p:bldP spid="13340" grpId="0" animBg="1"/>
      <p:bldP spid="13341" grpId="0" animBg="1"/>
      <p:bldP spid="13342" grpId="0" animBg="1"/>
      <p:bldP spid="13344" grpId="0" animBg="1"/>
      <p:bldP spid="13320" grpId="0"/>
      <p:bldP spid="13321" grpId="0"/>
      <p:bldP spid="13322" grpId="0"/>
      <p:bldP spid="13323" grpId="0"/>
      <p:bldP spid="13324" grpId="0" animBg="1"/>
      <p:bldP spid="13325" grpId="0" animBg="1"/>
      <p:bldP spid="13326" grpId="0"/>
      <p:bldP spid="13327" grpId="0"/>
      <p:bldP spid="13328" grpId="0" animBg="1"/>
      <p:bldP spid="13329" grpId="0"/>
      <p:bldP spid="13330" grpId="0"/>
      <p:bldP spid="13331" grpId="0" animBg="1"/>
      <p:bldP spid="51" grpId="0"/>
      <p:bldP spid="5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 err="1"/>
              <a:t>Condition</a:t>
            </a:r>
            <a:r>
              <a:rPr lang="de-DE" dirty="0"/>
              <a:t>/Event </a:t>
            </a:r>
            <a:r>
              <a:rPr lang="de-DE" dirty="0" err="1"/>
              <a:t>Nets</a:t>
            </a:r>
            <a:endParaRPr lang="de-DE" dirty="0"/>
          </a:p>
        </p:txBody>
      </p:sp>
      <p:sp>
        <p:nvSpPr>
          <p:cNvPr id="13318" name="Rectangle 3"/>
          <p:cNvSpPr>
            <a:spLocks noGrp="1" noChangeArrowheads="1"/>
          </p:cNvSpPr>
          <p:nvPr>
            <p:ph idx="1"/>
          </p:nvPr>
        </p:nvSpPr>
        <p:spPr>
          <a:xfrm>
            <a:off x="443649" y="1721421"/>
            <a:ext cx="11485627" cy="1107996"/>
          </a:xfrm>
        </p:spPr>
        <p:txBody>
          <a:bodyPr/>
          <a:lstStyle/>
          <a:p>
            <a:pPr marL="342900" indent="-342900"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0000FF"/>
                </a:solidFill>
              </a:rPr>
              <a:t>Bedingungen</a:t>
            </a:r>
            <a:r>
              <a:rPr lang="de-DE" sz="2400" dirty="0"/>
              <a:t> (Kreise), </a:t>
            </a:r>
            <a:r>
              <a:rPr lang="de-DE" sz="2400" dirty="0">
                <a:solidFill>
                  <a:srgbClr val="0000FF"/>
                </a:solidFill>
              </a:rPr>
              <a:t>Ereignisse</a:t>
            </a:r>
            <a:r>
              <a:rPr lang="de-DE" sz="2400" dirty="0"/>
              <a:t> (Rechtecke)</a:t>
            </a:r>
          </a:p>
          <a:p>
            <a:pPr marL="342900" indent="-342900"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0000FF"/>
                </a:solidFill>
              </a:rPr>
              <a:t>Flussrelationen</a:t>
            </a:r>
            <a:r>
              <a:rPr lang="de-DE" sz="2400" dirty="0"/>
              <a:t> (Pfeile)</a:t>
            </a:r>
          </a:p>
          <a:p>
            <a:pPr marL="342900" indent="-342900"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 dirty="0"/>
              <a:t>Höchstens ein </a:t>
            </a:r>
            <a:r>
              <a:rPr lang="de-DE" sz="2400" dirty="0">
                <a:solidFill>
                  <a:srgbClr val="0000FF"/>
                </a:solidFill>
              </a:rPr>
              <a:t>Token</a:t>
            </a:r>
            <a:r>
              <a:rPr lang="de-DE" sz="2400" dirty="0"/>
              <a:t> (Belegung) pro Bedingung</a:t>
            </a:r>
          </a:p>
        </p:txBody>
      </p:sp>
      <p:sp>
        <p:nvSpPr>
          <p:cNvPr id="1331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331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61</a:t>
            </a:fld>
            <a:r>
              <a:rPr lang="de-DE"/>
              <a:t> </a:t>
            </a:r>
          </a:p>
        </p:txBody>
      </p:sp>
      <p:sp>
        <p:nvSpPr>
          <p:cNvPr id="13332" name="Oval 4"/>
          <p:cNvSpPr>
            <a:spLocks noChangeArrowheads="1"/>
          </p:cNvSpPr>
          <p:nvPr/>
        </p:nvSpPr>
        <p:spPr bwMode="auto">
          <a:xfrm>
            <a:off x="4585495" y="4345717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3" name="Rectangle 5"/>
          <p:cNvSpPr>
            <a:spLocks noChangeArrowheads="1"/>
          </p:cNvSpPr>
          <p:nvPr/>
        </p:nvSpPr>
        <p:spPr bwMode="auto">
          <a:xfrm>
            <a:off x="5377658" y="4345717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4" name="Rectangle 6"/>
          <p:cNvSpPr>
            <a:spLocks noChangeArrowheads="1"/>
          </p:cNvSpPr>
          <p:nvPr/>
        </p:nvSpPr>
        <p:spPr bwMode="auto">
          <a:xfrm>
            <a:off x="6888958" y="4345717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5" name="Oval 7"/>
          <p:cNvSpPr>
            <a:spLocks noChangeArrowheads="1"/>
          </p:cNvSpPr>
          <p:nvPr/>
        </p:nvSpPr>
        <p:spPr bwMode="auto">
          <a:xfrm>
            <a:off x="6098383" y="4345717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7" name="Rectangle 9"/>
          <p:cNvSpPr>
            <a:spLocks noChangeArrowheads="1"/>
          </p:cNvSpPr>
          <p:nvPr/>
        </p:nvSpPr>
        <p:spPr bwMode="auto">
          <a:xfrm>
            <a:off x="6890545" y="5785580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8" name="Oval 10"/>
          <p:cNvSpPr>
            <a:spLocks noChangeArrowheads="1"/>
          </p:cNvSpPr>
          <p:nvPr/>
        </p:nvSpPr>
        <p:spPr bwMode="auto">
          <a:xfrm>
            <a:off x="7682708" y="4345717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9" name="Oval 11"/>
          <p:cNvSpPr>
            <a:spLocks noChangeArrowheads="1"/>
          </p:cNvSpPr>
          <p:nvPr/>
        </p:nvSpPr>
        <p:spPr bwMode="auto">
          <a:xfrm>
            <a:off x="7682708" y="5785580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40" name="Oval 12"/>
          <p:cNvSpPr>
            <a:spLocks noChangeArrowheads="1"/>
          </p:cNvSpPr>
          <p:nvPr/>
        </p:nvSpPr>
        <p:spPr bwMode="auto">
          <a:xfrm>
            <a:off x="6098383" y="5785580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41" name="Oval 13"/>
          <p:cNvSpPr>
            <a:spLocks noChangeArrowheads="1"/>
          </p:cNvSpPr>
          <p:nvPr/>
        </p:nvSpPr>
        <p:spPr bwMode="auto">
          <a:xfrm>
            <a:off x="4514058" y="5785580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42" name="Rectangle 14"/>
          <p:cNvSpPr>
            <a:spLocks noChangeArrowheads="1"/>
          </p:cNvSpPr>
          <p:nvPr/>
        </p:nvSpPr>
        <p:spPr bwMode="auto">
          <a:xfrm>
            <a:off x="5377658" y="5785580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44" name="Oval 16"/>
          <p:cNvSpPr>
            <a:spLocks noChangeArrowheads="1"/>
          </p:cNvSpPr>
          <p:nvPr/>
        </p:nvSpPr>
        <p:spPr bwMode="auto">
          <a:xfrm>
            <a:off x="6098383" y="5066442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13345" name="AutoShape 17"/>
          <p:cNvCxnSpPr>
            <a:cxnSpLocks noChangeShapeType="1"/>
            <a:stCxn id="13333" idx="3"/>
            <a:endCxn id="13335" idx="2"/>
          </p:cNvCxnSpPr>
          <p:nvPr/>
        </p:nvCxnSpPr>
        <p:spPr bwMode="auto">
          <a:xfrm>
            <a:off x="5666581" y="4526690"/>
            <a:ext cx="431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46" name="AutoShape 18"/>
          <p:cNvCxnSpPr>
            <a:cxnSpLocks noChangeShapeType="1"/>
            <a:stCxn id="13335" idx="6"/>
            <a:endCxn id="13334" idx="1"/>
          </p:cNvCxnSpPr>
          <p:nvPr/>
        </p:nvCxnSpPr>
        <p:spPr bwMode="auto">
          <a:xfrm>
            <a:off x="6458745" y="4526690"/>
            <a:ext cx="430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47" name="AutoShape 19"/>
          <p:cNvCxnSpPr>
            <a:cxnSpLocks noChangeShapeType="1"/>
            <a:stCxn id="13334" idx="3"/>
            <a:endCxn id="13338" idx="2"/>
          </p:cNvCxnSpPr>
          <p:nvPr/>
        </p:nvCxnSpPr>
        <p:spPr bwMode="auto">
          <a:xfrm>
            <a:off x="7177883" y="4526690"/>
            <a:ext cx="5048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0" name="AutoShape 22"/>
          <p:cNvCxnSpPr>
            <a:cxnSpLocks noChangeShapeType="1"/>
            <a:stCxn id="13339" idx="2"/>
            <a:endCxn id="13337" idx="3"/>
          </p:cNvCxnSpPr>
          <p:nvPr/>
        </p:nvCxnSpPr>
        <p:spPr bwMode="auto">
          <a:xfrm rot="10800000">
            <a:off x="7179468" y="5966553"/>
            <a:ext cx="50323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1" name="AutoShape 23"/>
          <p:cNvCxnSpPr>
            <a:cxnSpLocks noChangeShapeType="1"/>
            <a:stCxn id="13337" idx="1"/>
            <a:endCxn id="13340" idx="6"/>
          </p:cNvCxnSpPr>
          <p:nvPr/>
        </p:nvCxnSpPr>
        <p:spPr bwMode="auto">
          <a:xfrm rot="10800000">
            <a:off x="6458743" y="5966553"/>
            <a:ext cx="431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2" name="AutoShape 24"/>
          <p:cNvCxnSpPr>
            <a:cxnSpLocks noChangeShapeType="1"/>
            <a:stCxn id="13340" idx="2"/>
            <a:endCxn id="13342" idx="3"/>
          </p:cNvCxnSpPr>
          <p:nvPr/>
        </p:nvCxnSpPr>
        <p:spPr bwMode="auto">
          <a:xfrm rot="10800000">
            <a:off x="5666581" y="5966553"/>
            <a:ext cx="431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3" name="AutoShape 25"/>
          <p:cNvCxnSpPr>
            <a:cxnSpLocks noChangeShapeType="1"/>
            <a:stCxn id="13342" idx="1"/>
            <a:endCxn id="13341" idx="6"/>
          </p:cNvCxnSpPr>
          <p:nvPr/>
        </p:nvCxnSpPr>
        <p:spPr bwMode="auto">
          <a:xfrm rot="10800000">
            <a:off x="4874418" y="5966553"/>
            <a:ext cx="50323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6" name="AutoShape 28"/>
          <p:cNvCxnSpPr>
            <a:cxnSpLocks noChangeShapeType="1"/>
            <a:stCxn id="13332" idx="6"/>
            <a:endCxn id="13333" idx="1"/>
          </p:cNvCxnSpPr>
          <p:nvPr/>
        </p:nvCxnSpPr>
        <p:spPr bwMode="auto">
          <a:xfrm>
            <a:off x="4945856" y="4526690"/>
            <a:ext cx="431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7" name="AutoShape 29"/>
          <p:cNvCxnSpPr>
            <a:cxnSpLocks noChangeShapeType="1"/>
            <a:stCxn id="13344" idx="1"/>
            <a:endCxn id="13333" idx="2"/>
          </p:cNvCxnSpPr>
          <p:nvPr/>
        </p:nvCxnSpPr>
        <p:spPr bwMode="auto">
          <a:xfrm rot="5400000" flipH="1">
            <a:off x="5630068" y="4598128"/>
            <a:ext cx="412750" cy="628650"/>
          </a:xfrm>
          <a:prstGeom prst="curvedConnector3">
            <a:avLst>
              <a:gd name="adj1" fmla="val 5653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8" name="AutoShape 30"/>
          <p:cNvCxnSpPr>
            <a:cxnSpLocks noChangeShapeType="1"/>
            <a:stCxn id="13342" idx="0"/>
            <a:endCxn id="13344" idx="3"/>
          </p:cNvCxnSpPr>
          <p:nvPr/>
        </p:nvCxnSpPr>
        <p:spPr bwMode="auto">
          <a:xfrm rot="16200000">
            <a:off x="5630070" y="5266465"/>
            <a:ext cx="411163" cy="628650"/>
          </a:xfrm>
          <a:prstGeom prst="curvedConnector3">
            <a:avLst>
              <a:gd name="adj1" fmla="val 4363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9" name="AutoShape 31"/>
          <p:cNvCxnSpPr>
            <a:cxnSpLocks noChangeShapeType="1"/>
            <a:stCxn id="13344" idx="5"/>
            <a:endCxn id="13337" idx="0"/>
          </p:cNvCxnSpPr>
          <p:nvPr/>
        </p:nvCxnSpPr>
        <p:spPr bwMode="auto">
          <a:xfrm rot="16200000" flipH="1">
            <a:off x="6514308" y="5266465"/>
            <a:ext cx="411163" cy="628650"/>
          </a:xfrm>
          <a:prstGeom prst="curvedConnector3">
            <a:avLst>
              <a:gd name="adj1" fmla="val 5598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60" name="AutoShape 32"/>
          <p:cNvCxnSpPr>
            <a:cxnSpLocks noChangeShapeType="1"/>
            <a:stCxn id="13334" idx="2"/>
            <a:endCxn id="13344" idx="7"/>
          </p:cNvCxnSpPr>
          <p:nvPr/>
        </p:nvCxnSpPr>
        <p:spPr bwMode="auto">
          <a:xfrm rot="5400000">
            <a:off x="6514306" y="4598130"/>
            <a:ext cx="412750" cy="627063"/>
          </a:xfrm>
          <a:prstGeom prst="curvedConnector3">
            <a:avLst>
              <a:gd name="adj1" fmla="val 4346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3320" name="Text Box 33"/>
          <p:cNvSpPr txBox="1">
            <a:spLocks noChangeArrowheads="1"/>
          </p:cNvSpPr>
          <p:nvPr/>
        </p:nvSpPr>
        <p:spPr bwMode="auto">
          <a:xfrm>
            <a:off x="4802245" y="3828190"/>
            <a:ext cx="12682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/>
              <a:t>train entering</a:t>
            </a:r>
          </a:p>
          <a:p>
            <a:pPr algn="ctr"/>
            <a:r>
              <a:rPr lang="de-DE" sz="1400"/>
              <a:t>track from left</a:t>
            </a:r>
          </a:p>
        </p:txBody>
      </p:sp>
      <p:sp>
        <p:nvSpPr>
          <p:cNvPr id="13321" name="Text Box 35"/>
          <p:cNvSpPr txBox="1">
            <a:spLocks noChangeArrowheads="1"/>
          </p:cNvSpPr>
          <p:nvPr/>
        </p:nvSpPr>
        <p:spPr bwMode="auto">
          <a:xfrm>
            <a:off x="6536276" y="3828190"/>
            <a:ext cx="116891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train</a:t>
            </a:r>
            <a:r>
              <a:rPr lang="de-DE" sz="1400" dirty="0"/>
              <a:t> </a:t>
            </a:r>
            <a:r>
              <a:rPr lang="de-DE" sz="1400" dirty="0" err="1"/>
              <a:t>leaving</a:t>
            </a:r>
            <a:endParaRPr lang="de-DE" sz="1400" dirty="0"/>
          </a:p>
          <a:p>
            <a:pPr algn="ctr"/>
            <a:r>
              <a:rPr lang="de-DE" sz="1400" dirty="0" err="1"/>
              <a:t>track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right</a:t>
            </a:r>
            <a:endParaRPr lang="de-DE" sz="1400" dirty="0"/>
          </a:p>
        </p:txBody>
      </p:sp>
      <p:sp>
        <p:nvSpPr>
          <p:cNvPr id="13322" name="Text Box 36"/>
          <p:cNvSpPr txBox="1">
            <a:spLocks noChangeArrowheads="1"/>
          </p:cNvSpPr>
          <p:nvPr/>
        </p:nvSpPr>
        <p:spPr bwMode="auto">
          <a:xfrm>
            <a:off x="6460333" y="5064852"/>
            <a:ext cx="13176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/>
              <a:t>track available</a:t>
            </a:r>
          </a:p>
        </p:txBody>
      </p:sp>
      <p:sp>
        <p:nvSpPr>
          <p:cNvPr id="13323" name="Text Box 37"/>
          <p:cNvSpPr txBox="1">
            <a:spLocks noChangeArrowheads="1"/>
          </p:cNvSpPr>
          <p:nvPr/>
        </p:nvSpPr>
        <p:spPr bwMode="auto">
          <a:xfrm>
            <a:off x="2407444" y="3372579"/>
            <a:ext cx="73898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/>
              <a:t>Beispiel: Synchronisation eines eingleisigen Schienenabschnitts</a:t>
            </a:r>
          </a:p>
        </p:txBody>
      </p:sp>
      <p:sp>
        <p:nvSpPr>
          <p:cNvPr id="13326" name="Text Box 75"/>
          <p:cNvSpPr txBox="1">
            <a:spLocks noChangeArrowheads="1"/>
          </p:cNvSpPr>
          <p:nvPr/>
        </p:nvSpPr>
        <p:spPr bwMode="auto">
          <a:xfrm>
            <a:off x="2786858" y="4185377"/>
            <a:ext cx="1838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/>
              <a:t>train coming from left</a:t>
            </a:r>
          </a:p>
        </p:txBody>
      </p:sp>
      <p:sp>
        <p:nvSpPr>
          <p:cNvPr id="13327" name="Text Box 76"/>
          <p:cNvSpPr txBox="1">
            <a:spLocks noChangeArrowheads="1"/>
          </p:cNvSpPr>
          <p:nvPr/>
        </p:nvSpPr>
        <p:spPr bwMode="auto">
          <a:xfrm>
            <a:off x="8095458" y="4201252"/>
            <a:ext cx="1601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/>
              <a:t>train going to right</a:t>
            </a:r>
          </a:p>
        </p:txBody>
      </p:sp>
      <p:sp>
        <p:nvSpPr>
          <p:cNvPr id="13328" name="Line 78"/>
          <p:cNvSpPr>
            <a:spLocks noChangeShapeType="1"/>
          </p:cNvSpPr>
          <p:nvPr/>
        </p:nvSpPr>
        <p:spPr bwMode="auto">
          <a:xfrm flipV="1">
            <a:off x="4479148" y="4625124"/>
            <a:ext cx="73025" cy="358775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  <p:sp>
        <p:nvSpPr>
          <p:cNvPr id="13329" name="Text Box 79"/>
          <p:cNvSpPr txBox="1">
            <a:spLocks noChangeArrowheads="1"/>
          </p:cNvSpPr>
          <p:nvPr/>
        </p:nvSpPr>
        <p:spPr bwMode="auto">
          <a:xfrm>
            <a:off x="3764768" y="4982312"/>
            <a:ext cx="1031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Bedingung</a:t>
            </a:r>
          </a:p>
        </p:txBody>
      </p:sp>
      <p:sp>
        <p:nvSpPr>
          <p:cNvPr id="13330" name="Text Box 80"/>
          <p:cNvSpPr txBox="1">
            <a:spLocks noChangeArrowheads="1"/>
          </p:cNvSpPr>
          <p:nvPr/>
        </p:nvSpPr>
        <p:spPr bwMode="auto">
          <a:xfrm>
            <a:off x="7979610" y="5339504"/>
            <a:ext cx="119936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Flussrelation</a:t>
            </a:r>
          </a:p>
        </p:txBody>
      </p:sp>
      <p:sp>
        <p:nvSpPr>
          <p:cNvPr id="13331" name="Line 81"/>
          <p:cNvSpPr>
            <a:spLocks noChangeShapeType="1"/>
          </p:cNvSpPr>
          <p:nvPr/>
        </p:nvSpPr>
        <p:spPr bwMode="auto">
          <a:xfrm>
            <a:off x="4155281" y="3985354"/>
            <a:ext cx="647700" cy="73025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  <p:sp>
        <p:nvSpPr>
          <p:cNvPr id="49" name="Oval 38"/>
          <p:cNvSpPr>
            <a:spLocks noChangeArrowheads="1"/>
          </p:cNvSpPr>
          <p:nvPr/>
        </p:nvSpPr>
        <p:spPr bwMode="auto">
          <a:xfrm>
            <a:off x="6206333" y="4442554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54" name="Gerade Verbindung mit Pfeil 53"/>
          <p:cNvCxnSpPr>
            <a:stCxn id="13338" idx="6"/>
          </p:cNvCxnSpPr>
          <p:nvPr/>
        </p:nvCxnSpPr>
        <p:spPr>
          <a:xfrm>
            <a:off x="8043071" y="4525899"/>
            <a:ext cx="1508175" cy="27787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/>
          <p:cNvCxnSpPr/>
          <p:nvPr/>
        </p:nvCxnSpPr>
        <p:spPr>
          <a:xfrm>
            <a:off x="3102746" y="4482248"/>
            <a:ext cx="1489095" cy="27787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>
            <a:endCxn id="13339" idx="6"/>
          </p:cNvCxnSpPr>
          <p:nvPr/>
        </p:nvCxnSpPr>
        <p:spPr>
          <a:xfrm rot="10800000">
            <a:off x="8043072" y="5965760"/>
            <a:ext cx="1560533" cy="16684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/>
          <p:cNvCxnSpPr/>
          <p:nvPr/>
        </p:nvCxnSpPr>
        <p:spPr>
          <a:xfrm rot="10800000">
            <a:off x="2959870" y="5982444"/>
            <a:ext cx="1560533" cy="16684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Box 80"/>
          <p:cNvSpPr txBox="1">
            <a:spLocks noChangeArrowheads="1"/>
          </p:cNvSpPr>
          <p:nvPr/>
        </p:nvSpPr>
        <p:spPr bwMode="auto">
          <a:xfrm>
            <a:off x="3336138" y="3839304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Ereignis</a:t>
            </a:r>
          </a:p>
        </p:txBody>
      </p:sp>
      <p:sp>
        <p:nvSpPr>
          <p:cNvPr id="52" name="Line 81"/>
          <p:cNvSpPr>
            <a:spLocks noChangeShapeType="1"/>
          </p:cNvSpPr>
          <p:nvPr/>
        </p:nvSpPr>
        <p:spPr bwMode="auto">
          <a:xfrm flipH="1">
            <a:off x="6836600" y="5482380"/>
            <a:ext cx="1143008" cy="45719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5146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 err="1"/>
              <a:t>Condition</a:t>
            </a:r>
            <a:r>
              <a:rPr lang="de-DE" dirty="0"/>
              <a:t>/Event </a:t>
            </a:r>
            <a:r>
              <a:rPr lang="de-DE" dirty="0" err="1"/>
              <a:t>Nets</a:t>
            </a:r>
            <a:endParaRPr lang="de-DE" dirty="0"/>
          </a:p>
        </p:txBody>
      </p:sp>
      <p:sp>
        <p:nvSpPr>
          <p:cNvPr id="1331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331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62</a:t>
            </a:fld>
            <a:r>
              <a:rPr lang="de-DE"/>
              <a:t> </a:t>
            </a:r>
          </a:p>
        </p:txBody>
      </p:sp>
      <p:sp>
        <p:nvSpPr>
          <p:cNvPr id="13332" name="Oval 4"/>
          <p:cNvSpPr>
            <a:spLocks noChangeArrowheads="1"/>
          </p:cNvSpPr>
          <p:nvPr/>
        </p:nvSpPr>
        <p:spPr bwMode="auto">
          <a:xfrm>
            <a:off x="4605379" y="4358969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3" name="Rectangle 5"/>
          <p:cNvSpPr>
            <a:spLocks noChangeArrowheads="1"/>
          </p:cNvSpPr>
          <p:nvPr/>
        </p:nvSpPr>
        <p:spPr bwMode="auto">
          <a:xfrm>
            <a:off x="5397542" y="4358969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4" name="Rectangle 6"/>
          <p:cNvSpPr>
            <a:spLocks noChangeArrowheads="1"/>
          </p:cNvSpPr>
          <p:nvPr/>
        </p:nvSpPr>
        <p:spPr bwMode="auto">
          <a:xfrm>
            <a:off x="6908842" y="4358969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5" name="Oval 7"/>
          <p:cNvSpPr>
            <a:spLocks noChangeArrowheads="1"/>
          </p:cNvSpPr>
          <p:nvPr/>
        </p:nvSpPr>
        <p:spPr bwMode="auto">
          <a:xfrm>
            <a:off x="6118267" y="4358969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7" name="Rectangle 9"/>
          <p:cNvSpPr>
            <a:spLocks noChangeArrowheads="1"/>
          </p:cNvSpPr>
          <p:nvPr/>
        </p:nvSpPr>
        <p:spPr bwMode="auto">
          <a:xfrm>
            <a:off x="6910429" y="5798832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8" name="Oval 10"/>
          <p:cNvSpPr>
            <a:spLocks noChangeArrowheads="1"/>
          </p:cNvSpPr>
          <p:nvPr/>
        </p:nvSpPr>
        <p:spPr bwMode="auto">
          <a:xfrm>
            <a:off x="7702592" y="4358969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9" name="Oval 11"/>
          <p:cNvSpPr>
            <a:spLocks noChangeArrowheads="1"/>
          </p:cNvSpPr>
          <p:nvPr/>
        </p:nvSpPr>
        <p:spPr bwMode="auto">
          <a:xfrm>
            <a:off x="7702592" y="5798832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40" name="Oval 12"/>
          <p:cNvSpPr>
            <a:spLocks noChangeArrowheads="1"/>
          </p:cNvSpPr>
          <p:nvPr/>
        </p:nvSpPr>
        <p:spPr bwMode="auto">
          <a:xfrm>
            <a:off x="6118267" y="5798832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41" name="Oval 13"/>
          <p:cNvSpPr>
            <a:spLocks noChangeArrowheads="1"/>
          </p:cNvSpPr>
          <p:nvPr/>
        </p:nvSpPr>
        <p:spPr bwMode="auto">
          <a:xfrm>
            <a:off x="4533942" y="5798832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42" name="Rectangle 14"/>
          <p:cNvSpPr>
            <a:spLocks noChangeArrowheads="1"/>
          </p:cNvSpPr>
          <p:nvPr/>
        </p:nvSpPr>
        <p:spPr bwMode="auto">
          <a:xfrm>
            <a:off x="5397542" y="5798832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44" name="Oval 16"/>
          <p:cNvSpPr>
            <a:spLocks noChangeArrowheads="1"/>
          </p:cNvSpPr>
          <p:nvPr/>
        </p:nvSpPr>
        <p:spPr bwMode="auto">
          <a:xfrm>
            <a:off x="6118267" y="5079694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13345" name="AutoShape 17"/>
          <p:cNvCxnSpPr>
            <a:cxnSpLocks noChangeShapeType="1"/>
            <a:stCxn id="13333" idx="3"/>
            <a:endCxn id="13335" idx="2"/>
          </p:cNvCxnSpPr>
          <p:nvPr/>
        </p:nvCxnSpPr>
        <p:spPr bwMode="auto">
          <a:xfrm>
            <a:off x="5686465" y="4539942"/>
            <a:ext cx="431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46" name="AutoShape 18"/>
          <p:cNvCxnSpPr>
            <a:cxnSpLocks noChangeShapeType="1"/>
            <a:stCxn id="13335" idx="6"/>
            <a:endCxn id="13334" idx="1"/>
          </p:cNvCxnSpPr>
          <p:nvPr/>
        </p:nvCxnSpPr>
        <p:spPr bwMode="auto">
          <a:xfrm>
            <a:off x="6478629" y="4539942"/>
            <a:ext cx="430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47" name="AutoShape 19"/>
          <p:cNvCxnSpPr>
            <a:cxnSpLocks noChangeShapeType="1"/>
            <a:stCxn id="13334" idx="3"/>
            <a:endCxn id="13338" idx="2"/>
          </p:cNvCxnSpPr>
          <p:nvPr/>
        </p:nvCxnSpPr>
        <p:spPr bwMode="auto">
          <a:xfrm>
            <a:off x="7197767" y="4539942"/>
            <a:ext cx="5048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0" name="AutoShape 22"/>
          <p:cNvCxnSpPr>
            <a:cxnSpLocks noChangeShapeType="1"/>
            <a:stCxn id="13339" idx="2"/>
            <a:endCxn id="13337" idx="3"/>
          </p:cNvCxnSpPr>
          <p:nvPr/>
        </p:nvCxnSpPr>
        <p:spPr bwMode="auto">
          <a:xfrm rot="10800000">
            <a:off x="7199352" y="5979805"/>
            <a:ext cx="50323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1" name="AutoShape 23"/>
          <p:cNvCxnSpPr>
            <a:cxnSpLocks noChangeShapeType="1"/>
            <a:stCxn id="13337" idx="1"/>
            <a:endCxn id="13340" idx="6"/>
          </p:cNvCxnSpPr>
          <p:nvPr/>
        </p:nvCxnSpPr>
        <p:spPr bwMode="auto">
          <a:xfrm rot="10800000">
            <a:off x="6478627" y="5979805"/>
            <a:ext cx="431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2" name="AutoShape 24"/>
          <p:cNvCxnSpPr>
            <a:cxnSpLocks noChangeShapeType="1"/>
            <a:stCxn id="13340" idx="2"/>
            <a:endCxn id="13342" idx="3"/>
          </p:cNvCxnSpPr>
          <p:nvPr/>
        </p:nvCxnSpPr>
        <p:spPr bwMode="auto">
          <a:xfrm rot="10800000">
            <a:off x="5686465" y="5979805"/>
            <a:ext cx="431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3" name="AutoShape 25"/>
          <p:cNvCxnSpPr>
            <a:cxnSpLocks noChangeShapeType="1"/>
            <a:stCxn id="13342" idx="1"/>
            <a:endCxn id="13341" idx="6"/>
          </p:cNvCxnSpPr>
          <p:nvPr/>
        </p:nvCxnSpPr>
        <p:spPr bwMode="auto">
          <a:xfrm rot="10800000">
            <a:off x="4894302" y="5979805"/>
            <a:ext cx="50323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6" name="AutoShape 28"/>
          <p:cNvCxnSpPr>
            <a:cxnSpLocks noChangeShapeType="1"/>
            <a:stCxn id="13332" idx="6"/>
            <a:endCxn id="13333" idx="1"/>
          </p:cNvCxnSpPr>
          <p:nvPr/>
        </p:nvCxnSpPr>
        <p:spPr bwMode="auto">
          <a:xfrm>
            <a:off x="4965740" y="4539942"/>
            <a:ext cx="431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7" name="AutoShape 29"/>
          <p:cNvCxnSpPr>
            <a:cxnSpLocks noChangeShapeType="1"/>
            <a:stCxn id="13344" idx="1"/>
            <a:endCxn id="13333" idx="2"/>
          </p:cNvCxnSpPr>
          <p:nvPr/>
        </p:nvCxnSpPr>
        <p:spPr bwMode="auto">
          <a:xfrm rot="5400000" flipH="1">
            <a:off x="5649952" y="4611380"/>
            <a:ext cx="412750" cy="628650"/>
          </a:xfrm>
          <a:prstGeom prst="curvedConnector3">
            <a:avLst>
              <a:gd name="adj1" fmla="val 5653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8" name="AutoShape 30"/>
          <p:cNvCxnSpPr>
            <a:cxnSpLocks noChangeShapeType="1"/>
            <a:stCxn id="13342" idx="0"/>
            <a:endCxn id="13344" idx="3"/>
          </p:cNvCxnSpPr>
          <p:nvPr/>
        </p:nvCxnSpPr>
        <p:spPr bwMode="auto">
          <a:xfrm rot="16200000">
            <a:off x="5649954" y="5279717"/>
            <a:ext cx="411163" cy="628650"/>
          </a:xfrm>
          <a:prstGeom prst="curvedConnector3">
            <a:avLst>
              <a:gd name="adj1" fmla="val 4363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59" name="AutoShape 31"/>
          <p:cNvCxnSpPr>
            <a:cxnSpLocks noChangeShapeType="1"/>
            <a:stCxn id="13344" idx="5"/>
            <a:endCxn id="13337" idx="0"/>
          </p:cNvCxnSpPr>
          <p:nvPr/>
        </p:nvCxnSpPr>
        <p:spPr bwMode="auto">
          <a:xfrm rot="16200000" flipH="1">
            <a:off x="6534192" y="5279717"/>
            <a:ext cx="411163" cy="628650"/>
          </a:xfrm>
          <a:prstGeom prst="curvedConnector3">
            <a:avLst>
              <a:gd name="adj1" fmla="val 5598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360" name="AutoShape 32"/>
          <p:cNvCxnSpPr>
            <a:cxnSpLocks noChangeShapeType="1"/>
            <a:stCxn id="13334" idx="2"/>
            <a:endCxn id="13344" idx="7"/>
          </p:cNvCxnSpPr>
          <p:nvPr/>
        </p:nvCxnSpPr>
        <p:spPr bwMode="auto">
          <a:xfrm rot="5400000">
            <a:off x="6534190" y="4611382"/>
            <a:ext cx="412750" cy="627063"/>
          </a:xfrm>
          <a:prstGeom prst="curvedConnector3">
            <a:avLst>
              <a:gd name="adj1" fmla="val 4346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3320" name="Text Box 33"/>
          <p:cNvSpPr txBox="1">
            <a:spLocks noChangeArrowheads="1"/>
          </p:cNvSpPr>
          <p:nvPr/>
        </p:nvSpPr>
        <p:spPr bwMode="auto">
          <a:xfrm>
            <a:off x="4822129" y="3841442"/>
            <a:ext cx="12682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/>
              <a:t>train entering</a:t>
            </a:r>
          </a:p>
          <a:p>
            <a:pPr algn="ctr"/>
            <a:r>
              <a:rPr lang="de-DE" sz="1400"/>
              <a:t>track from left</a:t>
            </a:r>
          </a:p>
        </p:txBody>
      </p:sp>
      <p:sp>
        <p:nvSpPr>
          <p:cNvPr id="13321" name="Text Box 35"/>
          <p:cNvSpPr txBox="1">
            <a:spLocks noChangeArrowheads="1"/>
          </p:cNvSpPr>
          <p:nvPr/>
        </p:nvSpPr>
        <p:spPr bwMode="auto">
          <a:xfrm>
            <a:off x="6556160" y="3841442"/>
            <a:ext cx="116891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train</a:t>
            </a:r>
            <a:r>
              <a:rPr lang="de-DE" sz="1400" dirty="0"/>
              <a:t> </a:t>
            </a:r>
            <a:r>
              <a:rPr lang="de-DE" sz="1400" dirty="0" err="1"/>
              <a:t>leaving</a:t>
            </a:r>
            <a:endParaRPr lang="de-DE" sz="1400" dirty="0"/>
          </a:p>
          <a:p>
            <a:pPr algn="ctr"/>
            <a:r>
              <a:rPr lang="de-DE" sz="1400" dirty="0" err="1"/>
              <a:t>track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right</a:t>
            </a:r>
            <a:endParaRPr lang="de-DE" sz="1400" dirty="0"/>
          </a:p>
        </p:txBody>
      </p:sp>
      <p:sp>
        <p:nvSpPr>
          <p:cNvPr id="13322" name="Text Box 36"/>
          <p:cNvSpPr txBox="1">
            <a:spLocks noChangeArrowheads="1"/>
          </p:cNvSpPr>
          <p:nvPr/>
        </p:nvSpPr>
        <p:spPr bwMode="auto">
          <a:xfrm>
            <a:off x="6480217" y="5078104"/>
            <a:ext cx="13176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/>
              <a:t>track available</a:t>
            </a:r>
          </a:p>
        </p:txBody>
      </p:sp>
      <p:sp>
        <p:nvSpPr>
          <p:cNvPr id="13323" name="Text Box 37"/>
          <p:cNvSpPr txBox="1">
            <a:spLocks noChangeArrowheads="1"/>
          </p:cNvSpPr>
          <p:nvPr/>
        </p:nvSpPr>
        <p:spPr bwMode="auto">
          <a:xfrm>
            <a:off x="2427328" y="3385831"/>
            <a:ext cx="73898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/>
              <a:t>Beispiel: Synchronisation eines eingleisigen Schienenabschnitts</a:t>
            </a:r>
          </a:p>
        </p:txBody>
      </p:sp>
      <p:sp>
        <p:nvSpPr>
          <p:cNvPr id="13325" name="Oval 40"/>
          <p:cNvSpPr>
            <a:spLocks noChangeArrowheads="1"/>
          </p:cNvSpPr>
          <p:nvPr/>
        </p:nvSpPr>
        <p:spPr bwMode="auto">
          <a:xfrm>
            <a:off x="6226217" y="5174944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26" name="Text Box 75"/>
          <p:cNvSpPr txBox="1">
            <a:spLocks noChangeArrowheads="1"/>
          </p:cNvSpPr>
          <p:nvPr/>
        </p:nvSpPr>
        <p:spPr bwMode="auto">
          <a:xfrm>
            <a:off x="2806742" y="4198629"/>
            <a:ext cx="1838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/>
              <a:t>train coming from left</a:t>
            </a:r>
          </a:p>
        </p:txBody>
      </p:sp>
      <p:sp>
        <p:nvSpPr>
          <p:cNvPr id="13327" name="Text Box 76"/>
          <p:cNvSpPr txBox="1">
            <a:spLocks noChangeArrowheads="1"/>
          </p:cNvSpPr>
          <p:nvPr/>
        </p:nvSpPr>
        <p:spPr bwMode="auto">
          <a:xfrm>
            <a:off x="8115342" y="4214504"/>
            <a:ext cx="1601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/>
              <a:t>train going to right</a:t>
            </a:r>
          </a:p>
        </p:txBody>
      </p:sp>
      <p:sp>
        <p:nvSpPr>
          <p:cNvPr id="13328" name="Line 78"/>
          <p:cNvSpPr>
            <a:spLocks noChangeShapeType="1"/>
          </p:cNvSpPr>
          <p:nvPr/>
        </p:nvSpPr>
        <p:spPr bwMode="auto">
          <a:xfrm flipV="1">
            <a:off x="4499032" y="4638376"/>
            <a:ext cx="73025" cy="358775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  <p:sp>
        <p:nvSpPr>
          <p:cNvPr id="13329" name="Text Box 79"/>
          <p:cNvSpPr txBox="1">
            <a:spLocks noChangeArrowheads="1"/>
          </p:cNvSpPr>
          <p:nvPr/>
        </p:nvSpPr>
        <p:spPr bwMode="auto">
          <a:xfrm>
            <a:off x="3784652" y="4995564"/>
            <a:ext cx="1031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Bedingung</a:t>
            </a:r>
          </a:p>
        </p:txBody>
      </p:sp>
      <p:sp>
        <p:nvSpPr>
          <p:cNvPr id="13330" name="Text Box 80"/>
          <p:cNvSpPr txBox="1">
            <a:spLocks noChangeArrowheads="1"/>
          </p:cNvSpPr>
          <p:nvPr/>
        </p:nvSpPr>
        <p:spPr bwMode="auto">
          <a:xfrm>
            <a:off x="7999494" y="5352756"/>
            <a:ext cx="119936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Flussrelation</a:t>
            </a:r>
          </a:p>
        </p:txBody>
      </p:sp>
      <p:sp>
        <p:nvSpPr>
          <p:cNvPr id="13331" name="Line 81"/>
          <p:cNvSpPr>
            <a:spLocks noChangeShapeType="1"/>
          </p:cNvSpPr>
          <p:nvPr/>
        </p:nvSpPr>
        <p:spPr bwMode="auto">
          <a:xfrm>
            <a:off x="4175165" y="3998606"/>
            <a:ext cx="647700" cy="73025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  <p:sp>
        <p:nvSpPr>
          <p:cNvPr id="50" name="Oval 38"/>
          <p:cNvSpPr>
            <a:spLocks noChangeArrowheads="1"/>
          </p:cNvSpPr>
          <p:nvPr/>
        </p:nvSpPr>
        <p:spPr bwMode="auto">
          <a:xfrm>
            <a:off x="7822447" y="4467712"/>
            <a:ext cx="142876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54" name="Gerade Verbindung mit Pfeil 53"/>
          <p:cNvCxnSpPr>
            <a:stCxn id="13338" idx="6"/>
          </p:cNvCxnSpPr>
          <p:nvPr/>
        </p:nvCxnSpPr>
        <p:spPr>
          <a:xfrm>
            <a:off x="8062955" y="4539151"/>
            <a:ext cx="1508175" cy="27787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/>
          <p:cNvCxnSpPr/>
          <p:nvPr/>
        </p:nvCxnSpPr>
        <p:spPr>
          <a:xfrm>
            <a:off x="3122630" y="4495500"/>
            <a:ext cx="1489095" cy="27787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>
            <a:endCxn id="13339" idx="6"/>
          </p:cNvCxnSpPr>
          <p:nvPr/>
        </p:nvCxnSpPr>
        <p:spPr>
          <a:xfrm rot="10800000">
            <a:off x="8062956" y="5979012"/>
            <a:ext cx="1560533" cy="16684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/>
          <p:cNvCxnSpPr/>
          <p:nvPr/>
        </p:nvCxnSpPr>
        <p:spPr>
          <a:xfrm rot="10800000">
            <a:off x="2979754" y="5995696"/>
            <a:ext cx="1560533" cy="16684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Box 80"/>
          <p:cNvSpPr txBox="1">
            <a:spLocks noChangeArrowheads="1"/>
          </p:cNvSpPr>
          <p:nvPr/>
        </p:nvSpPr>
        <p:spPr bwMode="auto">
          <a:xfrm>
            <a:off x="3356022" y="3852556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Ereignis</a:t>
            </a:r>
          </a:p>
        </p:txBody>
      </p:sp>
      <p:sp>
        <p:nvSpPr>
          <p:cNvPr id="52" name="Line 81"/>
          <p:cNvSpPr>
            <a:spLocks noChangeShapeType="1"/>
          </p:cNvSpPr>
          <p:nvPr/>
        </p:nvSpPr>
        <p:spPr bwMode="auto">
          <a:xfrm flipH="1">
            <a:off x="6856484" y="5495632"/>
            <a:ext cx="1143008" cy="45719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BFAC4E-8710-7266-0958-9C0415618DB7}"/>
              </a:ext>
            </a:extLst>
          </p:cNvPr>
          <p:cNvSpPr txBox="1">
            <a:spLocks noChangeArrowheads="1"/>
          </p:cNvSpPr>
          <p:nvPr/>
        </p:nvSpPr>
        <p:spPr>
          <a:xfrm>
            <a:off x="443649" y="1721421"/>
            <a:ext cx="11485627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>
                <a:solidFill>
                  <a:srgbClr val="0000FF"/>
                </a:solidFill>
              </a:rPr>
              <a:t>Bedingungen</a:t>
            </a:r>
            <a:r>
              <a:rPr lang="de-DE" sz="2400"/>
              <a:t> (Kreise), </a:t>
            </a:r>
            <a:r>
              <a:rPr lang="de-DE" sz="2400">
                <a:solidFill>
                  <a:srgbClr val="0000FF"/>
                </a:solidFill>
              </a:rPr>
              <a:t>Ereignisse</a:t>
            </a:r>
            <a:r>
              <a:rPr lang="de-DE" sz="2400"/>
              <a:t> (Rechtecke)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>
                <a:solidFill>
                  <a:srgbClr val="0000FF"/>
                </a:solidFill>
              </a:rPr>
              <a:t>Flussrelationen</a:t>
            </a:r>
            <a:r>
              <a:rPr lang="de-DE" sz="2400"/>
              <a:t> (Pfeile)</a:t>
            </a:r>
          </a:p>
          <a:p>
            <a:pPr marL="342900" indent="-342900">
              <a:buClr>
                <a:schemeClr val="tx1"/>
              </a:buClr>
              <a:buFont typeface="Wingdings" pitchFamily="2" charset="2"/>
              <a:buChar char="§"/>
            </a:pPr>
            <a:r>
              <a:rPr lang="de-DE" sz="2400"/>
              <a:t>Höchstens ein </a:t>
            </a:r>
            <a:r>
              <a:rPr lang="de-DE" sz="2400">
                <a:solidFill>
                  <a:srgbClr val="0000FF"/>
                </a:solidFill>
              </a:rPr>
              <a:t>Token</a:t>
            </a:r>
            <a:r>
              <a:rPr lang="de-DE" sz="2400"/>
              <a:t> (Belegung) pro Bedingung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0702110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346048" y="1031239"/>
            <a:ext cx="8307621" cy="984885"/>
          </a:xfrm>
        </p:spPr>
        <p:txBody>
          <a:bodyPr/>
          <a:lstStyle/>
          <a:p>
            <a:pPr eaLnBrk="1" hangingPunct="1"/>
            <a:r>
              <a:rPr lang="de-DE" dirty="0"/>
              <a:t>Place/Transition </a:t>
            </a:r>
            <a:r>
              <a:rPr lang="de-DE" dirty="0" err="1"/>
              <a:t>Nets</a:t>
            </a:r>
            <a:endParaRPr lang="de-DE" dirty="0"/>
          </a:p>
        </p:txBody>
      </p:sp>
      <p:sp>
        <p:nvSpPr>
          <p:cNvPr id="15366" name="Rectangle 17"/>
          <p:cNvSpPr>
            <a:spLocks noGrp="1" noChangeArrowheads="1"/>
          </p:cNvSpPr>
          <p:nvPr>
            <p:ph idx="1"/>
          </p:nvPr>
        </p:nvSpPr>
        <p:spPr>
          <a:xfrm>
            <a:off x="416561" y="1922626"/>
            <a:ext cx="11415115" cy="1846659"/>
          </a:xfrm>
          <a:noFill/>
        </p:spPr>
        <p:txBody>
          <a:bodyPr/>
          <a:lstStyle/>
          <a:p>
            <a:pPr marL="342900" indent="-342900" eaLnBrk="1" hangingPunct="1">
              <a:buFont typeface="Wingdings" pitchFamily="2" charset="2"/>
              <a:buChar char="§"/>
            </a:pPr>
            <a:r>
              <a:rPr lang="de-DE" sz="2400" i="1" dirty="0"/>
              <a:t>Places</a:t>
            </a:r>
            <a:r>
              <a:rPr lang="de-DE" sz="2400" dirty="0"/>
              <a:t> oder </a:t>
            </a:r>
            <a:r>
              <a:rPr lang="de-DE" sz="2400" dirty="0">
                <a:solidFill>
                  <a:srgbClr val="0000FF"/>
                </a:solidFill>
              </a:rPr>
              <a:t>Stellen</a:t>
            </a:r>
            <a:r>
              <a:rPr lang="de-DE" sz="2400" dirty="0"/>
              <a:t> (Kreise) und </a:t>
            </a:r>
            <a:r>
              <a:rPr lang="de-DE" sz="2400" dirty="0">
                <a:solidFill>
                  <a:srgbClr val="0000FF"/>
                </a:solidFill>
              </a:rPr>
              <a:t>Transitionen</a:t>
            </a:r>
            <a:r>
              <a:rPr lang="de-DE" sz="2400" dirty="0"/>
              <a:t> (Rechtecke)</a:t>
            </a:r>
          </a:p>
          <a:p>
            <a:pPr marL="342900" indent="-342900" eaLnBrk="1" hangingPunct="1">
              <a:buFont typeface="Wingdings" pitchFamily="2" charset="2"/>
              <a:buChar char="§"/>
            </a:pPr>
            <a:r>
              <a:rPr lang="de-DE" sz="2400" dirty="0"/>
              <a:t>Anzahl der Tokens in den Stellen = </a:t>
            </a:r>
            <a:r>
              <a:rPr lang="de-DE" sz="2400" dirty="0">
                <a:solidFill>
                  <a:srgbClr val="0000FF"/>
                </a:solidFill>
              </a:rPr>
              <a:t>Markierung</a:t>
            </a:r>
          </a:p>
          <a:p>
            <a:pPr marL="342900" indent="-342900" eaLnBrk="1" hangingPunct="1">
              <a:buFont typeface="Wingdings" pitchFamily="2" charset="2"/>
              <a:buChar char="§"/>
            </a:pPr>
            <a:r>
              <a:rPr lang="de-DE" sz="2400" dirty="0"/>
              <a:t>Transition zerstört Token an Ausgangsstelle und erschafft an Zielstelle</a:t>
            </a:r>
          </a:p>
          <a:p>
            <a:pPr marL="342900" indent="-342900" eaLnBrk="1" hangingPunct="1">
              <a:buFont typeface="Wingdings" pitchFamily="2" charset="2"/>
              <a:buChar char="§"/>
            </a:pPr>
            <a:r>
              <a:rPr lang="de-DE" sz="2400" dirty="0"/>
              <a:t>Anzahl der Tokens wird als </a:t>
            </a:r>
            <a:r>
              <a:rPr lang="de-DE" sz="2400" dirty="0">
                <a:solidFill>
                  <a:srgbClr val="0000FF"/>
                </a:solidFill>
              </a:rPr>
              <a:t>Kantengewicht</a:t>
            </a:r>
            <a:r>
              <a:rPr lang="de-DE" sz="2400" dirty="0"/>
              <a:t> angegeben </a:t>
            </a:r>
            <a:br>
              <a:rPr lang="de-DE" sz="2400" dirty="0"/>
            </a:br>
            <a:r>
              <a:rPr lang="de-DE" sz="2400" dirty="0"/>
              <a:t>(vor der Transition: Bedingung, danach: Resultat)</a:t>
            </a:r>
          </a:p>
        </p:txBody>
      </p:sp>
      <p:sp>
        <p:nvSpPr>
          <p:cNvPr id="15363" name="Fußzeilenplatzhalter 6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5364" name="Foliennummernplatzhalter 7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63</a:t>
            </a:fld>
            <a:r>
              <a:rPr lang="de-DE"/>
              <a:t> </a:t>
            </a:r>
          </a:p>
        </p:txBody>
      </p:sp>
      <p:sp>
        <p:nvSpPr>
          <p:cNvPr id="15367" name="Rectangle 21"/>
          <p:cNvSpPr>
            <a:spLocks noChangeArrowheads="1"/>
          </p:cNvSpPr>
          <p:nvPr/>
        </p:nvSpPr>
        <p:spPr bwMode="auto">
          <a:xfrm>
            <a:off x="3465032" y="4663686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68" name="Oval 23"/>
          <p:cNvSpPr>
            <a:spLocks noChangeArrowheads="1"/>
          </p:cNvSpPr>
          <p:nvPr/>
        </p:nvSpPr>
        <p:spPr bwMode="auto">
          <a:xfrm>
            <a:off x="4544532" y="4952611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15369" name="AutoShape 44"/>
          <p:cNvCxnSpPr>
            <a:cxnSpLocks noChangeShapeType="1"/>
            <a:endCxn id="15367" idx="1"/>
          </p:cNvCxnSpPr>
          <p:nvPr/>
        </p:nvCxnSpPr>
        <p:spPr bwMode="auto">
          <a:xfrm>
            <a:off x="2744307" y="4844659"/>
            <a:ext cx="7207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370" name="Oval 49"/>
          <p:cNvSpPr>
            <a:spLocks noChangeArrowheads="1"/>
          </p:cNvSpPr>
          <p:nvPr/>
        </p:nvSpPr>
        <p:spPr bwMode="auto">
          <a:xfrm>
            <a:off x="2383943" y="5166922"/>
            <a:ext cx="360362" cy="360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71" name="Oval 50"/>
          <p:cNvSpPr>
            <a:spLocks noChangeArrowheads="1"/>
          </p:cNvSpPr>
          <p:nvPr/>
        </p:nvSpPr>
        <p:spPr bwMode="auto">
          <a:xfrm>
            <a:off x="2383943" y="4160447"/>
            <a:ext cx="360362" cy="360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72" name="Oval 51"/>
          <p:cNvSpPr>
            <a:spLocks noChangeArrowheads="1"/>
          </p:cNvSpPr>
          <p:nvPr/>
        </p:nvSpPr>
        <p:spPr bwMode="auto">
          <a:xfrm>
            <a:off x="4544532" y="4374761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73" name="Line 52"/>
          <p:cNvSpPr>
            <a:spLocks noChangeShapeType="1"/>
          </p:cNvSpPr>
          <p:nvPr/>
        </p:nvSpPr>
        <p:spPr bwMode="auto">
          <a:xfrm>
            <a:off x="2744307" y="4376349"/>
            <a:ext cx="720725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15374" name="Line 53"/>
          <p:cNvSpPr>
            <a:spLocks noChangeShapeType="1"/>
          </p:cNvSpPr>
          <p:nvPr/>
        </p:nvSpPr>
        <p:spPr bwMode="auto">
          <a:xfrm flipV="1">
            <a:off x="2744307" y="4952611"/>
            <a:ext cx="720725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15375" name="Line 54"/>
          <p:cNvSpPr>
            <a:spLocks noChangeShapeType="1"/>
          </p:cNvSpPr>
          <p:nvPr/>
        </p:nvSpPr>
        <p:spPr bwMode="auto">
          <a:xfrm flipV="1">
            <a:off x="3752368" y="4592249"/>
            <a:ext cx="792162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15376" name="Line 55"/>
          <p:cNvSpPr>
            <a:spLocks noChangeShapeType="1"/>
          </p:cNvSpPr>
          <p:nvPr/>
        </p:nvSpPr>
        <p:spPr bwMode="auto">
          <a:xfrm>
            <a:off x="3752368" y="4879584"/>
            <a:ext cx="79216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15377" name="Text Box 57"/>
          <p:cNvSpPr txBox="1">
            <a:spLocks noChangeArrowheads="1"/>
          </p:cNvSpPr>
          <p:nvPr/>
        </p:nvSpPr>
        <p:spPr bwMode="auto">
          <a:xfrm>
            <a:off x="2966557" y="4287447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/>
              <a:t>2</a:t>
            </a:r>
          </a:p>
        </p:txBody>
      </p:sp>
      <p:sp>
        <p:nvSpPr>
          <p:cNvPr id="15378" name="Text Box 58"/>
          <p:cNvSpPr txBox="1">
            <a:spLocks noChangeArrowheads="1"/>
          </p:cNvSpPr>
          <p:nvPr/>
        </p:nvSpPr>
        <p:spPr bwMode="auto">
          <a:xfrm>
            <a:off x="2888770" y="4592247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/>
              <a:t>3</a:t>
            </a:r>
          </a:p>
        </p:txBody>
      </p:sp>
      <p:sp>
        <p:nvSpPr>
          <p:cNvPr id="15379" name="Text Box 59"/>
          <p:cNvSpPr txBox="1">
            <a:spLocks noChangeArrowheads="1"/>
          </p:cNvSpPr>
          <p:nvPr/>
        </p:nvSpPr>
        <p:spPr bwMode="auto">
          <a:xfrm>
            <a:off x="4184170" y="4790684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/>
              <a:t>2</a:t>
            </a:r>
          </a:p>
        </p:txBody>
      </p:sp>
      <p:sp>
        <p:nvSpPr>
          <p:cNvPr id="15380" name="Oval 60"/>
          <p:cNvSpPr>
            <a:spLocks noChangeArrowheads="1"/>
          </p:cNvSpPr>
          <p:nvPr/>
        </p:nvSpPr>
        <p:spPr bwMode="auto">
          <a:xfrm>
            <a:off x="7136918" y="4663686"/>
            <a:ext cx="360362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81" name="Rectangle 61"/>
          <p:cNvSpPr>
            <a:spLocks noChangeArrowheads="1"/>
          </p:cNvSpPr>
          <p:nvPr/>
        </p:nvSpPr>
        <p:spPr bwMode="auto">
          <a:xfrm>
            <a:off x="8218007" y="4663686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82" name="Oval 62"/>
          <p:cNvSpPr>
            <a:spLocks noChangeArrowheads="1"/>
          </p:cNvSpPr>
          <p:nvPr/>
        </p:nvSpPr>
        <p:spPr bwMode="auto">
          <a:xfrm>
            <a:off x="9297507" y="4952611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15383" name="AutoShape 63"/>
          <p:cNvCxnSpPr>
            <a:cxnSpLocks noChangeShapeType="1"/>
            <a:stCxn id="15380" idx="6"/>
            <a:endCxn id="15381" idx="1"/>
          </p:cNvCxnSpPr>
          <p:nvPr/>
        </p:nvCxnSpPr>
        <p:spPr bwMode="auto">
          <a:xfrm>
            <a:off x="7497282" y="4844659"/>
            <a:ext cx="7207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384" name="Oval 64"/>
          <p:cNvSpPr>
            <a:spLocks noChangeArrowheads="1"/>
          </p:cNvSpPr>
          <p:nvPr/>
        </p:nvSpPr>
        <p:spPr bwMode="auto">
          <a:xfrm>
            <a:off x="7136918" y="5166922"/>
            <a:ext cx="360362" cy="360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85" name="Oval 65"/>
          <p:cNvSpPr>
            <a:spLocks noChangeArrowheads="1"/>
          </p:cNvSpPr>
          <p:nvPr/>
        </p:nvSpPr>
        <p:spPr bwMode="auto">
          <a:xfrm>
            <a:off x="7136918" y="4160447"/>
            <a:ext cx="360362" cy="360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86" name="Oval 66"/>
          <p:cNvSpPr>
            <a:spLocks noChangeArrowheads="1"/>
          </p:cNvSpPr>
          <p:nvPr/>
        </p:nvSpPr>
        <p:spPr bwMode="auto">
          <a:xfrm>
            <a:off x="9297507" y="4374761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87" name="Line 67"/>
          <p:cNvSpPr>
            <a:spLocks noChangeShapeType="1"/>
          </p:cNvSpPr>
          <p:nvPr/>
        </p:nvSpPr>
        <p:spPr bwMode="auto">
          <a:xfrm>
            <a:off x="7497282" y="4376349"/>
            <a:ext cx="720725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15388" name="Line 68"/>
          <p:cNvSpPr>
            <a:spLocks noChangeShapeType="1"/>
          </p:cNvSpPr>
          <p:nvPr/>
        </p:nvSpPr>
        <p:spPr bwMode="auto">
          <a:xfrm flipV="1">
            <a:off x="7497282" y="4952611"/>
            <a:ext cx="720725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15389" name="Line 69"/>
          <p:cNvSpPr>
            <a:spLocks noChangeShapeType="1"/>
          </p:cNvSpPr>
          <p:nvPr/>
        </p:nvSpPr>
        <p:spPr bwMode="auto">
          <a:xfrm flipV="1">
            <a:off x="8505343" y="4592249"/>
            <a:ext cx="792162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15390" name="Line 70"/>
          <p:cNvSpPr>
            <a:spLocks noChangeShapeType="1"/>
          </p:cNvSpPr>
          <p:nvPr/>
        </p:nvSpPr>
        <p:spPr bwMode="auto">
          <a:xfrm>
            <a:off x="8505343" y="4879584"/>
            <a:ext cx="792162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15391" name="Text Box 71"/>
          <p:cNvSpPr txBox="1">
            <a:spLocks noChangeArrowheads="1"/>
          </p:cNvSpPr>
          <p:nvPr/>
        </p:nvSpPr>
        <p:spPr bwMode="auto">
          <a:xfrm>
            <a:off x="7719532" y="4287447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/>
              <a:t>2</a:t>
            </a:r>
          </a:p>
        </p:txBody>
      </p:sp>
      <p:sp>
        <p:nvSpPr>
          <p:cNvPr id="15392" name="Text Box 72"/>
          <p:cNvSpPr txBox="1">
            <a:spLocks noChangeArrowheads="1"/>
          </p:cNvSpPr>
          <p:nvPr/>
        </p:nvSpPr>
        <p:spPr bwMode="auto">
          <a:xfrm>
            <a:off x="7641745" y="4592247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/>
              <a:t>3</a:t>
            </a:r>
          </a:p>
        </p:txBody>
      </p:sp>
      <p:sp>
        <p:nvSpPr>
          <p:cNvPr id="15393" name="Text Box 73"/>
          <p:cNvSpPr txBox="1">
            <a:spLocks noChangeArrowheads="1"/>
          </p:cNvSpPr>
          <p:nvPr/>
        </p:nvSpPr>
        <p:spPr bwMode="auto">
          <a:xfrm>
            <a:off x="8937145" y="4790684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/>
              <a:t>2</a:t>
            </a:r>
          </a:p>
        </p:txBody>
      </p:sp>
      <p:sp>
        <p:nvSpPr>
          <p:cNvPr id="15394" name="Oval 74"/>
          <p:cNvSpPr>
            <a:spLocks noChangeArrowheads="1"/>
          </p:cNvSpPr>
          <p:nvPr/>
        </p:nvSpPr>
        <p:spPr bwMode="auto">
          <a:xfrm>
            <a:off x="7170257" y="5311386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95" name="Oval 76"/>
          <p:cNvSpPr>
            <a:spLocks noChangeArrowheads="1"/>
          </p:cNvSpPr>
          <p:nvPr/>
        </p:nvSpPr>
        <p:spPr bwMode="auto">
          <a:xfrm>
            <a:off x="7332182" y="5311386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96" name="Oval 77"/>
          <p:cNvSpPr>
            <a:spLocks noChangeArrowheads="1"/>
          </p:cNvSpPr>
          <p:nvPr/>
        </p:nvSpPr>
        <p:spPr bwMode="auto">
          <a:xfrm>
            <a:off x="2383943" y="4663686"/>
            <a:ext cx="360362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97" name="Oval 78"/>
          <p:cNvSpPr>
            <a:spLocks noChangeArrowheads="1"/>
          </p:cNvSpPr>
          <p:nvPr/>
        </p:nvSpPr>
        <p:spPr bwMode="auto">
          <a:xfrm>
            <a:off x="2383943" y="4806561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98" name="Oval 79"/>
          <p:cNvSpPr>
            <a:spLocks noChangeArrowheads="1"/>
          </p:cNvSpPr>
          <p:nvPr/>
        </p:nvSpPr>
        <p:spPr bwMode="auto">
          <a:xfrm>
            <a:off x="2545868" y="4806561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99" name="Oval 80"/>
          <p:cNvSpPr>
            <a:spLocks noChangeArrowheads="1"/>
          </p:cNvSpPr>
          <p:nvPr/>
        </p:nvSpPr>
        <p:spPr bwMode="auto">
          <a:xfrm>
            <a:off x="2474432" y="4663686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400" name="Oval 81"/>
          <p:cNvSpPr>
            <a:spLocks noChangeArrowheads="1"/>
          </p:cNvSpPr>
          <p:nvPr/>
        </p:nvSpPr>
        <p:spPr bwMode="auto">
          <a:xfrm>
            <a:off x="2383943" y="4303322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401" name="Oval 82"/>
          <p:cNvSpPr>
            <a:spLocks noChangeArrowheads="1"/>
          </p:cNvSpPr>
          <p:nvPr/>
        </p:nvSpPr>
        <p:spPr bwMode="auto">
          <a:xfrm>
            <a:off x="2545868" y="4303322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402" name="Oval 83"/>
          <p:cNvSpPr>
            <a:spLocks noChangeArrowheads="1"/>
          </p:cNvSpPr>
          <p:nvPr/>
        </p:nvSpPr>
        <p:spPr bwMode="auto">
          <a:xfrm>
            <a:off x="2474432" y="4160447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403" name="Oval 84"/>
          <p:cNvSpPr>
            <a:spLocks noChangeArrowheads="1"/>
          </p:cNvSpPr>
          <p:nvPr/>
        </p:nvSpPr>
        <p:spPr bwMode="auto">
          <a:xfrm>
            <a:off x="4615968" y="5024047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404" name="Oval 85"/>
          <p:cNvSpPr>
            <a:spLocks noChangeArrowheads="1"/>
          </p:cNvSpPr>
          <p:nvPr/>
        </p:nvSpPr>
        <p:spPr bwMode="auto">
          <a:xfrm>
            <a:off x="9297507" y="5095486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405" name="Oval 86"/>
          <p:cNvSpPr>
            <a:spLocks noChangeArrowheads="1"/>
          </p:cNvSpPr>
          <p:nvPr/>
        </p:nvSpPr>
        <p:spPr bwMode="auto">
          <a:xfrm>
            <a:off x="9459432" y="5095486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406" name="Oval 87"/>
          <p:cNvSpPr>
            <a:spLocks noChangeArrowheads="1"/>
          </p:cNvSpPr>
          <p:nvPr/>
        </p:nvSpPr>
        <p:spPr bwMode="auto">
          <a:xfrm>
            <a:off x="9387993" y="4952611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407" name="Oval 88"/>
          <p:cNvSpPr>
            <a:spLocks noChangeArrowheads="1"/>
          </p:cNvSpPr>
          <p:nvPr/>
        </p:nvSpPr>
        <p:spPr bwMode="auto">
          <a:xfrm>
            <a:off x="7208357" y="4231886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408" name="Oval 89"/>
          <p:cNvSpPr>
            <a:spLocks noChangeArrowheads="1"/>
          </p:cNvSpPr>
          <p:nvPr/>
        </p:nvSpPr>
        <p:spPr bwMode="auto">
          <a:xfrm>
            <a:off x="9368943" y="4447786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409" name="Oval 91"/>
          <p:cNvSpPr>
            <a:spLocks noChangeArrowheads="1"/>
          </p:cNvSpPr>
          <p:nvPr/>
        </p:nvSpPr>
        <p:spPr bwMode="auto">
          <a:xfrm>
            <a:off x="2383943" y="5309797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410" name="Oval 92"/>
          <p:cNvSpPr>
            <a:spLocks noChangeArrowheads="1"/>
          </p:cNvSpPr>
          <p:nvPr/>
        </p:nvSpPr>
        <p:spPr bwMode="auto">
          <a:xfrm>
            <a:off x="2545868" y="5309797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411" name="Oval 93"/>
          <p:cNvSpPr>
            <a:spLocks noChangeArrowheads="1"/>
          </p:cNvSpPr>
          <p:nvPr/>
        </p:nvSpPr>
        <p:spPr bwMode="auto">
          <a:xfrm>
            <a:off x="2474432" y="5166922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412" name="Line 94"/>
          <p:cNvSpPr>
            <a:spLocks noChangeShapeType="1"/>
          </p:cNvSpPr>
          <p:nvPr/>
        </p:nvSpPr>
        <p:spPr bwMode="auto">
          <a:xfrm>
            <a:off x="5697057" y="4808147"/>
            <a:ext cx="792163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7" grpId="0" animBg="1"/>
      <p:bldP spid="15368" grpId="0" animBg="1"/>
      <p:bldP spid="15370" grpId="0" animBg="1"/>
      <p:bldP spid="15371" grpId="0" animBg="1"/>
      <p:bldP spid="15372" grpId="0" animBg="1"/>
      <p:bldP spid="15373" grpId="0" animBg="1"/>
      <p:bldP spid="15374" grpId="0" animBg="1"/>
      <p:bldP spid="15375" grpId="0" animBg="1"/>
      <p:bldP spid="15376" grpId="0" animBg="1"/>
      <p:bldP spid="15377" grpId="0"/>
      <p:bldP spid="15378" grpId="0"/>
      <p:bldP spid="15379" grpId="0"/>
      <p:bldP spid="15380" grpId="0" animBg="1"/>
      <p:bldP spid="15381" grpId="0" animBg="1"/>
      <p:bldP spid="15382" grpId="0" animBg="1"/>
      <p:bldP spid="15384" grpId="0" animBg="1"/>
      <p:bldP spid="15385" grpId="0" animBg="1"/>
      <p:bldP spid="15386" grpId="0" animBg="1"/>
      <p:bldP spid="15387" grpId="0" animBg="1"/>
      <p:bldP spid="15388" grpId="0" animBg="1"/>
      <p:bldP spid="15389" grpId="0" animBg="1"/>
      <p:bldP spid="15390" grpId="0" animBg="1"/>
      <p:bldP spid="15391" grpId="0"/>
      <p:bldP spid="15392" grpId="0"/>
      <p:bldP spid="15393" grpId="0"/>
      <p:bldP spid="15394" grpId="0" animBg="1"/>
      <p:bldP spid="15395" grpId="0" animBg="1"/>
      <p:bldP spid="15396" grpId="0" animBg="1"/>
      <p:bldP spid="15397" grpId="0" animBg="1"/>
      <p:bldP spid="15398" grpId="0" animBg="1"/>
      <p:bldP spid="15399" grpId="0" animBg="1"/>
      <p:bldP spid="15400" grpId="0" animBg="1"/>
      <p:bldP spid="15401" grpId="0" animBg="1"/>
      <p:bldP spid="15402" grpId="0" animBg="1"/>
      <p:bldP spid="15403" grpId="0" animBg="1"/>
      <p:bldP spid="15404" grpId="0" animBg="1"/>
      <p:bldP spid="15405" grpId="0" animBg="1"/>
      <p:bldP spid="15406" grpId="0" animBg="1"/>
      <p:bldP spid="15407" grpId="0" animBg="1"/>
      <p:bldP spid="15408" grpId="0" animBg="1"/>
      <p:bldP spid="15409" grpId="0" animBg="1"/>
      <p:bldP spid="15410" grpId="0" animBg="1"/>
      <p:bldP spid="15411" grpId="0" animBg="1"/>
      <p:bldP spid="1541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BD560-CBFE-30C4-9A10-9A9F21BA3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Formale Semantik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0DA91-4901-87E7-DDED-6CD1D8FA5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44802" y="2917771"/>
            <a:ext cx="5323205" cy="861774"/>
          </a:xfrm>
        </p:spPr>
        <p:txBody>
          <a:bodyPr/>
          <a:lstStyle/>
          <a:p>
            <a:pPr algn="ctr"/>
            <a:r>
              <a:rPr lang="en-DE" sz="2800" dirty="0">
                <a:solidFill>
                  <a:srgbClr val="FF0000"/>
                </a:solidFill>
              </a:rPr>
              <a:t>Versucht, das mal formal zu modellieren!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B95571-1621-2471-1E4D-51A4887890C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GB"/>
              <a:t>Prof. Dr. Sebastian Schlesinger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FB59FE-C6AE-343B-37E2-2914AF1FC3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804035">
              <a:lnSpc>
                <a:spcPts val="1505"/>
              </a:lnSpc>
            </a:pPr>
            <a:fld id="{81D60167-4931-47E6-BA6A-407CBD079E47}" type="slidenum">
              <a:rPr lang="en-DE" spc="-20" smtClean="0"/>
              <a:t>64</a:t>
            </a:fld>
            <a:endParaRPr lang="en-DE" spc="-20"/>
          </a:p>
        </p:txBody>
      </p:sp>
    </p:spTree>
    <p:extLst>
      <p:ext uri="{BB962C8B-B14F-4D97-AF65-F5344CB8AC3E}">
        <p14:creationId xmlns:p14="http://schemas.microsoft.com/office/powerpoint/2010/main" val="11255567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C112F-9535-615F-79FF-D63E2AD08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9" y="1031239"/>
            <a:ext cx="6929394" cy="984885"/>
          </a:xfrm>
        </p:spPr>
        <p:txBody>
          <a:bodyPr/>
          <a:lstStyle/>
          <a:p>
            <a:r>
              <a:rPr lang="en-DE" dirty="0"/>
              <a:t>Syntax und Semantik Petrinetze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CA9CDBD-D43B-38C8-88A4-120F39891DA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73215" y="1606394"/>
                <a:ext cx="11858270" cy="1661993"/>
              </a:xfrm>
            </p:spPr>
            <p:txBody>
              <a:bodyPr/>
              <a:lstStyle/>
              <a:p>
                <a:r>
                  <a:rPr lang="en-DE" dirty="0">
                    <a:solidFill>
                      <a:schemeClr val="accent1"/>
                    </a:solidFill>
                  </a:rPr>
                  <a:t>Syntax</a:t>
                </a:r>
              </a:p>
              <a:p>
                <a:r>
                  <a:rPr lang="en-DE" dirty="0"/>
                  <a:t>Petrinetz ist Tripel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DE" dirty="0"/>
                  <a:t> bestehend aus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DE" dirty="0"/>
                  <a:t>S – Places / Stellen (nichtleere Menge, grafisch Kreise)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DE" dirty="0"/>
                  <a:t>T – Transitions (nichtleer, grafisch Rechtecke)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endParaRPr lang="en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)∪(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DE" dirty="0"/>
                  <a:t>, Flow (Flussrelation – N.B. es wird nie Stelle mit Stelle oder Transition mit Transition direkt verbunden)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CA9CDBD-D43B-38C8-88A4-120F39891D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3215" y="1606394"/>
                <a:ext cx="11858270" cy="1661993"/>
              </a:xfrm>
              <a:blipFill>
                <a:blip r:embed="rId3"/>
                <a:stretch>
                  <a:fillRect l="-1176" t="-4545" r="-214" b="-757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9F0B1-8551-1E9B-479E-64817CB4DF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804035">
              <a:lnSpc>
                <a:spcPts val="1505"/>
              </a:lnSpc>
            </a:pPr>
            <a:fld id="{81D60167-4931-47E6-BA6A-407CBD079E47}" type="slidenum">
              <a:rPr lang="en-DE" spc="-20" smtClean="0"/>
              <a:t>65</a:t>
            </a:fld>
            <a:endParaRPr lang="en-DE" spc="-2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71AA1F4B-0A1F-5811-D037-C849CAC42A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3215" y="3338307"/>
                <a:ext cx="11858270" cy="396961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lvl1pPr marL="0">
                  <a:defRPr b="0" i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DE" dirty="0">
                    <a:solidFill>
                      <a:schemeClr val="accent1"/>
                    </a:solidFill>
                  </a:rPr>
                  <a:t>Semantik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Netz </a:t>
                </a:r>
                <a:r>
                  <a:rPr lang="en-US" dirty="0" err="1"/>
                  <a:t>wird</a:t>
                </a:r>
                <a:r>
                  <a:rPr lang="en-US" dirty="0"/>
                  <a:t> um </a:t>
                </a:r>
                <a:r>
                  <a:rPr lang="en-US" dirty="0" err="1"/>
                  <a:t>Markierungen</a:t>
                </a:r>
                <a:r>
                  <a:rPr lang="en-US" dirty="0"/>
                  <a:t> </a:t>
                </a:r>
                <a:r>
                  <a:rPr lang="en-US" dirty="0" err="1"/>
                  <a:t>erweitert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b="0" dirty="0"/>
                  <a:t> und </a:t>
                </a:r>
                <a:r>
                  <a:rPr lang="en-US" b="0" dirty="0" err="1"/>
                  <a:t>Gewichte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:(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)∪(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b="0" dirty="0"/>
                  <a:t> </a:t>
                </a:r>
                <a:br>
                  <a:rPr lang="en-US" b="0" dirty="0"/>
                </a:br>
                <a:r>
                  <a:rPr lang="en-US" b="0" dirty="0" err="1"/>
                  <a:t>mit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)=0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falls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)∉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0" dirty="0"/>
                  <a:t>Wir </a:t>
                </a:r>
                <a:r>
                  <a:rPr lang="en-US" b="0" dirty="0" err="1"/>
                  <a:t>verwenden</a:t>
                </a:r>
                <a:r>
                  <a:rPr lang="en-US" b="0" dirty="0"/>
                  <a:t> </a:t>
                </a:r>
                <a:r>
                  <a:rPr lang="en-US" b="0" dirty="0" err="1"/>
                  <a:t>noch</a:t>
                </a:r>
                <a:r>
                  <a:rPr lang="en-US" b="0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 err="1"/>
                  <a:t>Vorbereich</a:t>
                </a:r>
                <a:r>
                  <a:rPr lang="en-US" dirty="0"/>
                  <a:t> </a:t>
                </a:r>
                <a:r>
                  <a:rPr lang="en-US" dirty="0" err="1"/>
                  <a:t>eines</a:t>
                </a:r>
                <a:r>
                  <a:rPr lang="en-US" dirty="0"/>
                  <a:t> </a:t>
                </a:r>
                <a:r>
                  <a:rPr lang="en-US" dirty="0" err="1"/>
                  <a:t>Elementes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b="0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0" dirty="0" err="1"/>
                  <a:t>Nachbereich</a:t>
                </a:r>
                <a:r>
                  <a:rPr lang="en-US" b="0" dirty="0"/>
                  <a:t> </a:t>
                </a:r>
                <a:r>
                  <a:rPr lang="en-US" b="0" dirty="0" err="1"/>
                  <a:t>eines</a:t>
                </a:r>
                <a:r>
                  <a:rPr lang="en-US" b="0" dirty="0"/>
                  <a:t> </a:t>
                </a:r>
                <a:r>
                  <a:rPr lang="en-US" b="0" dirty="0" err="1"/>
                  <a:t>Elementes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0" dirty="0" err="1"/>
                  <a:t>Vorwärtsverzweigte</a:t>
                </a:r>
                <a:r>
                  <a:rPr lang="en-US" b="0" dirty="0"/>
                  <a:t> Knoten (</a:t>
                </a:r>
                <a:r>
                  <a:rPr lang="en-US" b="0" dirty="0" err="1"/>
                  <a:t>mit</a:t>
                </a:r>
                <a14:m>
                  <m:oMath xmlns:m="http://schemas.openxmlformats.org/officeDocument/2006/math">
                    <m:r>
                      <a:rPr lang="de-DE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∙|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b="0" dirty="0"/>
                  <a:t>) </a:t>
                </a:r>
                <a:r>
                  <a:rPr lang="en-US" b="0" dirty="0" err="1"/>
                  <a:t>modellieren</a:t>
                </a:r>
                <a:r>
                  <a:rPr lang="en-US" b="0" dirty="0"/>
                  <a:t> </a:t>
                </a:r>
                <a:r>
                  <a:rPr lang="en-US" b="0" dirty="0" err="1"/>
                  <a:t>Alternativen</a:t>
                </a:r>
                <a:r>
                  <a:rPr lang="en-US" b="0" dirty="0"/>
                  <a:t> &amp; </a:t>
                </a:r>
                <a:r>
                  <a:rPr lang="en-US" b="0" dirty="0" err="1"/>
                  <a:t>Konflikte</a:t>
                </a:r>
                <a:endParaRPr lang="en-US" b="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 err="1"/>
                  <a:t>Rückwärtsverzweigte</a:t>
                </a:r>
                <a:r>
                  <a:rPr lang="en-US" dirty="0"/>
                  <a:t> Knoten (</a:t>
                </a:r>
                <a:r>
                  <a:rPr lang="en-US" dirty="0" err="1"/>
                  <a:t>mit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|∙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|&gt;1)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b="0" dirty="0" err="1"/>
                  <a:t>modellieren</a:t>
                </a:r>
                <a:r>
                  <a:rPr lang="en-US" b="0" dirty="0"/>
                  <a:t> </a:t>
                </a:r>
                <a:r>
                  <a:rPr lang="en-US" b="0" dirty="0" err="1"/>
                  <a:t>Synchronisation</a:t>
                </a:r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0" dirty="0"/>
                  <a:t>Eine </a:t>
                </a:r>
                <a:r>
                  <a:rPr lang="en-US" b="0" dirty="0" err="1"/>
                  <a:t>Markierung</a:t>
                </a:r>
                <a:r>
                  <a:rPr lang="en-US" b="0" dirty="0"/>
                  <a:t> </a:t>
                </a:r>
                <a:r>
                  <a:rPr lang="en-US" b="0" dirty="0" err="1"/>
                  <a:t>aktiviert</a:t>
                </a:r>
                <a:r>
                  <a:rPr lang="en-US" b="0" dirty="0"/>
                  <a:t> </a:t>
                </a:r>
                <a:r>
                  <a:rPr lang="en-US" b="0" dirty="0" err="1"/>
                  <a:t>eine</a:t>
                </a:r>
                <a:r>
                  <a:rPr lang="en-US" b="0" dirty="0"/>
                  <a:t> Transition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b="0" dirty="0"/>
                  <a:t>, falls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∈∙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)≥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de-DE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Falls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b="0" dirty="0" err="1"/>
                  <a:t>unter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b="0" dirty="0" err="1"/>
                  <a:t>aktiviert</a:t>
                </a:r>
                <a:r>
                  <a:rPr lang="en-US" b="0" dirty="0"/>
                  <a:t> </a:t>
                </a:r>
                <a:r>
                  <a:rPr lang="en-US" b="0" dirty="0" err="1"/>
                  <a:t>ist</a:t>
                </a:r>
                <a:r>
                  <a:rPr lang="en-US" b="0" dirty="0"/>
                  <a:t>, </a:t>
                </a:r>
                <a:r>
                  <a:rPr lang="en-US" b="0" dirty="0" err="1"/>
                  <a:t>kann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b="0" dirty="0" err="1"/>
                  <a:t>schalten</a:t>
                </a:r>
                <a:r>
                  <a:rPr lang="en-US" b="0" dirty="0"/>
                  <a:t>. Das </a:t>
                </a:r>
                <a:r>
                  <a:rPr lang="en-US" b="0" dirty="0" err="1"/>
                  <a:t>führt</a:t>
                </a:r>
                <a:r>
                  <a:rPr lang="en-US" b="0" dirty="0"/>
                  <a:t> </a:t>
                </a:r>
                <a:r>
                  <a:rPr lang="en-US" b="0" dirty="0" err="1"/>
                  <a:t>zu</a:t>
                </a:r>
                <a:r>
                  <a:rPr lang="en-US" b="0" dirty="0"/>
                  <a:t> </a:t>
                </a:r>
                <a:r>
                  <a:rPr lang="en-US" b="0" dirty="0" err="1"/>
                  <a:t>einer</a:t>
                </a:r>
                <a:r>
                  <a:rPr lang="en-US" b="0" dirty="0"/>
                  <a:t> </a:t>
                </a:r>
                <a:r>
                  <a:rPr lang="en-US" b="0" dirty="0" err="1"/>
                  <a:t>Folgemarkierung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b="0" dirty="0"/>
                  <a:t> (in </a:t>
                </a:r>
                <a:r>
                  <a:rPr lang="en-US" dirty="0" err="1"/>
                  <a:t>Zeichen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m</m:t>
                    </m:r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groupCh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en-US" b="0" dirty="0"/>
                  <a:t> mit</a:t>
                </a:r>
                <a:br>
                  <a:rPr lang="en-US" b="0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’(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)−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dirty="0"/>
                </a:br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DE" dirty="0"/>
              </a:p>
            </p:txBody>
          </p:sp>
        </mc:Choice>
        <mc:Fallback xmlns=""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71AA1F4B-0A1F-5811-D037-C849CAC42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15" y="3338307"/>
                <a:ext cx="11858270" cy="3969613"/>
              </a:xfrm>
              <a:prstGeom prst="rect">
                <a:avLst/>
              </a:prstGeom>
              <a:blipFill>
                <a:blip r:embed="rId4"/>
                <a:stretch>
                  <a:fillRect l="-1176" t="-191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0CB93AE-D555-3AF9-F2B4-B8EA67330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699" y="3555920"/>
            <a:ext cx="1558747" cy="10281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2C85FD-2E5A-BE31-B1FC-C6C10EF2C0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3811" y="4654911"/>
            <a:ext cx="1558747" cy="102811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D1DF97-EAC4-FBE6-DE64-CB8910ED5BA2}"/>
              </a:ext>
            </a:extLst>
          </p:cNvPr>
          <p:cNvCxnSpPr>
            <a:cxnSpLocks/>
          </p:cNvCxnSpPr>
          <p:nvPr/>
        </p:nvCxnSpPr>
        <p:spPr>
          <a:xfrm flipV="1">
            <a:off x="6618514" y="4276846"/>
            <a:ext cx="2402185" cy="719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21E065-3053-E4F8-7A54-2BC59B961495}"/>
              </a:ext>
            </a:extLst>
          </p:cNvPr>
          <p:cNvCxnSpPr>
            <a:cxnSpLocks/>
          </p:cNvCxnSpPr>
          <p:nvPr/>
        </p:nvCxnSpPr>
        <p:spPr>
          <a:xfrm>
            <a:off x="7881257" y="5323114"/>
            <a:ext cx="17425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3144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8E8E2-DD02-B51C-D43D-E1C78C3FC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Beispiel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5A778-7B3A-CF1A-E261-C5F29116E99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804035">
              <a:lnSpc>
                <a:spcPts val="1505"/>
              </a:lnSpc>
            </a:pPr>
            <a:fld id="{81D60167-4931-47E6-BA6A-407CBD079E47}" type="slidenum">
              <a:rPr lang="en-DE" spc="-20" smtClean="0"/>
              <a:t>66</a:t>
            </a:fld>
            <a:endParaRPr lang="en-DE" spc="-2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99F267-DDB3-9D1E-4D4D-D6CB700DF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895" y="1825170"/>
            <a:ext cx="6255839" cy="30516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C93C66-13E3-8847-6A9A-B6701DC7F809}"/>
              </a:ext>
            </a:extLst>
          </p:cNvPr>
          <p:cNvSpPr txBox="1"/>
          <p:nvPr/>
        </p:nvSpPr>
        <p:spPr>
          <a:xfrm>
            <a:off x="424216" y="6150011"/>
            <a:ext cx="61068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000" dirty="0"/>
              <a:t>Quelle: https://dbis.ipd.kit.edu/download/kap03-wfms-mod-mit-petrinetzen.pdf</a:t>
            </a:r>
          </a:p>
        </p:txBody>
      </p:sp>
    </p:spTree>
    <p:extLst>
      <p:ext uri="{BB962C8B-B14F-4D97-AF65-F5344CB8AC3E}">
        <p14:creationId xmlns:p14="http://schemas.microsoft.com/office/powerpoint/2010/main" val="39631046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346049" y="1031239"/>
            <a:ext cx="7736428" cy="984885"/>
          </a:xfrm>
        </p:spPr>
        <p:txBody>
          <a:bodyPr/>
          <a:lstStyle/>
          <a:p>
            <a:pPr eaLnBrk="1" hangingPunct="1"/>
            <a:r>
              <a:rPr lang="de-DE" dirty="0"/>
              <a:t>Place/Transition Nets: Beispiel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idx="1"/>
          </p:nvPr>
        </p:nvSpPr>
        <p:spPr>
          <a:xfrm>
            <a:off x="1041894" y="3475693"/>
            <a:ext cx="5323205" cy="35330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de-DE" sz="2800" dirty="0"/>
              <a:t> </a:t>
            </a:r>
          </a:p>
        </p:txBody>
      </p:sp>
      <p:sp>
        <p:nvSpPr>
          <p:cNvPr id="1331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331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67</a:t>
            </a:fld>
            <a:r>
              <a:rPr lang="de-DE"/>
              <a:t> </a:t>
            </a:r>
          </a:p>
        </p:txBody>
      </p:sp>
      <p:sp>
        <p:nvSpPr>
          <p:cNvPr id="13332" name="Oval 4"/>
          <p:cNvSpPr>
            <a:spLocks noChangeArrowheads="1"/>
          </p:cNvSpPr>
          <p:nvPr/>
        </p:nvSpPr>
        <p:spPr bwMode="auto">
          <a:xfrm>
            <a:off x="3298745" y="3359838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3" name="Rectangle 5"/>
          <p:cNvSpPr>
            <a:spLocks noChangeArrowheads="1"/>
          </p:cNvSpPr>
          <p:nvPr/>
        </p:nvSpPr>
        <p:spPr bwMode="auto">
          <a:xfrm rot="5400000">
            <a:off x="2154843" y="4386112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13357" name="AutoShape 29"/>
          <p:cNvCxnSpPr>
            <a:cxnSpLocks noChangeShapeType="1"/>
            <a:stCxn id="13333" idx="1"/>
            <a:endCxn id="13332" idx="2"/>
          </p:cNvCxnSpPr>
          <p:nvPr/>
        </p:nvCxnSpPr>
        <p:spPr bwMode="auto">
          <a:xfrm rot="5400000" flipH="1" flipV="1">
            <a:off x="2358120" y="3481205"/>
            <a:ext cx="881811" cy="99944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3320" name="Text Box 33"/>
          <p:cNvSpPr txBox="1">
            <a:spLocks noChangeArrowheads="1"/>
          </p:cNvSpPr>
          <p:nvPr/>
        </p:nvSpPr>
        <p:spPr bwMode="auto">
          <a:xfrm>
            <a:off x="1462872" y="4128867"/>
            <a:ext cx="83067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produce</a:t>
            </a:r>
            <a:endParaRPr lang="de-DE" sz="1400" dirty="0"/>
          </a:p>
        </p:txBody>
      </p:sp>
      <p:sp>
        <p:nvSpPr>
          <p:cNvPr id="13323" name="Text Box 37"/>
          <p:cNvSpPr txBox="1">
            <a:spLocks noChangeArrowheads="1"/>
          </p:cNvSpPr>
          <p:nvPr/>
        </p:nvSpPr>
        <p:spPr bwMode="auto">
          <a:xfrm>
            <a:off x="2820648" y="2473943"/>
            <a:ext cx="12250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/>
              <a:t>Producer</a:t>
            </a:r>
          </a:p>
        </p:txBody>
      </p:sp>
      <p:sp>
        <p:nvSpPr>
          <p:cNvPr id="13325" name="Oval 40"/>
          <p:cNvSpPr>
            <a:spLocks noChangeArrowheads="1"/>
          </p:cNvSpPr>
          <p:nvPr/>
        </p:nvSpPr>
        <p:spPr bwMode="auto">
          <a:xfrm>
            <a:off x="3404331" y="5455571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28" name="Line 78"/>
          <p:cNvSpPr>
            <a:spLocks noChangeShapeType="1"/>
          </p:cNvSpPr>
          <p:nvPr/>
        </p:nvSpPr>
        <p:spPr bwMode="auto">
          <a:xfrm flipH="1">
            <a:off x="2557018" y="4551803"/>
            <a:ext cx="303501" cy="1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  <p:sp>
        <p:nvSpPr>
          <p:cNvPr id="13329" name="Text Box 79"/>
          <p:cNvSpPr txBox="1">
            <a:spLocks noChangeArrowheads="1"/>
          </p:cNvSpPr>
          <p:nvPr/>
        </p:nvSpPr>
        <p:spPr bwMode="auto">
          <a:xfrm>
            <a:off x="2847558" y="4398415"/>
            <a:ext cx="96346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Transition</a:t>
            </a:r>
          </a:p>
        </p:txBody>
      </p:sp>
      <p:sp>
        <p:nvSpPr>
          <p:cNvPr id="13331" name="Line 81"/>
          <p:cNvSpPr>
            <a:spLocks noChangeShapeType="1"/>
          </p:cNvSpPr>
          <p:nvPr/>
        </p:nvSpPr>
        <p:spPr bwMode="auto">
          <a:xfrm>
            <a:off x="2514882" y="3215007"/>
            <a:ext cx="720080" cy="195041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  <p:sp>
        <p:nvSpPr>
          <p:cNvPr id="51" name="Text Box 80"/>
          <p:cNvSpPr txBox="1">
            <a:spLocks noChangeArrowheads="1"/>
          </p:cNvSpPr>
          <p:nvPr/>
        </p:nvSpPr>
        <p:spPr bwMode="auto">
          <a:xfrm>
            <a:off x="1941831" y="2998120"/>
            <a:ext cx="63350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Place</a:t>
            </a:r>
          </a:p>
        </p:txBody>
      </p:sp>
      <p:sp>
        <p:nvSpPr>
          <p:cNvPr id="47" name="Text Box 37"/>
          <p:cNvSpPr txBox="1">
            <a:spLocks noChangeArrowheads="1"/>
          </p:cNvSpPr>
          <p:nvPr/>
        </p:nvSpPr>
        <p:spPr bwMode="auto">
          <a:xfrm>
            <a:off x="5710465" y="2473943"/>
            <a:ext cx="86292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 err="1"/>
              <a:t>Buffer</a:t>
            </a:r>
            <a:endParaRPr lang="de-DE" sz="2000" dirty="0"/>
          </a:p>
        </p:txBody>
      </p:sp>
      <p:sp>
        <p:nvSpPr>
          <p:cNvPr id="48" name="Text Box 37"/>
          <p:cNvSpPr txBox="1">
            <a:spLocks noChangeArrowheads="1"/>
          </p:cNvSpPr>
          <p:nvPr/>
        </p:nvSpPr>
        <p:spPr bwMode="auto">
          <a:xfrm>
            <a:off x="8448117" y="2473943"/>
            <a:ext cx="136768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/>
              <a:t>Consumer</a:t>
            </a:r>
          </a:p>
        </p:txBody>
      </p:sp>
      <p:sp>
        <p:nvSpPr>
          <p:cNvPr id="49" name="Oval 4"/>
          <p:cNvSpPr>
            <a:spLocks noChangeArrowheads="1"/>
          </p:cNvSpPr>
          <p:nvPr/>
        </p:nvSpPr>
        <p:spPr bwMode="auto">
          <a:xfrm>
            <a:off x="3306648" y="5354264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53" name="Rectangle 5"/>
          <p:cNvSpPr>
            <a:spLocks noChangeArrowheads="1"/>
          </p:cNvSpPr>
          <p:nvPr/>
        </p:nvSpPr>
        <p:spPr bwMode="auto">
          <a:xfrm rot="5400000">
            <a:off x="4666620" y="4353048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55" name="Text Box 33"/>
          <p:cNvSpPr txBox="1">
            <a:spLocks noChangeArrowheads="1"/>
          </p:cNvSpPr>
          <p:nvPr/>
        </p:nvSpPr>
        <p:spPr bwMode="auto">
          <a:xfrm>
            <a:off x="4086093" y="4254399"/>
            <a:ext cx="5629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write</a:t>
            </a:r>
            <a:endParaRPr lang="de-DE" sz="1400" dirty="0"/>
          </a:p>
        </p:txBody>
      </p:sp>
      <p:cxnSp>
        <p:nvCxnSpPr>
          <p:cNvPr id="56" name="AutoShape 29"/>
          <p:cNvCxnSpPr>
            <a:cxnSpLocks noChangeShapeType="1"/>
          </p:cNvCxnSpPr>
          <p:nvPr/>
        </p:nvCxnSpPr>
        <p:spPr bwMode="auto">
          <a:xfrm>
            <a:off x="3669219" y="3540020"/>
            <a:ext cx="1087453" cy="84874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AutoShape 29"/>
          <p:cNvCxnSpPr>
            <a:cxnSpLocks noChangeShapeType="1"/>
          </p:cNvCxnSpPr>
          <p:nvPr/>
        </p:nvCxnSpPr>
        <p:spPr bwMode="auto">
          <a:xfrm rot="5400000">
            <a:off x="3787949" y="4566293"/>
            <a:ext cx="856754" cy="10795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0" name="AutoShape 29"/>
          <p:cNvCxnSpPr>
            <a:cxnSpLocks noChangeShapeType="1"/>
            <a:stCxn id="49" idx="2"/>
            <a:endCxn id="13333" idx="3"/>
          </p:cNvCxnSpPr>
          <p:nvPr/>
        </p:nvCxnSpPr>
        <p:spPr bwMode="auto">
          <a:xfrm rot="10800000">
            <a:off x="2299306" y="4710755"/>
            <a:ext cx="1007343" cy="82369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3" name="Oval 4"/>
          <p:cNvSpPr>
            <a:spLocks noChangeArrowheads="1"/>
          </p:cNvSpPr>
          <p:nvPr/>
        </p:nvSpPr>
        <p:spPr bwMode="auto">
          <a:xfrm>
            <a:off x="8835874" y="3339718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64" name="Rectangle 5"/>
          <p:cNvSpPr>
            <a:spLocks noChangeArrowheads="1"/>
          </p:cNvSpPr>
          <p:nvPr/>
        </p:nvSpPr>
        <p:spPr bwMode="auto">
          <a:xfrm rot="5400000">
            <a:off x="7619964" y="4365992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65" name="AutoShape 29"/>
          <p:cNvCxnSpPr>
            <a:cxnSpLocks noChangeShapeType="1"/>
            <a:endCxn id="63" idx="2"/>
          </p:cNvCxnSpPr>
          <p:nvPr/>
        </p:nvCxnSpPr>
        <p:spPr bwMode="auto">
          <a:xfrm rot="5400000" flipH="1" flipV="1">
            <a:off x="7895249" y="3461085"/>
            <a:ext cx="881811" cy="99944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6" name="Text Box 33"/>
          <p:cNvSpPr txBox="1">
            <a:spLocks noChangeArrowheads="1"/>
          </p:cNvSpPr>
          <p:nvPr/>
        </p:nvSpPr>
        <p:spPr bwMode="auto">
          <a:xfrm>
            <a:off x="7072263" y="4108747"/>
            <a:ext cx="54213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read</a:t>
            </a:r>
            <a:endParaRPr lang="de-DE" sz="1400" dirty="0"/>
          </a:p>
        </p:txBody>
      </p:sp>
      <p:sp>
        <p:nvSpPr>
          <p:cNvPr id="67" name="Oval 40"/>
          <p:cNvSpPr>
            <a:spLocks noChangeArrowheads="1"/>
          </p:cNvSpPr>
          <p:nvPr/>
        </p:nvSpPr>
        <p:spPr bwMode="auto">
          <a:xfrm>
            <a:off x="8941460" y="5435451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2" name="Oval 4"/>
          <p:cNvSpPr>
            <a:spLocks noChangeArrowheads="1"/>
          </p:cNvSpPr>
          <p:nvPr/>
        </p:nvSpPr>
        <p:spPr bwMode="auto">
          <a:xfrm>
            <a:off x="8843777" y="5334144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3" name="Rectangle 5"/>
          <p:cNvSpPr>
            <a:spLocks noChangeArrowheads="1"/>
          </p:cNvSpPr>
          <p:nvPr/>
        </p:nvSpPr>
        <p:spPr bwMode="auto">
          <a:xfrm rot="5400000">
            <a:off x="10139228" y="4332928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4" name="Text Box 33"/>
          <p:cNvSpPr txBox="1">
            <a:spLocks noChangeArrowheads="1"/>
          </p:cNvSpPr>
          <p:nvPr/>
        </p:nvSpPr>
        <p:spPr bwMode="auto">
          <a:xfrm>
            <a:off x="9193005" y="4234279"/>
            <a:ext cx="9108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consume</a:t>
            </a:r>
            <a:endParaRPr lang="de-DE" sz="1400" dirty="0"/>
          </a:p>
        </p:txBody>
      </p:sp>
      <p:cxnSp>
        <p:nvCxnSpPr>
          <p:cNvPr id="75" name="AutoShape 29"/>
          <p:cNvCxnSpPr>
            <a:cxnSpLocks noChangeShapeType="1"/>
            <a:stCxn id="63" idx="6"/>
            <a:endCxn id="73" idx="1"/>
          </p:cNvCxnSpPr>
          <p:nvPr/>
        </p:nvCxnSpPr>
        <p:spPr bwMode="auto">
          <a:xfrm>
            <a:off x="9196237" y="3519900"/>
            <a:ext cx="1087453" cy="84874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6" name="AutoShape 29"/>
          <p:cNvCxnSpPr>
            <a:cxnSpLocks noChangeShapeType="1"/>
            <a:stCxn id="73" idx="3"/>
            <a:endCxn id="72" idx="6"/>
          </p:cNvCxnSpPr>
          <p:nvPr/>
        </p:nvCxnSpPr>
        <p:spPr bwMode="auto">
          <a:xfrm rot="5400000">
            <a:off x="9315537" y="4546173"/>
            <a:ext cx="856754" cy="10795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7" name="AutoShape 29"/>
          <p:cNvCxnSpPr>
            <a:cxnSpLocks noChangeShapeType="1"/>
            <a:stCxn id="72" idx="2"/>
          </p:cNvCxnSpPr>
          <p:nvPr/>
        </p:nvCxnSpPr>
        <p:spPr bwMode="auto">
          <a:xfrm rot="10800000">
            <a:off x="7836435" y="4690635"/>
            <a:ext cx="1007343" cy="82369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78" name="Oval 4"/>
          <p:cNvSpPr>
            <a:spLocks noChangeArrowheads="1"/>
          </p:cNvSpPr>
          <p:nvPr/>
        </p:nvSpPr>
        <p:spPr bwMode="auto">
          <a:xfrm>
            <a:off x="5999376" y="3359515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9" name="Oval 40"/>
          <p:cNvSpPr>
            <a:spLocks noChangeArrowheads="1"/>
          </p:cNvSpPr>
          <p:nvPr/>
        </p:nvSpPr>
        <p:spPr bwMode="auto">
          <a:xfrm>
            <a:off x="6114246" y="3463488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0" name="Oval 4"/>
          <p:cNvSpPr>
            <a:spLocks noChangeArrowheads="1"/>
          </p:cNvSpPr>
          <p:nvPr/>
        </p:nvSpPr>
        <p:spPr bwMode="auto">
          <a:xfrm>
            <a:off x="6007279" y="5353941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81" name="AutoShape 29"/>
          <p:cNvCxnSpPr>
            <a:cxnSpLocks noChangeShapeType="1"/>
            <a:stCxn id="78" idx="2"/>
            <a:endCxn id="53" idx="1"/>
          </p:cNvCxnSpPr>
          <p:nvPr/>
        </p:nvCxnSpPr>
        <p:spPr bwMode="auto">
          <a:xfrm rot="10800000" flipV="1">
            <a:off x="4811081" y="3539696"/>
            <a:ext cx="1188294" cy="84907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5" name="AutoShape 29"/>
          <p:cNvCxnSpPr>
            <a:cxnSpLocks noChangeShapeType="1"/>
            <a:stCxn id="64" idx="1"/>
            <a:endCxn id="78" idx="6"/>
          </p:cNvCxnSpPr>
          <p:nvPr/>
        </p:nvCxnSpPr>
        <p:spPr bwMode="auto">
          <a:xfrm rot="16200000" flipV="1">
            <a:off x="6631075" y="3268360"/>
            <a:ext cx="862014" cy="140468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8" name="AutoShape 29"/>
          <p:cNvCxnSpPr>
            <a:cxnSpLocks noChangeShapeType="1"/>
            <a:stCxn id="53" idx="3"/>
            <a:endCxn id="80" idx="2"/>
          </p:cNvCxnSpPr>
          <p:nvPr/>
        </p:nvCxnSpPr>
        <p:spPr bwMode="auto">
          <a:xfrm rot="16200000" flipH="1">
            <a:off x="4980965" y="4507808"/>
            <a:ext cx="856431" cy="119619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1" name="AutoShape 29"/>
          <p:cNvCxnSpPr>
            <a:cxnSpLocks noChangeShapeType="1"/>
            <a:stCxn id="80" idx="6"/>
            <a:endCxn id="64" idx="3"/>
          </p:cNvCxnSpPr>
          <p:nvPr/>
        </p:nvCxnSpPr>
        <p:spPr bwMode="auto">
          <a:xfrm flipV="1">
            <a:off x="6367641" y="4690636"/>
            <a:ext cx="1396784" cy="84348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159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346048" y="1031239"/>
            <a:ext cx="7910055" cy="984885"/>
          </a:xfrm>
        </p:spPr>
        <p:txBody>
          <a:bodyPr/>
          <a:lstStyle/>
          <a:p>
            <a:pPr eaLnBrk="1" hangingPunct="1"/>
            <a:r>
              <a:rPr lang="de-DE" dirty="0"/>
              <a:t>Place/Transition Nets: Beispiel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idx="1"/>
          </p:nvPr>
        </p:nvSpPr>
        <p:spPr>
          <a:xfrm>
            <a:off x="1134659" y="3475693"/>
            <a:ext cx="5323205" cy="35330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de-DE" sz="2800" dirty="0"/>
              <a:t> </a:t>
            </a:r>
          </a:p>
        </p:txBody>
      </p:sp>
      <p:sp>
        <p:nvSpPr>
          <p:cNvPr id="1331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331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63563" y="5989381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68</a:t>
            </a:fld>
            <a:r>
              <a:rPr lang="de-DE"/>
              <a:t> </a:t>
            </a:r>
          </a:p>
        </p:txBody>
      </p:sp>
      <p:sp>
        <p:nvSpPr>
          <p:cNvPr id="13332" name="Oval 4"/>
          <p:cNvSpPr>
            <a:spLocks noChangeArrowheads="1"/>
          </p:cNvSpPr>
          <p:nvPr/>
        </p:nvSpPr>
        <p:spPr bwMode="auto">
          <a:xfrm>
            <a:off x="3391510" y="3359838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3" name="Rectangle 5"/>
          <p:cNvSpPr>
            <a:spLocks noChangeArrowheads="1"/>
          </p:cNvSpPr>
          <p:nvPr/>
        </p:nvSpPr>
        <p:spPr bwMode="auto">
          <a:xfrm rot="5400000">
            <a:off x="2247608" y="4386112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13357" name="AutoShape 29"/>
          <p:cNvCxnSpPr>
            <a:cxnSpLocks noChangeShapeType="1"/>
            <a:stCxn id="13333" idx="1"/>
            <a:endCxn id="13332" idx="2"/>
          </p:cNvCxnSpPr>
          <p:nvPr/>
        </p:nvCxnSpPr>
        <p:spPr bwMode="auto">
          <a:xfrm rot="5400000" flipH="1" flipV="1">
            <a:off x="2450885" y="3481205"/>
            <a:ext cx="881811" cy="99944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3320" name="Text Box 33"/>
          <p:cNvSpPr txBox="1">
            <a:spLocks noChangeArrowheads="1"/>
          </p:cNvSpPr>
          <p:nvPr/>
        </p:nvSpPr>
        <p:spPr bwMode="auto">
          <a:xfrm>
            <a:off x="1555637" y="4128867"/>
            <a:ext cx="83067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produce</a:t>
            </a:r>
            <a:endParaRPr lang="de-DE" sz="1400" dirty="0"/>
          </a:p>
        </p:txBody>
      </p:sp>
      <p:sp>
        <p:nvSpPr>
          <p:cNvPr id="13323" name="Text Box 37"/>
          <p:cNvSpPr txBox="1">
            <a:spLocks noChangeArrowheads="1"/>
          </p:cNvSpPr>
          <p:nvPr/>
        </p:nvSpPr>
        <p:spPr bwMode="auto">
          <a:xfrm>
            <a:off x="2913413" y="2473943"/>
            <a:ext cx="12250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/>
              <a:t>Producer</a:t>
            </a:r>
          </a:p>
        </p:txBody>
      </p:sp>
      <p:sp>
        <p:nvSpPr>
          <p:cNvPr id="13325" name="Oval 40"/>
          <p:cNvSpPr>
            <a:spLocks noChangeArrowheads="1"/>
          </p:cNvSpPr>
          <p:nvPr/>
        </p:nvSpPr>
        <p:spPr bwMode="auto">
          <a:xfrm>
            <a:off x="3497096" y="3463488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28" name="Line 78"/>
          <p:cNvSpPr>
            <a:spLocks noChangeShapeType="1"/>
          </p:cNvSpPr>
          <p:nvPr/>
        </p:nvSpPr>
        <p:spPr bwMode="auto">
          <a:xfrm flipH="1">
            <a:off x="2649783" y="4551803"/>
            <a:ext cx="303501" cy="1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  <p:sp>
        <p:nvSpPr>
          <p:cNvPr id="13329" name="Text Box 79"/>
          <p:cNvSpPr txBox="1">
            <a:spLocks noChangeArrowheads="1"/>
          </p:cNvSpPr>
          <p:nvPr/>
        </p:nvSpPr>
        <p:spPr bwMode="auto">
          <a:xfrm>
            <a:off x="2940323" y="4398415"/>
            <a:ext cx="96346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Transition</a:t>
            </a:r>
          </a:p>
        </p:txBody>
      </p:sp>
      <p:sp>
        <p:nvSpPr>
          <p:cNvPr id="13331" name="Line 81"/>
          <p:cNvSpPr>
            <a:spLocks noChangeShapeType="1"/>
          </p:cNvSpPr>
          <p:nvPr/>
        </p:nvSpPr>
        <p:spPr bwMode="auto">
          <a:xfrm>
            <a:off x="2607647" y="3215007"/>
            <a:ext cx="720080" cy="195041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  <p:sp>
        <p:nvSpPr>
          <p:cNvPr id="51" name="Text Box 80"/>
          <p:cNvSpPr txBox="1">
            <a:spLocks noChangeArrowheads="1"/>
          </p:cNvSpPr>
          <p:nvPr/>
        </p:nvSpPr>
        <p:spPr bwMode="auto">
          <a:xfrm>
            <a:off x="2034596" y="2998120"/>
            <a:ext cx="63350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Place</a:t>
            </a:r>
          </a:p>
        </p:txBody>
      </p:sp>
      <p:sp>
        <p:nvSpPr>
          <p:cNvPr id="47" name="Text Box 37"/>
          <p:cNvSpPr txBox="1">
            <a:spLocks noChangeArrowheads="1"/>
          </p:cNvSpPr>
          <p:nvPr/>
        </p:nvSpPr>
        <p:spPr bwMode="auto">
          <a:xfrm>
            <a:off x="5803230" y="2473943"/>
            <a:ext cx="86292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 err="1"/>
              <a:t>Buffer</a:t>
            </a:r>
            <a:endParaRPr lang="de-DE" sz="2000" dirty="0"/>
          </a:p>
        </p:txBody>
      </p:sp>
      <p:sp>
        <p:nvSpPr>
          <p:cNvPr id="48" name="Text Box 37"/>
          <p:cNvSpPr txBox="1">
            <a:spLocks noChangeArrowheads="1"/>
          </p:cNvSpPr>
          <p:nvPr/>
        </p:nvSpPr>
        <p:spPr bwMode="auto">
          <a:xfrm>
            <a:off x="8540882" y="2473943"/>
            <a:ext cx="136768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/>
              <a:t>Consumer</a:t>
            </a:r>
          </a:p>
        </p:txBody>
      </p:sp>
      <p:sp>
        <p:nvSpPr>
          <p:cNvPr id="49" name="Oval 4"/>
          <p:cNvSpPr>
            <a:spLocks noChangeArrowheads="1"/>
          </p:cNvSpPr>
          <p:nvPr/>
        </p:nvSpPr>
        <p:spPr bwMode="auto">
          <a:xfrm>
            <a:off x="3399413" y="5354264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53" name="Rectangle 5"/>
          <p:cNvSpPr>
            <a:spLocks noChangeArrowheads="1"/>
          </p:cNvSpPr>
          <p:nvPr/>
        </p:nvSpPr>
        <p:spPr bwMode="auto">
          <a:xfrm rot="5400000">
            <a:off x="4759385" y="4353048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55" name="Text Box 33"/>
          <p:cNvSpPr txBox="1">
            <a:spLocks noChangeArrowheads="1"/>
          </p:cNvSpPr>
          <p:nvPr/>
        </p:nvSpPr>
        <p:spPr bwMode="auto">
          <a:xfrm>
            <a:off x="4178858" y="4254399"/>
            <a:ext cx="5629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write</a:t>
            </a:r>
            <a:endParaRPr lang="de-DE" sz="1400" dirty="0"/>
          </a:p>
        </p:txBody>
      </p:sp>
      <p:cxnSp>
        <p:nvCxnSpPr>
          <p:cNvPr id="56" name="AutoShape 29"/>
          <p:cNvCxnSpPr>
            <a:cxnSpLocks noChangeShapeType="1"/>
          </p:cNvCxnSpPr>
          <p:nvPr/>
        </p:nvCxnSpPr>
        <p:spPr bwMode="auto">
          <a:xfrm>
            <a:off x="3761984" y="3540020"/>
            <a:ext cx="1087453" cy="84874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AutoShape 29"/>
          <p:cNvCxnSpPr>
            <a:cxnSpLocks noChangeShapeType="1"/>
          </p:cNvCxnSpPr>
          <p:nvPr/>
        </p:nvCxnSpPr>
        <p:spPr bwMode="auto">
          <a:xfrm rot="5400000">
            <a:off x="3880714" y="4566293"/>
            <a:ext cx="856754" cy="10795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0" name="AutoShape 29"/>
          <p:cNvCxnSpPr>
            <a:cxnSpLocks noChangeShapeType="1"/>
            <a:stCxn id="49" idx="2"/>
            <a:endCxn id="13333" idx="3"/>
          </p:cNvCxnSpPr>
          <p:nvPr/>
        </p:nvCxnSpPr>
        <p:spPr bwMode="auto">
          <a:xfrm rot="10800000">
            <a:off x="2392071" y="4710755"/>
            <a:ext cx="1007343" cy="82369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3" name="Oval 4"/>
          <p:cNvSpPr>
            <a:spLocks noChangeArrowheads="1"/>
          </p:cNvSpPr>
          <p:nvPr/>
        </p:nvSpPr>
        <p:spPr bwMode="auto">
          <a:xfrm>
            <a:off x="8928639" y="3339718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64" name="Rectangle 5"/>
          <p:cNvSpPr>
            <a:spLocks noChangeArrowheads="1"/>
          </p:cNvSpPr>
          <p:nvPr/>
        </p:nvSpPr>
        <p:spPr bwMode="auto">
          <a:xfrm rot="5400000">
            <a:off x="7712729" y="4365992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65" name="AutoShape 29"/>
          <p:cNvCxnSpPr>
            <a:cxnSpLocks noChangeShapeType="1"/>
            <a:endCxn id="63" idx="2"/>
          </p:cNvCxnSpPr>
          <p:nvPr/>
        </p:nvCxnSpPr>
        <p:spPr bwMode="auto">
          <a:xfrm rot="5400000" flipH="1" flipV="1">
            <a:off x="7988014" y="3461085"/>
            <a:ext cx="881811" cy="99944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6" name="Text Box 33"/>
          <p:cNvSpPr txBox="1">
            <a:spLocks noChangeArrowheads="1"/>
          </p:cNvSpPr>
          <p:nvPr/>
        </p:nvSpPr>
        <p:spPr bwMode="auto">
          <a:xfrm>
            <a:off x="7165028" y="4108747"/>
            <a:ext cx="54213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read</a:t>
            </a:r>
            <a:endParaRPr lang="de-DE" sz="1400" dirty="0"/>
          </a:p>
        </p:txBody>
      </p:sp>
      <p:sp>
        <p:nvSpPr>
          <p:cNvPr id="67" name="Oval 40"/>
          <p:cNvSpPr>
            <a:spLocks noChangeArrowheads="1"/>
          </p:cNvSpPr>
          <p:nvPr/>
        </p:nvSpPr>
        <p:spPr bwMode="auto">
          <a:xfrm>
            <a:off x="9034225" y="5435451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2" name="Oval 4"/>
          <p:cNvSpPr>
            <a:spLocks noChangeArrowheads="1"/>
          </p:cNvSpPr>
          <p:nvPr/>
        </p:nvSpPr>
        <p:spPr bwMode="auto">
          <a:xfrm>
            <a:off x="8936542" y="5334144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3" name="Rectangle 5"/>
          <p:cNvSpPr>
            <a:spLocks noChangeArrowheads="1"/>
          </p:cNvSpPr>
          <p:nvPr/>
        </p:nvSpPr>
        <p:spPr bwMode="auto">
          <a:xfrm rot="5400000">
            <a:off x="10231993" y="4332928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4" name="Text Box 33"/>
          <p:cNvSpPr txBox="1">
            <a:spLocks noChangeArrowheads="1"/>
          </p:cNvSpPr>
          <p:nvPr/>
        </p:nvSpPr>
        <p:spPr bwMode="auto">
          <a:xfrm>
            <a:off x="9285770" y="4234279"/>
            <a:ext cx="9108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consume</a:t>
            </a:r>
            <a:endParaRPr lang="de-DE" sz="1400" dirty="0"/>
          </a:p>
        </p:txBody>
      </p:sp>
      <p:cxnSp>
        <p:nvCxnSpPr>
          <p:cNvPr id="75" name="AutoShape 29"/>
          <p:cNvCxnSpPr>
            <a:cxnSpLocks noChangeShapeType="1"/>
            <a:stCxn id="63" idx="6"/>
            <a:endCxn id="73" idx="1"/>
          </p:cNvCxnSpPr>
          <p:nvPr/>
        </p:nvCxnSpPr>
        <p:spPr bwMode="auto">
          <a:xfrm>
            <a:off x="9289002" y="3519900"/>
            <a:ext cx="1087453" cy="84874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6" name="AutoShape 29"/>
          <p:cNvCxnSpPr>
            <a:cxnSpLocks noChangeShapeType="1"/>
            <a:stCxn id="73" idx="3"/>
            <a:endCxn id="72" idx="6"/>
          </p:cNvCxnSpPr>
          <p:nvPr/>
        </p:nvCxnSpPr>
        <p:spPr bwMode="auto">
          <a:xfrm rot="5400000">
            <a:off x="9408302" y="4546173"/>
            <a:ext cx="856754" cy="10795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7" name="AutoShape 29"/>
          <p:cNvCxnSpPr>
            <a:cxnSpLocks noChangeShapeType="1"/>
            <a:stCxn id="72" idx="2"/>
          </p:cNvCxnSpPr>
          <p:nvPr/>
        </p:nvCxnSpPr>
        <p:spPr bwMode="auto">
          <a:xfrm rot="10800000">
            <a:off x="7929200" y="4690635"/>
            <a:ext cx="1007343" cy="82369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78" name="Oval 4"/>
          <p:cNvSpPr>
            <a:spLocks noChangeArrowheads="1"/>
          </p:cNvSpPr>
          <p:nvPr/>
        </p:nvSpPr>
        <p:spPr bwMode="auto">
          <a:xfrm>
            <a:off x="6092141" y="3359515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9" name="Oval 40"/>
          <p:cNvSpPr>
            <a:spLocks noChangeArrowheads="1"/>
          </p:cNvSpPr>
          <p:nvPr/>
        </p:nvSpPr>
        <p:spPr bwMode="auto">
          <a:xfrm>
            <a:off x="6207011" y="3463488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0" name="Oval 4"/>
          <p:cNvSpPr>
            <a:spLocks noChangeArrowheads="1"/>
          </p:cNvSpPr>
          <p:nvPr/>
        </p:nvSpPr>
        <p:spPr bwMode="auto">
          <a:xfrm>
            <a:off x="6100044" y="5353941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81" name="AutoShape 29"/>
          <p:cNvCxnSpPr>
            <a:cxnSpLocks noChangeShapeType="1"/>
            <a:stCxn id="78" idx="2"/>
            <a:endCxn id="53" idx="1"/>
          </p:cNvCxnSpPr>
          <p:nvPr/>
        </p:nvCxnSpPr>
        <p:spPr bwMode="auto">
          <a:xfrm rot="10800000" flipV="1">
            <a:off x="4903846" y="3539696"/>
            <a:ext cx="1188294" cy="84907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5" name="AutoShape 29"/>
          <p:cNvCxnSpPr>
            <a:cxnSpLocks noChangeShapeType="1"/>
            <a:stCxn id="64" idx="1"/>
            <a:endCxn id="78" idx="6"/>
          </p:cNvCxnSpPr>
          <p:nvPr/>
        </p:nvCxnSpPr>
        <p:spPr bwMode="auto">
          <a:xfrm rot="16200000" flipV="1">
            <a:off x="6723840" y="3268360"/>
            <a:ext cx="862014" cy="140468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8" name="AutoShape 29"/>
          <p:cNvCxnSpPr>
            <a:cxnSpLocks noChangeShapeType="1"/>
            <a:stCxn id="53" idx="3"/>
            <a:endCxn id="80" idx="2"/>
          </p:cNvCxnSpPr>
          <p:nvPr/>
        </p:nvCxnSpPr>
        <p:spPr bwMode="auto">
          <a:xfrm rot="16200000" flipH="1">
            <a:off x="5073730" y="4507808"/>
            <a:ext cx="856431" cy="119619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1" name="AutoShape 29"/>
          <p:cNvCxnSpPr>
            <a:cxnSpLocks noChangeShapeType="1"/>
            <a:stCxn id="80" idx="6"/>
            <a:endCxn id="64" idx="3"/>
          </p:cNvCxnSpPr>
          <p:nvPr/>
        </p:nvCxnSpPr>
        <p:spPr bwMode="auto">
          <a:xfrm flipV="1">
            <a:off x="6460406" y="4690636"/>
            <a:ext cx="1396784" cy="84348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67025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346048" y="1031239"/>
            <a:ext cx="8428811" cy="984885"/>
          </a:xfrm>
        </p:spPr>
        <p:txBody>
          <a:bodyPr/>
          <a:lstStyle/>
          <a:p>
            <a:pPr eaLnBrk="1" hangingPunct="1"/>
            <a:r>
              <a:rPr lang="de-DE" dirty="0"/>
              <a:t>Place/Transition Nets: Beispiel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idx="1"/>
          </p:nvPr>
        </p:nvSpPr>
        <p:spPr>
          <a:xfrm>
            <a:off x="1139392" y="3475693"/>
            <a:ext cx="5323205" cy="35330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de-DE" sz="2800" dirty="0"/>
              <a:t> </a:t>
            </a:r>
          </a:p>
        </p:txBody>
      </p:sp>
      <p:sp>
        <p:nvSpPr>
          <p:cNvPr id="1331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331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69</a:t>
            </a:fld>
            <a:r>
              <a:rPr lang="de-DE"/>
              <a:t> </a:t>
            </a:r>
          </a:p>
        </p:txBody>
      </p:sp>
      <p:sp>
        <p:nvSpPr>
          <p:cNvPr id="13332" name="Oval 4"/>
          <p:cNvSpPr>
            <a:spLocks noChangeArrowheads="1"/>
          </p:cNvSpPr>
          <p:nvPr/>
        </p:nvSpPr>
        <p:spPr bwMode="auto">
          <a:xfrm>
            <a:off x="3396243" y="3359838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3" name="Rectangle 5"/>
          <p:cNvSpPr>
            <a:spLocks noChangeArrowheads="1"/>
          </p:cNvSpPr>
          <p:nvPr/>
        </p:nvSpPr>
        <p:spPr bwMode="auto">
          <a:xfrm rot="5400000">
            <a:off x="2252341" y="4386112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13357" name="AutoShape 29"/>
          <p:cNvCxnSpPr>
            <a:cxnSpLocks noChangeShapeType="1"/>
            <a:stCxn id="13333" idx="1"/>
            <a:endCxn id="13332" idx="2"/>
          </p:cNvCxnSpPr>
          <p:nvPr/>
        </p:nvCxnSpPr>
        <p:spPr bwMode="auto">
          <a:xfrm rot="5400000" flipH="1" flipV="1">
            <a:off x="2455618" y="3481205"/>
            <a:ext cx="881811" cy="99944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3320" name="Text Box 33"/>
          <p:cNvSpPr txBox="1">
            <a:spLocks noChangeArrowheads="1"/>
          </p:cNvSpPr>
          <p:nvPr/>
        </p:nvSpPr>
        <p:spPr bwMode="auto">
          <a:xfrm>
            <a:off x="1560370" y="4128867"/>
            <a:ext cx="83067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produce</a:t>
            </a:r>
            <a:endParaRPr lang="de-DE" sz="1400" dirty="0"/>
          </a:p>
        </p:txBody>
      </p:sp>
      <p:sp>
        <p:nvSpPr>
          <p:cNvPr id="13323" name="Text Box 37"/>
          <p:cNvSpPr txBox="1">
            <a:spLocks noChangeArrowheads="1"/>
          </p:cNvSpPr>
          <p:nvPr/>
        </p:nvSpPr>
        <p:spPr bwMode="auto">
          <a:xfrm>
            <a:off x="2918146" y="2473943"/>
            <a:ext cx="12250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/>
              <a:t>Producer</a:t>
            </a:r>
          </a:p>
        </p:txBody>
      </p:sp>
      <p:sp>
        <p:nvSpPr>
          <p:cNvPr id="13325" name="Oval 40"/>
          <p:cNvSpPr>
            <a:spLocks noChangeArrowheads="1"/>
          </p:cNvSpPr>
          <p:nvPr/>
        </p:nvSpPr>
        <p:spPr bwMode="auto">
          <a:xfrm>
            <a:off x="3501829" y="5455571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28" name="Line 78"/>
          <p:cNvSpPr>
            <a:spLocks noChangeShapeType="1"/>
          </p:cNvSpPr>
          <p:nvPr/>
        </p:nvSpPr>
        <p:spPr bwMode="auto">
          <a:xfrm flipH="1">
            <a:off x="2654516" y="4551803"/>
            <a:ext cx="303501" cy="1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  <p:sp>
        <p:nvSpPr>
          <p:cNvPr id="13329" name="Text Box 79"/>
          <p:cNvSpPr txBox="1">
            <a:spLocks noChangeArrowheads="1"/>
          </p:cNvSpPr>
          <p:nvPr/>
        </p:nvSpPr>
        <p:spPr bwMode="auto">
          <a:xfrm>
            <a:off x="2945056" y="4398415"/>
            <a:ext cx="96346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Transition</a:t>
            </a:r>
          </a:p>
        </p:txBody>
      </p:sp>
      <p:sp>
        <p:nvSpPr>
          <p:cNvPr id="13331" name="Line 81"/>
          <p:cNvSpPr>
            <a:spLocks noChangeShapeType="1"/>
          </p:cNvSpPr>
          <p:nvPr/>
        </p:nvSpPr>
        <p:spPr bwMode="auto">
          <a:xfrm>
            <a:off x="2612380" y="3215007"/>
            <a:ext cx="720080" cy="195041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  <p:sp>
        <p:nvSpPr>
          <p:cNvPr id="51" name="Text Box 80"/>
          <p:cNvSpPr txBox="1">
            <a:spLocks noChangeArrowheads="1"/>
          </p:cNvSpPr>
          <p:nvPr/>
        </p:nvSpPr>
        <p:spPr bwMode="auto">
          <a:xfrm>
            <a:off x="2039329" y="2998120"/>
            <a:ext cx="63350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Place</a:t>
            </a:r>
          </a:p>
        </p:txBody>
      </p:sp>
      <p:sp>
        <p:nvSpPr>
          <p:cNvPr id="47" name="Text Box 37"/>
          <p:cNvSpPr txBox="1">
            <a:spLocks noChangeArrowheads="1"/>
          </p:cNvSpPr>
          <p:nvPr/>
        </p:nvSpPr>
        <p:spPr bwMode="auto">
          <a:xfrm>
            <a:off x="5807963" y="2473943"/>
            <a:ext cx="86292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 err="1"/>
              <a:t>Buffer</a:t>
            </a:r>
            <a:endParaRPr lang="de-DE" sz="2000" dirty="0"/>
          </a:p>
        </p:txBody>
      </p:sp>
      <p:sp>
        <p:nvSpPr>
          <p:cNvPr id="48" name="Text Box 37"/>
          <p:cNvSpPr txBox="1">
            <a:spLocks noChangeArrowheads="1"/>
          </p:cNvSpPr>
          <p:nvPr/>
        </p:nvSpPr>
        <p:spPr bwMode="auto">
          <a:xfrm>
            <a:off x="8545615" y="2473943"/>
            <a:ext cx="136768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/>
              <a:t>Consumer</a:t>
            </a:r>
          </a:p>
        </p:txBody>
      </p:sp>
      <p:sp>
        <p:nvSpPr>
          <p:cNvPr id="49" name="Oval 4"/>
          <p:cNvSpPr>
            <a:spLocks noChangeArrowheads="1"/>
          </p:cNvSpPr>
          <p:nvPr/>
        </p:nvSpPr>
        <p:spPr bwMode="auto">
          <a:xfrm>
            <a:off x="3404146" y="5354264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53" name="Rectangle 5"/>
          <p:cNvSpPr>
            <a:spLocks noChangeArrowheads="1"/>
          </p:cNvSpPr>
          <p:nvPr/>
        </p:nvSpPr>
        <p:spPr bwMode="auto">
          <a:xfrm rot="5400000">
            <a:off x="4764118" y="4353048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55" name="Text Box 33"/>
          <p:cNvSpPr txBox="1">
            <a:spLocks noChangeArrowheads="1"/>
          </p:cNvSpPr>
          <p:nvPr/>
        </p:nvSpPr>
        <p:spPr bwMode="auto">
          <a:xfrm>
            <a:off x="4183591" y="4254399"/>
            <a:ext cx="5629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write</a:t>
            </a:r>
            <a:endParaRPr lang="de-DE" sz="1400" dirty="0"/>
          </a:p>
        </p:txBody>
      </p:sp>
      <p:cxnSp>
        <p:nvCxnSpPr>
          <p:cNvPr id="56" name="AutoShape 29"/>
          <p:cNvCxnSpPr>
            <a:cxnSpLocks noChangeShapeType="1"/>
          </p:cNvCxnSpPr>
          <p:nvPr/>
        </p:nvCxnSpPr>
        <p:spPr bwMode="auto">
          <a:xfrm>
            <a:off x="3766717" y="3540020"/>
            <a:ext cx="1087453" cy="84874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AutoShape 29"/>
          <p:cNvCxnSpPr>
            <a:cxnSpLocks noChangeShapeType="1"/>
          </p:cNvCxnSpPr>
          <p:nvPr/>
        </p:nvCxnSpPr>
        <p:spPr bwMode="auto">
          <a:xfrm rot="5400000">
            <a:off x="3885447" y="4566293"/>
            <a:ext cx="856754" cy="10795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0" name="AutoShape 29"/>
          <p:cNvCxnSpPr>
            <a:cxnSpLocks noChangeShapeType="1"/>
            <a:stCxn id="49" idx="2"/>
            <a:endCxn id="13333" idx="3"/>
          </p:cNvCxnSpPr>
          <p:nvPr/>
        </p:nvCxnSpPr>
        <p:spPr bwMode="auto">
          <a:xfrm rot="10800000">
            <a:off x="2396804" y="4710755"/>
            <a:ext cx="1007343" cy="82369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3" name="Oval 4"/>
          <p:cNvSpPr>
            <a:spLocks noChangeArrowheads="1"/>
          </p:cNvSpPr>
          <p:nvPr/>
        </p:nvSpPr>
        <p:spPr bwMode="auto">
          <a:xfrm>
            <a:off x="8933372" y="3339718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64" name="Rectangle 5"/>
          <p:cNvSpPr>
            <a:spLocks noChangeArrowheads="1"/>
          </p:cNvSpPr>
          <p:nvPr/>
        </p:nvSpPr>
        <p:spPr bwMode="auto">
          <a:xfrm rot="5400000">
            <a:off x="7717462" y="4365992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65" name="AutoShape 29"/>
          <p:cNvCxnSpPr>
            <a:cxnSpLocks noChangeShapeType="1"/>
            <a:endCxn id="63" idx="2"/>
          </p:cNvCxnSpPr>
          <p:nvPr/>
        </p:nvCxnSpPr>
        <p:spPr bwMode="auto">
          <a:xfrm rot="5400000" flipH="1" flipV="1">
            <a:off x="7992747" y="3461085"/>
            <a:ext cx="881811" cy="99944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6" name="Text Box 33"/>
          <p:cNvSpPr txBox="1">
            <a:spLocks noChangeArrowheads="1"/>
          </p:cNvSpPr>
          <p:nvPr/>
        </p:nvSpPr>
        <p:spPr bwMode="auto">
          <a:xfrm>
            <a:off x="7169761" y="4108747"/>
            <a:ext cx="54213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read</a:t>
            </a:r>
            <a:endParaRPr lang="de-DE" sz="1400" dirty="0"/>
          </a:p>
        </p:txBody>
      </p:sp>
      <p:sp>
        <p:nvSpPr>
          <p:cNvPr id="67" name="Oval 40"/>
          <p:cNvSpPr>
            <a:spLocks noChangeArrowheads="1"/>
          </p:cNvSpPr>
          <p:nvPr/>
        </p:nvSpPr>
        <p:spPr bwMode="auto">
          <a:xfrm>
            <a:off x="9038958" y="5435451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2" name="Oval 4"/>
          <p:cNvSpPr>
            <a:spLocks noChangeArrowheads="1"/>
          </p:cNvSpPr>
          <p:nvPr/>
        </p:nvSpPr>
        <p:spPr bwMode="auto">
          <a:xfrm>
            <a:off x="8941275" y="5334144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3" name="Rectangle 5"/>
          <p:cNvSpPr>
            <a:spLocks noChangeArrowheads="1"/>
          </p:cNvSpPr>
          <p:nvPr/>
        </p:nvSpPr>
        <p:spPr bwMode="auto">
          <a:xfrm rot="5400000">
            <a:off x="10236726" y="4332928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4" name="Text Box 33"/>
          <p:cNvSpPr txBox="1">
            <a:spLocks noChangeArrowheads="1"/>
          </p:cNvSpPr>
          <p:nvPr/>
        </p:nvSpPr>
        <p:spPr bwMode="auto">
          <a:xfrm>
            <a:off x="9290503" y="4234279"/>
            <a:ext cx="9108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consume</a:t>
            </a:r>
            <a:endParaRPr lang="de-DE" sz="1400" dirty="0"/>
          </a:p>
        </p:txBody>
      </p:sp>
      <p:cxnSp>
        <p:nvCxnSpPr>
          <p:cNvPr id="75" name="AutoShape 29"/>
          <p:cNvCxnSpPr>
            <a:cxnSpLocks noChangeShapeType="1"/>
            <a:stCxn id="63" idx="6"/>
            <a:endCxn id="73" idx="1"/>
          </p:cNvCxnSpPr>
          <p:nvPr/>
        </p:nvCxnSpPr>
        <p:spPr bwMode="auto">
          <a:xfrm>
            <a:off x="9293735" y="3519900"/>
            <a:ext cx="1087453" cy="84874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6" name="AutoShape 29"/>
          <p:cNvCxnSpPr>
            <a:cxnSpLocks noChangeShapeType="1"/>
            <a:stCxn id="73" idx="3"/>
            <a:endCxn id="72" idx="6"/>
          </p:cNvCxnSpPr>
          <p:nvPr/>
        </p:nvCxnSpPr>
        <p:spPr bwMode="auto">
          <a:xfrm rot="5400000">
            <a:off x="9413035" y="4546173"/>
            <a:ext cx="856754" cy="10795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7" name="AutoShape 29"/>
          <p:cNvCxnSpPr>
            <a:cxnSpLocks noChangeShapeType="1"/>
            <a:stCxn id="72" idx="2"/>
          </p:cNvCxnSpPr>
          <p:nvPr/>
        </p:nvCxnSpPr>
        <p:spPr bwMode="auto">
          <a:xfrm rot="10800000">
            <a:off x="7933933" y="4690635"/>
            <a:ext cx="1007343" cy="82369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78" name="Oval 4"/>
          <p:cNvSpPr>
            <a:spLocks noChangeArrowheads="1"/>
          </p:cNvSpPr>
          <p:nvPr/>
        </p:nvSpPr>
        <p:spPr bwMode="auto">
          <a:xfrm>
            <a:off x="6096874" y="3359515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9" name="Oval 40"/>
          <p:cNvSpPr>
            <a:spLocks noChangeArrowheads="1"/>
          </p:cNvSpPr>
          <p:nvPr/>
        </p:nvSpPr>
        <p:spPr bwMode="auto">
          <a:xfrm>
            <a:off x="6211744" y="5462285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0" name="Oval 4"/>
          <p:cNvSpPr>
            <a:spLocks noChangeArrowheads="1"/>
          </p:cNvSpPr>
          <p:nvPr/>
        </p:nvSpPr>
        <p:spPr bwMode="auto">
          <a:xfrm>
            <a:off x="6104777" y="5353941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81" name="AutoShape 29"/>
          <p:cNvCxnSpPr>
            <a:cxnSpLocks noChangeShapeType="1"/>
            <a:stCxn id="78" idx="2"/>
            <a:endCxn id="53" idx="1"/>
          </p:cNvCxnSpPr>
          <p:nvPr/>
        </p:nvCxnSpPr>
        <p:spPr bwMode="auto">
          <a:xfrm rot="10800000" flipV="1">
            <a:off x="4908579" y="3539696"/>
            <a:ext cx="1188294" cy="84907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5" name="AutoShape 29"/>
          <p:cNvCxnSpPr>
            <a:cxnSpLocks noChangeShapeType="1"/>
            <a:stCxn id="64" idx="1"/>
            <a:endCxn id="78" idx="6"/>
          </p:cNvCxnSpPr>
          <p:nvPr/>
        </p:nvCxnSpPr>
        <p:spPr bwMode="auto">
          <a:xfrm rot="16200000" flipV="1">
            <a:off x="6728573" y="3268360"/>
            <a:ext cx="862014" cy="140468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8" name="AutoShape 29"/>
          <p:cNvCxnSpPr>
            <a:cxnSpLocks noChangeShapeType="1"/>
            <a:stCxn id="53" idx="3"/>
            <a:endCxn id="80" idx="2"/>
          </p:cNvCxnSpPr>
          <p:nvPr/>
        </p:nvCxnSpPr>
        <p:spPr bwMode="auto">
          <a:xfrm rot="16200000" flipH="1">
            <a:off x="5078463" y="4507808"/>
            <a:ext cx="856431" cy="119619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1" name="AutoShape 29"/>
          <p:cNvCxnSpPr>
            <a:cxnSpLocks noChangeShapeType="1"/>
            <a:stCxn id="80" idx="6"/>
            <a:endCxn id="64" idx="3"/>
          </p:cNvCxnSpPr>
          <p:nvPr/>
        </p:nvCxnSpPr>
        <p:spPr bwMode="auto">
          <a:xfrm flipV="1">
            <a:off x="6465139" y="4690636"/>
            <a:ext cx="1396784" cy="84348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53154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10" fill="hold"/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" dur="10" fill="hold"/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346049" y="1031239"/>
            <a:ext cx="8585916" cy="984885"/>
          </a:xfrm>
        </p:spPr>
        <p:txBody>
          <a:bodyPr/>
          <a:lstStyle/>
          <a:p>
            <a:pPr eaLnBrk="1" hangingPunct="1"/>
            <a:r>
              <a:rPr lang="de-DE" dirty="0"/>
              <a:t>Place/Transition Nets: Beispiel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idx="1"/>
          </p:nvPr>
        </p:nvSpPr>
        <p:spPr>
          <a:xfrm>
            <a:off x="1140810" y="3464807"/>
            <a:ext cx="5323205" cy="35330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de-DE" sz="2800" dirty="0"/>
              <a:t> </a:t>
            </a:r>
          </a:p>
        </p:txBody>
      </p:sp>
      <p:sp>
        <p:nvSpPr>
          <p:cNvPr id="1331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331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70</a:t>
            </a:fld>
            <a:r>
              <a:rPr lang="de-DE"/>
              <a:t> </a:t>
            </a:r>
          </a:p>
        </p:txBody>
      </p:sp>
      <p:sp>
        <p:nvSpPr>
          <p:cNvPr id="13332" name="Oval 4"/>
          <p:cNvSpPr>
            <a:spLocks noChangeArrowheads="1"/>
          </p:cNvSpPr>
          <p:nvPr/>
        </p:nvSpPr>
        <p:spPr bwMode="auto">
          <a:xfrm>
            <a:off x="3397661" y="3348952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3" name="Rectangle 5"/>
          <p:cNvSpPr>
            <a:spLocks noChangeArrowheads="1"/>
          </p:cNvSpPr>
          <p:nvPr/>
        </p:nvSpPr>
        <p:spPr bwMode="auto">
          <a:xfrm rot="5400000">
            <a:off x="2253759" y="4375226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13357" name="AutoShape 29"/>
          <p:cNvCxnSpPr>
            <a:cxnSpLocks noChangeShapeType="1"/>
            <a:stCxn id="13333" idx="1"/>
            <a:endCxn id="13332" idx="2"/>
          </p:cNvCxnSpPr>
          <p:nvPr/>
        </p:nvCxnSpPr>
        <p:spPr bwMode="auto">
          <a:xfrm rot="5400000" flipH="1" flipV="1">
            <a:off x="2457036" y="3470319"/>
            <a:ext cx="881811" cy="99944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3320" name="Text Box 33"/>
          <p:cNvSpPr txBox="1">
            <a:spLocks noChangeArrowheads="1"/>
          </p:cNvSpPr>
          <p:nvPr/>
        </p:nvSpPr>
        <p:spPr bwMode="auto">
          <a:xfrm>
            <a:off x="1561788" y="4117981"/>
            <a:ext cx="83067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produce</a:t>
            </a:r>
            <a:endParaRPr lang="de-DE" sz="1400" dirty="0"/>
          </a:p>
        </p:txBody>
      </p:sp>
      <p:sp>
        <p:nvSpPr>
          <p:cNvPr id="13323" name="Text Box 37"/>
          <p:cNvSpPr txBox="1">
            <a:spLocks noChangeArrowheads="1"/>
          </p:cNvSpPr>
          <p:nvPr/>
        </p:nvSpPr>
        <p:spPr bwMode="auto">
          <a:xfrm>
            <a:off x="2919564" y="2463057"/>
            <a:ext cx="12250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/>
              <a:t>Producer</a:t>
            </a:r>
          </a:p>
        </p:txBody>
      </p:sp>
      <p:sp>
        <p:nvSpPr>
          <p:cNvPr id="13325" name="Oval 40"/>
          <p:cNvSpPr>
            <a:spLocks noChangeArrowheads="1"/>
          </p:cNvSpPr>
          <p:nvPr/>
        </p:nvSpPr>
        <p:spPr bwMode="auto">
          <a:xfrm>
            <a:off x="3503247" y="5444685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28" name="Line 78"/>
          <p:cNvSpPr>
            <a:spLocks noChangeShapeType="1"/>
          </p:cNvSpPr>
          <p:nvPr/>
        </p:nvSpPr>
        <p:spPr bwMode="auto">
          <a:xfrm flipH="1">
            <a:off x="2655934" y="4540917"/>
            <a:ext cx="303501" cy="1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  <p:sp>
        <p:nvSpPr>
          <p:cNvPr id="13329" name="Text Box 79"/>
          <p:cNvSpPr txBox="1">
            <a:spLocks noChangeArrowheads="1"/>
          </p:cNvSpPr>
          <p:nvPr/>
        </p:nvSpPr>
        <p:spPr bwMode="auto">
          <a:xfrm>
            <a:off x="2946474" y="4387529"/>
            <a:ext cx="96346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Transition</a:t>
            </a:r>
          </a:p>
        </p:txBody>
      </p:sp>
      <p:sp>
        <p:nvSpPr>
          <p:cNvPr id="13331" name="Line 81"/>
          <p:cNvSpPr>
            <a:spLocks noChangeShapeType="1"/>
          </p:cNvSpPr>
          <p:nvPr/>
        </p:nvSpPr>
        <p:spPr bwMode="auto">
          <a:xfrm>
            <a:off x="2613798" y="3204121"/>
            <a:ext cx="720080" cy="195041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  <p:sp>
        <p:nvSpPr>
          <p:cNvPr id="51" name="Text Box 80"/>
          <p:cNvSpPr txBox="1">
            <a:spLocks noChangeArrowheads="1"/>
          </p:cNvSpPr>
          <p:nvPr/>
        </p:nvSpPr>
        <p:spPr bwMode="auto">
          <a:xfrm>
            <a:off x="2040747" y="2987234"/>
            <a:ext cx="63350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Place</a:t>
            </a:r>
          </a:p>
        </p:txBody>
      </p:sp>
      <p:sp>
        <p:nvSpPr>
          <p:cNvPr id="47" name="Text Box 37"/>
          <p:cNvSpPr txBox="1">
            <a:spLocks noChangeArrowheads="1"/>
          </p:cNvSpPr>
          <p:nvPr/>
        </p:nvSpPr>
        <p:spPr bwMode="auto">
          <a:xfrm>
            <a:off x="5809381" y="2463057"/>
            <a:ext cx="86292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 err="1"/>
              <a:t>Buffer</a:t>
            </a:r>
            <a:endParaRPr lang="de-DE" sz="2000" dirty="0"/>
          </a:p>
        </p:txBody>
      </p:sp>
      <p:sp>
        <p:nvSpPr>
          <p:cNvPr id="48" name="Text Box 37"/>
          <p:cNvSpPr txBox="1">
            <a:spLocks noChangeArrowheads="1"/>
          </p:cNvSpPr>
          <p:nvPr/>
        </p:nvSpPr>
        <p:spPr bwMode="auto">
          <a:xfrm>
            <a:off x="8547033" y="2463057"/>
            <a:ext cx="136768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/>
              <a:t>Consumer</a:t>
            </a:r>
          </a:p>
        </p:txBody>
      </p:sp>
      <p:sp>
        <p:nvSpPr>
          <p:cNvPr id="49" name="Oval 4"/>
          <p:cNvSpPr>
            <a:spLocks noChangeArrowheads="1"/>
          </p:cNvSpPr>
          <p:nvPr/>
        </p:nvSpPr>
        <p:spPr bwMode="auto">
          <a:xfrm>
            <a:off x="3405564" y="5343378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53" name="Rectangle 5"/>
          <p:cNvSpPr>
            <a:spLocks noChangeArrowheads="1"/>
          </p:cNvSpPr>
          <p:nvPr/>
        </p:nvSpPr>
        <p:spPr bwMode="auto">
          <a:xfrm rot="5400000">
            <a:off x="4765536" y="4342162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55" name="Text Box 33"/>
          <p:cNvSpPr txBox="1">
            <a:spLocks noChangeArrowheads="1"/>
          </p:cNvSpPr>
          <p:nvPr/>
        </p:nvSpPr>
        <p:spPr bwMode="auto">
          <a:xfrm>
            <a:off x="4185009" y="4243513"/>
            <a:ext cx="5629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write</a:t>
            </a:r>
            <a:endParaRPr lang="de-DE" sz="1400" dirty="0"/>
          </a:p>
        </p:txBody>
      </p:sp>
      <p:cxnSp>
        <p:nvCxnSpPr>
          <p:cNvPr id="56" name="AutoShape 29"/>
          <p:cNvCxnSpPr>
            <a:cxnSpLocks noChangeShapeType="1"/>
          </p:cNvCxnSpPr>
          <p:nvPr/>
        </p:nvCxnSpPr>
        <p:spPr bwMode="auto">
          <a:xfrm>
            <a:off x="3768135" y="3529134"/>
            <a:ext cx="1087453" cy="84874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AutoShape 29"/>
          <p:cNvCxnSpPr>
            <a:cxnSpLocks noChangeShapeType="1"/>
          </p:cNvCxnSpPr>
          <p:nvPr/>
        </p:nvCxnSpPr>
        <p:spPr bwMode="auto">
          <a:xfrm rot="5400000">
            <a:off x="3886865" y="4555407"/>
            <a:ext cx="856754" cy="10795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0" name="AutoShape 29"/>
          <p:cNvCxnSpPr>
            <a:cxnSpLocks noChangeShapeType="1"/>
            <a:stCxn id="49" idx="2"/>
            <a:endCxn id="13333" idx="3"/>
          </p:cNvCxnSpPr>
          <p:nvPr/>
        </p:nvCxnSpPr>
        <p:spPr bwMode="auto">
          <a:xfrm rot="10800000">
            <a:off x="2398222" y="4699869"/>
            <a:ext cx="1007343" cy="82369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3" name="Oval 4"/>
          <p:cNvSpPr>
            <a:spLocks noChangeArrowheads="1"/>
          </p:cNvSpPr>
          <p:nvPr/>
        </p:nvSpPr>
        <p:spPr bwMode="auto">
          <a:xfrm>
            <a:off x="8934790" y="3328832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64" name="Rectangle 5"/>
          <p:cNvSpPr>
            <a:spLocks noChangeArrowheads="1"/>
          </p:cNvSpPr>
          <p:nvPr/>
        </p:nvSpPr>
        <p:spPr bwMode="auto">
          <a:xfrm rot="5400000">
            <a:off x="7718880" y="4355106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65" name="AutoShape 29"/>
          <p:cNvCxnSpPr>
            <a:cxnSpLocks noChangeShapeType="1"/>
            <a:endCxn id="63" idx="2"/>
          </p:cNvCxnSpPr>
          <p:nvPr/>
        </p:nvCxnSpPr>
        <p:spPr bwMode="auto">
          <a:xfrm rot="5400000" flipH="1" flipV="1">
            <a:off x="7994165" y="3450199"/>
            <a:ext cx="881811" cy="99944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6" name="Text Box 33"/>
          <p:cNvSpPr txBox="1">
            <a:spLocks noChangeArrowheads="1"/>
          </p:cNvSpPr>
          <p:nvPr/>
        </p:nvSpPr>
        <p:spPr bwMode="auto">
          <a:xfrm>
            <a:off x="7171179" y="4097861"/>
            <a:ext cx="54213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read</a:t>
            </a:r>
            <a:endParaRPr lang="de-DE" sz="1400" dirty="0"/>
          </a:p>
        </p:txBody>
      </p:sp>
      <p:sp>
        <p:nvSpPr>
          <p:cNvPr id="67" name="Oval 40"/>
          <p:cNvSpPr>
            <a:spLocks noChangeArrowheads="1"/>
          </p:cNvSpPr>
          <p:nvPr/>
        </p:nvSpPr>
        <p:spPr bwMode="auto">
          <a:xfrm>
            <a:off x="9040376" y="3430533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2" name="Oval 4"/>
          <p:cNvSpPr>
            <a:spLocks noChangeArrowheads="1"/>
          </p:cNvSpPr>
          <p:nvPr/>
        </p:nvSpPr>
        <p:spPr bwMode="auto">
          <a:xfrm>
            <a:off x="8942693" y="5323258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3" name="Rectangle 5"/>
          <p:cNvSpPr>
            <a:spLocks noChangeArrowheads="1"/>
          </p:cNvSpPr>
          <p:nvPr/>
        </p:nvSpPr>
        <p:spPr bwMode="auto">
          <a:xfrm rot="5400000">
            <a:off x="10238144" y="4322042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4" name="Text Box 33"/>
          <p:cNvSpPr txBox="1">
            <a:spLocks noChangeArrowheads="1"/>
          </p:cNvSpPr>
          <p:nvPr/>
        </p:nvSpPr>
        <p:spPr bwMode="auto">
          <a:xfrm>
            <a:off x="9291921" y="4223393"/>
            <a:ext cx="9108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consume</a:t>
            </a:r>
            <a:endParaRPr lang="de-DE" sz="1400" dirty="0"/>
          </a:p>
        </p:txBody>
      </p:sp>
      <p:cxnSp>
        <p:nvCxnSpPr>
          <p:cNvPr id="75" name="AutoShape 29"/>
          <p:cNvCxnSpPr>
            <a:cxnSpLocks noChangeShapeType="1"/>
            <a:stCxn id="63" idx="6"/>
            <a:endCxn id="73" idx="1"/>
          </p:cNvCxnSpPr>
          <p:nvPr/>
        </p:nvCxnSpPr>
        <p:spPr bwMode="auto">
          <a:xfrm>
            <a:off x="9295153" y="3509014"/>
            <a:ext cx="1087453" cy="84874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6" name="AutoShape 29"/>
          <p:cNvCxnSpPr>
            <a:cxnSpLocks noChangeShapeType="1"/>
            <a:stCxn id="73" idx="3"/>
            <a:endCxn id="72" idx="6"/>
          </p:cNvCxnSpPr>
          <p:nvPr/>
        </p:nvCxnSpPr>
        <p:spPr bwMode="auto">
          <a:xfrm rot="5400000">
            <a:off x="9414453" y="4535287"/>
            <a:ext cx="856754" cy="10795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7" name="AutoShape 29"/>
          <p:cNvCxnSpPr>
            <a:cxnSpLocks noChangeShapeType="1"/>
            <a:stCxn id="72" idx="2"/>
          </p:cNvCxnSpPr>
          <p:nvPr/>
        </p:nvCxnSpPr>
        <p:spPr bwMode="auto">
          <a:xfrm rot="10800000">
            <a:off x="7935351" y="4679749"/>
            <a:ext cx="1007343" cy="82369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78" name="Oval 4"/>
          <p:cNvSpPr>
            <a:spLocks noChangeArrowheads="1"/>
          </p:cNvSpPr>
          <p:nvPr/>
        </p:nvSpPr>
        <p:spPr bwMode="auto">
          <a:xfrm>
            <a:off x="6098292" y="3348629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9" name="Oval 40"/>
          <p:cNvSpPr>
            <a:spLocks noChangeArrowheads="1"/>
          </p:cNvSpPr>
          <p:nvPr/>
        </p:nvSpPr>
        <p:spPr bwMode="auto">
          <a:xfrm>
            <a:off x="6213162" y="3452602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0" name="Oval 4"/>
          <p:cNvSpPr>
            <a:spLocks noChangeArrowheads="1"/>
          </p:cNvSpPr>
          <p:nvPr/>
        </p:nvSpPr>
        <p:spPr bwMode="auto">
          <a:xfrm>
            <a:off x="6106195" y="5343055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81" name="AutoShape 29"/>
          <p:cNvCxnSpPr>
            <a:cxnSpLocks noChangeShapeType="1"/>
            <a:stCxn id="78" idx="2"/>
            <a:endCxn id="53" idx="1"/>
          </p:cNvCxnSpPr>
          <p:nvPr/>
        </p:nvCxnSpPr>
        <p:spPr bwMode="auto">
          <a:xfrm rot="10800000" flipV="1">
            <a:off x="4909997" y="3528810"/>
            <a:ext cx="1188294" cy="84907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5" name="AutoShape 29"/>
          <p:cNvCxnSpPr>
            <a:cxnSpLocks noChangeShapeType="1"/>
            <a:stCxn id="64" idx="1"/>
            <a:endCxn id="78" idx="6"/>
          </p:cNvCxnSpPr>
          <p:nvPr/>
        </p:nvCxnSpPr>
        <p:spPr bwMode="auto">
          <a:xfrm rot="16200000" flipV="1">
            <a:off x="6729991" y="3257474"/>
            <a:ext cx="862014" cy="140468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8" name="AutoShape 29"/>
          <p:cNvCxnSpPr>
            <a:cxnSpLocks noChangeShapeType="1"/>
            <a:stCxn id="53" idx="3"/>
            <a:endCxn id="80" idx="2"/>
          </p:cNvCxnSpPr>
          <p:nvPr/>
        </p:nvCxnSpPr>
        <p:spPr bwMode="auto">
          <a:xfrm rot="16200000" flipH="1">
            <a:off x="5079881" y="4496922"/>
            <a:ext cx="856431" cy="119619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1" name="AutoShape 29"/>
          <p:cNvCxnSpPr>
            <a:cxnSpLocks noChangeShapeType="1"/>
            <a:stCxn id="80" idx="6"/>
            <a:endCxn id="64" idx="3"/>
          </p:cNvCxnSpPr>
          <p:nvPr/>
        </p:nvCxnSpPr>
        <p:spPr bwMode="auto">
          <a:xfrm flipV="1">
            <a:off x="6466557" y="4679750"/>
            <a:ext cx="1396784" cy="84348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409931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346049" y="1031239"/>
            <a:ext cx="10056908" cy="984885"/>
          </a:xfrm>
        </p:spPr>
        <p:txBody>
          <a:bodyPr/>
          <a:lstStyle/>
          <a:p>
            <a:pPr eaLnBrk="1" hangingPunct="1"/>
            <a:r>
              <a:rPr lang="de-DE" dirty="0"/>
              <a:t>Place/Transition Nets: Beispiel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idx="1"/>
          </p:nvPr>
        </p:nvSpPr>
        <p:spPr>
          <a:xfrm>
            <a:off x="352781" y="2558542"/>
            <a:ext cx="5323205" cy="35330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de-DE" sz="2800" dirty="0"/>
              <a:t> </a:t>
            </a:r>
          </a:p>
        </p:txBody>
      </p:sp>
      <p:sp>
        <p:nvSpPr>
          <p:cNvPr id="1331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331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71</a:t>
            </a:fld>
            <a:r>
              <a:rPr lang="de-DE"/>
              <a:t> </a:t>
            </a:r>
          </a:p>
        </p:txBody>
      </p:sp>
      <p:sp>
        <p:nvSpPr>
          <p:cNvPr id="13332" name="Oval 4"/>
          <p:cNvSpPr>
            <a:spLocks noChangeArrowheads="1"/>
          </p:cNvSpPr>
          <p:nvPr/>
        </p:nvSpPr>
        <p:spPr bwMode="auto">
          <a:xfrm>
            <a:off x="3550536" y="3359838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33" name="Rectangle 5"/>
          <p:cNvSpPr>
            <a:spLocks noChangeArrowheads="1"/>
          </p:cNvSpPr>
          <p:nvPr/>
        </p:nvSpPr>
        <p:spPr bwMode="auto">
          <a:xfrm rot="5400000">
            <a:off x="2406634" y="4386112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13357" name="AutoShape 29"/>
          <p:cNvCxnSpPr>
            <a:cxnSpLocks noChangeShapeType="1"/>
            <a:stCxn id="13333" idx="1"/>
            <a:endCxn id="13332" idx="2"/>
          </p:cNvCxnSpPr>
          <p:nvPr/>
        </p:nvCxnSpPr>
        <p:spPr bwMode="auto">
          <a:xfrm rot="5400000" flipH="1" flipV="1">
            <a:off x="2609911" y="3481205"/>
            <a:ext cx="881811" cy="99944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3320" name="Text Box 33"/>
          <p:cNvSpPr txBox="1">
            <a:spLocks noChangeArrowheads="1"/>
          </p:cNvSpPr>
          <p:nvPr/>
        </p:nvSpPr>
        <p:spPr bwMode="auto">
          <a:xfrm>
            <a:off x="1714663" y="4128867"/>
            <a:ext cx="83067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produce</a:t>
            </a:r>
            <a:endParaRPr lang="de-DE" sz="1400" dirty="0"/>
          </a:p>
        </p:txBody>
      </p:sp>
      <p:sp>
        <p:nvSpPr>
          <p:cNvPr id="13323" name="Text Box 37"/>
          <p:cNvSpPr txBox="1">
            <a:spLocks noChangeArrowheads="1"/>
          </p:cNvSpPr>
          <p:nvPr/>
        </p:nvSpPr>
        <p:spPr bwMode="auto">
          <a:xfrm>
            <a:off x="3072439" y="2473943"/>
            <a:ext cx="12250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/>
              <a:t>Producer</a:t>
            </a:r>
          </a:p>
        </p:txBody>
      </p:sp>
      <p:sp>
        <p:nvSpPr>
          <p:cNvPr id="13325" name="Oval 40"/>
          <p:cNvSpPr>
            <a:spLocks noChangeArrowheads="1"/>
          </p:cNvSpPr>
          <p:nvPr/>
        </p:nvSpPr>
        <p:spPr bwMode="auto">
          <a:xfrm>
            <a:off x="3656122" y="5455571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3328" name="Line 78"/>
          <p:cNvSpPr>
            <a:spLocks noChangeShapeType="1"/>
          </p:cNvSpPr>
          <p:nvPr/>
        </p:nvSpPr>
        <p:spPr bwMode="auto">
          <a:xfrm flipH="1">
            <a:off x="2808809" y="4551803"/>
            <a:ext cx="303501" cy="1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  <p:sp>
        <p:nvSpPr>
          <p:cNvPr id="13329" name="Text Box 79"/>
          <p:cNvSpPr txBox="1">
            <a:spLocks noChangeArrowheads="1"/>
          </p:cNvSpPr>
          <p:nvPr/>
        </p:nvSpPr>
        <p:spPr bwMode="auto">
          <a:xfrm>
            <a:off x="3099349" y="4398415"/>
            <a:ext cx="96346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Transition</a:t>
            </a:r>
          </a:p>
        </p:txBody>
      </p:sp>
      <p:sp>
        <p:nvSpPr>
          <p:cNvPr id="13331" name="Line 81"/>
          <p:cNvSpPr>
            <a:spLocks noChangeShapeType="1"/>
          </p:cNvSpPr>
          <p:nvPr/>
        </p:nvSpPr>
        <p:spPr bwMode="auto">
          <a:xfrm>
            <a:off x="2766673" y="3215007"/>
            <a:ext cx="720080" cy="195041"/>
          </a:xfrm>
          <a:prstGeom prst="line">
            <a:avLst/>
          </a:prstGeom>
          <a:noFill/>
          <a:ln w="9525">
            <a:solidFill>
              <a:srgbClr val="0099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>
              <a:solidFill>
                <a:srgbClr val="009999"/>
              </a:solidFill>
            </a:endParaRPr>
          </a:p>
        </p:txBody>
      </p:sp>
      <p:sp>
        <p:nvSpPr>
          <p:cNvPr id="51" name="Text Box 80"/>
          <p:cNvSpPr txBox="1">
            <a:spLocks noChangeArrowheads="1"/>
          </p:cNvSpPr>
          <p:nvPr/>
        </p:nvSpPr>
        <p:spPr bwMode="auto">
          <a:xfrm>
            <a:off x="2193622" y="2998120"/>
            <a:ext cx="63350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>
                <a:solidFill>
                  <a:srgbClr val="009999"/>
                </a:solidFill>
              </a:rPr>
              <a:t>Place</a:t>
            </a:r>
          </a:p>
        </p:txBody>
      </p:sp>
      <p:sp>
        <p:nvSpPr>
          <p:cNvPr id="47" name="Text Box 37"/>
          <p:cNvSpPr txBox="1">
            <a:spLocks noChangeArrowheads="1"/>
          </p:cNvSpPr>
          <p:nvPr/>
        </p:nvSpPr>
        <p:spPr bwMode="auto">
          <a:xfrm>
            <a:off x="5962256" y="2473943"/>
            <a:ext cx="86292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 err="1"/>
              <a:t>Buffer</a:t>
            </a:r>
            <a:endParaRPr lang="de-DE" sz="2000" dirty="0"/>
          </a:p>
        </p:txBody>
      </p:sp>
      <p:sp>
        <p:nvSpPr>
          <p:cNvPr id="48" name="Text Box 37"/>
          <p:cNvSpPr txBox="1">
            <a:spLocks noChangeArrowheads="1"/>
          </p:cNvSpPr>
          <p:nvPr/>
        </p:nvSpPr>
        <p:spPr bwMode="auto">
          <a:xfrm>
            <a:off x="8699908" y="2473943"/>
            <a:ext cx="136768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2000" dirty="0"/>
              <a:t>Consumer</a:t>
            </a:r>
          </a:p>
        </p:txBody>
      </p:sp>
      <p:sp>
        <p:nvSpPr>
          <p:cNvPr id="49" name="Oval 4"/>
          <p:cNvSpPr>
            <a:spLocks noChangeArrowheads="1"/>
          </p:cNvSpPr>
          <p:nvPr/>
        </p:nvSpPr>
        <p:spPr bwMode="auto">
          <a:xfrm>
            <a:off x="3558439" y="5354264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53" name="Rectangle 5"/>
          <p:cNvSpPr>
            <a:spLocks noChangeArrowheads="1"/>
          </p:cNvSpPr>
          <p:nvPr/>
        </p:nvSpPr>
        <p:spPr bwMode="auto">
          <a:xfrm rot="5400000">
            <a:off x="4918411" y="4353048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55" name="Text Box 33"/>
          <p:cNvSpPr txBox="1">
            <a:spLocks noChangeArrowheads="1"/>
          </p:cNvSpPr>
          <p:nvPr/>
        </p:nvSpPr>
        <p:spPr bwMode="auto">
          <a:xfrm>
            <a:off x="4337884" y="4254399"/>
            <a:ext cx="5629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write</a:t>
            </a:r>
            <a:endParaRPr lang="de-DE" sz="1400" dirty="0"/>
          </a:p>
        </p:txBody>
      </p:sp>
      <p:cxnSp>
        <p:nvCxnSpPr>
          <p:cNvPr id="56" name="AutoShape 29"/>
          <p:cNvCxnSpPr>
            <a:cxnSpLocks noChangeShapeType="1"/>
          </p:cNvCxnSpPr>
          <p:nvPr/>
        </p:nvCxnSpPr>
        <p:spPr bwMode="auto">
          <a:xfrm>
            <a:off x="3921010" y="3540020"/>
            <a:ext cx="1087453" cy="84874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AutoShape 29"/>
          <p:cNvCxnSpPr>
            <a:cxnSpLocks noChangeShapeType="1"/>
          </p:cNvCxnSpPr>
          <p:nvPr/>
        </p:nvCxnSpPr>
        <p:spPr bwMode="auto">
          <a:xfrm rot="5400000">
            <a:off x="4039740" y="4566293"/>
            <a:ext cx="856754" cy="10795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0" name="AutoShape 29"/>
          <p:cNvCxnSpPr>
            <a:cxnSpLocks noChangeShapeType="1"/>
            <a:stCxn id="49" idx="2"/>
            <a:endCxn id="13333" idx="3"/>
          </p:cNvCxnSpPr>
          <p:nvPr/>
        </p:nvCxnSpPr>
        <p:spPr bwMode="auto">
          <a:xfrm rot="10800000">
            <a:off x="2551097" y="4710755"/>
            <a:ext cx="1007343" cy="82369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3" name="Oval 4"/>
          <p:cNvSpPr>
            <a:spLocks noChangeArrowheads="1"/>
          </p:cNvSpPr>
          <p:nvPr/>
        </p:nvSpPr>
        <p:spPr bwMode="auto">
          <a:xfrm>
            <a:off x="9087665" y="3339718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64" name="Rectangle 5"/>
          <p:cNvSpPr>
            <a:spLocks noChangeArrowheads="1"/>
          </p:cNvSpPr>
          <p:nvPr/>
        </p:nvSpPr>
        <p:spPr bwMode="auto">
          <a:xfrm rot="5400000">
            <a:off x="7871755" y="4365992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65" name="AutoShape 29"/>
          <p:cNvCxnSpPr>
            <a:cxnSpLocks noChangeShapeType="1"/>
            <a:endCxn id="63" idx="2"/>
          </p:cNvCxnSpPr>
          <p:nvPr/>
        </p:nvCxnSpPr>
        <p:spPr bwMode="auto">
          <a:xfrm rot="5400000" flipH="1" flipV="1">
            <a:off x="8147040" y="3461085"/>
            <a:ext cx="881811" cy="99944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6" name="Text Box 33"/>
          <p:cNvSpPr txBox="1">
            <a:spLocks noChangeArrowheads="1"/>
          </p:cNvSpPr>
          <p:nvPr/>
        </p:nvSpPr>
        <p:spPr bwMode="auto">
          <a:xfrm>
            <a:off x="7324054" y="4108747"/>
            <a:ext cx="54213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read</a:t>
            </a:r>
            <a:endParaRPr lang="de-DE" sz="1400" dirty="0"/>
          </a:p>
        </p:txBody>
      </p:sp>
      <p:sp>
        <p:nvSpPr>
          <p:cNvPr id="67" name="Oval 40"/>
          <p:cNvSpPr>
            <a:spLocks noChangeArrowheads="1"/>
          </p:cNvSpPr>
          <p:nvPr/>
        </p:nvSpPr>
        <p:spPr bwMode="auto">
          <a:xfrm>
            <a:off x="9196114" y="5442887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2" name="Oval 4"/>
          <p:cNvSpPr>
            <a:spLocks noChangeArrowheads="1"/>
          </p:cNvSpPr>
          <p:nvPr/>
        </p:nvSpPr>
        <p:spPr bwMode="auto">
          <a:xfrm>
            <a:off x="9095568" y="5334144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3" name="Rectangle 5"/>
          <p:cNvSpPr>
            <a:spLocks noChangeArrowheads="1"/>
          </p:cNvSpPr>
          <p:nvPr/>
        </p:nvSpPr>
        <p:spPr bwMode="auto">
          <a:xfrm rot="5400000">
            <a:off x="10391019" y="4332928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4" name="Text Box 33"/>
          <p:cNvSpPr txBox="1">
            <a:spLocks noChangeArrowheads="1"/>
          </p:cNvSpPr>
          <p:nvPr/>
        </p:nvSpPr>
        <p:spPr bwMode="auto">
          <a:xfrm>
            <a:off x="9444796" y="4234279"/>
            <a:ext cx="9108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de-DE" sz="1400" dirty="0" err="1"/>
              <a:t>consume</a:t>
            </a:r>
            <a:endParaRPr lang="de-DE" sz="1400" dirty="0"/>
          </a:p>
        </p:txBody>
      </p:sp>
      <p:cxnSp>
        <p:nvCxnSpPr>
          <p:cNvPr id="75" name="AutoShape 29"/>
          <p:cNvCxnSpPr>
            <a:cxnSpLocks noChangeShapeType="1"/>
            <a:stCxn id="63" idx="6"/>
            <a:endCxn id="73" idx="1"/>
          </p:cNvCxnSpPr>
          <p:nvPr/>
        </p:nvCxnSpPr>
        <p:spPr bwMode="auto">
          <a:xfrm>
            <a:off x="9448028" y="3519900"/>
            <a:ext cx="1087453" cy="84874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6" name="AutoShape 29"/>
          <p:cNvCxnSpPr>
            <a:cxnSpLocks noChangeShapeType="1"/>
            <a:stCxn id="73" idx="3"/>
            <a:endCxn id="72" idx="6"/>
          </p:cNvCxnSpPr>
          <p:nvPr/>
        </p:nvCxnSpPr>
        <p:spPr bwMode="auto">
          <a:xfrm rot="5400000">
            <a:off x="9567328" y="4546173"/>
            <a:ext cx="856754" cy="10795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7" name="AutoShape 29"/>
          <p:cNvCxnSpPr>
            <a:cxnSpLocks noChangeShapeType="1"/>
            <a:stCxn id="72" idx="2"/>
          </p:cNvCxnSpPr>
          <p:nvPr/>
        </p:nvCxnSpPr>
        <p:spPr bwMode="auto">
          <a:xfrm rot="10800000">
            <a:off x="8088226" y="4690635"/>
            <a:ext cx="1007343" cy="82369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78" name="Oval 4"/>
          <p:cNvSpPr>
            <a:spLocks noChangeArrowheads="1"/>
          </p:cNvSpPr>
          <p:nvPr/>
        </p:nvSpPr>
        <p:spPr bwMode="auto">
          <a:xfrm>
            <a:off x="6251167" y="3359515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9" name="Oval 40"/>
          <p:cNvSpPr>
            <a:spLocks noChangeArrowheads="1"/>
          </p:cNvSpPr>
          <p:nvPr/>
        </p:nvSpPr>
        <p:spPr bwMode="auto">
          <a:xfrm>
            <a:off x="6260312" y="3460253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0" name="Oval 4"/>
          <p:cNvSpPr>
            <a:spLocks noChangeArrowheads="1"/>
          </p:cNvSpPr>
          <p:nvPr/>
        </p:nvSpPr>
        <p:spPr bwMode="auto">
          <a:xfrm>
            <a:off x="6259070" y="5353941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81" name="AutoShape 29"/>
          <p:cNvCxnSpPr>
            <a:cxnSpLocks noChangeShapeType="1"/>
            <a:stCxn id="78" idx="2"/>
            <a:endCxn id="53" idx="1"/>
          </p:cNvCxnSpPr>
          <p:nvPr/>
        </p:nvCxnSpPr>
        <p:spPr bwMode="auto">
          <a:xfrm rot="10800000" flipV="1">
            <a:off x="5062872" y="3539696"/>
            <a:ext cx="1188294" cy="84907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5" name="AutoShape 29"/>
          <p:cNvCxnSpPr>
            <a:cxnSpLocks noChangeShapeType="1"/>
            <a:stCxn id="64" idx="1"/>
            <a:endCxn id="78" idx="6"/>
          </p:cNvCxnSpPr>
          <p:nvPr/>
        </p:nvCxnSpPr>
        <p:spPr bwMode="auto">
          <a:xfrm rot="16200000" flipV="1">
            <a:off x="6882866" y="3268360"/>
            <a:ext cx="862014" cy="140468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8" name="AutoShape 29"/>
          <p:cNvCxnSpPr>
            <a:cxnSpLocks noChangeShapeType="1"/>
            <a:stCxn id="53" idx="3"/>
            <a:endCxn id="80" idx="2"/>
          </p:cNvCxnSpPr>
          <p:nvPr/>
        </p:nvCxnSpPr>
        <p:spPr bwMode="auto">
          <a:xfrm rot="16200000" flipH="1">
            <a:off x="5232756" y="4507808"/>
            <a:ext cx="856431" cy="119619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1" name="AutoShape 29"/>
          <p:cNvCxnSpPr>
            <a:cxnSpLocks noChangeShapeType="1"/>
            <a:stCxn id="80" idx="6"/>
            <a:endCxn id="64" idx="3"/>
          </p:cNvCxnSpPr>
          <p:nvPr/>
        </p:nvCxnSpPr>
        <p:spPr bwMode="auto">
          <a:xfrm flipV="1">
            <a:off x="6619432" y="4690636"/>
            <a:ext cx="1396784" cy="84348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2" name="Oval 40"/>
          <p:cNvSpPr>
            <a:spLocks noChangeArrowheads="1"/>
          </p:cNvSpPr>
          <p:nvPr/>
        </p:nvSpPr>
        <p:spPr bwMode="auto">
          <a:xfrm>
            <a:off x="6393720" y="3368799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43" name="Oval 40"/>
          <p:cNvSpPr>
            <a:spLocks noChangeArrowheads="1"/>
          </p:cNvSpPr>
          <p:nvPr/>
        </p:nvSpPr>
        <p:spPr bwMode="auto">
          <a:xfrm>
            <a:off x="6409917" y="3539696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3874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/>
              <p:cNvSpPr txBox="1"/>
              <p:nvPr/>
            </p:nvSpPr>
            <p:spPr>
              <a:xfrm>
                <a:off x="8818099" y="2656663"/>
                <a:ext cx="4387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b="0" dirty="0"/>
              </a:p>
            </p:txBody>
          </p:sp>
        </mc:Choice>
        <mc:Fallback xmlns="">
          <p:sp>
            <p:nvSpPr>
              <p:cNvPr id="3" name="Textfeld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8099" y="2656663"/>
                <a:ext cx="43877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/>
              <a:t>Zeiterweiterungen</a:t>
            </a:r>
            <a:endParaRPr lang="de-DE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6" name="Rectangle 17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84450" y="1687354"/>
                <a:ext cx="7067521" cy="4062651"/>
              </a:xfrm>
              <a:noFill/>
            </p:spPr>
            <p:txBody>
              <a:bodyPr/>
              <a:lstStyle/>
              <a:p>
                <a:pPr marL="342900" indent="-342900" eaLnBrk="1" hangingPunct="1">
                  <a:buClr>
                    <a:schemeClr val="tx1"/>
                  </a:buClr>
                  <a:buFont typeface="Wingdings" pitchFamily="2" charset="2"/>
                  <a:buChar char="§"/>
                </a:pPr>
                <a:r>
                  <a:rPr lang="de-DE" sz="2400" dirty="0">
                    <a:solidFill>
                      <a:srgbClr val="0000FF"/>
                    </a:solidFill>
                  </a:rPr>
                  <a:t>Timed Petri Nets</a:t>
                </a:r>
              </a:p>
              <a:p>
                <a:pPr marL="800100" lvl="1" indent="-342900" eaLnBrk="1" hangingPunct="1">
                  <a:lnSpc>
                    <a:spcPct val="100000"/>
                  </a:lnSpc>
                  <a:buClr>
                    <a:schemeClr val="tx1"/>
                  </a:buClr>
                  <a:buFont typeface="Wingdings" pitchFamily="2" charset="2"/>
                  <a:buChar char="§"/>
                </a:pPr>
                <a:r>
                  <a:rPr lang="de-DE" sz="2400" dirty="0"/>
                  <a:t>Transition benötigt Zeit </a:t>
                </a:r>
                <a:r>
                  <a:rPr lang="de-DE" sz="2400" dirty="0">
                    <a:solidFill>
                      <a:srgbClr val="0000FF"/>
                    </a:solidFill>
                  </a:rPr>
                  <a:t>d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duration</a:t>
                </a:r>
                <a:r>
                  <a:rPr lang="de-DE" sz="2400" dirty="0"/>
                  <a:t>) zum Schalten</a:t>
                </a:r>
              </a:p>
              <a:p>
                <a:pPr marL="800100" lvl="1" indent="-342900" eaLnBrk="1" hangingPunct="1">
                  <a:lnSpc>
                    <a:spcPct val="100000"/>
                  </a:lnSpc>
                  <a:buClr>
                    <a:schemeClr val="tx1"/>
                  </a:buClr>
                  <a:buFont typeface="Wingdings" pitchFamily="2" charset="2"/>
                  <a:buChar char="§"/>
                </a:pPr>
                <a:endParaRPr lang="de-DE" sz="2400" dirty="0"/>
              </a:p>
              <a:p>
                <a:pPr marL="419100" lvl="1" indent="-342900">
                  <a:buClr>
                    <a:schemeClr val="tx1"/>
                  </a:buClr>
                  <a:buFont typeface="Wingdings" pitchFamily="2" charset="2"/>
                  <a:buChar char="§"/>
                </a:pPr>
                <a:endParaRPr lang="de-DE" sz="2400" dirty="0"/>
              </a:p>
              <a:p>
                <a:pPr marL="342900" indent="-342900" eaLnBrk="1" hangingPunct="1">
                  <a:buClr>
                    <a:schemeClr val="tx1"/>
                  </a:buClr>
                  <a:buFont typeface="Wingdings" pitchFamily="2" charset="2"/>
                  <a:buChar char="§"/>
                </a:pPr>
                <a:r>
                  <a:rPr lang="de-DE" sz="2400" dirty="0">
                    <a:solidFill>
                      <a:srgbClr val="0000FF"/>
                    </a:solidFill>
                  </a:rPr>
                  <a:t>Time Petri Nets</a:t>
                </a:r>
              </a:p>
              <a:p>
                <a:pPr marL="800100" lvl="1" indent="-342900" eaLnBrk="1" hangingPunct="1">
                  <a:lnSpc>
                    <a:spcPct val="100000"/>
                  </a:lnSpc>
                  <a:buClr>
                    <a:schemeClr val="tx1"/>
                  </a:buClr>
                  <a:buFont typeface="Wingdings" pitchFamily="2" charset="2"/>
                  <a:buChar char="§"/>
                </a:pPr>
                <a:r>
                  <a:rPr lang="de-DE" sz="2400" dirty="0"/>
                  <a:t>Transition darf nur in Zeitintervall </a:t>
                </a:r>
                <a:r>
                  <a:rPr lang="de-DE" sz="2400" dirty="0">
                    <a:solidFill>
                      <a:srgbClr val="0000FF"/>
                    </a:solidFill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de-DE" sz="24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𝑚𝑖𝑛</m:t>
                        </m:r>
                      </m:sub>
                    </m:sSub>
                    <m:r>
                      <a:rPr lang="de-DE" sz="2400" i="1">
                        <a:solidFill>
                          <a:srgbClr val="0000FF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de-DE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de-DE" sz="24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de-DE" sz="2400" dirty="0">
                    <a:solidFill>
                      <a:srgbClr val="0000FF"/>
                    </a:solidFill>
                  </a:rPr>
                  <a:t>] </a:t>
                </a:r>
                <a:r>
                  <a:rPr lang="de-DE" sz="2400" dirty="0"/>
                  <a:t>schalten</a:t>
                </a:r>
              </a:p>
              <a:p>
                <a:pPr marL="800100" lvl="1" indent="-342900" eaLnBrk="1" hangingPunct="1">
                  <a:lnSpc>
                    <a:spcPct val="100000"/>
                  </a:lnSpc>
                  <a:buClr>
                    <a:schemeClr val="tx1"/>
                  </a:buClr>
                  <a:buFont typeface="Wingdings" pitchFamily="2" charset="2"/>
                  <a:buChar char="§"/>
                </a:pPr>
                <a:r>
                  <a:rPr lang="de-DE" sz="2400" dirty="0"/>
                  <a:t>Schalten verbraucht keine Zeit</a:t>
                </a:r>
              </a:p>
              <a:p>
                <a:pPr lvl="1">
                  <a:buClr>
                    <a:schemeClr val="tx1"/>
                  </a:buClr>
                </a:pPr>
                <a:endParaRPr lang="de-DE" sz="2400" dirty="0"/>
              </a:p>
              <a:p>
                <a:pPr marL="342900" indent="-342900" eaLnBrk="1" hangingPunct="1">
                  <a:buClr>
                    <a:schemeClr val="tx1"/>
                  </a:buClr>
                  <a:buFont typeface="Wingdings" pitchFamily="2" charset="2"/>
                  <a:buChar char="§"/>
                </a:pPr>
                <a:r>
                  <a:rPr lang="de-DE" sz="2400" dirty="0"/>
                  <a:t>es existieren auch Erweiterungen mit zeitbehafteten Stellen</a:t>
                </a:r>
              </a:p>
            </p:txBody>
          </p:sp>
        </mc:Choice>
        <mc:Fallback xmlns="">
          <p:sp>
            <p:nvSpPr>
              <p:cNvPr id="15366" name="Rectangle 1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4450" y="1687354"/>
                <a:ext cx="7067521" cy="4062651"/>
              </a:xfrm>
              <a:blipFill>
                <a:blip r:embed="rId4"/>
                <a:stretch>
                  <a:fillRect l="-2330" t="-2181" r="-1075" b="-342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Fußzeilenplatzhalter 6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5364" name="Foliennummernplatzhalter 7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72</a:t>
            </a:fld>
            <a:r>
              <a:rPr lang="de-DE"/>
              <a:t> </a:t>
            </a:r>
          </a:p>
        </p:txBody>
      </p:sp>
      <p:sp>
        <p:nvSpPr>
          <p:cNvPr id="15367" name="Rectangle 21"/>
          <p:cNvSpPr>
            <a:spLocks noChangeArrowheads="1"/>
          </p:cNvSpPr>
          <p:nvPr/>
        </p:nvSpPr>
        <p:spPr bwMode="auto">
          <a:xfrm>
            <a:off x="8890406" y="2655846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15369" name="AutoShape 44"/>
          <p:cNvCxnSpPr>
            <a:cxnSpLocks noChangeShapeType="1"/>
            <a:endCxn id="15367" idx="1"/>
          </p:cNvCxnSpPr>
          <p:nvPr/>
        </p:nvCxnSpPr>
        <p:spPr bwMode="auto">
          <a:xfrm>
            <a:off x="8169681" y="2836819"/>
            <a:ext cx="7207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372" name="Oval 51"/>
          <p:cNvSpPr>
            <a:spLocks noChangeArrowheads="1"/>
          </p:cNvSpPr>
          <p:nvPr/>
        </p:nvSpPr>
        <p:spPr bwMode="auto">
          <a:xfrm>
            <a:off x="9969906" y="2656665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78" name="Text Box 58"/>
          <p:cNvSpPr txBox="1">
            <a:spLocks noChangeArrowheads="1"/>
          </p:cNvSpPr>
          <p:nvPr/>
        </p:nvSpPr>
        <p:spPr bwMode="auto">
          <a:xfrm>
            <a:off x="8314144" y="2584407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/>
              <a:t>3</a:t>
            </a:r>
          </a:p>
        </p:txBody>
      </p:sp>
      <p:sp>
        <p:nvSpPr>
          <p:cNvPr id="15396" name="Oval 77"/>
          <p:cNvSpPr>
            <a:spLocks noChangeArrowheads="1"/>
          </p:cNvSpPr>
          <p:nvPr/>
        </p:nvSpPr>
        <p:spPr bwMode="auto">
          <a:xfrm>
            <a:off x="7809317" y="2655846"/>
            <a:ext cx="360362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97" name="Oval 78"/>
          <p:cNvSpPr>
            <a:spLocks noChangeArrowheads="1"/>
          </p:cNvSpPr>
          <p:nvPr/>
        </p:nvSpPr>
        <p:spPr bwMode="auto">
          <a:xfrm>
            <a:off x="7809317" y="2798721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98" name="Oval 79"/>
          <p:cNvSpPr>
            <a:spLocks noChangeArrowheads="1"/>
          </p:cNvSpPr>
          <p:nvPr/>
        </p:nvSpPr>
        <p:spPr bwMode="auto">
          <a:xfrm>
            <a:off x="7971242" y="2798721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5399" name="Oval 80"/>
          <p:cNvSpPr>
            <a:spLocks noChangeArrowheads="1"/>
          </p:cNvSpPr>
          <p:nvPr/>
        </p:nvSpPr>
        <p:spPr bwMode="auto">
          <a:xfrm>
            <a:off x="7899806" y="2655846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2" name="Textfeld 1"/>
          <p:cNvSpPr txBox="1"/>
          <p:nvPr/>
        </p:nvSpPr>
        <p:spPr>
          <a:xfrm>
            <a:off x="8743762" y="3016703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00FF"/>
                </a:solidFill>
              </a:rPr>
              <a:t>&lt;5&gt;</a:t>
            </a:r>
          </a:p>
        </p:txBody>
      </p:sp>
      <p:sp>
        <p:nvSpPr>
          <p:cNvPr id="65" name="Textfeld 64"/>
          <p:cNvSpPr txBox="1"/>
          <p:nvPr/>
        </p:nvSpPr>
        <p:spPr>
          <a:xfrm>
            <a:off x="8862705" y="516765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00FF"/>
                </a:solidFill>
              </a:rPr>
              <a:t>[2,4]</a:t>
            </a:r>
          </a:p>
        </p:txBody>
      </p:sp>
      <p:cxnSp>
        <p:nvCxnSpPr>
          <p:cNvPr id="5" name="Gewinkelte Verbindung 4"/>
          <p:cNvCxnSpPr>
            <a:stCxn id="15367" idx="3"/>
            <a:endCxn id="15372" idx="2"/>
          </p:cNvCxnSpPr>
          <p:nvPr/>
        </p:nvCxnSpPr>
        <p:spPr>
          <a:xfrm>
            <a:off x="9179331" y="2836028"/>
            <a:ext cx="790575" cy="8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feld 69"/>
              <p:cNvSpPr txBox="1"/>
              <p:nvPr/>
            </p:nvSpPr>
            <p:spPr>
              <a:xfrm>
                <a:off x="8962115" y="4825723"/>
                <a:ext cx="4387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de-DE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b="0" dirty="0"/>
              </a:p>
            </p:txBody>
          </p:sp>
        </mc:Choice>
        <mc:Fallback xmlns="">
          <p:sp>
            <p:nvSpPr>
              <p:cNvPr id="70" name="Textfeld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2115" y="4825723"/>
                <a:ext cx="438774" cy="369332"/>
              </a:xfrm>
              <a:prstGeom prst="rect">
                <a:avLst/>
              </a:prstGeom>
              <a:blipFill>
                <a:blip r:embed="rId5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ectangle 21"/>
          <p:cNvSpPr>
            <a:spLocks noChangeArrowheads="1"/>
          </p:cNvSpPr>
          <p:nvPr/>
        </p:nvSpPr>
        <p:spPr bwMode="auto">
          <a:xfrm>
            <a:off x="9034422" y="4824906"/>
            <a:ext cx="288925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72" name="AutoShape 44"/>
          <p:cNvCxnSpPr>
            <a:cxnSpLocks noChangeShapeType="1"/>
            <a:endCxn id="71" idx="1"/>
          </p:cNvCxnSpPr>
          <p:nvPr/>
        </p:nvCxnSpPr>
        <p:spPr bwMode="auto">
          <a:xfrm>
            <a:off x="8313697" y="5005879"/>
            <a:ext cx="7207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73" name="Oval 51"/>
          <p:cNvSpPr>
            <a:spLocks noChangeArrowheads="1"/>
          </p:cNvSpPr>
          <p:nvPr/>
        </p:nvSpPr>
        <p:spPr bwMode="auto">
          <a:xfrm>
            <a:off x="10113922" y="4825725"/>
            <a:ext cx="360363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4" name="Text Box 58"/>
          <p:cNvSpPr txBox="1">
            <a:spLocks noChangeArrowheads="1"/>
          </p:cNvSpPr>
          <p:nvPr/>
        </p:nvSpPr>
        <p:spPr bwMode="auto">
          <a:xfrm>
            <a:off x="8458160" y="4753467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DE" sz="1400" dirty="0"/>
              <a:t>3</a:t>
            </a:r>
          </a:p>
        </p:txBody>
      </p:sp>
      <p:sp>
        <p:nvSpPr>
          <p:cNvPr id="75" name="Oval 77"/>
          <p:cNvSpPr>
            <a:spLocks noChangeArrowheads="1"/>
          </p:cNvSpPr>
          <p:nvPr/>
        </p:nvSpPr>
        <p:spPr bwMode="auto">
          <a:xfrm>
            <a:off x="7953333" y="4824906"/>
            <a:ext cx="360362" cy="3603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6" name="Oval 78"/>
          <p:cNvSpPr>
            <a:spLocks noChangeArrowheads="1"/>
          </p:cNvSpPr>
          <p:nvPr/>
        </p:nvSpPr>
        <p:spPr bwMode="auto">
          <a:xfrm>
            <a:off x="7953333" y="4967781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7" name="Oval 79"/>
          <p:cNvSpPr>
            <a:spLocks noChangeArrowheads="1"/>
          </p:cNvSpPr>
          <p:nvPr/>
        </p:nvSpPr>
        <p:spPr bwMode="auto">
          <a:xfrm>
            <a:off x="8115258" y="4967781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8" name="Oval 80"/>
          <p:cNvSpPr>
            <a:spLocks noChangeArrowheads="1"/>
          </p:cNvSpPr>
          <p:nvPr/>
        </p:nvSpPr>
        <p:spPr bwMode="auto">
          <a:xfrm>
            <a:off x="8043822" y="4824906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cxnSp>
        <p:nvCxnSpPr>
          <p:cNvPr id="79" name="Gewinkelte Verbindung 4"/>
          <p:cNvCxnSpPr>
            <a:stCxn id="71" idx="3"/>
            <a:endCxn id="73" idx="2"/>
          </p:cNvCxnSpPr>
          <p:nvPr/>
        </p:nvCxnSpPr>
        <p:spPr>
          <a:xfrm>
            <a:off x="9323347" y="5005088"/>
            <a:ext cx="790575" cy="8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43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 uiExpand="1" build="p"/>
      <p:bldP spid="65" grpId="0"/>
      <p:bldP spid="70" grpId="0"/>
      <p:bldP spid="71" grpId="0" animBg="1"/>
      <p:bldP spid="73" grpId="0" animBg="1"/>
      <p:bldP spid="74" grpId="0"/>
      <p:bldP spid="75" grpId="0" animBg="1"/>
      <p:bldP spid="76" grpId="0" animBg="1"/>
      <p:bldP spid="77" grpId="0" animBg="1"/>
      <p:bldP spid="7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8857862" cy="984885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Petri-</a:t>
            </a:r>
            <a:r>
              <a:rPr lang="en-US" dirty="0" err="1">
                <a:cs typeface="Arial" charset="0"/>
              </a:rPr>
              <a:t>Netze</a:t>
            </a:r>
            <a:r>
              <a:rPr lang="en-US" dirty="0">
                <a:cs typeface="Arial" charset="0"/>
              </a:rPr>
              <a:t>: </a:t>
            </a:r>
            <a:r>
              <a:rPr lang="en-US" dirty="0" err="1">
                <a:cs typeface="Arial" charset="0"/>
              </a:rPr>
              <a:t>Vor</a:t>
            </a:r>
            <a:r>
              <a:rPr lang="en-US" dirty="0">
                <a:cs typeface="Arial" charset="0"/>
              </a:rPr>
              <a:t>- und </a:t>
            </a:r>
            <a:r>
              <a:rPr lang="en-US" dirty="0" err="1">
                <a:cs typeface="Arial" charset="0"/>
              </a:rPr>
              <a:t>Nachteile</a:t>
            </a:r>
            <a:endParaRPr lang="el-GR" sz="4000" dirty="0">
              <a:cs typeface="Arial" charset="0"/>
            </a:endParaRP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440747" y="2956108"/>
            <a:ext cx="5323205" cy="1723549"/>
          </a:xfrm>
        </p:spPr>
        <p:txBody>
          <a:bodyPr/>
          <a:lstStyle/>
          <a:p>
            <a:pPr algn="ctr"/>
            <a:r>
              <a:rPr lang="de-DE" sz="2800" b="1" dirty="0">
                <a:solidFill>
                  <a:srgbClr val="C00000"/>
                </a:solidFill>
              </a:rPr>
              <a:t>Diskutieren Sie Vor- und Nachteile von Petri-Netzen für die Modellierung eingebetteter Systeme!</a:t>
            </a:r>
          </a:p>
        </p:txBody>
      </p:sp>
      <p:sp>
        <p:nvSpPr>
          <p:cNvPr id="19459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946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73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948129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7956714" cy="984885"/>
          </a:xfrm>
        </p:spPr>
        <p:txBody>
          <a:bodyPr/>
          <a:lstStyle/>
          <a:p>
            <a:pPr eaLnBrk="1" hangingPunct="1"/>
            <a:r>
              <a:rPr lang="de-DE" dirty="0"/>
              <a:t>Petri-Netze: Vor- und Nachteile</a:t>
            </a:r>
            <a:endParaRPr lang="de-DE" sz="4000" dirty="0"/>
          </a:p>
        </p:txBody>
      </p:sp>
      <p:sp>
        <p:nvSpPr>
          <p:cNvPr id="16390" name="Rectangle 3"/>
          <p:cNvSpPr>
            <a:spLocks noGrp="1" noChangeArrowheads="1"/>
          </p:cNvSpPr>
          <p:nvPr>
            <p:ph idx="1"/>
          </p:nvPr>
        </p:nvSpPr>
        <p:spPr>
          <a:xfrm>
            <a:off x="359625" y="2016125"/>
            <a:ext cx="11023935" cy="4217758"/>
          </a:xfrm>
          <a:noFill/>
        </p:spPr>
        <p:txBody>
          <a:bodyPr/>
          <a:lstStyle/>
          <a:p>
            <a:pPr marL="342900" indent="-342900" eaLnBrk="1" hangingPunct="1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>
                <a:solidFill>
                  <a:srgbClr val="0000FF"/>
                </a:solidFill>
              </a:rPr>
              <a:t>mathematisch präzise </a:t>
            </a:r>
            <a:r>
              <a:rPr lang="de-DE" sz="2400" dirty="0"/>
              <a:t>Beschreibung</a:t>
            </a:r>
          </a:p>
          <a:p>
            <a:pPr marL="342900" indent="-342900" eaLnBrk="1" hangingPunct="1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/>
              <a:t>Petri-Netze sind </a:t>
            </a:r>
            <a:r>
              <a:rPr lang="de-DE" sz="2400" dirty="0">
                <a:solidFill>
                  <a:srgbClr val="0000FF"/>
                </a:solidFill>
              </a:rPr>
              <a:t>simulierbar</a:t>
            </a:r>
            <a:r>
              <a:rPr lang="de-DE" sz="2400" dirty="0"/>
              <a:t> und </a:t>
            </a:r>
            <a:r>
              <a:rPr lang="de-DE" sz="2400" dirty="0">
                <a:solidFill>
                  <a:srgbClr val="0000FF"/>
                </a:solidFill>
              </a:rPr>
              <a:t>formal verifizierbar</a:t>
            </a:r>
          </a:p>
          <a:p>
            <a:pPr marL="342900" indent="-342900" eaLnBrk="1" hangingPunct="1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/>
              <a:t>sehr gut für </a:t>
            </a:r>
            <a:r>
              <a:rPr lang="de-DE" sz="2400" dirty="0">
                <a:solidFill>
                  <a:srgbClr val="0000FF"/>
                </a:solidFill>
              </a:rPr>
              <a:t>quantitative Analysen </a:t>
            </a:r>
            <a:r>
              <a:rPr lang="de-DE" sz="2400" dirty="0"/>
              <a:t>geeignet</a:t>
            </a:r>
          </a:p>
          <a:p>
            <a:pPr marL="342900" indent="-342900" eaLnBrk="1" hangingPunct="1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>
                <a:solidFill>
                  <a:srgbClr val="0000FF"/>
                </a:solidFill>
              </a:rPr>
              <a:t>graphische Darstellung</a:t>
            </a:r>
          </a:p>
          <a:p>
            <a:pPr marL="342900" indent="-342900" eaLnBrk="1" hangingPunct="1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/>
              <a:t>viele Erweiterungen: Zeitbehaftete, stochastische und </a:t>
            </a:r>
            <a:r>
              <a:rPr lang="de-DE" sz="2400" dirty="0" err="1"/>
              <a:t>hierarchiche</a:t>
            </a:r>
            <a:r>
              <a:rPr lang="de-DE" sz="2400" dirty="0"/>
              <a:t> Petri-Netze</a:t>
            </a:r>
          </a:p>
          <a:p>
            <a:pPr marL="342900" indent="-342900" eaLnBrk="1" hangingPunct="1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/>
              <a:t>Werkzeugunterstützung zur Modellierung, Simulation und Analyse</a:t>
            </a:r>
          </a:p>
          <a:p>
            <a:pPr marL="342900" indent="-342900">
              <a:spcAft>
                <a:spcPct val="20000"/>
              </a:spcAft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FF0000"/>
                </a:solidFill>
                <a:cs typeface="Arial" charset="0"/>
              </a:rPr>
              <a:t>Spezialisiert</a:t>
            </a:r>
            <a:r>
              <a:rPr lang="en-US" sz="2400" dirty="0">
                <a:cs typeface="Arial" charset="0"/>
              </a:rPr>
              <a:t> auf </a:t>
            </a:r>
            <a:r>
              <a:rPr lang="en-US" sz="2400" dirty="0" err="1">
                <a:cs typeface="Arial" charset="0"/>
              </a:rPr>
              <a:t>verteilte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Systeme</a:t>
            </a:r>
            <a:endParaRPr lang="en-US" sz="2400" dirty="0">
              <a:cs typeface="Arial" charset="0"/>
            </a:endParaRPr>
          </a:p>
          <a:p>
            <a:pPr marL="342900" indent="-342900">
              <a:spcAft>
                <a:spcPct val="20000"/>
              </a:spcAft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FF0000"/>
                </a:solidFill>
                <a:cs typeface="Arial" charset="0"/>
              </a:rPr>
              <a:t>globale</a:t>
            </a:r>
            <a:r>
              <a:rPr lang="en-US" sz="2400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cs typeface="Arial" charset="0"/>
              </a:rPr>
              <a:t>Kommunikation</a:t>
            </a:r>
            <a:r>
              <a:rPr lang="en-US" sz="2400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sz="2400" dirty="0">
                <a:cs typeface="Arial" charset="0"/>
              </a:rPr>
              <a:t>und </a:t>
            </a:r>
            <a:r>
              <a:rPr lang="en-US" sz="2400" dirty="0" err="1">
                <a:cs typeface="Arial" charset="0"/>
              </a:rPr>
              <a:t>Kommunikation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zwischen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mehreren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Komponenten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cs typeface="Arial" charset="0"/>
              </a:rPr>
              <a:t>schlecht</a:t>
            </a:r>
            <a:r>
              <a:rPr lang="en-US" sz="2400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cs typeface="Arial" charset="0"/>
              </a:rPr>
              <a:t>modellierbar</a:t>
            </a:r>
            <a:endParaRPr lang="en-US" sz="2400" dirty="0">
              <a:solidFill>
                <a:srgbClr val="FF0000"/>
              </a:solidFill>
              <a:cs typeface="Arial" charset="0"/>
            </a:endParaRPr>
          </a:p>
          <a:p>
            <a:pPr marL="342900" indent="-342900">
              <a:spcAft>
                <a:spcPct val="20000"/>
              </a:spcAft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400" dirty="0" err="1">
                <a:cs typeface="Arial" charset="0"/>
              </a:rPr>
              <a:t>Modularisierung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nur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beschränkt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möglich</a:t>
            </a:r>
            <a:endParaRPr lang="en-US" sz="2400" dirty="0">
              <a:cs typeface="Arial" charset="0"/>
            </a:endParaRPr>
          </a:p>
          <a:p>
            <a:pPr marL="342900" indent="-342900" eaLnBrk="1" hangingPunct="1">
              <a:lnSpc>
                <a:spcPct val="80000"/>
              </a:lnSpc>
              <a:buFont typeface="Wingdings" pitchFamily="2" charset="2"/>
              <a:buChar char="ü"/>
            </a:pPr>
            <a:endParaRPr lang="de-DE" sz="2400" dirty="0"/>
          </a:p>
        </p:txBody>
      </p:sp>
      <p:sp>
        <p:nvSpPr>
          <p:cNvPr id="16387" name="Fußzeilenplatzhalter 6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6388" name="Foliennummernplatzhalter 7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74</a:t>
            </a:fld>
            <a:r>
              <a:rPr lang="de-DE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0066B-724B-7A8C-AF84-06DC160D5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>
            <a:extLst>
              <a:ext uri="{FF2B5EF4-FFF2-40B4-BE49-F238E27FC236}">
                <a16:creationId xmlns:a16="http://schemas.microsoft.com/office/drawing/2014/main" id="{82CD9DB4-D014-D433-AF5F-14264C443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6049" y="1031239"/>
            <a:ext cx="7626376" cy="984885"/>
          </a:xfrm>
        </p:spPr>
        <p:txBody>
          <a:bodyPr/>
          <a:lstStyle/>
          <a:p>
            <a:pPr eaLnBrk="1" hangingPunct="1"/>
            <a:r>
              <a:rPr lang="en-US" dirty="0" err="1">
                <a:cs typeface="Arial" charset="0"/>
              </a:rPr>
              <a:t>Übersicht</a:t>
            </a:r>
            <a:r>
              <a:rPr lang="en-US" dirty="0">
                <a:cs typeface="Arial" charset="0"/>
              </a:rPr>
              <a:t> </a:t>
            </a:r>
            <a:r>
              <a:rPr lang="en-US" dirty="0" err="1">
                <a:cs typeface="Arial" charset="0"/>
              </a:rPr>
              <a:t>über</a:t>
            </a:r>
            <a:r>
              <a:rPr lang="en-US" dirty="0">
                <a:cs typeface="Arial" charset="0"/>
              </a:rPr>
              <a:t> die </a:t>
            </a:r>
            <a:r>
              <a:rPr lang="en-US" dirty="0" err="1">
                <a:cs typeface="Arial" charset="0"/>
              </a:rPr>
              <a:t>heutige</a:t>
            </a:r>
            <a:r>
              <a:rPr lang="en-US" dirty="0">
                <a:cs typeface="Arial" charset="0"/>
              </a:rPr>
              <a:t> </a:t>
            </a:r>
            <a:r>
              <a:rPr lang="en-US" dirty="0" err="1">
                <a:cs typeface="Arial" charset="0"/>
              </a:rPr>
              <a:t>Vorlesung</a:t>
            </a:r>
            <a:endParaRPr lang="el-GR" dirty="0">
              <a:cs typeface="Arial" charset="0"/>
            </a:endParaRPr>
          </a:p>
        </p:txBody>
      </p:sp>
      <p:sp>
        <p:nvSpPr>
          <p:cNvPr id="3078" name="Rectangle 3">
            <a:extLst>
              <a:ext uri="{FF2B5EF4-FFF2-40B4-BE49-F238E27FC236}">
                <a16:creationId xmlns:a16="http://schemas.microsoft.com/office/drawing/2014/main" id="{8CB1E9E8-540F-FB90-5BF1-3EE7BEEEA3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2781" y="2558543"/>
            <a:ext cx="11234382" cy="3200876"/>
          </a:xfrm>
          <a:ln>
            <a:noFill/>
          </a:ln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Zentrale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 </a:t>
            </a: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Anforderungen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 an </a:t>
            </a: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Modellierungssprachen</a:t>
            </a:r>
            <a:endParaRPr lang="en-US" sz="2800" dirty="0">
              <a:solidFill>
                <a:schemeClr val="bg1">
                  <a:lumMod val="75000"/>
                </a:schemeClr>
              </a:solidFill>
              <a:cs typeface="Arial" charset="0"/>
            </a:endParaRPr>
          </a:p>
          <a:p>
            <a:pPr marL="609600" indent="-609600">
              <a:buFontTx/>
              <a:buAutoNum type="arabicPeriod"/>
            </a:pP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Modellierung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 von Software</a:t>
            </a:r>
          </a:p>
          <a:p>
            <a:pPr marL="1009650" lvl="1" indent="-609600"/>
            <a:r>
              <a:rPr lang="en-US" sz="24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	UML</a:t>
            </a:r>
          </a:p>
          <a:p>
            <a:pPr marL="1009650" lvl="1" indent="-609600"/>
            <a:r>
              <a:rPr lang="en-US" sz="24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	Petri-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Netze</a:t>
            </a:r>
            <a:endParaRPr lang="en-US" sz="2400" dirty="0">
              <a:solidFill>
                <a:schemeClr val="bg1">
                  <a:lumMod val="75000"/>
                </a:schemeClr>
              </a:solidFill>
              <a:cs typeface="Arial" charset="0"/>
            </a:endParaRPr>
          </a:p>
          <a:p>
            <a:pPr marL="609600" indent="-609600">
              <a:buFontTx/>
              <a:buAutoNum type="arabicPeriod"/>
            </a:pPr>
            <a:r>
              <a:rPr lang="en-US" sz="2800" dirty="0" err="1">
                <a:cs typeface="Arial" charset="0"/>
              </a:rPr>
              <a:t>Modellierung</a:t>
            </a:r>
            <a:r>
              <a:rPr lang="en-US" sz="2800" dirty="0">
                <a:cs typeface="Arial" charset="0"/>
              </a:rPr>
              <a:t> von Hardware</a:t>
            </a:r>
          </a:p>
          <a:p>
            <a:pPr marL="1009650" lvl="1" indent="-609600"/>
            <a:r>
              <a:rPr lang="en-US" sz="2400" dirty="0">
                <a:cs typeface="Arial" charset="0"/>
              </a:rPr>
              <a:t>	</a:t>
            </a:r>
            <a:r>
              <a:rPr lang="en-US" sz="2400" dirty="0" err="1">
                <a:cs typeface="Arial" charset="0"/>
              </a:rPr>
              <a:t>Blockdiagramme</a:t>
            </a:r>
            <a:endParaRPr lang="en-US" sz="2400" dirty="0">
              <a:cs typeface="Arial" charset="0"/>
            </a:endParaRPr>
          </a:p>
          <a:p>
            <a:pPr marL="1009650" lvl="1" indent="-609600"/>
            <a:r>
              <a:rPr lang="en-US" sz="2400" dirty="0">
                <a:cs typeface="Arial" charset="0"/>
              </a:rPr>
              <a:t>	VHDL</a:t>
            </a:r>
          </a:p>
          <a:p>
            <a:pPr marL="609600" indent="-609600">
              <a:buFontTx/>
              <a:buAutoNum type="arabicPeriod"/>
            </a:pP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Zusammenfassung</a:t>
            </a:r>
            <a:endParaRPr lang="en-US" sz="2800" dirty="0">
              <a:solidFill>
                <a:schemeClr val="bg1">
                  <a:lumMod val="75000"/>
                </a:schemeClr>
              </a:solidFill>
              <a:cs typeface="Arial" charset="0"/>
            </a:endParaRPr>
          </a:p>
        </p:txBody>
      </p:sp>
      <p:sp>
        <p:nvSpPr>
          <p:cNvPr id="3075" name="Fußzeilenplatzhalter 4">
            <a:extLst>
              <a:ext uri="{FF2B5EF4-FFF2-40B4-BE49-F238E27FC236}">
                <a16:creationId xmlns:a16="http://schemas.microsoft.com/office/drawing/2014/main" id="{53975049-308F-3BB9-BE5A-5DC06277F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076" name="Foliennummernplatzhalter 5">
            <a:extLst>
              <a:ext uri="{FF2B5EF4-FFF2-40B4-BE49-F238E27FC236}">
                <a16:creationId xmlns:a16="http://schemas.microsoft.com/office/drawing/2014/main" id="{1425C075-80A0-917B-E1DE-DB4CFE2C2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75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36337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cs typeface="Arial" charset="0"/>
              </a:rPr>
              <a:t>Blockdiagramme</a:t>
            </a:r>
            <a:endParaRPr lang="el-GR" sz="4000" dirty="0">
              <a:cs typeface="Arial" charset="0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idx="1"/>
          </p:nvPr>
        </p:nvSpPr>
        <p:spPr>
          <a:xfrm>
            <a:off x="337175" y="1940523"/>
            <a:ext cx="4603794" cy="3693319"/>
          </a:xfrm>
          <a:ln>
            <a:noFill/>
          </a:ln>
        </p:spPr>
        <p:txBody>
          <a:bodyPr/>
          <a:lstStyle/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</a:rPr>
              <a:t>graphische</a:t>
            </a:r>
            <a:r>
              <a:rPr lang="en-US" sz="2400" b="1" dirty="0"/>
              <a:t> </a:t>
            </a:r>
            <a:r>
              <a:rPr lang="en-US" sz="2400" dirty="0" err="1"/>
              <a:t>Modellierung</a:t>
            </a:r>
            <a:r>
              <a:rPr lang="en-US" sz="2400" dirty="0"/>
              <a:t> </a:t>
            </a:r>
            <a:r>
              <a:rPr lang="en-US" sz="2400" dirty="0" err="1"/>
              <a:t>digitaler</a:t>
            </a:r>
            <a:r>
              <a:rPr lang="en-US" sz="2400" dirty="0"/>
              <a:t> </a:t>
            </a:r>
            <a:r>
              <a:rPr lang="en-US" sz="2400" dirty="0" err="1"/>
              <a:t>oder</a:t>
            </a:r>
            <a:r>
              <a:rPr lang="en-US" sz="2400" dirty="0"/>
              <a:t> </a:t>
            </a:r>
            <a:r>
              <a:rPr lang="en-US" sz="2400" dirty="0" err="1"/>
              <a:t>dynamischer</a:t>
            </a:r>
            <a:r>
              <a:rPr lang="en-US" sz="2400" dirty="0"/>
              <a:t> </a:t>
            </a:r>
            <a:r>
              <a:rPr lang="en-US" sz="2400" dirty="0" err="1"/>
              <a:t>Systeme</a:t>
            </a:r>
            <a:endParaRPr lang="en-US" sz="2400" dirty="0"/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</a:rPr>
              <a:t>Blöcke</a:t>
            </a:r>
            <a:r>
              <a:rPr lang="en-US" sz="2400" dirty="0"/>
              <a:t> </a:t>
            </a:r>
            <a:r>
              <a:rPr lang="en-US" sz="2400" dirty="0" err="1"/>
              <a:t>als</a:t>
            </a:r>
            <a:r>
              <a:rPr lang="en-US" sz="2400" dirty="0"/>
              <a:t> </a:t>
            </a:r>
            <a:r>
              <a:rPr lang="en-US" sz="2400" dirty="0" err="1"/>
              <a:t>zentrales</a:t>
            </a:r>
            <a:r>
              <a:rPr lang="en-US" sz="2400" dirty="0"/>
              <a:t> </a:t>
            </a:r>
            <a:r>
              <a:rPr lang="en-US" sz="2400" dirty="0" err="1"/>
              <a:t>Modellierungselement</a:t>
            </a:r>
            <a:endParaRPr lang="en-US" sz="2400" dirty="0"/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>
                <a:solidFill>
                  <a:srgbClr val="0000FF"/>
                </a:solidFill>
              </a:rPr>
              <a:t>Abstraktion</a:t>
            </a:r>
            <a:r>
              <a:rPr lang="en-US" sz="2400" dirty="0"/>
              <a:t> des </a:t>
            </a:r>
            <a:r>
              <a:rPr lang="en-US" sz="2400" dirty="0" err="1"/>
              <a:t>internen</a:t>
            </a:r>
            <a:r>
              <a:rPr lang="en-US" sz="2400" dirty="0"/>
              <a:t> </a:t>
            </a:r>
            <a:r>
              <a:rPr lang="en-US" sz="2400" dirty="0" err="1"/>
              <a:t>Verhaltens</a:t>
            </a:r>
            <a:endParaRPr lang="en-US" sz="2400" dirty="0"/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Verbindung</a:t>
            </a:r>
            <a:r>
              <a:rPr lang="en-US" sz="2400" dirty="0"/>
              <a:t> </a:t>
            </a:r>
            <a:r>
              <a:rPr lang="en-US" sz="2400" dirty="0" err="1"/>
              <a:t>über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00FF"/>
                </a:solidFill>
              </a:rPr>
              <a:t>Linien</a:t>
            </a:r>
            <a:endParaRPr lang="en-US" sz="2400" dirty="0"/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err="1"/>
              <a:t>Weit</a:t>
            </a:r>
            <a:r>
              <a:rPr lang="en-US" sz="2400" dirty="0"/>
              <a:t> </a:t>
            </a:r>
            <a:r>
              <a:rPr lang="en-US" sz="2400" dirty="0" err="1"/>
              <a:t>verbreitet</a:t>
            </a:r>
            <a:r>
              <a:rPr lang="en-US" sz="2400" dirty="0"/>
              <a:t> </a:t>
            </a:r>
            <a:r>
              <a:rPr lang="en-US" sz="2400" dirty="0" err="1"/>
              <a:t>im</a:t>
            </a:r>
            <a:r>
              <a:rPr lang="en-US" sz="2400" dirty="0"/>
              <a:t> </a:t>
            </a:r>
            <a:r>
              <a:rPr lang="en-US" sz="2400" dirty="0" err="1"/>
              <a:t>Hardwareentwurf</a:t>
            </a:r>
            <a:r>
              <a:rPr lang="en-US" sz="2400" dirty="0"/>
              <a:t> </a:t>
            </a:r>
            <a:endParaRPr lang="en-US" sz="2400" dirty="0">
              <a:solidFill>
                <a:srgbClr val="0000FF"/>
              </a:solidFill>
            </a:endParaRPr>
          </a:p>
          <a:p>
            <a:pPr marL="171450" indent="-171450">
              <a:buClr>
                <a:schemeClr val="tx1"/>
              </a:buClr>
              <a:buFont typeface="Wingdings" pitchFamily="2" charset="2"/>
              <a:buChar char="§"/>
            </a:pPr>
            <a:endParaRPr lang="de-DE" sz="1600" dirty="0">
              <a:solidFill>
                <a:srgbClr val="0000FF"/>
              </a:solidFill>
            </a:endParaRPr>
          </a:p>
          <a:p>
            <a:pPr marL="171450" indent="-171450">
              <a:buClr>
                <a:schemeClr val="tx1"/>
              </a:buClr>
              <a:buFont typeface="Wingdings" pitchFamily="2" charset="2"/>
              <a:buChar char="§"/>
            </a:pPr>
            <a:endParaRPr lang="de-DE" sz="1600" dirty="0"/>
          </a:p>
          <a:p>
            <a:pPr marL="171450" indent="-171450">
              <a:buClr>
                <a:schemeClr val="tx1"/>
              </a:buClr>
              <a:buFont typeface="Wingdings" pitchFamily="2" charset="2"/>
              <a:buChar char="§"/>
            </a:pPr>
            <a:endParaRPr lang="de-DE" sz="1600" dirty="0"/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§"/>
            </a:pPr>
            <a:endParaRPr lang="en-US" sz="2400" dirty="0"/>
          </a:p>
        </p:txBody>
      </p:sp>
      <p:sp>
        <p:nvSpPr>
          <p:cNvPr id="307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307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76</a:t>
            </a:fld>
            <a:r>
              <a:rPr lang="de-DE"/>
              <a:t> </a:t>
            </a:r>
          </a:p>
        </p:txBody>
      </p:sp>
      <p:pic>
        <p:nvPicPr>
          <p:cNvPr id="8" name="Picture 4" descr="C:\Users\apohl\Desktop\TechGI 2\svn\uebung\hausaufgaben\ws1415\aufgaben\figures\1BitALUFul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585" y="3998241"/>
            <a:ext cx="2844733" cy="232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7"/>
          <p:cNvGrpSpPr/>
          <p:nvPr/>
        </p:nvGrpSpPr>
        <p:grpSpPr>
          <a:xfrm>
            <a:off x="8442944" y="1645567"/>
            <a:ext cx="3348500" cy="4575949"/>
            <a:chOff x="5076825" y="1493838"/>
            <a:chExt cx="3348500" cy="4575949"/>
          </a:xfrm>
        </p:grpSpPr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6324600" y="4919663"/>
              <a:ext cx="1200150" cy="255587"/>
            </a:xfrm>
            <a:custGeom>
              <a:avLst/>
              <a:gdLst>
                <a:gd name="T0" fmla="*/ 0 w 756"/>
                <a:gd name="T1" fmla="*/ 2147483647 h 161"/>
                <a:gd name="T2" fmla="*/ 0 w 756"/>
                <a:gd name="T3" fmla="*/ 0 h 161"/>
                <a:gd name="T4" fmla="*/ 2147483647 w 756"/>
                <a:gd name="T5" fmla="*/ 0 h 161"/>
                <a:gd name="T6" fmla="*/ 0 60000 65536"/>
                <a:gd name="T7" fmla="*/ 0 60000 65536"/>
                <a:gd name="T8" fmla="*/ 0 60000 65536"/>
                <a:gd name="T9" fmla="*/ 0 w 756"/>
                <a:gd name="T10" fmla="*/ 0 h 161"/>
                <a:gd name="T11" fmla="*/ 756 w 756"/>
                <a:gd name="T12" fmla="*/ 161 h 1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6" h="161">
                  <a:moveTo>
                    <a:pt x="0" y="161"/>
                  </a:moveTo>
                  <a:lnTo>
                    <a:pt x="0" y="0"/>
                  </a:lnTo>
                  <a:lnTo>
                    <a:pt x="756" y="0"/>
                  </a:lnTo>
                </a:path>
              </a:pathLst>
            </a:custGeom>
            <a:noFill/>
            <a:ln w="19050">
              <a:solidFill>
                <a:srgbClr val="00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6300788" y="1827213"/>
              <a:ext cx="1200150" cy="255587"/>
            </a:xfrm>
            <a:custGeom>
              <a:avLst/>
              <a:gdLst>
                <a:gd name="T0" fmla="*/ 2147483647 w 756"/>
                <a:gd name="T1" fmla="*/ 0 h 161"/>
                <a:gd name="T2" fmla="*/ 0 w 756"/>
                <a:gd name="T3" fmla="*/ 0 h 161"/>
                <a:gd name="T4" fmla="*/ 0 w 756"/>
                <a:gd name="T5" fmla="*/ 2147483647 h 161"/>
                <a:gd name="T6" fmla="*/ 0 60000 65536"/>
                <a:gd name="T7" fmla="*/ 0 60000 65536"/>
                <a:gd name="T8" fmla="*/ 0 60000 65536"/>
                <a:gd name="T9" fmla="*/ 0 w 756"/>
                <a:gd name="T10" fmla="*/ 0 h 161"/>
                <a:gd name="T11" fmla="*/ 756 w 756"/>
                <a:gd name="T12" fmla="*/ 161 h 1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6" h="161">
                  <a:moveTo>
                    <a:pt x="756" y="0"/>
                  </a:moveTo>
                  <a:lnTo>
                    <a:pt x="0" y="0"/>
                  </a:lnTo>
                  <a:lnTo>
                    <a:pt x="0" y="161"/>
                  </a:lnTo>
                </a:path>
              </a:pathLst>
            </a:custGeom>
            <a:noFill/>
            <a:ln w="19050">
              <a:solidFill>
                <a:srgbClr val="00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V="1">
              <a:off x="7524750" y="4764088"/>
              <a:ext cx="0" cy="160337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V="1">
              <a:off x="7524750" y="1674813"/>
              <a:ext cx="0" cy="276225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22"/>
            <p:cNvSpPr>
              <a:spLocks/>
            </p:cNvSpPr>
            <p:nvPr/>
          </p:nvSpPr>
          <p:spPr bwMode="auto">
            <a:xfrm>
              <a:off x="6048375" y="5157788"/>
              <a:ext cx="82550" cy="69850"/>
            </a:xfrm>
            <a:custGeom>
              <a:avLst/>
              <a:gdLst>
                <a:gd name="T0" fmla="*/ 2147483647 w 52"/>
                <a:gd name="T1" fmla="*/ 0 h 44"/>
                <a:gd name="T2" fmla="*/ 0 w 52"/>
                <a:gd name="T3" fmla="*/ 0 h 44"/>
                <a:gd name="T4" fmla="*/ 2147483647 w 52"/>
                <a:gd name="T5" fmla="*/ 2147483647 h 44"/>
                <a:gd name="T6" fmla="*/ 2147483647 w 52"/>
                <a:gd name="T7" fmla="*/ 0 h 44"/>
                <a:gd name="T8" fmla="*/ 2147483647 w 52"/>
                <a:gd name="T9" fmla="*/ 0 h 44"/>
                <a:gd name="T10" fmla="*/ 2147483647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44"/>
                <a:gd name="T20" fmla="*/ 52 w 52"/>
                <a:gd name="T21" fmla="*/ 44 h 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44">
                  <a:moveTo>
                    <a:pt x="49" y="0"/>
                  </a:moveTo>
                  <a:lnTo>
                    <a:pt x="0" y="0"/>
                  </a:lnTo>
                  <a:lnTo>
                    <a:pt x="24" y="44"/>
                  </a:lnTo>
                  <a:lnTo>
                    <a:pt x="52" y="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3"/>
            <p:cNvSpPr>
              <a:spLocks noChangeShapeType="1"/>
            </p:cNvSpPr>
            <p:nvPr/>
          </p:nvSpPr>
          <p:spPr bwMode="auto">
            <a:xfrm flipV="1">
              <a:off x="6081713" y="4768850"/>
              <a:ext cx="0" cy="4064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4"/>
            <p:cNvSpPr>
              <a:spLocks/>
            </p:cNvSpPr>
            <p:nvPr/>
          </p:nvSpPr>
          <p:spPr bwMode="auto">
            <a:xfrm>
              <a:off x="5730875" y="2135188"/>
              <a:ext cx="785813" cy="687387"/>
            </a:xfrm>
            <a:custGeom>
              <a:avLst/>
              <a:gdLst>
                <a:gd name="T0" fmla="*/ 2147483647 w 461"/>
                <a:gd name="T1" fmla="*/ 2147483647 h 433"/>
                <a:gd name="T2" fmla="*/ 2147483647 w 461"/>
                <a:gd name="T3" fmla="*/ 0 h 433"/>
                <a:gd name="T4" fmla="*/ 0 w 461"/>
                <a:gd name="T5" fmla="*/ 0 h 433"/>
                <a:gd name="T6" fmla="*/ 0 w 461"/>
                <a:gd name="T7" fmla="*/ 2147483647 h 433"/>
                <a:gd name="T8" fmla="*/ 2147483647 w 461"/>
                <a:gd name="T9" fmla="*/ 2147483647 h 433"/>
                <a:gd name="T10" fmla="*/ 2147483647 w 461"/>
                <a:gd name="T11" fmla="*/ 2147483647 h 4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1"/>
                <a:gd name="T19" fmla="*/ 0 h 433"/>
                <a:gd name="T20" fmla="*/ 461 w 461"/>
                <a:gd name="T21" fmla="*/ 433 h 4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1" h="433">
                  <a:moveTo>
                    <a:pt x="461" y="430"/>
                  </a:moveTo>
                  <a:lnTo>
                    <a:pt x="461" y="0"/>
                  </a:lnTo>
                  <a:lnTo>
                    <a:pt x="0" y="0"/>
                  </a:lnTo>
                  <a:lnTo>
                    <a:pt x="0" y="433"/>
                  </a:lnTo>
                  <a:lnTo>
                    <a:pt x="461" y="43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5"/>
            <p:cNvSpPr>
              <a:spLocks/>
            </p:cNvSpPr>
            <p:nvPr/>
          </p:nvSpPr>
          <p:spPr bwMode="auto">
            <a:xfrm>
              <a:off x="7769225" y="2447925"/>
              <a:ext cx="82550" cy="69850"/>
            </a:xfrm>
            <a:custGeom>
              <a:avLst/>
              <a:gdLst>
                <a:gd name="T0" fmla="*/ 0 w 52"/>
                <a:gd name="T1" fmla="*/ 0 h 44"/>
                <a:gd name="T2" fmla="*/ 2147483647 w 52"/>
                <a:gd name="T3" fmla="*/ 2147483647 h 44"/>
                <a:gd name="T4" fmla="*/ 2147483647 w 52"/>
                <a:gd name="T5" fmla="*/ 2147483647 h 44"/>
                <a:gd name="T6" fmla="*/ 2147483647 w 52"/>
                <a:gd name="T7" fmla="*/ 0 h 44"/>
                <a:gd name="T8" fmla="*/ 2147483647 w 52"/>
                <a:gd name="T9" fmla="*/ 0 h 44"/>
                <a:gd name="T10" fmla="*/ 0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44"/>
                <a:gd name="T20" fmla="*/ 52 w 52"/>
                <a:gd name="T21" fmla="*/ 44 h 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44">
                  <a:moveTo>
                    <a:pt x="0" y="0"/>
                  </a:moveTo>
                  <a:lnTo>
                    <a:pt x="3" y="44"/>
                  </a:lnTo>
                  <a:lnTo>
                    <a:pt x="52" y="21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43"/>
            <p:cNvSpPr>
              <a:spLocks/>
            </p:cNvSpPr>
            <p:nvPr/>
          </p:nvSpPr>
          <p:spPr bwMode="auto">
            <a:xfrm>
              <a:off x="6057900" y="2057400"/>
              <a:ext cx="82550" cy="69850"/>
            </a:xfrm>
            <a:custGeom>
              <a:avLst/>
              <a:gdLst>
                <a:gd name="T0" fmla="*/ 2147483647 w 52"/>
                <a:gd name="T1" fmla="*/ 0 h 44"/>
                <a:gd name="T2" fmla="*/ 0 w 52"/>
                <a:gd name="T3" fmla="*/ 0 h 44"/>
                <a:gd name="T4" fmla="*/ 2147483647 w 52"/>
                <a:gd name="T5" fmla="*/ 2147483647 h 44"/>
                <a:gd name="T6" fmla="*/ 2147483647 w 52"/>
                <a:gd name="T7" fmla="*/ 0 h 44"/>
                <a:gd name="T8" fmla="*/ 2147483647 w 52"/>
                <a:gd name="T9" fmla="*/ 0 h 44"/>
                <a:gd name="T10" fmla="*/ 2147483647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44"/>
                <a:gd name="T20" fmla="*/ 52 w 52"/>
                <a:gd name="T21" fmla="*/ 44 h 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44">
                  <a:moveTo>
                    <a:pt x="49" y="0"/>
                  </a:moveTo>
                  <a:lnTo>
                    <a:pt x="0" y="0"/>
                  </a:lnTo>
                  <a:lnTo>
                    <a:pt x="24" y="44"/>
                  </a:lnTo>
                  <a:lnTo>
                    <a:pt x="52" y="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44"/>
            <p:cNvSpPr>
              <a:spLocks noChangeShapeType="1"/>
            </p:cNvSpPr>
            <p:nvPr/>
          </p:nvSpPr>
          <p:spPr bwMode="auto">
            <a:xfrm flipV="1">
              <a:off x="6096000" y="1674813"/>
              <a:ext cx="0" cy="4079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45"/>
            <p:cNvSpPr>
              <a:spLocks noChangeArrowheads="1"/>
            </p:cNvSpPr>
            <p:nvPr/>
          </p:nvSpPr>
          <p:spPr bwMode="auto">
            <a:xfrm>
              <a:off x="5899150" y="1493838"/>
              <a:ext cx="10259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C</a:t>
              </a:r>
              <a:endParaRPr lang="en-US"/>
            </a:p>
          </p:txBody>
        </p:sp>
        <p:sp>
          <p:nvSpPr>
            <p:cNvPr id="21" name="Rectangle 46"/>
            <p:cNvSpPr>
              <a:spLocks noChangeArrowheads="1"/>
            </p:cNvSpPr>
            <p:nvPr/>
          </p:nvSpPr>
          <p:spPr bwMode="auto">
            <a:xfrm>
              <a:off x="6010275" y="1493838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/>
            </a:p>
          </p:txBody>
        </p:sp>
        <p:sp>
          <p:nvSpPr>
            <p:cNvPr id="22" name="Rectangle 47"/>
            <p:cNvSpPr>
              <a:spLocks noChangeArrowheads="1"/>
            </p:cNvSpPr>
            <p:nvPr/>
          </p:nvSpPr>
          <p:spPr bwMode="auto">
            <a:xfrm>
              <a:off x="6097588" y="1493838"/>
              <a:ext cx="4648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/>
            </a:p>
          </p:txBody>
        </p:sp>
        <p:sp>
          <p:nvSpPr>
            <p:cNvPr id="23" name="Rectangle 48"/>
            <p:cNvSpPr>
              <a:spLocks noChangeArrowheads="1"/>
            </p:cNvSpPr>
            <p:nvPr/>
          </p:nvSpPr>
          <p:spPr bwMode="auto">
            <a:xfrm>
              <a:off x="6149975" y="1493838"/>
              <a:ext cx="4648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/>
            </a:p>
          </p:txBody>
        </p:sp>
        <p:sp>
          <p:nvSpPr>
            <p:cNvPr id="24" name="Rectangle 49"/>
            <p:cNvSpPr>
              <a:spLocks noChangeArrowheads="1"/>
            </p:cNvSpPr>
            <p:nvPr/>
          </p:nvSpPr>
          <p:spPr bwMode="auto">
            <a:xfrm>
              <a:off x="6211888" y="1493838"/>
              <a:ext cx="7053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y</a:t>
              </a:r>
              <a:endParaRPr lang="en-US"/>
            </a:p>
          </p:txBody>
        </p:sp>
        <p:sp>
          <p:nvSpPr>
            <p:cNvPr id="25" name="Rectangle 50"/>
            <p:cNvSpPr>
              <a:spLocks noChangeArrowheads="1"/>
            </p:cNvSpPr>
            <p:nvPr/>
          </p:nvSpPr>
          <p:spPr bwMode="auto">
            <a:xfrm>
              <a:off x="6286500" y="1493838"/>
              <a:ext cx="3847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/>
            </a:p>
          </p:txBody>
        </p:sp>
        <p:sp>
          <p:nvSpPr>
            <p:cNvPr id="26" name="Rectangle 51"/>
            <p:cNvSpPr>
              <a:spLocks noChangeArrowheads="1"/>
            </p:cNvSpPr>
            <p:nvPr/>
          </p:nvSpPr>
          <p:spPr bwMode="auto">
            <a:xfrm>
              <a:off x="6334125" y="1493838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n</a:t>
              </a:r>
              <a:endParaRPr lang="en-US"/>
            </a:p>
          </p:txBody>
        </p:sp>
        <p:sp>
          <p:nvSpPr>
            <p:cNvPr id="27" name="Freeform 60"/>
            <p:cNvSpPr>
              <a:spLocks/>
            </p:cNvSpPr>
            <p:nvPr/>
          </p:nvSpPr>
          <p:spPr bwMode="auto">
            <a:xfrm>
              <a:off x="6262688" y="2057400"/>
              <a:ext cx="77787" cy="69850"/>
            </a:xfrm>
            <a:custGeom>
              <a:avLst/>
              <a:gdLst>
                <a:gd name="T0" fmla="*/ 2147483647 w 49"/>
                <a:gd name="T1" fmla="*/ 0 h 44"/>
                <a:gd name="T2" fmla="*/ 0 w 49"/>
                <a:gd name="T3" fmla="*/ 0 h 44"/>
                <a:gd name="T4" fmla="*/ 2147483647 w 49"/>
                <a:gd name="T5" fmla="*/ 2147483647 h 44"/>
                <a:gd name="T6" fmla="*/ 2147483647 w 49"/>
                <a:gd name="T7" fmla="*/ 0 h 44"/>
                <a:gd name="T8" fmla="*/ 2147483647 w 49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"/>
                <a:gd name="T16" fmla="*/ 0 h 44"/>
                <a:gd name="T17" fmla="*/ 49 w 49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" h="44">
                  <a:moveTo>
                    <a:pt x="49" y="0"/>
                  </a:moveTo>
                  <a:lnTo>
                    <a:pt x="0" y="0"/>
                  </a:lnTo>
                  <a:lnTo>
                    <a:pt x="24" y="4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0066FF"/>
            </a:solidFill>
            <a:ln w="9525">
              <a:solidFill>
                <a:srgbClr val="00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63"/>
            <p:cNvSpPr>
              <a:spLocks noChangeArrowheads="1"/>
            </p:cNvSpPr>
            <p:nvPr/>
          </p:nvSpPr>
          <p:spPr bwMode="auto">
            <a:xfrm>
              <a:off x="7885113" y="3598863"/>
              <a:ext cx="461665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result 1</a:t>
              </a:r>
              <a:endParaRPr lang="en-US"/>
            </a:p>
          </p:txBody>
        </p:sp>
        <p:sp>
          <p:nvSpPr>
            <p:cNvPr id="29" name="Freeform 70"/>
            <p:cNvSpPr>
              <a:spLocks/>
            </p:cNvSpPr>
            <p:nvPr/>
          </p:nvSpPr>
          <p:spPr bwMode="auto">
            <a:xfrm>
              <a:off x="6057900" y="3213100"/>
              <a:ext cx="82550" cy="69850"/>
            </a:xfrm>
            <a:custGeom>
              <a:avLst/>
              <a:gdLst>
                <a:gd name="T0" fmla="*/ 2147483647 w 52"/>
                <a:gd name="T1" fmla="*/ 0 h 44"/>
                <a:gd name="T2" fmla="*/ 0 w 52"/>
                <a:gd name="T3" fmla="*/ 0 h 44"/>
                <a:gd name="T4" fmla="*/ 2147483647 w 52"/>
                <a:gd name="T5" fmla="*/ 2147483647 h 44"/>
                <a:gd name="T6" fmla="*/ 2147483647 w 52"/>
                <a:gd name="T7" fmla="*/ 0 h 44"/>
                <a:gd name="T8" fmla="*/ 2147483647 w 52"/>
                <a:gd name="T9" fmla="*/ 0 h 44"/>
                <a:gd name="T10" fmla="*/ 2147483647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44"/>
                <a:gd name="T20" fmla="*/ 52 w 52"/>
                <a:gd name="T21" fmla="*/ 44 h 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44">
                  <a:moveTo>
                    <a:pt x="49" y="0"/>
                  </a:moveTo>
                  <a:lnTo>
                    <a:pt x="0" y="0"/>
                  </a:lnTo>
                  <a:lnTo>
                    <a:pt x="24" y="44"/>
                  </a:lnTo>
                  <a:lnTo>
                    <a:pt x="52" y="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71"/>
            <p:cNvSpPr>
              <a:spLocks noChangeShapeType="1"/>
            </p:cNvSpPr>
            <p:nvPr/>
          </p:nvSpPr>
          <p:spPr bwMode="auto">
            <a:xfrm flipV="1">
              <a:off x="6096000" y="2822575"/>
              <a:ext cx="0" cy="3905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76"/>
            <p:cNvSpPr>
              <a:spLocks noChangeArrowheads="1"/>
            </p:cNvSpPr>
            <p:nvPr/>
          </p:nvSpPr>
          <p:spPr bwMode="auto">
            <a:xfrm>
              <a:off x="5207000" y="3429000"/>
              <a:ext cx="157094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a1</a:t>
              </a:r>
              <a:endParaRPr lang="en-US"/>
            </a:p>
          </p:txBody>
        </p:sp>
        <p:sp>
          <p:nvSpPr>
            <p:cNvPr id="32" name="Rectangle 78"/>
            <p:cNvSpPr>
              <a:spLocks noChangeArrowheads="1"/>
            </p:cNvSpPr>
            <p:nvPr/>
          </p:nvSpPr>
          <p:spPr bwMode="auto">
            <a:xfrm>
              <a:off x="5207000" y="3789363"/>
              <a:ext cx="157163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b1</a:t>
              </a:r>
              <a:endParaRPr lang="en-US"/>
            </a:p>
          </p:txBody>
        </p:sp>
        <p:sp>
          <p:nvSpPr>
            <p:cNvPr id="33" name="Freeform 80"/>
            <p:cNvSpPr>
              <a:spLocks/>
            </p:cNvSpPr>
            <p:nvPr/>
          </p:nvSpPr>
          <p:spPr bwMode="auto">
            <a:xfrm>
              <a:off x="6262688" y="3214688"/>
              <a:ext cx="77787" cy="69850"/>
            </a:xfrm>
            <a:custGeom>
              <a:avLst/>
              <a:gdLst>
                <a:gd name="T0" fmla="*/ 2147483647 w 49"/>
                <a:gd name="T1" fmla="*/ 0 h 44"/>
                <a:gd name="T2" fmla="*/ 0 w 49"/>
                <a:gd name="T3" fmla="*/ 0 h 44"/>
                <a:gd name="T4" fmla="*/ 2147483647 w 49"/>
                <a:gd name="T5" fmla="*/ 2147483647 h 44"/>
                <a:gd name="T6" fmla="*/ 2147483647 w 49"/>
                <a:gd name="T7" fmla="*/ 0 h 44"/>
                <a:gd name="T8" fmla="*/ 2147483647 w 49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"/>
                <a:gd name="T16" fmla="*/ 0 h 44"/>
                <a:gd name="T17" fmla="*/ 49 w 49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" h="44">
                  <a:moveTo>
                    <a:pt x="49" y="0"/>
                  </a:moveTo>
                  <a:lnTo>
                    <a:pt x="0" y="0"/>
                  </a:lnTo>
                  <a:lnTo>
                    <a:pt x="24" y="4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0066FF"/>
            </a:solidFill>
            <a:ln w="9525">
              <a:solidFill>
                <a:srgbClr val="00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81"/>
            <p:cNvSpPr>
              <a:spLocks/>
            </p:cNvSpPr>
            <p:nvPr/>
          </p:nvSpPr>
          <p:spPr bwMode="auto">
            <a:xfrm>
              <a:off x="6300788" y="2957513"/>
              <a:ext cx="1200150" cy="255587"/>
            </a:xfrm>
            <a:custGeom>
              <a:avLst/>
              <a:gdLst>
                <a:gd name="T0" fmla="*/ 2147483647 w 756"/>
                <a:gd name="T1" fmla="*/ 0 h 161"/>
                <a:gd name="T2" fmla="*/ 0 w 756"/>
                <a:gd name="T3" fmla="*/ 0 h 161"/>
                <a:gd name="T4" fmla="*/ 0 w 756"/>
                <a:gd name="T5" fmla="*/ 2147483647 h 161"/>
                <a:gd name="T6" fmla="*/ 0 60000 65536"/>
                <a:gd name="T7" fmla="*/ 0 60000 65536"/>
                <a:gd name="T8" fmla="*/ 0 60000 65536"/>
                <a:gd name="T9" fmla="*/ 0 w 756"/>
                <a:gd name="T10" fmla="*/ 0 h 161"/>
                <a:gd name="T11" fmla="*/ 756 w 756"/>
                <a:gd name="T12" fmla="*/ 161 h 1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6" h="161">
                  <a:moveTo>
                    <a:pt x="756" y="0"/>
                  </a:moveTo>
                  <a:lnTo>
                    <a:pt x="0" y="0"/>
                  </a:lnTo>
                  <a:lnTo>
                    <a:pt x="0" y="161"/>
                  </a:lnTo>
                </a:path>
              </a:pathLst>
            </a:custGeom>
            <a:noFill/>
            <a:ln w="19050">
              <a:solidFill>
                <a:srgbClr val="00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88"/>
            <p:cNvSpPr>
              <a:spLocks noChangeArrowheads="1"/>
            </p:cNvSpPr>
            <p:nvPr/>
          </p:nvSpPr>
          <p:spPr bwMode="auto">
            <a:xfrm>
              <a:off x="8329613" y="4570413"/>
              <a:ext cx="6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36" name="Freeform 105"/>
            <p:cNvSpPr>
              <a:spLocks/>
            </p:cNvSpPr>
            <p:nvPr/>
          </p:nvSpPr>
          <p:spPr bwMode="auto">
            <a:xfrm>
              <a:off x="6067425" y="4595813"/>
              <a:ext cx="33338" cy="23812"/>
            </a:xfrm>
            <a:custGeom>
              <a:avLst/>
              <a:gdLst>
                <a:gd name="T0" fmla="*/ 0 w 21"/>
                <a:gd name="T1" fmla="*/ 2147483647 h 15"/>
                <a:gd name="T2" fmla="*/ 0 w 21"/>
                <a:gd name="T3" fmla="*/ 2147483647 h 15"/>
                <a:gd name="T4" fmla="*/ 0 w 21"/>
                <a:gd name="T5" fmla="*/ 2147483647 h 15"/>
                <a:gd name="T6" fmla="*/ 2147483647 w 21"/>
                <a:gd name="T7" fmla="*/ 2147483647 h 15"/>
                <a:gd name="T8" fmla="*/ 2147483647 w 21"/>
                <a:gd name="T9" fmla="*/ 2147483647 h 15"/>
                <a:gd name="T10" fmla="*/ 2147483647 w 21"/>
                <a:gd name="T11" fmla="*/ 2147483647 h 15"/>
                <a:gd name="T12" fmla="*/ 2147483647 w 21"/>
                <a:gd name="T13" fmla="*/ 2147483647 h 15"/>
                <a:gd name="T14" fmla="*/ 2147483647 w 21"/>
                <a:gd name="T15" fmla="*/ 2147483647 h 15"/>
                <a:gd name="T16" fmla="*/ 2147483647 w 21"/>
                <a:gd name="T17" fmla="*/ 2147483647 h 15"/>
                <a:gd name="T18" fmla="*/ 2147483647 w 21"/>
                <a:gd name="T19" fmla="*/ 2147483647 h 15"/>
                <a:gd name="T20" fmla="*/ 2147483647 w 21"/>
                <a:gd name="T21" fmla="*/ 2147483647 h 15"/>
                <a:gd name="T22" fmla="*/ 2147483647 w 21"/>
                <a:gd name="T23" fmla="*/ 2147483647 h 15"/>
                <a:gd name="T24" fmla="*/ 2147483647 w 21"/>
                <a:gd name="T25" fmla="*/ 2147483647 h 15"/>
                <a:gd name="T26" fmla="*/ 2147483647 w 21"/>
                <a:gd name="T27" fmla="*/ 2147483647 h 15"/>
                <a:gd name="T28" fmla="*/ 2147483647 w 21"/>
                <a:gd name="T29" fmla="*/ 2147483647 h 15"/>
                <a:gd name="T30" fmla="*/ 2147483647 w 21"/>
                <a:gd name="T31" fmla="*/ 2147483647 h 15"/>
                <a:gd name="T32" fmla="*/ 2147483647 w 21"/>
                <a:gd name="T33" fmla="*/ 2147483647 h 15"/>
                <a:gd name="T34" fmla="*/ 2147483647 w 21"/>
                <a:gd name="T35" fmla="*/ 2147483647 h 15"/>
                <a:gd name="T36" fmla="*/ 2147483647 w 21"/>
                <a:gd name="T37" fmla="*/ 2147483647 h 15"/>
                <a:gd name="T38" fmla="*/ 2147483647 w 21"/>
                <a:gd name="T39" fmla="*/ 2147483647 h 15"/>
                <a:gd name="T40" fmla="*/ 2147483647 w 21"/>
                <a:gd name="T41" fmla="*/ 2147483647 h 15"/>
                <a:gd name="T42" fmla="*/ 2147483647 w 21"/>
                <a:gd name="T43" fmla="*/ 2147483647 h 15"/>
                <a:gd name="T44" fmla="*/ 2147483647 w 21"/>
                <a:gd name="T45" fmla="*/ 2147483647 h 15"/>
                <a:gd name="T46" fmla="*/ 2147483647 w 21"/>
                <a:gd name="T47" fmla="*/ 2147483647 h 15"/>
                <a:gd name="T48" fmla="*/ 2147483647 w 21"/>
                <a:gd name="T49" fmla="*/ 2147483647 h 15"/>
                <a:gd name="T50" fmla="*/ 2147483647 w 21"/>
                <a:gd name="T51" fmla="*/ 2147483647 h 15"/>
                <a:gd name="T52" fmla="*/ 2147483647 w 21"/>
                <a:gd name="T53" fmla="*/ 2147483647 h 15"/>
                <a:gd name="T54" fmla="*/ 2147483647 w 21"/>
                <a:gd name="T55" fmla="*/ 2147483647 h 15"/>
                <a:gd name="T56" fmla="*/ 2147483647 w 21"/>
                <a:gd name="T57" fmla="*/ 0 h 15"/>
                <a:gd name="T58" fmla="*/ 2147483647 w 21"/>
                <a:gd name="T59" fmla="*/ 0 h 15"/>
                <a:gd name="T60" fmla="*/ 2147483647 w 21"/>
                <a:gd name="T61" fmla="*/ 0 h 15"/>
                <a:gd name="T62" fmla="*/ 2147483647 w 21"/>
                <a:gd name="T63" fmla="*/ 0 h 15"/>
                <a:gd name="T64" fmla="*/ 2147483647 w 21"/>
                <a:gd name="T65" fmla="*/ 0 h 15"/>
                <a:gd name="T66" fmla="*/ 2147483647 w 21"/>
                <a:gd name="T67" fmla="*/ 2147483647 h 15"/>
                <a:gd name="T68" fmla="*/ 2147483647 w 21"/>
                <a:gd name="T69" fmla="*/ 2147483647 h 15"/>
                <a:gd name="T70" fmla="*/ 2147483647 w 21"/>
                <a:gd name="T71" fmla="*/ 2147483647 h 15"/>
                <a:gd name="T72" fmla="*/ 2147483647 w 21"/>
                <a:gd name="T73" fmla="*/ 2147483647 h 15"/>
                <a:gd name="T74" fmla="*/ 2147483647 w 21"/>
                <a:gd name="T75" fmla="*/ 2147483647 h 15"/>
                <a:gd name="T76" fmla="*/ 0 w 21"/>
                <a:gd name="T77" fmla="*/ 2147483647 h 15"/>
                <a:gd name="T78" fmla="*/ 0 w 21"/>
                <a:gd name="T79" fmla="*/ 2147483647 h 15"/>
                <a:gd name="T80" fmla="*/ 0 w 21"/>
                <a:gd name="T81" fmla="*/ 2147483647 h 15"/>
                <a:gd name="T82" fmla="*/ 0 w 21"/>
                <a:gd name="T83" fmla="*/ 2147483647 h 1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"/>
                <a:gd name="T127" fmla="*/ 0 h 15"/>
                <a:gd name="T128" fmla="*/ 21 w 21"/>
                <a:gd name="T129" fmla="*/ 15 h 1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" h="15">
                  <a:moveTo>
                    <a:pt x="0" y="8"/>
                  </a:moveTo>
                  <a:lnTo>
                    <a:pt x="0" y="10"/>
                  </a:lnTo>
                  <a:lnTo>
                    <a:pt x="3" y="13"/>
                  </a:lnTo>
                  <a:lnTo>
                    <a:pt x="3" y="15"/>
                  </a:lnTo>
                  <a:lnTo>
                    <a:pt x="6" y="15"/>
                  </a:lnTo>
                  <a:lnTo>
                    <a:pt x="9" y="15"/>
                  </a:lnTo>
                  <a:lnTo>
                    <a:pt x="12" y="15"/>
                  </a:lnTo>
                  <a:lnTo>
                    <a:pt x="15" y="15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8" y="10"/>
                  </a:lnTo>
                  <a:lnTo>
                    <a:pt x="21" y="8"/>
                  </a:lnTo>
                  <a:lnTo>
                    <a:pt x="18" y="8"/>
                  </a:lnTo>
                  <a:lnTo>
                    <a:pt x="18" y="5"/>
                  </a:lnTo>
                  <a:lnTo>
                    <a:pt x="18" y="2"/>
                  </a:lnTo>
                  <a:lnTo>
                    <a:pt x="15" y="2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3" y="2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06"/>
            <p:cNvSpPr>
              <a:spLocks/>
            </p:cNvSpPr>
            <p:nvPr/>
          </p:nvSpPr>
          <p:spPr bwMode="auto">
            <a:xfrm>
              <a:off x="6067425" y="4681538"/>
              <a:ext cx="33338" cy="25400"/>
            </a:xfrm>
            <a:custGeom>
              <a:avLst/>
              <a:gdLst>
                <a:gd name="T0" fmla="*/ 0 w 21"/>
                <a:gd name="T1" fmla="*/ 2147483647 h 16"/>
                <a:gd name="T2" fmla="*/ 0 w 21"/>
                <a:gd name="T3" fmla="*/ 2147483647 h 16"/>
                <a:gd name="T4" fmla="*/ 0 w 21"/>
                <a:gd name="T5" fmla="*/ 2147483647 h 16"/>
                <a:gd name="T6" fmla="*/ 2147483647 w 21"/>
                <a:gd name="T7" fmla="*/ 2147483647 h 16"/>
                <a:gd name="T8" fmla="*/ 2147483647 w 21"/>
                <a:gd name="T9" fmla="*/ 2147483647 h 16"/>
                <a:gd name="T10" fmla="*/ 2147483647 w 21"/>
                <a:gd name="T11" fmla="*/ 2147483647 h 16"/>
                <a:gd name="T12" fmla="*/ 2147483647 w 21"/>
                <a:gd name="T13" fmla="*/ 2147483647 h 16"/>
                <a:gd name="T14" fmla="*/ 2147483647 w 21"/>
                <a:gd name="T15" fmla="*/ 2147483647 h 16"/>
                <a:gd name="T16" fmla="*/ 2147483647 w 21"/>
                <a:gd name="T17" fmla="*/ 2147483647 h 16"/>
                <a:gd name="T18" fmla="*/ 2147483647 w 21"/>
                <a:gd name="T19" fmla="*/ 2147483647 h 16"/>
                <a:gd name="T20" fmla="*/ 2147483647 w 21"/>
                <a:gd name="T21" fmla="*/ 2147483647 h 16"/>
                <a:gd name="T22" fmla="*/ 2147483647 w 21"/>
                <a:gd name="T23" fmla="*/ 2147483647 h 16"/>
                <a:gd name="T24" fmla="*/ 2147483647 w 21"/>
                <a:gd name="T25" fmla="*/ 2147483647 h 16"/>
                <a:gd name="T26" fmla="*/ 2147483647 w 21"/>
                <a:gd name="T27" fmla="*/ 2147483647 h 16"/>
                <a:gd name="T28" fmla="*/ 2147483647 w 21"/>
                <a:gd name="T29" fmla="*/ 2147483647 h 16"/>
                <a:gd name="T30" fmla="*/ 2147483647 w 21"/>
                <a:gd name="T31" fmla="*/ 2147483647 h 16"/>
                <a:gd name="T32" fmla="*/ 2147483647 w 21"/>
                <a:gd name="T33" fmla="*/ 2147483647 h 16"/>
                <a:gd name="T34" fmla="*/ 2147483647 w 21"/>
                <a:gd name="T35" fmla="*/ 2147483647 h 16"/>
                <a:gd name="T36" fmla="*/ 2147483647 w 21"/>
                <a:gd name="T37" fmla="*/ 2147483647 h 16"/>
                <a:gd name="T38" fmla="*/ 2147483647 w 21"/>
                <a:gd name="T39" fmla="*/ 2147483647 h 16"/>
                <a:gd name="T40" fmla="*/ 2147483647 w 21"/>
                <a:gd name="T41" fmla="*/ 2147483647 h 16"/>
                <a:gd name="T42" fmla="*/ 2147483647 w 21"/>
                <a:gd name="T43" fmla="*/ 2147483647 h 16"/>
                <a:gd name="T44" fmla="*/ 2147483647 w 21"/>
                <a:gd name="T45" fmla="*/ 2147483647 h 16"/>
                <a:gd name="T46" fmla="*/ 2147483647 w 21"/>
                <a:gd name="T47" fmla="*/ 2147483647 h 16"/>
                <a:gd name="T48" fmla="*/ 2147483647 w 21"/>
                <a:gd name="T49" fmla="*/ 2147483647 h 16"/>
                <a:gd name="T50" fmla="*/ 2147483647 w 21"/>
                <a:gd name="T51" fmla="*/ 2147483647 h 16"/>
                <a:gd name="T52" fmla="*/ 2147483647 w 21"/>
                <a:gd name="T53" fmla="*/ 2147483647 h 16"/>
                <a:gd name="T54" fmla="*/ 2147483647 w 21"/>
                <a:gd name="T55" fmla="*/ 0 h 16"/>
                <a:gd name="T56" fmla="*/ 2147483647 w 21"/>
                <a:gd name="T57" fmla="*/ 0 h 16"/>
                <a:gd name="T58" fmla="*/ 2147483647 w 21"/>
                <a:gd name="T59" fmla="*/ 0 h 16"/>
                <a:gd name="T60" fmla="*/ 2147483647 w 21"/>
                <a:gd name="T61" fmla="*/ 0 h 16"/>
                <a:gd name="T62" fmla="*/ 2147483647 w 21"/>
                <a:gd name="T63" fmla="*/ 0 h 16"/>
                <a:gd name="T64" fmla="*/ 2147483647 w 21"/>
                <a:gd name="T65" fmla="*/ 0 h 16"/>
                <a:gd name="T66" fmla="*/ 2147483647 w 21"/>
                <a:gd name="T67" fmla="*/ 0 h 16"/>
                <a:gd name="T68" fmla="*/ 2147483647 w 21"/>
                <a:gd name="T69" fmla="*/ 2147483647 h 16"/>
                <a:gd name="T70" fmla="*/ 2147483647 w 21"/>
                <a:gd name="T71" fmla="*/ 2147483647 h 16"/>
                <a:gd name="T72" fmla="*/ 2147483647 w 21"/>
                <a:gd name="T73" fmla="*/ 2147483647 h 16"/>
                <a:gd name="T74" fmla="*/ 2147483647 w 21"/>
                <a:gd name="T75" fmla="*/ 2147483647 h 16"/>
                <a:gd name="T76" fmla="*/ 0 w 21"/>
                <a:gd name="T77" fmla="*/ 2147483647 h 16"/>
                <a:gd name="T78" fmla="*/ 0 w 21"/>
                <a:gd name="T79" fmla="*/ 2147483647 h 16"/>
                <a:gd name="T80" fmla="*/ 0 w 21"/>
                <a:gd name="T81" fmla="*/ 2147483647 h 16"/>
                <a:gd name="T82" fmla="*/ 0 w 21"/>
                <a:gd name="T83" fmla="*/ 2147483647 h 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"/>
                <a:gd name="T127" fmla="*/ 0 h 16"/>
                <a:gd name="T128" fmla="*/ 21 w 21"/>
                <a:gd name="T129" fmla="*/ 16 h 1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" h="16">
                  <a:moveTo>
                    <a:pt x="0" y="8"/>
                  </a:moveTo>
                  <a:lnTo>
                    <a:pt x="0" y="10"/>
                  </a:lnTo>
                  <a:lnTo>
                    <a:pt x="3" y="13"/>
                  </a:lnTo>
                  <a:lnTo>
                    <a:pt x="6" y="16"/>
                  </a:lnTo>
                  <a:lnTo>
                    <a:pt x="9" y="16"/>
                  </a:lnTo>
                  <a:lnTo>
                    <a:pt x="12" y="16"/>
                  </a:lnTo>
                  <a:lnTo>
                    <a:pt x="15" y="16"/>
                  </a:lnTo>
                  <a:lnTo>
                    <a:pt x="18" y="13"/>
                  </a:lnTo>
                  <a:lnTo>
                    <a:pt x="18" y="10"/>
                  </a:lnTo>
                  <a:lnTo>
                    <a:pt x="21" y="8"/>
                  </a:lnTo>
                  <a:lnTo>
                    <a:pt x="18" y="8"/>
                  </a:lnTo>
                  <a:lnTo>
                    <a:pt x="18" y="5"/>
                  </a:lnTo>
                  <a:lnTo>
                    <a:pt x="18" y="3"/>
                  </a:lnTo>
                  <a:lnTo>
                    <a:pt x="15" y="3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07"/>
            <p:cNvSpPr>
              <a:spLocks/>
            </p:cNvSpPr>
            <p:nvPr/>
          </p:nvSpPr>
          <p:spPr bwMode="auto">
            <a:xfrm>
              <a:off x="6067425" y="4508500"/>
              <a:ext cx="33338" cy="28575"/>
            </a:xfrm>
            <a:custGeom>
              <a:avLst/>
              <a:gdLst>
                <a:gd name="T0" fmla="*/ 0 w 21"/>
                <a:gd name="T1" fmla="*/ 2147483647 h 18"/>
                <a:gd name="T2" fmla="*/ 0 w 21"/>
                <a:gd name="T3" fmla="*/ 2147483647 h 18"/>
                <a:gd name="T4" fmla="*/ 0 w 21"/>
                <a:gd name="T5" fmla="*/ 2147483647 h 18"/>
                <a:gd name="T6" fmla="*/ 2147483647 w 21"/>
                <a:gd name="T7" fmla="*/ 2147483647 h 18"/>
                <a:gd name="T8" fmla="*/ 2147483647 w 21"/>
                <a:gd name="T9" fmla="*/ 2147483647 h 18"/>
                <a:gd name="T10" fmla="*/ 2147483647 w 21"/>
                <a:gd name="T11" fmla="*/ 2147483647 h 18"/>
                <a:gd name="T12" fmla="*/ 2147483647 w 21"/>
                <a:gd name="T13" fmla="*/ 2147483647 h 18"/>
                <a:gd name="T14" fmla="*/ 2147483647 w 21"/>
                <a:gd name="T15" fmla="*/ 2147483647 h 18"/>
                <a:gd name="T16" fmla="*/ 2147483647 w 21"/>
                <a:gd name="T17" fmla="*/ 2147483647 h 18"/>
                <a:gd name="T18" fmla="*/ 2147483647 w 21"/>
                <a:gd name="T19" fmla="*/ 2147483647 h 18"/>
                <a:gd name="T20" fmla="*/ 2147483647 w 21"/>
                <a:gd name="T21" fmla="*/ 2147483647 h 18"/>
                <a:gd name="T22" fmla="*/ 2147483647 w 21"/>
                <a:gd name="T23" fmla="*/ 2147483647 h 18"/>
                <a:gd name="T24" fmla="*/ 2147483647 w 21"/>
                <a:gd name="T25" fmla="*/ 2147483647 h 18"/>
                <a:gd name="T26" fmla="*/ 2147483647 w 21"/>
                <a:gd name="T27" fmla="*/ 2147483647 h 18"/>
                <a:gd name="T28" fmla="*/ 2147483647 w 21"/>
                <a:gd name="T29" fmla="*/ 2147483647 h 18"/>
                <a:gd name="T30" fmla="*/ 2147483647 w 21"/>
                <a:gd name="T31" fmla="*/ 2147483647 h 18"/>
                <a:gd name="T32" fmla="*/ 2147483647 w 21"/>
                <a:gd name="T33" fmla="*/ 2147483647 h 18"/>
                <a:gd name="T34" fmla="*/ 2147483647 w 21"/>
                <a:gd name="T35" fmla="*/ 2147483647 h 18"/>
                <a:gd name="T36" fmla="*/ 2147483647 w 21"/>
                <a:gd name="T37" fmla="*/ 2147483647 h 18"/>
                <a:gd name="T38" fmla="*/ 2147483647 w 21"/>
                <a:gd name="T39" fmla="*/ 2147483647 h 18"/>
                <a:gd name="T40" fmla="*/ 2147483647 w 21"/>
                <a:gd name="T41" fmla="*/ 2147483647 h 18"/>
                <a:gd name="T42" fmla="*/ 2147483647 w 21"/>
                <a:gd name="T43" fmla="*/ 2147483647 h 18"/>
                <a:gd name="T44" fmla="*/ 2147483647 w 21"/>
                <a:gd name="T45" fmla="*/ 2147483647 h 18"/>
                <a:gd name="T46" fmla="*/ 2147483647 w 21"/>
                <a:gd name="T47" fmla="*/ 2147483647 h 18"/>
                <a:gd name="T48" fmla="*/ 2147483647 w 21"/>
                <a:gd name="T49" fmla="*/ 2147483647 h 18"/>
                <a:gd name="T50" fmla="*/ 2147483647 w 21"/>
                <a:gd name="T51" fmla="*/ 2147483647 h 18"/>
                <a:gd name="T52" fmla="*/ 2147483647 w 21"/>
                <a:gd name="T53" fmla="*/ 2147483647 h 18"/>
                <a:gd name="T54" fmla="*/ 2147483647 w 21"/>
                <a:gd name="T55" fmla="*/ 2147483647 h 18"/>
                <a:gd name="T56" fmla="*/ 2147483647 w 21"/>
                <a:gd name="T57" fmla="*/ 2147483647 h 18"/>
                <a:gd name="T58" fmla="*/ 2147483647 w 21"/>
                <a:gd name="T59" fmla="*/ 0 h 18"/>
                <a:gd name="T60" fmla="*/ 2147483647 w 21"/>
                <a:gd name="T61" fmla="*/ 0 h 18"/>
                <a:gd name="T62" fmla="*/ 2147483647 w 21"/>
                <a:gd name="T63" fmla="*/ 0 h 18"/>
                <a:gd name="T64" fmla="*/ 2147483647 w 21"/>
                <a:gd name="T65" fmla="*/ 2147483647 h 18"/>
                <a:gd name="T66" fmla="*/ 2147483647 w 21"/>
                <a:gd name="T67" fmla="*/ 2147483647 h 18"/>
                <a:gd name="T68" fmla="*/ 2147483647 w 21"/>
                <a:gd name="T69" fmla="*/ 2147483647 h 18"/>
                <a:gd name="T70" fmla="*/ 2147483647 w 21"/>
                <a:gd name="T71" fmla="*/ 2147483647 h 18"/>
                <a:gd name="T72" fmla="*/ 2147483647 w 21"/>
                <a:gd name="T73" fmla="*/ 2147483647 h 18"/>
                <a:gd name="T74" fmla="*/ 2147483647 w 21"/>
                <a:gd name="T75" fmla="*/ 2147483647 h 18"/>
                <a:gd name="T76" fmla="*/ 0 w 21"/>
                <a:gd name="T77" fmla="*/ 2147483647 h 18"/>
                <a:gd name="T78" fmla="*/ 0 w 21"/>
                <a:gd name="T79" fmla="*/ 2147483647 h 18"/>
                <a:gd name="T80" fmla="*/ 0 w 21"/>
                <a:gd name="T81" fmla="*/ 2147483647 h 18"/>
                <a:gd name="T82" fmla="*/ 0 w 21"/>
                <a:gd name="T83" fmla="*/ 2147483647 h 1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"/>
                <a:gd name="T127" fmla="*/ 0 h 18"/>
                <a:gd name="T128" fmla="*/ 21 w 21"/>
                <a:gd name="T129" fmla="*/ 18 h 1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" h="18">
                  <a:moveTo>
                    <a:pt x="0" y="8"/>
                  </a:moveTo>
                  <a:lnTo>
                    <a:pt x="0" y="11"/>
                  </a:lnTo>
                  <a:lnTo>
                    <a:pt x="3" y="13"/>
                  </a:lnTo>
                  <a:lnTo>
                    <a:pt x="3" y="16"/>
                  </a:lnTo>
                  <a:lnTo>
                    <a:pt x="6" y="16"/>
                  </a:lnTo>
                  <a:lnTo>
                    <a:pt x="9" y="18"/>
                  </a:lnTo>
                  <a:lnTo>
                    <a:pt x="12" y="18"/>
                  </a:lnTo>
                  <a:lnTo>
                    <a:pt x="12" y="16"/>
                  </a:lnTo>
                  <a:lnTo>
                    <a:pt x="15" y="16"/>
                  </a:lnTo>
                  <a:lnTo>
                    <a:pt x="18" y="16"/>
                  </a:lnTo>
                  <a:lnTo>
                    <a:pt x="18" y="13"/>
                  </a:lnTo>
                  <a:lnTo>
                    <a:pt x="18" y="11"/>
                  </a:lnTo>
                  <a:lnTo>
                    <a:pt x="21" y="8"/>
                  </a:lnTo>
                  <a:lnTo>
                    <a:pt x="18" y="8"/>
                  </a:lnTo>
                  <a:lnTo>
                    <a:pt x="18" y="6"/>
                  </a:lnTo>
                  <a:lnTo>
                    <a:pt x="18" y="3"/>
                  </a:lnTo>
                  <a:lnTo>
                    <a:pt x="15" y="3"/>
                  </a:lnTo>
                  <a:lnTo>
                    <a:pt x="12" y="3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08"/>
            <p:cNvSpPr>
              <a:spLocks/>
            </p:cNvSpPr>
            <p:nvPr/>
          </p:nvSpPr>
          <p:spPr bwMode="auto">
            <a:xfrm>
              <a:off x="5219700" y="4595813"/>
              <a:ext cx="33338" cy="23812"/>
            </a:xfrm>
            <a:custGeom>
              <a:avLst/>
              <a:gdLst>
                <a:gd name="T0" fmla="*/ 0 w 21"/>
                <a:gd name="T1" fmla="*/ 2147483647 h 15"/>
                <a:gd name="T2" fmla="*/ 2147483647 w 21"/>
                <a:gd name="T3" fmla="*/ 2147483647 h 15"/>
                <a:gd name="T4" fmla="*/ 2147483647 w 21"/>
                <a:gd name="T5" fmla="*/ 2147483647 h 15"/>
                <a:gd name="T6" fmla="*/ 2147483647 w 21"/>
                <a:gd name="T7" fmla="*/ 2147483647 h 15"/>
                <a:gd name="T8" fmla="*/ 2147483647 w 21"/>
                <a:gd name="T9" fmla="*/ 2147483647 h 15"/>
                <a:gd name="T10" fmla="*/ 2147483647 w 21"/>
                <a:gd name="T11" fmla="*/ 2147483647 h 15"/>
                <a:gd name="T12" fmla="*/ 2147483647 w 21"/>
                <a:gd name="T13" fmla="*/ 2147483647 h 15"/>
                <a:gd name="T14" fmla="*/ 2147483647 w 21"/>
                <a:gd name="T15" fmla="*/ 2147483647 h 15"/>
                <a:gd name="T16" fmla="*/ 2147483647 w 21"/>
                <a:gd name="T17" fmla="*/ 2147483647 h 15"/>
                <a:gd name="T18" fmla="*/ 2147483647 w 21"/>
                <a:gd name="T19" fmla="*/ 2147483647 h 15"/>
                <a:gd name="T20" fmla="*/ 2147483647 w 21"/>
                <a:gd name="T21" fmla="*/ 2147483647 h 15"/>
                <a:gd name="T22" fmla="*/ 2147483647 w 21"/>
                <a:gd name="T23" fmla="*/ 2147483647 h 15"/>
                <a:gd name="T24" fmla="*/ 2147483647 w 21"/>
                <a:gd name="T25" fmla="*/ 2147483647 h 15"/>
                <a:gd name="T26" fmla="*/ 2147483647 w 21"/>
                <a:gd name="T27" fmla="*/ 2147483647 h 15"/>
                <a:gd name="T28" fmla="*/ 2147483647 w 21"/>
                <a:gd name="T29" fmla="*/ 2147483647 h 15"/>
                <a:gd name="T30" fmla="*/ 2147483647 w 21"/>
                <a:gd name="T31" fmla="*/ 2147483647 h 15"/>
                <a:gd name="T32" fmla="*/ 2147483647 w 21"/>
                <a:gd name="T33" fmla="*/ 2147483647 h 15"/>
                <a:gd name="T34" fmla="*/ 2147483647 w 21"/>
                <a:gd name="T35" fmla="*/ 2147483647 h 15"/>
                <a:gd name="T36" fmla="*/ 2147483647 w 21"/>
                <a:gd name="T37" fmla="*/ 2147483647 h 15"/>
                <a:gd name="T38" fmla="*/ 2147483647 w 21"/>
                <a:gd name="T39" fmla="*/ 2147483647 h 15"/>
                <a:gd name="T40" fmla="*/ 2147483647 w 21"/>
                <a:gd name="T41" fmla="*/ 2147483647 h 15"/>
                <a:gd name="T42" fmla="*/ 2147483647 w 21"/>
                <a:gd name="T43" fmla="*/ 2147483647 h 15"/>
                <a:gd name="T44" fmla="*/ 2147483647 w 21"/>
                <a:gd name="T45" fmla="*/ 2147483647 h 15"/>
                <a:gd name="T46" fmla="*/ 2147483647 w 21"/>
                <a:gd name="T47" fmla="*/ 2147483647 h 15"/>
                <a:gd name="T48" fmla="*/ 2147483647 w 21"/>
                <a:gd name="T49" fmla="*/ 2147483647 h 15"/>
                <a:gd name="T50" fmla="*/ 2147483647 w 21"/>
                <a:gd name="T51" fmla="*/ 2147483647 h 15"/>
                <a:gd name="T52" fmla="*/ 2147483647 w 21"/>
                <a:gd name="T53" fmla="*/ 2147483647 h 15"/>
                <a:gd name="T54" fmla="*/ 2147483647 w 21"/>
                <a:gd name="T55" fmla="*/ 2147483647 h 15"/>
                <a:gd name="T56" fmla="*/ 2147483647 w 21"/>
                <a:gd name="T57" fmla="*/ 0 h 15"/>
                <a:gd name="T58" fmla="*/ 2147483647 w 21"/>
                <a:gd name="T59" fmla="*/ 0 h 15"/>
                <a:gd name="T60" fmla="*/ 2147483647 w 21"/>
                <a:gd name="T61" fmla="*/ 0 h 15"/>
                <a:gd name="T62" fmla="*/ 2147483647 w 21"/>
                <a:gd name="T63" fmla="*/ 0 h 15"/>
                <a:gd name="T64" fmla="*/ 2147483647 w 21"/>
                <a:gd name="T65" fmla="*/ 0 h 15"/>
                <a:gd name="T66" fmla="*/ 2147483647 w 21"/>
                <a:gd name="T67" fmla="*/ 2147483647 h 15"/>
                <a:gd name="T68" fmla="*/ 2147483647 w 21"/>
                <a:gd name="T69" fmla="*/ 2147483647 h 15"/>
                <a:gd name="T70" fmla="*/ 2147483647 w 21"/>
                <a:gd name="T71" fmla="*/ 2147483647 h 15"/>
                <a:gd name="T72" fmla="*/ 2147483647 w 21"/>
                <a:gd name="T73" fmla="*/ 2147483647 h 15"/>
                <a:gd name="T74" fmla="*/ 2147483647 w 21"/>
                <a:gd name="T75" fmla="*/ 2147483647 h 15"/>
                <a:gd name="T76" fmla="*/ 2147483647 w 21"/>
                <a:gd name="T77" fmla="*/ 2147483647 h 15"/>
                <a:gd name="T78" fmla="*/ 2147483647 w 21"/>
                <a:gd name="T79" fmla="*/ 2147483647 h 15"/>
                <a:gd name="T80" fmla="*/ 2147483647 w 21"/>
                <a:gd name="T81" fmla="*/ 2147483647 h 15"/>
                <a:gd name="T82" fmla="*/ 2147483647 w 21"/>
                <a:gd name="T83" fmla="*/ 2147483647 h 15"/>
                <a:gd name="T84" fmla="*/ 0 w 21"/>
                <a:gd name="T85" fmla="*/ 2147483647 h 1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1"/>
                <a:gd name="T130" fmla="*/ 0 h 15"/>
                <a:gd name="T131" fmla="*/ 21 w 21"/>
                <a:gd name="T132" fmla="*/ 15 h 1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1" h="15">
                  <a:moveTo>
                    <a:pt x="0" y="8"/>
                  </a:moveTo>
                  <a:lnTo>
                    <a:pt x="3" y="10"/>
                  </a:lnTo>
                  <a:lnTo>
                    <a:pt x="3" y="13"/>
                  </a:lnTo>
                  <a:lnTo>
                    <a:pt x="3" y="15"/>
                  </a:lnTo>
                  <a:lnTo>
                    <a:pt x="6" y="15"/>
                  </a:lnTo>
                  <a:lnTo>
                    <a:pt x="9" y="15"/>
                  </a:lnTo>
                  <a:lnTo>
                    <a:pt x="12" y="15"/>
                  </a:lnTo>
                  <a:lnTo>
                    <a:pt x="15" y="15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21" y="10"/>
                  </a:lnTo>
                  <a:lnTo>
                    <a:pt x="21" y="8"/>
                  </a:lnTo>
                  <a:lnTo>
                    <a:pt x="21" y="5"/>
                  </a:lnTo>
                  <a:lnTo>
                    <a:pt x="18" y="5"/>
                  </a:lnTo>
                  <a:lnTo>
                    <a:pt x="18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2"/>
                  </a:lnTo>
                  <a:lnTo>
                    <a:pt x="3" y="2"/>
                  </a:lnTo>
                  <a:lnTo>
                    <a:pt x="3" y="5"/>
                  </a:lnTo>
                  <a:lnTo>
                    <a:pt x="3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09"/>
            <p:cNvSpPr>
              <a:spLocks/>
            </p:cNvSpPr>
            <p:nvPr/>
          </p:nvSpPr>
          <p:spPr bwMode="auto">
            <a:xfrm>
              <a:off x="5219700" y="4681538"/>
              <a:ext cx="33338" cy="25400"/>
            </a:xfrm>
            <a:custGeom>
              <a:avLst/>
              <a:gdLst>
                <a:gd name="T0" fmla="*/ 0 w 21"/>
                <a:gd name="T1" fmla="*/ 2147483647 h 16"/>
                <a:gd name="T2" fmla="*/ 2147483647 w 21"/>
                <a:gd name="T3" fmla="*/ 2147483647 h 16"/>
                <a:gd name="T4" fmla="*/ 2147483647 w 21"/>
                <a:gd name="T5" fmla="*/ 2147483647 h 16"/>
                <a:gd name="T6" fmla="*/ 2147483647 w 21"/>
                <a:gd name="T7" fmla="*/ 2147483647 h 16"/>
                <a:gd name="T8" fmla="*/ 2147483647 w 21"/>
                <a:gd name="T9" fmla="*/ 2147483647 h 16"/>
                <a:gd name="T10" fmla="*/ 2147483647 w 21"/>
                <a:gd name="T11" fmla="*/ 2147483647 h 16"/>
                <a:gd name="T12" fmla="*/ 2147483647 w 21"/>
                <a:gd name="T13" fmla="*/ 2147483647 h 16"/>
                <a:gd name="T14" fmla="*/ 2147483647 w 21"/>
                <a:gd name="T15" fmla="*/ 2147483647 h 16"/>
                <a:gd name="T16" fmla="*/ 2147483647 w 21"/>
                <a:gd name="T17" fmla="*/ 2147483647 h 16"/>
                <a:gd name="T18" fmla="*/ 2147483647 w 21"/>
                <a:gd name="T19" fmla="*/ 2147483647 h 16"/>
                <a:gd name="T20" fmla="*/ 2147483647 w 21"/>
                <a:gd name="T21" fmla="*/ 2147483647 h 16"/>
                <a:gd name="T22" fmla="*/ 2147483647 w 21"/>
                <a:gd name="T23" fmla="*/ 2147483647 h 16"/>
                <a:gd name="T24" fmla="*/ 2147483647 w 21"/>
                <a:gd name="T25" fmla="*/ 2147483647 h 16"/>
                <a:gd name="T26" fmla="*/ 2147483647 w 21"/>
                <a:gd name="T27" fmla="*/ 2147483647 h 16"/>
                <a:gd name="T28" fmla="*/ 2147483647 w 21"/>
                <a:gd name="T29" fmla="*/ 2147483647 h 16"/>
                <a:gd name="T30" fmla="*/ 2147483647 w 21"/>
                <a:gd name="T31" fmla="*/ 2147483647 h 16"/>
                <a:gd name="T32" fmla="*/ 2147483647 w 21"/>
                <a:gd name="T33" fmla="*/ 2147483647 h 16"/>
                <a:gd name="T34" fmla="*/ 2147483647 w 21"/>
                <a:gd name="T35" fmla="*/ 2147483647 h 16"/>
                <a:gd name="T36" fmla="*/ 2147483647 w 21"/>
                <a:gd name="T37" fmla="*/ 2147483647 h 16"/>
                <a:gd name="T38" fmla="*/ 2147483647 w 21"/>
                <a:gd name="T39" fmla="*/ 2147483647 h 16"/>
                <a:gd name="T40" fmla="*/ 2147483647 w 21"/>
                <a:gd name="T41" fmla="*/ 2147483647 h 16"/>
                <a:gd name="T42" fmla="*/ 2147483647 w 21"/>
                <a:gd name="T43" fmla="*/ 2147483647 h 16"/>
                <a:gd name="T44" fmla="*/ 2147483647 w 21"/>
                <a:gd name="T45" fmla="*/ 2147483647 h 16"/>
                <a:gd name="T46" fmla="*/ 2147483647 w 21"/>
                <a:gd name="T47" fmla="*/ 2147483647 h 16"/>
                <a:gd name="T48" fmla="*/ 2147483647 w 21"/>
                <a:gd name="T49" fmla="*/ 2147483647 h 16"/>
                <a:gd name="T50" fmla="*/ 2147483647 w 21"/>
                <a:gd name="T51" fmla="*/ 2147483647 h 16"/>
                <a:gd name="T52" fmla="*/ 2147483647 w 21"/>
                <a:gd name="T53" fmla="*/ 2147483647 h 16"/>
                <a:gd name="T54" fmla="*/ 2147483647 w 21"/>
                <a:gd name="T55" fmla="*/ 0 h 16"/>
                <a:gd name="T56" fmla="*/ 2147483647 w 21"/>
                <a:gd name="T57" fmla="*/ 0 h 16"/>
                <a:gd name="T58" fmla="*/ 2147483647 w 21"/>
                <a:gd name="T59" fmla="*/ 0 h 16"/>
                <a:gd name="T60" fmla="*/ 2147483647 w 21"/>
                <a:gd name="T61" fmla="*/ 0 h 16"/>
                <a:gd name="T62" fmla="*/ 2147483647 w 21"/>
                <a:gd name="T63" fmla="*/ 0 h 16"/>
                <a:gd name="T64" fmla="*/ 2147483647 w 21"/>
                <a:gd name="T65" fmla="*/ 0 h 16"/>
                <a:gd name="T66" fmla="*/ 2147483647 w 21"/>
                <a:gd name="T67" fmla="*/ 0 h 16"/>
                <a:gd name="T68" fmla="*/ 2147483647 w 21"/>
                <a:gd name="T69" fmla="*/ 2147483647 h 16"/>
                <a:gd name="T70" fmla="*/ 2147483647 w 21"/>
                <a:gd name="T71" fmla="*/ 2147483647 h 16"/>
                <a:gd name="T72" fmla="*/ 2147483647 w 21"/>
                <a:gd name="T73" fmla="*/ 2147483647 h 16"/>
                <a:gd name="T74" fmla="*/ 2147483647 w 21"/>
                <a:gd name="T75" fmla="*/ 2147483647 h 16"/>
                <a:gd name="T76" fmla="*/ 2147483647 w 21"/>
                <a:gd name="T77" fmla="*/ 2147483647 h 16"/>
                <a:gd name="T78" fmla="*/ 2147483647 w 21"/>
                <a:gd name="T79" fmla="*/ 2147483647 h 16"/>
                <a:gd name="T80" fmla="*/ 2147483647 w 21"/>
                <a:gd name="T81" fmla="*/ 2147483647 h 16"/>
                <a:gd name="T82" fmla="*/ 2147483647 w 21"/>
                <a:gd name="T83" fmla="*/ 2147483647 h 16"/>
                <a:gd name="T84" fmla="*/ 0 w 21"/>
                <a:gd name="T85" fmla="*/ 2147483647 h 1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1"/>
                <a:gd name="T130" fmla="*/ 0 h 16"/>
                <a:gd name="T131" fmla="*/ 21 w 21"/>
                <a:gd name="T132" fmla="*/ 16 h 1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1" h="16">
                  <a:moveTo>
                    <a:pt x="0" y="8"/>
                  </a:moveTo>
                  <a:lnTo>
                    <a:pt x="3" y="10"/>
                  </a:lnTo>
                  <a:lnTo>
                    <a:pt x="3" y="13"/>
                  </a:lnTo>
                  <a:lnTo>
                    <a:pt x="6" y="16"/>
                  </a:lnTo>
                  <a:lnTo>
                    <a:pt x="9" y="16"/>
                  </a:lnTo>
                  <a:lnTo>
                    <a:pt x="12" y="16"/>
                  </a:lnTo>
                  <a:lnTo>
                    <a:pt x="15" y="16"/>
                  </a:lnTo>
                  <a:lnTo>
                    <a:pt x="18" y="13"/>
                  </a:lnTo>
                  <a:lnTo>
                    <a:pt x="21" y="10"/>
                  </a:lnTo>
                  <a:lnTo>
                    <a:pt x="21" y="8"/>
                  </a:lnTo>
                  <a:lnTo>
                    <a:pt x="21" y="5"/>
                  </a:lnTo>
                  <a:lnTo>
                    <a:pt x="18" y="5"/>
                  </a:lnTo>
                  <a:lnTo>
                    <a:pt x="18" y="3"/>
                  </a:lnTo>
                  <a:lnTo>
                    <a:pt x="15" y="3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10"/>
            <p:cNvSpPr>
              <a:spLocks/>
            </p:cNvSpPr>
            <p:nvPr/>
          </p:nvSpPr>
          <p:spPr bwMode="auto">
            <a:xfrm>
              <a:off x="5219700" y="4508500"/>
              <a:ext cx="33338" cy="28575"/>
            </a:xfrm>
            <a:custGeom>
              <a:avLst/>
              <a:gdLst>
                <a:gd name="T0" fmla="*/ 0 w 21"/>
                <a:gd name="T1" fmla="*/ 2147483647 h 18"/>
                <a:gd name="T2" fmla="*/ 2147483647 w 21"/>
                <a:gd name="T3" fmla="*/ 2147483647 h 18"/>
                <a:gd name="T4" fmla="*/ 2147483647 w 21"/>
                <a:gd name="T5" fmla="*/ 2147483647 h 18"/>
                <a:gd name="T6" fmla="*/ 2147483647 w 21"/>
                <a:gd name="T7" fmla="*/ 2147483647 h 18"/>
                <a:gd name="T8" fmla="*/ 2147483647 w 21"/>
                <a:gd name="T9" fmla="*/ 2147483647 h 18"/>
                <a:gd name="T10" fmla="*/ 2147483647 w 21"/>
                <a:gd name="T11" fmla="*/ 2147483647 h 18"/>
                <a:gd name="T12" fmla="*/ 2147483647 w 21"/>
                <a:gd name="T13" fmla="*/ 2147483647 h 18"/>
                <a:gd name="T14" fmla="*/ 2147483647 w 21"/>
                <a:gd name="T15" fmla="*/ 2147483647 h 18"/>
                <a:gd name="T16" fmla="*/ 2147483647 w 21"/>
                <a:gd name="T17" fmla="*/ 2147483647 h 18"/>
                <a:gd name="T18" fmla="*/ 2147483647 w 21"/>
                <a:gd name="T19" fmla="*/ 2147483647 h 18"/>
                <a:gd name="T20" fmla="*/ 2147483647 w 21"/>
                <a:gd name="T21" fmla="*/ 2147483647 h 18"/>
                <a:gd name="T22" fmla="*/ 2147483647 w 21"/>
                <a:gd name="T23" fmla="*/ 2147483647 h 18"/>
                <a:gd name="T24" fmla="*/ 2147483647 w 21"/>
                <a:gd name="T25" fmla="*/ 2147483647 h 18"/>
                <a:gd name="T26" fmla="*/ 2147483647 w 21"/>
                <a:gd name="T27" fmla="*/ 2147483647 h 18"/>
                <a:gd name="T28" fmla="*/ 2147483647 w 21"/>
                <a:gd name="T29" fmla="*/ 2147483647 h 18"/>
                <a:gd name="T30" fmla="*/ 2147483647 w 21"/>
                <a:gd name="T31" fmla="*/ 2147483647 h 18"/>
                <a:gd name="T32" fmla="*/ 2147483647 w 21"/>
                <a:gd name="T33" fmla="*/ 2147483647 h 18"/>
                <a:gd name="T34" fmla="*/ 2147483647 w 21"/>
                <a:gd name="T35" fmla="*/ 2147483647 h 18"/>
                <a:gd name="T36" fmla="*/ 2147483647 w 21"/>
                <a:gd name="T37" fmla="*/ 2147483647 h 18"/>
                <a:gd name="T38" fmla="*/ 2147483647 w 21"/>
                <a:gd name="T39" fmla="*/ 2147483647 h 18"/>
                <a:gd name="T40" fmla="*/ 2147483647 w 21"/>
                <a:gd name="T41" fmla="*/ 2147483647 h 18"/>
                <a:gd name="T42" fmla="*/ 2147483647 w 21"/>
                <a:gd name="T43" fmla="*/ 2147483647 h 18"/>
                <a:gd name="T44" fmla="*/ 2147483647 w 21"/>
                <a:gd name="T45" fmla="*/ 2147483647 h 18"/>
                <a:gd name="T46" fmla="*/ 2147483647 w 21"/>
                <a:gd name="T47" fmla="*/ 2147483647 h 18"/>
                <a:gd name="T48" fmla="*/ 2147483647 w 21"/>
                <a:gd name="T49" fmla="*/ 2147483647 h 18"/>
                <a:gd name="T50" fmla="*/ 2147483647 w 21"/>
                <a:gd name="T51" fmla="*/ 2147483647 h 18"/>
                <a:gd name="T52" fmla="*/ 2147483647 w 21"/>
                <a:gd name="T53" fmla="*/ 2147483647 h 18"/>
                <a:gd name="T54" fmla="*/ 2147483647 w 21"/>
                <a:gd name="T55" fmla="*/ 2147483647 h 18"/>
                <a:gd name="T56" fmla="*/ 2147483647 w 21"/>
                <a:gd name="T57" fmla="*/ 2147483647 h 18"/>
                <a:gd name="T58" fmla="*/ 2147483647 w 21"/>
                <a:gd name="T59" fmla="*/ 0 h 18"/>
                <a:gd name="T60" fmla="*/ 2147483647 w 21"/>
                <a:gd name="T61" fmla="*/ 0 h 18"/>
                <a:gd name="T62" fmla="*/ 2147483647 w 21"/>
                <a:gd name="T63" fmla="*/ 0 h 18"/>
                <a:gd name="T64" fmla="*/ 2147483647 w 21"/>
                <a:gd name="T65" fmla="*/ 2147483647 h 18"/>
                <a:gd name="T66" fmla="*/ 2147483647 w 21"/>
                <a:gd name="T67" fmla="*/ 2147483647 h 18"/>
                <a:gd name="T68" fmla="*/ 2147483647 w 21"/>
                <a:gd name="T69" fmla="*/ 2147483647 h 18"/>
                <a:gd name="T70" fmla="*/ 2147483647 w 21"/>
                <a:gd name="T71" fmla="*/ 2147483647 h 18"/>
                <a:gd name="T72" fmla="*/ 2147483647 w 21"/>
                <a:gd name="T73" fmla="*/ 2147483647 h 18"/>
                <a:gd name="T74" fmla="*/ 2147483647 w 21"/>
                <a:gd name="T75" fmla="*/ 2147483647 h 18"/>
                <a:gd name="T76" fmla="*/ 2147483647 w 21"/>
                <a:gd name="T77" fmla="*/ 2147483647 h 18"/>
                <a:gd name="T78" fmla="*/ 2147483647 w 21"/>
                <a:gd name="T79" fmla="*/ 2147483647 h 18"/>
                <a:gd name="T80" fmla="*/ 2147483647 w 21"/>
                <a:gd name="T81" fmla="*/ 2147483647 h 18"/>
                <a:gd name="T82" fmla="*/ 2147483647 w 21"/>
                <a:gd name="T83" fmla="*/ 2147483647 h 18"/>
                <a:gd name="T84" fmla="*/ 0 w 21"/>
                <a:gd name="T85" fmla="*/ 2147483647 h 1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1"/>
                <a:gd name="T130" fmla="*/ 0 h 18"/>
                <a:gd name="T131" fmla="*/ 21 w 21"/>
                <a:gd name="T132" fmla="*/ 18 h 1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1" h="18">
                  <a:moveTo>
                    <a:pt x="0" y="8"/>
                  </a:moveTo>
                  <a:lnTo>
                    <a:pt x="3" y="11"/>
                  </a:lnTo>
                  <a:lnTo>
                    <a:pt x="3" y="13"/>
                  </a:lnTo>
                  <a:lnTo>
                    <a:pt x="3" y="16"/>
                  </a:lnTo>
                  <a:lnTo>
                    <a:pt x="6" y="16"/>
                  </a:lnTo>
                  <a:lnTo>
                    <a:pt x="9" y="16"/>
                  </a:lnTo>
                  <a:lnTo>
                    <a:pt x="9" y="18"/>
                  </a:lnTo>
                  <a:lnTo>
                    <a:pt x="12" y="18"/>
                  </a:lnTo>
                  <a:lnTo>
                    <a:pt x="15" y="16"/>
                  </a:lnTo>
                  <a:lnTo>
                    <a:pt x="18" y="16"/>
                  </a:lnTo>
                  <a:lnTo>
                    <a:pt x="18" y="13"/>
                  </a:lnTo>
                  <a:lnTo>
                    <a:pt x="21" y="11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8" y="6"/>
                  </a:lnTo>
                  <a:lnTo>
                    <a:pt x="18" y="3"/>
                  </a:lnTo>
                  <a:lnTo>
                    <a:pt x="15" y="3"/>
                  </a:lnTo>
                  <a:lnTo>
                    <a:pt x="12" y="0"/>
                  </a:lnTo>
                  <a:lnTo>
                    <a:pt x="9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3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11"/>
            <p:cNvSpPr>
              <a:spLocks/>
            </p:cNvSpPr>
            <p:nvPr/>
          </p:nvSpPr>
          <p:spPr bwMode="auto">
            <a:xfrm>
              <a:off x="6281738" y="5157788"/>
              <a:ext cx="77787" cy="69850"/>
            </a:xfrm>
            <a:custGeom>
              <a:avLst/>
              <a:gdLst>
                <a:gd name="T0" fmla="*/ 2147483647 w 49"/>
                <a:gd name="T1" fmla="*/ 0 h 44"/>
                <a:gd name="T2" fmla="*/ 0 w 49"/>
                <a:gd name="T3" fmla="*/ 0 h 44"/>
                <a:gd name="T4" fmla="*/ 2147483647 w 49"/>
                <a:gd name="T5" fmla="*/ 2147483647 h 44"/>
                <a:gd name="T6" fmla="*/ 2147483647 w 49"/>
                <a:gd name="T7" fmla="*/ 0 h 44"/>
                <a:gd name="T8" fmla="*/ 2147483647 w 49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"/>
                <a:gd name="T16" fmla="*/ 0 h 44"/>
                <a:gd name="T17" fmla="*/ 49 w 49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" h="44">
                  <a:moveTo>
                    <a:pt x="49" y="0"/>
                  </a:moveTo>
                  <a:lnTo>
                    <a:pt x="0" y="0"/>
                  </a:lnTo>
                  <a:lnTo>
                    <a:pt x="24" y="4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0066FF"/>
            </a:solidFill>
            <a:ln w="9525">
              <a:solidFill>
                <a:srgbClr val="00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112"/>
            <p:cNvSpPr>
              <a:spLocks noChangeShapeType="1"/>
            </p:cNvSpPr>
            <p:nvPr/>
          </p:nvSpPr>
          <p:spPr bwMode="auto">
            <a:xfrm flipH="1" flipV="1">
              <a:off x="6516688" y="2482850"/>
              <a:ext cx="12811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18"/>
            <p:cNvSpPr>
              <a:spLocks/>
            </p:cNvSpPr>
            <p:nvPr/>
          </p:nvSpPr>
          <p:spPr bwMode="auto">
            <a:xfrm>
              <a:off x="7496175" y="4595813"/>
              <a:ext cx="28575" cy="23812"/>
            </a:xfrm>
            <a:custGeom>
              <a:avLst/>
              <a:gdLst>
                <a:gd name="T0" fmla="*/ 0 w 18"/>
                <a:gd name="T1" fmla="*/ 2147483647 h 15"/>
                <a:gd name="T2" fmla="*/ 0 w 18"/>
                <a:gd name="T3" fmla="*/ 2147483647 h 15"/>
                <a:gd name="T4" fmla="*/ 0 w 18"/>
                <a:gd name="T5" fmla="*/ 2147483647 h 15"/>
                <a:gd name="T6" fmla="*/ 0 w 18"/>
                <a:gd name="T7" fmla="*/ 2147483647 h 15"/>
                <a:gd name="T8" fmla="*/ 2147483647 w 18"/>
                <a:gd name="T9" fmla="*/ 2147483647 h 15"/>
                <a:gd name="T10" fmla="*/ 2147483647 w 18"/>
                <a:gd name="T11" fmla="*/ 2147483647 h 15"/>
                <a:gd name="T12" fmla="*/ 2147483647 w 18"/>
                <a:gd name="T13" fmla="*/ 2147483647 h 15"/>
                <a:gd name="T14" fmla="*/ 2147483647 w 18"/>
                <a:gd name="T15" fmla="*/ 2147483647 h 15"/>
                <a:gd name="T16" fmla="*/ 2147483647 w 18"/>
                <a:gd name="T17" fmla="*/ 2147483647 h 15"/>
                <a:gd name="T18" fmla="*/ 2147483647 w 18"/>
                <a:gd name="T19" fmla="*/ 2147483647 h 15"/>
                <a:gd name="T20" fmla="*/ 2147483647 w 18"/>
                <a:gd name="T21" fmla="*/ 2147483647 h 15"/>
                <a:gd name="T22" fmla="*/ 2147483647 w 18"/>
                <a:gd name="T23" fmla="*/ 2147483647 h 15"/>
                <a:gd name="T24" fmla="*/ 2147483647 w 18"/>
                <a:gd name="T25" fmla="*/ 2147483647 h 15"/>
                <a:gd name="T26" fmla="*/ 2147483647 w 18"/>
                <a:gd name="T27" fmla="*/ 2147483647 h 15"/>
                <a:gd name="T28" fmla="*/ 2147483647 w 18"/>
                <a:gd name="T29" fmla="*/ 2147483647 h 15"/>
                <a:gd name="T30" fmla="*/ 2147483647 w 18"/>
                <a:gd name="T31" fmla="*/ 2147483647 h 15"/>
                <a:gd name="T32" fmla="*/ 2147483647 w 18"/>
                <a:gd name="T33" fmla="*/ 2147483647 h 15"/>
                <a:gd name="T34" fmla="*/ 2147483647 w 18"/>
                <a:gd name="T35" fmla="*/ 2147483647 h 15"/>
                <a:gd name="T36" fmla="*/ 2147483647 w 18"/>
                <a:gd name="T37" fmla="*/ 2147483647 h 15"/>
                <a:gd name="T38" fmla="*/ 2147483647 w 18"/>
                <a:gd name="T39" fmla="*/ 2147483647 h 15"/>
                <a:gd name="T40" fmla="*/ 2147483647 w 18"/>
                <a:gd name="T41" fmla="*/ 2147483647 h 15"/>
                <a:gd name="T42" fmla="*/ 2147483647 w 18"/>
                <a:gd name="T43" fmla="*/ 2147483647 h 15"/>
                <a:gd name="T44" fmla="*/ 2147483647 w 18"/>
                <a:gd name="T45" fmla="*/ 2147483647 h 15"/>
                <a:gd name="T46" fmla="*/ 2147483647 w 18"/>
                <a:gd name="T47" fmla="*/ 2147483647 h 15"/>
                <a:gd name="T48" fmla="*/ 2147483647 w 18"/>
                <a:gd name="T49" fmla="*/ 2147483647 h 15"/>
                <a:gd name="T50" fmla="*/ 2147483647 w 18"/>
                <a:gd name="T51" fmla="*/ 2147483647 h 15"/>
                <a:gd name="T52" fmla="*/ 2147483647 w 18"/>
                <a:gd name="T53" fmla="*/ 2147483647 h 15"/>
                <a:gd name="T54" fmla="*/ 2147483647 w 18"/>
                <a:gd name="T55" fmla="*/ 2147483647 h 15"/>
                <a:gd name="T56" fmla="*/ 2147483647 w 18"/>
                <a:gd name="T57" fmla="*/ 0 h 15"/>
                <a:gd name="T58" fmla="*/ 2147483647 w 18"/>
                <a:gd name="T59" fmla="*/ 0 h 15"/>
                <a:gd name="T60" fmla="*/ 2147483647 w 18"/>
                <a:gd name="T61" fmla="*/ 0 h 15"/>
                <a:gd name="T62" fmla="*/ 2147483647 w 18"/>
                <a:gd name="T63" fmla="*/ 0 h 15"/>
                <a:gd name="T64" fmla="*/ 2147483647 w 18"/>
                <a:gd name="T65" fmla="*/ 0 h 15"/>
                <a:gd name="T66" fmla="*/ 2147483647 w 18"/>
                <a:gd name="T67" fmla="*/ 2147483647 h 15"/>
                <a:gd name="T68" fmla="*/ 2147483647 w 18"/>
                <a:gd name="T69" fmla="*/ 2147483647 h 15"/>
                <a:gd name="T70" fmla="*/ 2147483647 w 18"/>
                <a:gd name="T71" fmla="*/ 2147483647 h 15"/>
                <a:gd name="T72" fmla="*/ 2147483647 w 18"/>
                <a:gd name="T73" fmla="*/ 2147483647 h 15"/>
                <a:gd name="T74" fmla="*/ 0 w 18"/>
                <a:gd name="T75" fmla="*/ 2147483647 h 15"/>
                <a:gd name="T76" fmla="*/ 0 w 18"/>
                <a:gd name="T77" fmla="*/ 2147483647 h 15"/>
                <a:gd name="T78" fmla="*/ 0 w 18"/>
                <a:gd name="T79" fmla="*/ 2147483647 h 15"/>
                <a:gd name="T80" fmla="*/ 0 w 18"/>
                <a:gd name="T81" fmla="*/ 2147483647 h 15"/>
                <a:gd name="T82" fmla="*/ 0 w 18"/>
                <a:gd name="T83" fmla="*/ 2147483647 h 1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8"/>
                <a:gd name="T127" fmla="*/ 0 h 15"/>
                <a:gd name="T128" fmla="*/ 18 w 18"/>
                <a:gd name="T129" fmla="*/ 15 h 1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8" h="15">
                  <a:moveTo>
                    <a:pt x="0" y="8"/>
                  </a:moveTo>
                  <a:lnTo>
                    <a:pt x="0" y="10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3" y="15"/>
                  </a:lnTo>
                  <a:lnTo>
                    <a:pt x="6" y="15"/>
                  </a:lnTo>
                  <a:lnTo>
                    <a:pt x="9" y="15"/>
                  </a:lnTo>
                  <a:lnTo>
                    <a:pt x="12" y="15"/>
                  </a:lnTo>
                  <a:lnTo>
                    <a:pt x="15" y="15"/>
                  </a:lnTo>
                  <a:lnTo>
                    <a:pt x="18" y="13"/>
                  </a:lnTo>
                  <a:lnTo>
                    <a:pt x="18" y="10"/>
                  </a:lnTo>
                  <a:lnTo>
                    <a:pt x="18" y="8"/>
                  </a:lnTo>
                  <a:lnTo>
                    <a:pt x="18" y="5"/>
                  </a:lnTo>
                  <a:lnTo>
                    <a:pt x="18" y="2"/>
                  </a:lnTo>
                  <a:lnTo>
                    <a:pt x="15" y="2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B7500"/>
            </a:solidFill>
            <a:ln w="9525">
              <a:solidFill>
                <a:srgbClr val="00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19"/>
            <p:cNvSpPr>
              <a:spLocks/>
            </p:cNvSpPr>
            <p:nvPr/>
          </p:nvSpPr>
          <p:spPr bwMode="auto">
            <a:xfrm>
              <a:off x="7496175" y="4681538"/>
              <a:ext cx="28575" cy="25400"/>
            </a:xfrm>
            <a:custGeom>
              <a:avLst/>
              <a:gdLst>
                <a:gd name="T0" fmla="*/ 0 w 18"/>
                <a:gd name="T1" fmla="*/ 2147483647 h 16"/>
                <a:gd name="T2" fmla="*/ 0 w 18"/>
                <a:gd name="T3" fmla="*/ 2147483647 h 16"/>
                <a:gd name="T4" fmla="*/ 0 w 18"/>
                <a:gd name="T5" fmla="*/ 2147483647 h 16"/>
                <a:gd name="T6" fmla="*/ 0 w 18"/>
                <a:gd name="T7" fmla="*/ 2147483647 h 16"/>
                <a:gd name="T8" fmla="*/ 2147483647 w 18"/>
                <a:gd name="T9" fmla="*/ 2147483647 h 16"/>
                <a:gd name="T10" fmla="*/ 2147483647 w 18"/>
                <a:gd name="T11" fmla="*/ 2147483647 h 16"/>
                <a:gd name="T12" fmla="*/ 2147483647 w 18"/>
                <a:gd name="T13" fmla="*/ 2147483647 h 16"/>
                <a:gd name="T14" fmla="*/ 2147483647 w 18"/>
                <a:gd name="T15" fmla="*/ 2147483647 h 16"/>
                <a:gd name="T16" fmla="*/ 2147483647 w 18"/>
                <a:gd name="T17" fmla="*/ 2147483647 h 16"/>
                <a:gd name="T18" fmla="*/ 2147483647 w 18"/>
                <a:gd name="T19" fmla="*/ 2147483647 h 16"/>
                <a:gd name="T20" fmla="*/ 2147483647 w 18"/>
                <a:gd name="T21" fmla="*/ 2147483647 h 16"/>
                <a:gd name="T22" fmla="*/ 2147483647 w 18"/>
                <a:gd name="T23" fmla="*/ 2147483647 h 16"/>
                <a:gd name="T24" fmla="*/ 2147483647 w 18"/>
                <a:gd name="T25" fmla="*/ 2147483647 h 16"/>
                <a:gd name="T26" fmla="*/ 2147483647 w 18"/>
                <a:gd name="T27" fmla="*/ 2147483647 h 16"/>
                <a:gd name="T28" fmla="*/ 2147483647 w 18"/>
                <a:gd name="T29" fmla="*/ 2147483647 h 16"/>
                <a:gd name="T30" fmla="*/ 2147483647 w 18"/>
                <a:gd name="T31" fmla="*/ 2147483647 h 16"/>
                <a:gd name="T32" fmla="*/ 2147483647 w 18"/>
                <a:gd name="T33" fmla="*/ 2147483647 h 16"/>
                <a:gd name="T34" fmla="*/ 2147483647 w 18"/>
                <a:gd name="T35" fmla="*/ 2147483647 h 16"/>
                <a:gd name="T36" fmla="*/ 2147483647 w 18"/>
                <a:gd name="T37" fmla="*/ 2147483647 h 16"/>
                <a:gd name="T38" fmla="*/ 2147483647 w 18"/>
                <a:gd name="T39" fmla="*/ 2147483647 h 16"/>
                <a:gd name="T40" fmla="*/ 2147483647 w 18"/>
                <a:gd name="T41" fmla="*/ 2147483647 h 16"/>
                <a:gd name="T42" fmla="*/ 2147483647 w 18"/>
                <a:gd name="T43" fmla="*/ 2147483647 h 16"/>
                <a:gd name="T44" fmla="*/ 2147483647 w 18"/>
                <a:gd name="T45" fmla="*/ 2147483647 h 16"/>
                <a:gd name="T46" fmla="*/ 2147483647 w 18"/>
                <a:gd name="T47" fmla="*/ 2147483647 h 16"/>
                <a:gd name="T48" fmla="*/ 2147483647 w 18"/>
                <a:gd name="T49" fmla="*/ 2147483647 h 16"/>
                <a:gd name="T50" fmla="*/ 2147483647 w 18"/>
                <a:gd name="T51" fmla="*/ 2147483647 h 16"/>
                <a:gd name="T52" fmla="*/ 2147483647 w 18"/>
                <a:gd name="T53" fmla="*/ 2147483647 h 16"/>
                <a:gd name="T54" fmla="*/ 2147483647 w 18"/>
                <a:gd name="T55" fmla="*/ 0 h 16"/>
                <a:gd name="T56" fmla="*/ 2147483647 w 18"/>
                <a:gd name="T57" fmla="*/ 0 h 16"/>
                <a:gd name="T58" fmla="*/ 2147483647 w 18"/>
                <a:gd name="T59" fmla="*/ 0 h 16"/>
                <a:gd name="T60" fmla="*/ 2147483647 w 18"/>
                <a:gd name="T61" fmla="*/ 0 h 16"/>
                <a:gd name="T62" fmla="*/ 2147483647 w 18"/>
                <a:gd name="T63" fmla="*/ 0 h 16"/>
                <a:gd name="T64" fmla="*/ 2147483647 w 18"/>
                <a:gd name="T65" fmla="*/ 0 h 16"/>
                <a:gd name="T66" fmla="*/ 2147483647 w 18"/>
                <a:gd name="T67" fmla="*/ 0 h 16"/>
                <a:gd name="T68" fmla="*/ 2147483647 w 18"/>
                <a:gd name="T69" fmla="*/ 2147483647 h 16"/>
                <a:gd name="T70" fmla="*/ 2147483647 w 18"/>
                <a:gd name="T71" fmla="*/ 2147483647 h 16"/>
                <a:gd name="T72" fmla="*/ 2147483647 w 18"/>
                <a:gd name="T73" fmla="*/ 2147483647 h 16"/>
                <a:gd name="T74" fmla="*/ 0 w 18"/>
                <a:gd name="T75" fmla="*/ 2147483647 h 16"/>
                <a:gd name="T76" fmla="*/ 0 w 18"/>
                <a:gd name="T77" fmla="*/ 2147483647 h 16"/>
                <a:gd name="T78" fmla="*/ 0 w 18"/>
                <a:gd name="T79" fmla="*/ 2147483647 h 16"/>
                <a:gd name="T80" fmla="*/ 0 w 18"/>
                <a:gd name="T81" fmla="*/ 2147483647 h 16"/>
                <a:gd name="T82" fmla="*/ 0 w 18"/>
                <a:gd name="T83" fmla="*/ 2147483647 h 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8"/>
                <a:gd name="T127" fmla="*/ 0 h 16"/>
                <a:gd name="T128" fmla="*/ 18 w 18"/>
                <a:gd name="T129" fmla="*/ 16 h 1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8" h="16">
                  <a:moveTo>
                    <a:pt x="0" y="8"/>
                  </a:moveTo>
                  <a:lnTo>
                    <a:pt x="0" y="10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3" y="16"/>
                  </a:lnTo>
                  <a:lnTo>
                    <a:pt x="6" y="16"/>
                  </a:lnTo>
                  <a:lnTo>
                    <a:pt x="9" y="16"/>
                  </a:lnTo>
                  <a:lnTo>
                    <a:pt x="12" y="16"/>
                  </a:lnTo>
                  <a:lnTo>
                    <a:pt x="15" y="16"/>
                  </a:lnTo>
                  <a:lnTo>
                    <a:pt x="15" y="13"/>
                  </a:lnTo>
                  <a:lnTo>
                    <a:pt x="18" y="13"/>
                  </a:lnTo>
                  <a:lnTo>
                    <a:pt x="18" y="10"/>
                  </a:lnTo>
                  <a:lnTo>
                    <a:pt x="18" y="8"/>
                  </a:lnTo>
                  <a:lnTo>
                    <a:pt x="18" y="5"/>
                  </a:lnTo>
                  <a:lnTo>
                    <a:pt x="18" y="3"/>
                  </a:lnTo>
                  <a:lnTo>
                    <a:pt x="15" y="3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B7500"/>
            </a:solidFill>
            <a:ln w="9525">
              <a:solidFill>
                <a:srgbClr val="00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20"/>
            <p:cNvSpPr>
              <a:spLocks/>
            </p:cNvSpPr>
            <p:nvPr/>
          </p:nvSpPr>
          <p:spPr bwMode="auto">
            <a:xfrm>
              <a:off x="7496175" y="4508500"/>
              <a:ext cx="28575" cy="28575"/>
            </a:xfrm>
            <a:custGeom>
              <a:avLst/>
              <a:gdLst>
                <a:gd name="T0" fmla="*/ 0 w 18"/>
                <a:gd name="T1" fmla="*/ 2147483647 h 18"/>
                <a:gd name="T2" fmla="*/ 0 w 18"/>
                <a:gd name="T3" fmla="*/ 2147483647 h 18"/>
                <a:gd name="T4" fmla="*/ 0 w 18"/>
                <a:gd name="T5" fmla="*/ 2147483647 h 18"/>
                <a:gd name="T6" fmla="*/ 0 w 18"/>
                <a:gd name="T7" fmla="*/ 2147483647 h 18"/>
                <a:gd name="T8" fmla="*/ 2147483647 w 18"/>
                <a:gd name="T9" fmla="*/ 2147483647 h 18"/>
                <a:gd name="T10" fmla="*/ 2147483647 w 18"/>
                <a:gd name="T11" fmla="*/ 2147483647 h 18"/>
                <a:gd name="T12" fmla="*/ 2147483647 w 18"/>
                <a:gd name="T13" fmla="*/ 2147483647 h 18"/>
                <a:gd name="T14" fmla="*/ 2147483647 w 18"/>
                <a:gd name="T15" fmla="*/ 2147483647 h 18"/>
                <a:gd name="T16" fmla="*/ 2147483647 w 18"/>
                <a:gd name="T17" fmla="*/ 2147483647 h 18"/>
                <a:gd name="T18" fmla="*/ 2147483647 w 18"/>
                <a:gd name="T19" fmla="*/ 2147483647 h 18"/>
                <a:gd name="T20" fmla="*/ 2147483647 w 18"/>
                <a:gd name="T21" fmla="*/ 2147483647 h 18"/>
                <a:gd name="T22" fmla="*/ 2147483647 w 18"/>
                <a:gd name="T23" fmla="*/ 2147483647 h 18"/>
                <a:gd name="T24" fmla="*/ 2147483647 w 18"/>
                <a:gd name="T25" fmla="*/ 2147483647 h 18"/>
                <a:gd name="T26" fmla="*/ 2147483647 w 18"/>
                <a:gd name="T27" fmla="*/ 2147483647 h 18"/>
                <a:gd name="T28" fmla="*/ 2147483647 w 18"/>
                <a:gd name="T29" fmla="*/ 2147483647 h 18"/>
                <a:gd name="T30" fmla="*/ 2147483647 w 18"/>
                <a:gd name="T31" fmla="*/ 2147483647 h 18"/>
                <a:gd name="T32" fmla="*/ 2147483647 w 18"/>
                <a:gd name="T33" fmla="*/ 2147483647 h 18"/>
                <a:gd name="T34" fmla="*/ 2147483647 w 18"/>
                <a:gd name="T35" fmla="*/ 2147483647 h 18"/>
                <a:gd name="T36" fmla="*/ 2147483647 w 18"/>
                <a:gd name="T37" fmla="*/ 2147483647 h 18"/>
                <a:gd name="T38" fmla="*/ 2147483647 w 18"/>
                <a:gd name="T39" fmla="*/ 2147483647 h 18"/>
                <a:gd name="T40" fmla="*/ 2147483647 w 18"/>
                <a:gd name="T41" fmla="*/ 2147483647 h 18"/>
                <a:gd name="T42" fmla="*/ 2147483647 w 18"/>
                <a:gd name="T43" fmla="*/ 2147483647 h 18"/>
                <a:gd name="T44" fmla="*/ 2147483647 w 18"/>
                <a:gd name="T45" fmla="*/ 2147483647 h 18"/>
                <a:gd name="T46" fmla="*/ 2147483647 w 18"/>
                <a:gd name="T47" fmla="*/ 2147483647 h 18"/>
                <a:gd name="T48" fmla="*/ 2147483647 w 18"/>
                <a:gd name="T49" fmla="*/ 2147483647 h 18"/>
                <a:gd name="T50" fmla="*/ 2147483647 w 18"/>
                <a:gd name="T51" fmla="*/ 2147483647 h 18"/>
                <a:gd name="T52" fmla="*/ 2147483647 w 18"/>
                <a:gd name="T53" fmla="*/ 2147483647 h 18"/>
                <a:gd name="T54" fmla="*/ 2147483647 w 18"/>
                <a:gd name="T55" fmla="*/ 2147483647 h 18"/>
                <a:gd name="T56" fmla="*/ 2147483647 w 18"/>
                <a:gd name="T57" fmla="*/ 2147483647 h 18"/>
                <a:gd name="T58" fmla="*/ 2147483647 w 18"/>
                <a:gd name="T59" fmla="*/ 0 h 18"/>
                <a:gd name="T60" fmla="*/ 2147483647 w 18"/>
                <a:gd name="T61" fmla="*/ 0 h 18"/>
                <a:gd name="T62" fmla="*/ 2147483647 w 18"/>
                <a:gd name="T63" fmla="*/ 0 h 18"/>
                <a:gd name="T64" fmla="*/ 2147483647 w 18"/>
                <a:gd name="T65" fmla="*/ 2147483647 h 18"/>
                <a:gd name="T66" fmla="*/ 2147483647 w 18"/>
                <a:gd name="T67" fmla="*/ 2147483647 h 18"/>
                <a:gd name="T68" fmla="*/ 2147483647 w 18"/>
                <a:gd name="T69" fmla="*/ 2147483647 h 18"/>
                <a:gd name="T70" fmla="*/ 2147483647 w 18"/>
                <a:gd name="T71" fmla="*/ 2147483647 h 18"/>
                <a:gd name="T72" fmla="*/ 2147483647 w 18"/>
                <a:gd name="T73" fmla="*/ 2147483647 h 18"/>
                <a:gd name="T74" fmla="*/ 0 w 18"/>
                <a:gd name="T75" fmla="*/ 2147483647 h 18"/>
                <a:gd name="T76" fmla="*/ 0 w 18"/>
                <a:gd name="T77" fmla="*/ 2147483647 h 18"/>
                <a:gd name="T78" fmla="*/ 0 w 18"/>
                <a:gd name="T79" fmla="*/ 2147483647 h 18"/>
                <a:gd name="T80" fmla="*/ 0 w 18"/>
                <a:gd name="T81" fmla="*/ 2147483647 h 18"/>
                <a:gd name="T82" fmla="*/ 0 w 18"/>
                <a:gd name="T83" fmla="*/ 2147483647 h 1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8"/>
                <a:gd name="T127" fmla="*/ 0 h 18"/>
                <a:gd name="T128" fmla="*/ 18 w 18"/>
                <a:gd name="T129" fmla="*/ 18 h 1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8" h="18">
                  <a:moveTo>
                    <a:pt x="0" y="8"/>
                  </a:moveTo>
                  <a:lnTo>
                    <a:pt x="0" y="11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3" y="16"/>
                  </a:lnTo>
                  <a:lnTo>
                    <a:pt x="6" y="16"/>
                  </a:lnTo>
                  <a:lnTo>
                    <a:pt x="9" y="18"/>
                  </a:lnTo>
                  <a:lnTo>
                    <a:pt x="12" y="18"/>
                  </a:lnTo>
                  <a:lnTo>
                    <a:pt x="12" y="16"/>
                  </a:lnTo>
                  <a:lnTo>
                    <a:pt x="15" y="16"/>
                  </a:lnTo>
                  <a:lnTo>
                    <a:pt x="18" y="13"/>
                  </a:lnTo>
                  <a:lnTo>
                    <a:pt x="18" y="11"/>
                  </a:lnTo>
                  <a:lnTo>
                    <a:pt x="18" y="8"/>
                  </a:lnTo>
                  <a:lnTo>
                    <a:pt x="18" y="6"/>
                  </a:lnTo>
                  <a:lnTo>
                    <a:pt x="15" y="3"/>
                  </a:lnTo>
                  <a:lnTo>
                    <a:pt x="12" y="3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B7500"/>
            </a:solidFill>
            <a:ln w="9525">
              <a:solidFill>
                <a:srgbClr val="00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Rectangle 121"/>
            <p:cNvSpPr>
              <a:spLocks noChangeArrowheads="1"/>
            </p:cNvSpPr>
            <p:nvPr/>
          </p:nvSpPr>
          <p:spPr bwMode="auto">
            <a:xfrm>
              <a:off x="7200900" y="1493838"/>
              <a:ext cx="109004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O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48" name="Rectangle 122"/>
            <p:cNvSpPr>
              <a:spLocks noChangeArrowheads="1"/>
            </p:cNvSpPr>
            <p:nvPr/>
          </p:nvSpPr>
          <p:spPr bwMode="auto">
            <a:xfrm>
              <a:off x="7323138" y="1493838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p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49" name="Rectangle 123"/>
            <p:cNvSpPr>
              <a:spLocks noChangeArrowheads="1"/>
            </p:cNvSpPr>
            <p:nvPr/>
          </p:nvSpPr>
          <p:spPr bwMode="auto">
            <a:xfrm>
              <a:off x="7410450" y="1493838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e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50" name="Rectangle 124"/>
            <p:cNvSpPr>
              <a:spLocks noChangeArrowheads="1"/>
            </p:cNvSpPr>
            <p:nvPr/>
          </p:nvSpPr>
          <p:spPr bwMode="auto">
            <a:xfrm>
              <a:off x="7500938" y="1493838"/>
              <a:ext cx="4648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r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51" name="Rectangle 125"/>
            <p:cNvSpPr>
              <a:spLocks noChangeArrowheads="1"/>
            </p:cNvSpPr>
            <p:nvPr/>
          </p:nvSpPr>
          <p:spPr bwMode="auto">
            <a:xfrm>
              <a:off x="7556500" y="1493838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a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52" name="Rectangle 126"/>
            <p:cNvSpPr>
              <a:spLocks noChangeArrowheads="1"/>
            </p:cNvSpPr>
            <p:nvPr/>
          </p:nvSpPr>
          <p:spPr bwMode="auto">
            <a:xfrm>
              <a:off x="7642225" y="1493838"/>
              <a:ext cx="3847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t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53" name="Rectangle 127"/>
            <p:cNvSpPr>
              <a:spLocks noChangeArrowheads="1"/>
            </p:cNvSpPr>
            <p:nvPr/>
          </p:nvSpPr>
          <p:spPr bwMode="auto">
            <a:xfrm>
              <a:off x="7689850" y="1493838"/>
              <a:ext cx="3206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i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54" name="Rectangle 128"/>
            <p:cNvSpPr>
              <a:spLocks noChangeArrowheads="1"/>
            </p:cNvSpPr>
            <p:nvPr/>
          </p:nvSpPr>
          <p:spPr bwMode="auto">
            <a:xfrm>
              <a:off x="7727950" y="1493838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o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55" name="Rectangle 129"/>
            <p:cNvSpPr>
              <a:spLocks noChangeArrowheads="1"/>
            </p:cNvSpPr>
            <p:nvPr/>
          </p:nvSpPr>
          <p:spPr bwMode="auto">
            <a:xfrm>
              <a:off x="7821613" y="1493838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n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56" name="Rectangle 130"/>
            <p:cNvSpPr>
              <a:spLocks noChangeArrowheads="1"/>
            </p:cNvSpPr>
            <p:nvPr/>
          </p:nvSpPr>
          <p:spPr bwMode="auto">
            <a:xfrm>
              <a:off x="5940425" y="2420938"/>
              <a:ext cx="9457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A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57" name="Rectangle 131"/>
            <p:cNvSpPr>
              <a:spLocks noChangeArrowheads="1"/>
            </p:cNvSpPr>
            <p:nvPr/>
          </p:nvSpPr>
          <p:spPr bwMode="auto">
            <a:xfrm>
              <a:off x="6045200" y="2420938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L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58" name="Rectangle 132"/>
            <p:cNvSpPr>
              <a:spLocks noChangeArrowheads="1"/>
            </p:cNvSpPr>
            <p:nvPr/>
          </p:nvSpPr>
          <p:spPr bwMode="auto">
            <a:xfrm>
              <a:off x="6135688" y="2420938"/>
              <a:ext cx="10259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U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59" name="Rectangle 133"/>
            <p:cNvSpPr>
              <a:spLocks noChangeArrowheads="1"/>
            </p:cNvSpPr>
            <p:nvPr/>
          </p:nvSpPr>
          <p:spPr bwMode="auto">
            <a:xfrm>
              <a:off x="6249988" y="2420938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0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60" name="Rectangle 134"/>
            <p:cNvSpPr>
              <a:spLocks noChangeArrowheads="1"/>
            </p:cNvSpPr>
            <p:nvPr/>
          </p:nvSpPr>
          <p:spPr bwMode="auto">
            <a:xfrm>
              <a:off x="5859463" y="2159000"/>
              <a:ext cx="10259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C</a:t>
              </a:r>
              <a:endParaRPr lang="en-US"/>
            </a:p>
          </p:txBody>
        </p:sp>
        <p:sp>
          <p:nvSpPr>
            <p:cNvPr id="61" name="Rectangle 135"/>
            <p:cNvSpPr>
              <a:spLocks noChangeArrowheads="1"/>
            </p:cNvSpPr>
            <p:nvPr/>
          </p:nvSpPr>
          <p:spPr bwMode="auto">
            <a:xfrm>
              <a:off x="5970588" y="2159000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/>
            </a:p>
          </p:txBody>
        </p:sp>
        <p:sp>
          <p:nvSpPr>
            <p:cNvPr id="62" name="Rectangle 136"/>
            <p:cNvSpPr>
              <a:spLocks noChangeArrowheads="1"/>
            </p:cNvSpPr>
            <p:nvPr/>
          </p:nvSpPr>
          <p:spPr bwMode="auto">
            <a:xfrm>
              <a:off x="6057900" y="2159000"/>
              <a:ext cx="4648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/>
            </a:p>
          </p:txBody>
        </p:sp>
        <p:sp>
          <p:nvSpPr>
            <p:cNvPr id="63" name="Rectangle 137"/>
            <p:cNvSpPr>
              <a:spLocks noChangeArrowheads="1"/>
            </p:cNvSpPr>
            <p:nvPr/>
          </p:nvSpPr>
          <p:spPr bwMode="auto">
            <a:xfrm>
              <a:off x="6110288" y="2159000"/>
              <a:ext cx="4648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/>
            </a:p>
          </p:txBody>
        </p:sp>
        <p:sp>
          <p:nvSpPr>
            <p:cNvPr id="64" name="Rectangle 138"/>
            <p:cNvSpPr>
              <a:spLocks noChangeArrowheads="1"/>
            </p:cNvSpPr>
            <p:nvPr/>
          </p:nvSpPr>
          <p:spPr bwMode="auto">
            <a:xfrm>
              <a:off x="6167438" y="2159000"/>
              <a:ext cx="7053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y</a:t>
              </a:r>
              <a:endParaRPr lang="en-US"/>
            </a:p>
          </p:txBody>
        </p:sp>
        <p:sp>
          <p:nvSpPr>
            <p:cNvPr id="65" name="Rectangle 139"/>
            <p:cNvSpPr>
              <a:spLocks noChangeArrowheads="1"/>
            </p:cNvSpPr>
            <p:nvPr/>
          </p:nvSpPr>
          <p:spPr bwMode="auto">
            <a:xfrm>
              <a:off x="6246813" y="2159000"/>
              <a:ext cx="3847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/>
            </a:p>
          </p:txBody>
        </p:sp>
        <p:sp>
          <p:nvSpPr>
            <p:cNvPr id="66" name="Rectangle 140"/>
            <p:cNvSpPr>
              <a:spLocks noChangeArrowheads="1"/>
            </p:cNvSpPr>
            <p:nvPr/>
          </p:nvSpPr>
          <p:spPr bwMode="auto">
            <a:xfrm>
              <a:off x="6294438" y="2159000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n</a:t>
              </a:r>
              <a:endParaRPr lang="en-US"/>
            </a:p>
          </p:txBody>
        </p:sp>
        <p:sp>
          <p:nvSpPr>
            <p:cNvPr id="67" name="Rectangle 141"/>
            <p:cNvSpPr>
              <a:spLocks noChangeArrowheads="1"/>
            </p:cNvSpPr>
            <p:nvPr/>
          </p:nvSpPr>
          <p:spPr bwMode="auto">
            <a:xfrm>
              <a:off x="5797550" y="2663825"/>
              <a:ext cx="10259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C</a:t>
              </a:r>
              <a:endParaRPr lang="en-US"/>
            </a:p>
          </p:txBody>
        </p:sp>
        <p:sp>
          <p:nvSpPr>
            <p:cNvPr id="68" name="Rectangle 142"/>
            <p:cNvSpPr>
              <a:spLocks noChangeArrowheads="1"/>
            </p:cNvSpPr>
            <p:nvPr/>
          </p:nvSpPr>
          <p:spPr bwMode="auto">
            <a:xfrm>
              <a:off x="5908675" y="2663825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/>
            </a:p>
          </p:txBody>
        </p:sp>
        <p:sp>
          <p:nvSpPr>
            <p:cNvPr id="69" name="Rectangle 143"/>
            <p:cNvSpPr>
              <a:spLocks noChangeArrowheads="1"/>
            </p:cNvSpPr>
            <p:nvPr/>
          </p:nvSpPr>
          <p:spPr bwMode="auto">
            <a:xfrm>
              <a:off x="5995988" y="2663825"/>
              <a:ext cx="4648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/>
            </a:p>
          </p:txBody>
        </p:sp>
        <p:sp>
          <p:nvSpPr>
            <p:cNvPr id="70" name="Rectangle 144"/>
            <p:cNvSpPr>
              <a:spLocks noChangeArrowheads="1"/>
            </p:cNvSpPr>
            <p:nvPr/>
          </p:nvSpPr>
          <p:spPr bwMode="auto">
            <a:xfrm>
              <a:off x="6049963" y="2663825"/>
              <a:ext cx="4648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/>
            </a:p>
          </p:txBody>
        </p:sp>
        <p:sp>
          <p:nvSpPr>
            <p:cNvPr id="71" name="Rectangle 145"/>
            <p:cNvSpPr>
              <a:spLocks noChangeArrowheads="1"/>
            </p:cNvSpPr>
            <p:nvPr/>
          </p:nvSpPr>
          <p:spPr bwMode="auto">
            <a:xfrm>
              <a:off x="6105525" y="2663825"/>
              <a:ext cx="7053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y</a:t>
              </a:r>
              <a:endParaRPr lang="en-US"/>
            </a:p>
          </p:txBody>
        </p:sp>
        <p:sp>
          <p:nvSpPr>
            <p:cNvPr id="72" name="Rectangle 146"/>
            <p:cNvSpPr>
              <a:spLocks noChangeArrowheads="1"/>
            </p:cNvSpPr>
            <p:nvPr/>
          </p:nvSpPr>
          <p:spPr bwMode="auto">
            <a:xfrm>
              <a:off x="6192838" y="2663825"/>
              <a:ext cx="109004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O</a:t>
              </a:r>
              <a:endParaRPr lang="en-US"/>
            </a:p>
          </p:txBody>
        </p:sp>
        <p:sp>
          <p:nvSpPr>
            <p:cNvPr id="73" name="Rectangle 147"/>
            <p:cNvSpPr>
              <a:spLocks noChangeArrowheads="1"/>
            </p:cNvSpPr>
            <p:nvPr/>
          </p:nvSpPr>
          <p:spPr bwMode="auto">
            <a:xfrm>
              <a:off x="6315075" y="2663825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/>
            </a:p>
          </p:txBody>
        </p:sp>
        <p:sp>
          <p:nvSpPr>
            <p:cNvPr id="74" name="Rectangle 148"/>
            <p:cNvSpPr>
              <a:spLocks noChangeArrowheads="1"/>
            </p:cNvSpPr>
            <p:nvPr/>
          </p:nvSpPr>
          <p:spPr bwMode="auto">
            <a:xfrm>
              <a:off x="6405563" y="2663825"/>
              <a:ext cx="3847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/>
            </a:p>
          </p:txBody>
        </p:sp>
        <p:sp>
          <p:nvSpPr>
            <p:cNvPr id="75" name="Rectangle 163"/>
            <p:cNvSpPr>
              <a:spLocks noChangeArrowheads="1"/>
            </p:cNvSpPr>
            <p:nvPr/>
          </p:nvSpPr>
          <p:spPr bwMode="auto">
            <a:xfrm>
              <a:off x="6092825" y="3849688"/>
              <a:ext cx="6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76" name="Rectangle 166"/>
            <p:cNvSpPr>
              <a:spLocks noChangeArrowheads="1"/>
            </p:cNvSpPr>
            <p:nvPr/>
          </p:nvSpPr>
          <p:spPr bwMode="auto">
            <a:xfrm>
              <a:off x="6357938" y="3849688"/>
              <a:ext cx="6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77" name="Rectangle 175"/>
            <p:cNvSpPr>
              <a:spLocks noChangeArrowheads="1"/>
            </p:cNvSpPr>
            <p:nvPr/>
          </p:nvSpPr>
          <p:spPr bwMode="auto">
            <a:xfrm>
              <a:off x="6149975" y="4410075"/>
              <a:ext cx="6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78" name="Freeform 116"/>
            <p:cNvSpPr>
              <a:spLocks/>
            </p:cNvSpPr>
            <p:nvPr/>
          </p:nvSpPr>
          <p:spPr bwMode="auto">
            <a:xfrm>
              <a:off x="7488238" y="1800225"/>
              <a:ext cx="79375" cy="69850"/>
            </a:xfrm>
            <a:custGeom>
              <a:avLst/>
              <a:gdLst>
                <a:gd name="T0" fmla="*/ 2147483647 w 50"/>
                <a:gd name="T1" fmla="*/ 2147483647 h 44"/>
                <a:gd name="T2" fmla="*/ 2147483647 w 50"/>
                <a:gd name="T3" fmla="*/ 2147483647 h 44"/>
                <a:gd name="T4" fmla="*/ 2147483647 w 50"/>
                <a:gd name="T5" fmla="*/ 2147483647 h 44"/>
                <a:gd name="T6" fmla="*/ 2147483647 w 50"/>
                <a:gd name="T7" fmla="*/ 2147483647 h 44"/>
                <a:gd name="T8" fmla="*/ 2147483647 w 50"/>
                <a:gd name="T9" fmla="*/ 2147483647 h 44"/>
                <a:gd name="T10" fmla="*/ 2147483647 w 50"/>
                <a:gd name="T11" fmla="*/ 2147483647 h 44"/>
                <a:gd name="T12" fmla="*/ 2147483647 w 50"/>
                <a:gd name="T13" fmla="*/ 2147483647 h 44"/>
                <a:gd name="T14" fmla="*/ 2147483647 w 50"/>
                <a:gd name="T15" fmla="*/ 2147483647 h 44"/>
                <a:gd name="T16" fmla="*/ 2147483647 w 50"/>
                <a:gd name="T17" fmla="*/ 2147483647 h 44"/>
                <a:gd name="T18" fmla="*/ 2147483647 w 50"/>
                <a:gd name="T19" fmla="*/ 2147483647 h 44"/>
                <a:gd name="T20" fmla="*/ 2147483647 w 50"/>
                <a:gd name="T21" fmla="*/ 2147483647 h 44"/>
                <a:gd name="T22" fmla="*/ 2147483647 w 50"/>
                <a:gd name="T23" fmla="*/ 2147483647 h 44"/>
                <a:gd name="T24" fmla="*/ 2147483647 w 50"/>
                <a:gd name="T25" fmla="*/ 2147483647 h 44"/>
                <a:gd name="T26" fmla="*/ 2147483647 w 50"/>
                <a:gd name="T27" fmla="*/ 2147483647 h 44"/>
                <a:gd name="T28" fmla="*/ 2147483647 w 50"/>
                <a:gd name="T29" fmla="*/ 2147483647 h 44"/>
                <a:gd name="T30" fmla="*/ 2147483647 w 50"/>
                <a:gd name="T31" fmla="*/ 2147483647 h 44"/>
                <a:gd name="T32" fmla="*/ 2147483647 w 50"/>
                <a:gd name="T33" fmla="*/ 2147483647 h 44"/>
                <a:gd name="T34" fmla="*/ 2147483647 w 50"/>
                <a:gd name="T35" fmla="*/ 2147483647 h 44"/>
                <a:gd name="T36" fmla="*/ 2147483647 w 50"/>
                <a:gd name="T37" fmla="*/ 0 h 44"/>
                <a:gd name="T38" fmla="*/ 2147483647 w 50"/>
                <a:gd name="T39" fmla="*/ 0 h 44"/>
                <a:gd name="T40" fmla="*/ 2147483647 w 50"/>
                <a:gd name="T41" fmla="*/ 0 h 44"/>
                <a:gd name="T42" fmla="*/ 2147483647 w 50"/>
                <a:gd name="T43" fmla="*/ 0 h 44"/>
                <a:gd name="T44" fmla="*/ 2147483647 w 50"/>
                <a:gd name="T45" fmla="*/ 0 h 44"/>
                <a:gd name="T46" fmla="*/ 2147483647 w 50"/>
                <a:gd name="T47" fmla="*/ 2147483647 h 44"/>
                <a:gd name="T48" fmla="*/ 2147483647 w 50"/>
                <a:gd name="T49" fmla="*/ 2147483647 h 44"/>
                <a:gd name="T50" fmla="*/ 2147483647 w 50"/>
                <a:gd name="T51" fmla="*/ 2147483647 h 44"/>
                <a:gd name="T52" fmla="*/ 2147483647 w 50"/>
                <a:gd name="T53" fmla="*/ 2147483647 h 44"/>
                <a:gd name="T54" fmla="*/ 2147483647 w 50"/>
                <a:gd name="T55" fmla="*/ 2147483647 h 44"/>
                <a:gd name="T56" fmla="*/ 0 w 50"/>
                <a:gd name="T57" fmla="*/ 2147483647 h 44"/>
                <a:gd name="T58" fmla="*/ 0 w 50"/>
                <a:gd name="T59" fmla="*/ 2147483647 h 44"/>
                <a:gd name="T60" fmla="*/ 0 w 50"/>
                <a:gd name="T61" fmla="*/ 2147483647 h 44"/>
                <a:gd name="T62" fmla="*/ 0 w 50"/>
                <a:gd name="T63" fmla="*/ 2147483647 h 44"/>
                <a:gd name="T64" fmla="*/ 0 w 50"/>
                <a:gd name="T65" fmla="*/ 2147483647 h 44"/>
                <a:gd name="T66" fmla="*/ 2147483647 w 50"/>
                <a:gd name="T67" fmla="*/ 2147483647 h 44"/>
                <a:gd name="T68" fmla="*/ 2147483647 w 50"/>
                <a:gd name="T69" fmla="*/ 2147483647 h 44"/>
                <a:gd name="T70" fmla="*/ 2147483647 w 50"/>
                <a:gd name="T71" fmla="*/ 2147483647 h 44"/>
                <a:gd name="T72" fmla="*/ 2147483647 w 50"/>
                <a:gd name="T73" fmla="*/ 2147483647 h 44"/>
                <a:gd name="T74" fmla="*/ 2147483647 w 50"/>
                <a:gd name="T75" fmla="*/ 2147483647 h 44"/>
                <a:gd name="T76" fmla="*/ 2147483647 w 50"/>
                <a:gd name="T77" fmla="*/ 2147483647 h 44"/>
                <a:gd name="T78" fmla="*/ 2147483647 w 50"/>
                <a:gd name="T79" fmla="*/ 2147483647 h 44"/>
                <a:gd name="T80" fmla="*/ 2147483647 w 50"/>
                <a:gd name="T81" fmla="*/ 2147483647 h 44"/>
                <a:gd name="T82" fmla="*/ 2147483647 w 50"/>
                <a:gd name="T83" fmla="*/ 2147483647 h 44"/>
                <a:gd name="T84" fmla="*/ 2147483647 w 50"/>
                <a:gd name="T85" fmla="*/ 2147483647 h 4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0"/>
                <a:gd name="T130" fmla="*/ 0 h 44"/>
                <a:gd name="T131" fmla="*/ 50 w 50"/>
                <a:gd name="T132" fmla="*/ 44 h 4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0" h="44">
                  <a:moveTo>
                    <a:pt x="25" y="42"/>
                  </a:moveTo>
                  <a:lnTo>
                    <a:pt x="28" y="44"/>
                  </a:lnTo>
                  <a:lnTo>
                    <a:pt x="34" y="42"/>
                  </a:lnTo>
                  <a:lnTo>
                    <a:pt x="37" y="42"/>
                  </a:lnTo>
                  <a:lnTo>
                    <a:pt x="40" y="39"/>
                  </a:lnTo>
                  <a:lnTo>
                    <a:pt x="43" y="37"/>
                  </a:lnTo>
                  <a:lnTo>
                    <a:pt x="46" y="34"/>
                  </a:lnTo>
                  <a:lnTo>
                    <a:pt x="46" y="31"/>
                  </a:lnTo>
                  <a:lnTo>
                    <a:pt x="50" y="29"/>
                  </a:lnTo>
                  <a:lnTo>
                    <a:pt x="50" y="26"/>
                  </a:lnTo>
                  <a:lnTo>
                    <a:pt x="50" y="21"/>
                  </a:lnTo>
                  <a:lnTo>
                    <a:pt x="50" y="19"/>
                  </a:lnTo>
                  <a:lnTo>
                    <a:pt x="50" y="16"/>
                  </a:lnTo>
                  <a:lnTo>
                    <a:pt x="46" y="11"/>
                  </a:lnTo>
                  <a:lnTo>
                    <a:pt x="46" y="8"/>
                  </a:lnTo>
                  <a:lnTo>
                    <a:pt x="43" y="6"/>
                  </a:lnTo>
                  <a:lnTo>
                    <a:pt x="40" y="6"/>
                  </a:lnTo>
                  <a:lnTo>
                    <a:pt x="37" y="3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3" y="3"/>
                  </a:lnTo>
                  <a:lnTo>
                    <a:pt x="10" y="6"/>
                  </a:lnTo>
                  <a:lnTo>
                    <a:pt x="7" y="6"/>
                  </a:lnTo>
                  <a:lnTo>
                    <a:pt x="3" y="8"/>
                  </a:lnTo>
                  <a:lnTo>
                    <a:pt x="3" y="11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6"/>
                  </a:lnTo>
                  <a:lnTo>
                    <a:pt x="0" y="29"/>
                  </a:lnTo>
                  <a:lnTo>
                    <a:pt x="3" y="31"/>
                  </a:lnTo>
                  <a:lnTo>
                    <a:pt x="3" y="34"/>
                  </a:lnTo>
                  <a:lnTo>
                    <a:pt x="7" y="37"/>
                  </a:lnTo>
                  <a:lnTo>
                    <a:pt x="10" y="39"/>
                  </a:lnTo>
                  <a:lnTo>
                    <a:pt x="13" y="42"/>
                  </a:lnTo>
                  <a:lnTo>
                    <a:pt x="16" y="42"/>
                  </a:lnTo>
                  <a:lnTo>
                    <a:pt x="22" y="44"/>
                  </a:lnTo>
                  <a:lnTo>
                    <a:pt x="25" y="44"/>
                  </a:lnTo>
                  <a:lnTo>
                    <a:pt x="25" y="42"/>
                  </a:lnTo>
                  <a:close/>
                </a:path>
              </a:pathLst>
            </a:custGeom>
            <a:solidFill>
              <a:srgbClr val="0066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34"/>
            <p:cNvSpPr>
              <a:spLocks/>
            </p:cNvSpPr>
            <p:nvPr/>
          </p:nvSpPr>
          <p:spPr bwMode="auto">
            <a:xfrm>
              <a:off x="5724525" y="3317875"/>
              <a:ext cx="785813" cy="687388"/>
            </a:xfrm>
            <a:custGeom>
              <a:avLst/>
              <a:gdLst>
                <a:gd name="T0" fmla="*/ 2147483647 w 461"/>
                <a:gd name="T1" fmla="*/ 2147483647 h 433"/>
                <a:gd name="T2" fmla="*/ 2147483647 w 461"/>
                <a:gd name="T3" fmla="*/ 0 h 433"/>
                <a:gd name="T4" fmla="*/ 0 w 461"/>
                <a:gd name="T5" fmla="*/ 0 h 433"/>
                <a:gd name="T6" fmla="*/ 0 w 461"/>
                <a:gd name="T7" fmla="*/ 2147483647 h 433"/>
                <a:gd name="T8" fmla="*/ 2147483647 w 461"/>
                <a:gd name="T9" fmla="*/ 2147483647 h 433"/>
                <a:gd name="T10" fmla="*/ 2147483647 w 461"/>
                <a:gd name="T11" fmla="*/ 2147483647 h 4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1"/>
                <a:gd name="T19" fmla="*/ 0 h 433"/>
                <a:gd name="T20" fmla="*/ 461 w 461"/>
                <a:gd name="T21" fmla="*/ 433 h 4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1" h="433">
                  <a:moveTo>
                    <a:pt x="461" y="430"/>
                  </a:moveTo>
                  <a:lnTo>
                    <a:pt x="461" y="0"/>
                  </a:lnTo>
                  <a:lnTo>
                    <a:pt x="0" y="0"/>
                  </a:lnTo>
                  <a:lnTo>
                    <a:pt x="0" y="433"/>
                  </a:lnTo>
                  <a:lnTo>
                    <a:pt x="461" y="43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35"/>
            <p:cNvSpPr>
              <a:spLocks/>
            </p:cNvSpPr>
            <p:nvPr/>
          </p:nvSpPr>
          <p:spPr bwMode="auto">
            <a:xfrm>
              <a:off x="7762875" y="3630613"/>
              <a:ext cx="82550" cy="69850"/>
            </a:xfrm>
            <a:custGeom>
              <a:avLst/>
              <a:gdLst>
                <a:gd name="T0" fmla="*/ 0 w 52"/>
                <a:gd name="T1" fmla="*/ 0 h 44"/>
                <a:gd name="T2" fmla="*/ 2147483647 w 52"/>
                <a:gd name="T3" fmla="*/ 2147483647 h 44"/>
                <a:gd name="T4" fmla="*/ 2147483647 w 52"/>
                <a:gd name="T5" fmla="*/ 2147483647 h 44"/>
                <a:gd name="T6" fmla="*/ 2147483647 w 52"/>
                <a:gd name="T7" fmla="*/ 0 h 44"/>
                <a:gd name="T8" fmla="*/ 2147483647 w 52"/>
                <a:gd name="T9" fmla="*/ 0 h 44"/>
                <a:gd name="T10" fmla="*/ 0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44"/>
                <a:gd name="T20" fmla="*/ 52 w 52"/>
                <a:gd name="T21" fmla="*/ 44 h 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44">
                  <a:moveTo>
                    <a:pt x="0" y="0"/>
                  </a:moveTo>
                  <a:lnTo>
                    <a:pt x="3" y="44"/>
                  </a:lnTo>
                  <a:lnTo>
                    <a:pt x="52" y="21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112"/>
            <p:cNvSpPr>
              <a:spLocks noChangeShapeType="1"/>
            </p:cNvSpPr>
            <p:nvPr/>
          </p:nvSpPr>
          <p:spPr bwMode="auto">
            <a:xfrm flipH="1" flipV="1">
              <a:off x="6510338" y="3665538"/>
              <a:ext cx="12811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Rectangle 130"/>
            <p:cNvSpPr>
              <a:spLocks noChangeArrowheads="1"/>
            </p:cNvSpPr>
            <p:nvPr/>
          </p:nvSpPr>
          <p:spPr bwMode="auto">
            <a:xfrm>
              <a:off x="5934075" y="3603625"/>
              <a:ext cx="9457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A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83" name="Rectangle 131"/>
            <p:cNvSpPr>
              <a:spLocks noChangeArrowheads="1"/>
            </p:cNvSpPr>
            <p:nvPr/>
          </p:nvSpPr>
          <p:spPr bwMode="auto">
            <a:xfrm>
              <a:off x="6038850" y="3603625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L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84" name="Rectangle 132"/>
            <p:cNvSpPr>
              <a:spLocks noChangeArrowheads="1"/>
            </p:cNvSpPr>
            <p:nvPr/>
          </p:nvSpPr>
          <p:spPr bwMode="auto">
            <a:xfrm>
              <a:off x="6129338" y="3603625"/>
              <a:ext cx="10259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U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85" name="Rectangle 133"/>
            <p:cNvSpPr>
              <a:spLocks noChangeArrowheads="1"/>
            </p:cNvSpPr>
            <p:nvPr/>
          </p:nvSpPr>
          <p:spPr bwMode="auto">
            <a:xfrm>
              <a:off x="6227763" y="3597275"/>
              <a:ext cx="128587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</a:rPr>
                <a:t>1</a:t>
              </a:r>
            </a:p>
          </p:txBody>
        </p:sp>
        <p:sp>
          <p:nvSpPr>
            <p:cNvPr id="86" name="Rectangle 134"/>
            <p:cNvSpPr>
              <a:spLocks noChangeArrowheads="1"/>
            </p:cNvSpPr>
            <p:nvPr/>
          </p:nvSpPr>
          <p:spPr bwMode="auto">
            <a:xfrm>
              <a:off x="5853113" y="3341688"/>
              <a:ext cx="10259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C</a:t>
              </a:r>
              <a:endParaRPr lang="en-US"/>
            </a:p>
          </p:txBody>
        </p:sp>
        <p:sp>
          <p:nvSpPr>
            <p:cNvPr id="87" name="Rectangle 135"/>
            <p:cNvSpPr>
              <a:spLocks noChangeArrowheads="1"/>
            </p:cNvSpPr>
            <p:nvPr/>
          </p:nvSpPr>
          <p:spPr bwMode="auto">
            <a:xfrm>
              <a:off x="5964238" y="3341688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/>
            </a:p>
          </p:txBody>
        </p:sp>
        <p:sp>
          <p:nvSpPr>
            <p:cNvPr id="88" name="Rectangle 136"/>
            <p:cNvSpPr>
              <a:spLocks noChangeArrowheads="1"/>
            </p:cNvSpPr>
            <p:nvPr/>
          </p:nvSpPr>
          <p:spPr bwMode="auto">
            <a:xfrm>
              <a:off x="6051550" y="3341688"/>
              <a:ext cx="4648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/>
            </a:p>
          </p:txBody>
        </p:sp>
        <p:sp>
          <p:nvSpPr>
            <p:cNvPr id="89" name="Rectangle 137"/>
            <p:cNvSpPr>
              <a:spLocks noChangeArrowheads="1"/>
            </p:cNvSpPr>
            <p:nvPr/>
          </p:nvSpPr>
          <p:spPr bwMode="auto">
            <a:xfrm>
              <a:off x="6103938" y="3341688"/>
              <a:ext cx="4648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/>
            </a:p>
          </p:txBody>
        </p:sp>
        <p:sp>
          <p:nvSpPr>
            <p:cNvPr id="90" name="Rectangle 138"/>
            <p:cNvSpPr>
              <a:spLocks noChangeArrowheads="1"/>
            </p:cNvSpPr>
            <p:nvPr/>
          </p:nvSpPr>
          <p:spPr bwMode="auto">
            <a:xfrm>
              <a:off x="6161088" y="3341688"/>
              <a:ext cx="7053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y</a:t>
              </a:r>
              <a:endParaRPr lang="en-US"/>
            </a:p>
          </p:txBody>
        </p:sp>
        <p:sp>
          <p:nvSpPr>
            <p:cNvPr id="91" name="Rectangle 139"/>
            <p:cNvSpPr>
              <a:spLocks noChangeArrowheads="1"/>
            </p:cNvSpPr>
            <p:nvPr/>
          </p:nvSpPr>
          <p:spPr bwMode="auto">
            <a:xfrm>
              <a:off x="6240463" y="3341688"/>
              <a:ext cx="3847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/>
            </a:p>
          </p:txBody>
        </p:sp>
        <p:sp>
          <p:nvSpPr>
            <p:cNvPr id="92" name="Rectangle 140"/>
            <p:cNvSpPr>
              <a:spLocks noChangeArrowheads="1"/>
            </p:cNvSpPr>
            <p:nvPr/>
          </p:nvSpPr>
          <p:spPr bwMode="auto">
            <a:xfrm>
              <a:off x="6288088" y="3341688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n</a:t>
              </a:r>
              <a:endParaRPr lang="en-US"/>
            </a:p>
          </p:txBody>
        </p:sp>
        <p:sp>
          <p:nvSpPr>
            <p:cNvPr id="93" name="Rectangle 141"/>
            <p:cNvSpPr>
              <a:spLocks noChangeArrowheads="1"/>
            </p:cNvSpPr>
            <p:nvPr/>
          </p:nvSpPr>
          <p:spPr bwMode="auto">
            <a:xfrm>
              <a:off x="5791200" y="3846513"/>
              <a:ext cx="10259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C</a:t>
              </a:r>
              <a:endParaRPr lang="en-US"/>
            </a:p>
          </p:txBody>
        </p:sp>
        <p:sp>
          <p:nvSpPr>
            <p:cNvPr id="94" name="Rectangle 142"/>
            <p:cNvSpPr>
              <a:spLocks noChangeArrowheads="1"/>
            </p:cNvSpPr>
            <p:nvPr/>
          </p:nvSpPr>
          <p:spPr bwMode="auto">
            <a:xfrm>
              <a:off x="5902325" y="3846513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/>
            </a:p>
          </p:txBody>
        </p:sp>
        <p:sp>
          <p:nvSpPr>
            <p:cNvPr id="95" name="Rectangle 143"/>
            <p:cNvSpPr>
              <a:spLocks noChangeArrowheads="1"/>
            </p:cNvSpPr>
            <p:nvPr/>
          </p:nvSpPr>
          <p:spPr bwMode="auto">
            <a:xfrm>
              <a:off x="5989638" y="3846513"/>
              <a:ext cx="4648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/>
            </a:p>
          </p:txBody>
        </p:sp>
        <p:sp>
          <p:nvSpPr>
            <p:cNvPr id="96" name="Rectangle 144"/>
            <p:cNvSpPr>
              <a:spLocks noChangeArrowheads="1"/>
            </p:cNvSpPr>
            <p:nvPr/>
          </p:nvSpPr>
          <p:spPr bwMode="auto">
            <a:xfrm>
              <a:off x="6043613" y="3846513"/>
              <a:ext cx="4648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/>
            </a:p>
          </p:txBody>
        </p:sp>
        <p:sp>
          <p:nvSpPr>
            <p:cNvPr id="97" name="Rectangle 145"/>
            <p:cNvSpPr>
              <a:spLocks noChangeArrowheads="1"/>
            </p:cNvSpPr>
            <p:nvPr/>
          </p:nvSpPr>
          <p:spPr bwMode="auto">
            <a:xfrm>
              <a:off x="6099175" y="3846513"/>
              <a:ext cx="7053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y</a:t>
              </a:r>
              <a:endParaRPr lang="en-US"/>
            </a:p>
          </p:txBody>
        </p:sp>
        <p:sp>
          <p:nvSpPr>
            <p:cNvPr id="98" name="Rectangle 146"/>
            <p:cNvSpPr>
              <a:spLocks noChangeArrowheads="1"/>
            </p:cNvSpPr>
            <p:nvPr/>
          </p:nvSpPr>
          <p:spPr bwMode="auto">
            <a:xfrm>
              <a:off x="6186488" y="3846513"/>
              <a:ext cx="109004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O</a:t>
              </a:r>
              <a:endParaRPr lang="en-US"/>
            </a:p>
          </p:txBody>
        </p:sp>
        <p:sp>
          <p:nvSpPr>
            <p:cNvPr id="99" name="Rectangle 147"/>
            <p:cNvSpPr>
              <a:spLocks noChangeArrowheads="1"/>
            </p:cNvSpPr>
            <p:nvPr/>
          </p:nvSpPr>
          <p:spPr bwMode="auto">
            <a:xfrm>
              <a:off x="6308725" y="3846513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/>
            </a:p>
          </p:txBody>
        </p:sp>
        <p:sp>
          <p:nvSpPr>
            <p:cNvPr id="100" name="Rectangle 148"/>
            <p:cNvSpPr>
              <a:spLocks noChangeArrowheads="1"/>
            </p:cNvSpPr>
            <p:nvPr/>
          </p:nvSpPr>
          <p:spPr bwMode="auto">
            <a:xfrm>
              <a:off x="6399213" y="3846513"/>
              <a:ext cx="3847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/>
            </a:p>
          </p:txBody>
        </p:sp>
        <p:sp>
          <p:nvSpPr>
            <p:cNvPr id="101" name="Line 55"/>
            <p:cNvSpPr>
              <a:spLocks noChangeShapeType="1"/>
            </p:cNvSpPr>
            <p:nvPr/>
          </p:nvSpPr>
          <p:spPr bwMode="auto">
            <a:xfrm flipH="1">
              <a:off x="5364163" y="3860800"/>
              <a:ext cx="3032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54"/>
            <p:cNvSpPr>
              <a:spLocks/>
            </p:cNvSpPr>
            <p:nvPr/>
          </p:nvSpPr>
          <p:spPr bwMode="auto">
            <a:xfrm>
              <a:off x="5640388" y="3816350"/>
              <a:ext cx="84137" cy="74613"/>
            </a:xfrm>
            <a:custGeom>
              <a:avLst/>
              <a:gdLst>
                <a:gd name="T0" fmla="*/ 0 w 53"/>
                <a:gd name="T1" fmla="*/ 0 h 47"/>
                <a:gd name="T2" fmla="*/ 0 w 53"/>
                <a:gd name="T3" fmla="*/ 2147483647 h 47"/>
                <a:gd name="T4" fmla="*/ 2147483647 w 53"/>
                <a:gd name="T5" fmla="*/ 2147483647 h 47"/>
                <a:gd name="T6" fmla="*/ 0 w 53"/>
                <a:gd name="T7" fmla="*/ 2147483647 h 47"/>
                <a:gd name="T8" fmla="*/ 0 w 53"/>
                <a:gd name="T9" fmla="*/ 2147483647 h 47"/>
                <a:gd name="T10" fmla="*/ 0 w 53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47"/>
                <a:gd name="T20" fmla="*/ 53 w 53"/>
                <a:gd name="T21" fmla="*/ 47 h 4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47">
                  <a:moveTo>
                    <a:pt x="0" y="0"/>
                  </a:moveTo>
                  <a:lnTo>
                    <a:pt x="0" y="47"/>
                  </a:lnTo>
                  <a:lnTo>
                    <a:pt x="53" y="24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Line 55"/>
            <p:cNvSpPr>
              <a:spLocks noChangeShapeType="1"/>
            </p:cNvSpPr>
            <p:nvPr/>
          </p:nvSpPr>
          <p:spPr bwMode="auto">
            <a:xfrm flipH="1">
              <a:off x="5364163" y="3492500"/>
              <a:ext cx="3032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54"/>
            <p:cNvSpPr>
              <a:spLocks/>
            </p:cNvSpPr>
            <p:nvPr/>
          </p:nvSpPr>
          <p:spPr bwMode="auto">
            <a:xfrm>
              <a:off x="5640388" y="3455988"/>
              <a:ext cx="84137" cy="74612"/>
            </a:xfrm>
            <a:custGeom>
              <a:avLst/>
              <a:gdLst>
                <a:gd name="T0" fmla="*/ 0 w 53"/>
                <a:gd name="T1" fmla="*/ 0 h 47"/>
                <a:gd name="T2" fmla="*/ 0 w 53"/>
                <a:gd name="T3" fmla="*/ 2147483647 h 47"/>
                <a:gd name="T4" fmla="*/ 2147483647 w 53"/>
                <a:gd name="T5" fmla="*/ 2147483647 h 47"/>
                <a:gd name="T6" fmla="*/ 0 w 53"/>
                <a:gd name="T7" fmla="*/ 2147483647 h 47"/>
                <a:gd name="T8" fmla="*/ 0 w 53"/>
                <a:gd name="T9" fmla="*/ 2147483647 h 47"/>
                <a:gd name="T10" fmla="*/ 0 w 53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47"/>
                <a:gd name="T20" fmla="*/ 53 w 53"/>
                <a:gd name="T21" fmla="*/ 47 h 4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47">
                  <a:moveTo>
                    <a:pt x="0" y="0"/>
                  </a:moveTo>
                  <a:lnTo>
                    <a:pt x="0" y="47"/>
                  </a:lnTo>
                  <a:lnTo>
                    <a:pt x="53" y="24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16"/>
            <p:cNvSpPr>
              <a:spLocks/>
            </p:cNvSpPr>
            <p:nvPr/>
          </p:nvSpPr>
          <p:spPr bwMode="auto">
            <a:xfrm>
              <a:off x="7488238" y="2916238"/>
              <a:ext cx="79375" cy="69850"/>
            </a:xfrm>
            <a:custGeom>
              <a:avLst/>
              <a:gdLst>
                <a:gd name="T0" fmla="*/ 2147483647 w 50"/>
                <a:gd name="T1" fmla="*/ 2147483647 h 44"/>
                <a:gd name="T2" fmla="*/ 2147483647 w 50"/>
                <a:gd name="T3" fmla="*/ 2147483647 h 44"/>
                <a:gd name="T4" fmla="*/ 2147483647 w 50"/>
                <a:gd name="T5" fmla="*/ 2147483647 h 44"/>
                <a:gd name="T6" fmla="*/ 2147483647 w 50"/>
                <a:gd name="T7" fmla="*/ 2147483647 h 44"/>
                <a:gd name="T8" fmla="*/ 2147483647 w 50"/>
                <a:gd name="T9" fmla="*/ 2147483647 h 44"/>
                <a:gd name="T10" fmla="*/ 2147483647 w 50"/>
                <a:gd name="T11" fmla="*/ 2147483647 h 44"/>
                <a:gd name="T12" fmla="*/ 2147483647 w 50"/>
                <a:gd name="T13" fmla="*/ 2147483647 h 44"/>
                <a:gd name="T14" fmla="*/ 2147483647 w 50"/>
                <a:gd name="T15" fmla="*/ 2147483647 h 44"/>
                <a:gd name="T16" fmla="*/ 2147483647 w 50"/>
                <a:gd name="T17" fmla="*/ 2147483647 h 44"/>
                <a:gd name="T18" fmla="*/ 2147483647 w 50"/>
                <a:gd name="T19" fmla="*/ 2147483647 h 44"/>
                <a:gd name="T20" fmla="*/ 2147483647 w 50"/>
                <a:gd name="T21" fmla="*/ 2147483647 h 44"/>
                <a:gd name="T22" fmla="*/ 2147483647 w 50"/>
                <a:gd name="T23" fmla="*/ 2147483647 h 44"/>
                <a:gd name="T24" fmla="*/ 2147483647 w 50"/>
                <a:gd name="T25" fmla="*/ 2147483647 h 44"/>
                <a:gd name="T26" fmla="*/ 2147483647 w 50"/>
                <a:gd name="T27" fmla="*/ 2147483647 h 44"/>
                <a:gd name="T28" fmla="*/ 2147483647 w 50"/>
                <a:gd name="T29" fmla="*/ 2147483647 h 44"/>
                <a:gd name="T30" fmla="*/ 2147483647 w 50"/>
                <a:gd name="T31" fmla="*/ 2147483647 h 44"/>
                <a:gd name="T32" fmla="*/ 2147483647 w 50"/>
                <a:gd name="T33" fmla="*/ 2147483647 h 44"/>
                <a:gd name="T34" fmla="*/ 2147483647 w 50"/>
                <a:gd name="T35" fmla="*/ 2147483647 h 44"/>
                <a:gd name="T36" fmla="*/ 2147483647 w 50"/>
                <a:gd name="T37" fmla="*/ 0 h 44"/>
                <a:gd name="T38" fmla="*/ 2147483647 w 50"/>
                <a:gd name="T39" fmla="*/ 0 h 44"/>
                <a:gd name="T40" fmla="*/ 2147483647 w 50"/>
                <a:gd name="T41" fmla="*/ 0 h 44"/>
                <a:gd name="T42" fmla="*/ 2147483647 w 50"/>
                <a:gd name="T43" fmla="*/ 0 h 44"/>
                <a:gd name="T44" fmla="*/ 2147483647 w 50"/>
                <a:gd name="T45" fmla="*/ 0 h 44"/>
                <a:gd name="T46" fmla="*/ 2147483647 w 50"/>
                <a:gd name="T47" fmla="*/ 2147483647 h 44"/>
                <a:gd name="T48" fmla="*/ 2147483647 w 50"/>
                <a:gd name="T49" fmla="*/ 2147483647 h 44"/>
                <a:gd name="T50" fmla="*/ 2147483647 w 50"/>
                <a:gd name="T51" fmla="*/ 2147483647 h 44"/>
                <a:gd name="T52" fmla="*/ 2147483647 w 50"/>
                <a:gd name="T53" fmla="*/ 2147483647 h 44"/>
                <a:gd name="T54" fmla="*/ 2147483647 w 50"/>
                <a:gd name="T55" fmla="*/ 2147483647 h 44"/>
                <a:gd name="T56" fmla="*/ 0 w 50"/>
                <a:gd name="T57" fmla="*/ 2147483647 h 44"/>
                <a:gd name="T58" fmla="*/ 0 w 50"/>
                <a:gd name="T59" fmla="*/ 2147483647 h 44"/>
                <a:gd name="T60" fmla="*/ 0 w 50"/>
                <a:gd name="T61" fmla="*/ 2147483647 h 44"/>
                <a:gd name="T62" fmla="*/ 0 w 50"/>
                <a:gd name="T63" fmla="*/ 2147483647 h 44"/>
                <a:gd name="T64" fmla="*/ 0 w 50"/>
                <a:gd name="T65" fmla="*/ 2147483647 h 44"/>
                <a:gd name="T66" fmla="*/ 2147483647 w 50"/>
                <a:gd name="T67" fmla="*/ 2147483647 h 44"/>
                <a:gd name="T68" fmla="*/ 2147483647 w 50"/>
                <a:gd name="T69" fmla="*/ 2147483647 h 44"/>
                <a:gd name="T70" fmla="*/ 2147483647 w 50"/>
                <a:gd name="T71" fmla="*/ 2147483647 h 44"/>
                <a:gd name="T72" fmla="*/ 2147483647 w 50"/>
                <a:gd name="T73" fmla="*/ 2147483647 h 44"/>
                <a:gd name="T74" fmla="*/ 2147483647 w 50"/>
                <a:gd name="T75" fmla="*/ 2147483647 h 44"/>
                <a:gd name="T76" fmla="*/ 2147483647 w 50"/>
                <a:gd name="T77" fmla="*/ 2147483647 h 44"/>
                <a:gd name="T78" fmla="*/ 2147483647 w 50"/>
                <a:gd name="T79" fmla="*/ 2147483647 h 44"/>
                <a:gd name="T80" fmla="*/ 2147483647 w 50"/>
                <a:gd name="T81" fmla="*/ 2147483647 h 44"/>
                <a:gd name="T82" fmla="*/ 2147483647 w 50"/>
                <a:gd name="T83" fmla="*/ 2147483647 h 44"/>
                <a:gd name="T84" fmla="*/ 2147483647 w 50"/>
                <a:gd name="T85" fmla="*/ 2147483647 h 4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0"/>
                <a:gd name="T130" fmla="*/ 0 h 44"/>
                <a:gd name="T131" fmla="*/ 50 w 50"/>
                <a:gd name="T132" fmla="*/ 44 h 4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0" h="44">
                  <a:moveTo>
                    <a:pt x="25" y="42"/>
                  </a:moveTo>
                  <a:lnTo>
                    <a:pt x="28" y="44"/>
                  </a:lnTo>
                  <a:lnTo>
                    <a:pt x="34" y="42"/>
                  </a:lnTo>
                  <a:lnTo>
                    <a:pt x="37" y="42"/>
                  </a:lnTo>
                  <a:lnTo>
                    <a:pt x="40" y="39"/>
                  </a:lnTo>
                  <a:lnTo>
                    <a:pt x="43" y="37"/>
                  </a:lnTo>
                  <a:lnTo>
                    <a:pt x="46" y="34"/>
                  </a:lnTo>
                  <a:lnTo>
                    <a:pt x="46" y="31"/>
                  </a:lnTo>
                  <a:lnTo>
                    <a:pt x="50" y="29"/>
                  </a:lnTo>
                  <a:lnTo>
                    <a:pt x="50" y="26"/>
                  </a:lnTo>
                  <a:lnTo>
                    <a:pt x="50" y="21"/>
                  </a:lnTo>
                  <a:lnTo>
                    <a:pt x="50" y="19"/>
                  </a:lnTo>
                  <a:lnTo>
                    <a:pt x="50" y="16"/>
                  </a:lnTo>
                  <a:lnTo>
                    <a:pt x="46" y="11"/>
                  </a:lnTo>
                  <a:lnTo>
                    <a:pt x="46" y="8"/>
                  </a:lnTo>
                  <a:lnTo>
                    <a:pt x="43" y="6"/>
                  </a:lnTo>
                  <a:lnTo>
                    <a:pt x="40" y="6"/>
                  </a:lnTo>
                  <a:lnTo>
                    <a:pt x="37" y="3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3" y="3"/>
                  </a:lnTo>
                  <a:lnTo>
                    <a:pt x="10" y="6"/>
                  </a:lnTo>
                  <a:lnTo>
                    <a:pt x="7" y="6"/>
                  </a:lnTo>
                  <a:lnTo>
                    <a:pt x="3" y="8"/>
                  </a:lnTo>
                  <a:lnTo>
                    <a:pt x="3" y="11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6"/>
                  </a:lnTo>
                  <a:lnTo>
                    <a:pt x="0" y="29"/>
                  </a:lnTo>
                  <a:lnTo>
                    <a:pt x="3" y="31"/>
                  </a:lnTo>
                  <a:lnTo>
                    <a:pt x="3" y="34"/>
                  </a:lnTo>
                  <a:lnTo>
                    <a:pt x="7" y="37"/>
                  </a:lnTo>
                  <a:lnTo>
                    <a:pt x="10" y="39"/>
                  </a:lnTo>
                  <a:lnTo>
                    <a:pt x="13" y="42"/>
                  </a:lnTo>
                  <a:lnTo>
                    <a:pt x="16" y="42"/>
                  </a:lnTo>
                  <a:lnTo>
                    <a:pt x="22" y="44"/>
                  </a:lnTo>
                  <a:lnTo>
                    <a:pt x="25" y="44"/>
                  </a:lnTo>
                  <a:lnTo>
                    <a:pt x="25" y="42"/>
                  </a:lnTo>
                  <a:close/>
                </a:path>
              </a:pathLst>
            </a:custGeom>
            <a:solidFill>
              <a:srgbClr val="0066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Rectangle 76"/>
            <p:cNvSpPr>
              <a:spLocks noChangeArrowheads="1"/>
            </p:cNvSpPr>
            <p:nvPr/>
          </p:nvSpPr>
          <p:spPr bwMode="auto">
            <a:xfrm>
              <a:off x="5219700" y="2228850"/>
              <a:ext cx="157094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a0</a:t>
              </a:r>
              <a:endParaRPr lang="en-US"/>
            </a:p>
          </p:txBody>
        </p:sp>
        <p:sp>
          <p:nvSpPr>
            <p:cNvPr id="107" name="Rectangle 78"/>
            <p:cNvSpPr>
              <a:spLocks noChangeArrowheads="1"/>
            </p:cNvSpPr>
            <p:nvPr/>
          </p:nvSpPr>
          <p:spPr bwMode="auto">
            <a:xfrm>
              <a:off x="5219700" y="2587625"/>
              <a:ext cx="157163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b0</a:t>
              </a:r>
              <a:endParaRPr lang="en-US"/>
            </a:p>
          </p:txBody>
        </p:sp>
        <p:sp>
          <p:nvSpPr>
            <p:cNvPr id="108" name="Line 55"/>
            <p:cNvSpPr>
              <a:spLocks noChangeShapeType="1"/>
            </p:cNvSpPr>
            <p:nvPr/>
          </p:nvSpPr>
          <p:spPr bwMode="auto">
            <a:xfrm flipH="1">
              <a:off x="5376863" y="2660650"/>
              <a:ext cx="3032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54"/>
            <p:cNvSpPr>
              <a:spLocks/>
            </p:cNvSpPr>
            <p:nvPr/>
          </p:nvSpPr>
          <p:spPr bwMode="auto">
            <a:xfrm>
              <a:off x="5653088" y="2614613"/>
              <a:ext cx="84137" cy="74612"/>
            </a:xfrm>
            <a:custGeom>
              <a:avLst/>
              <a:gdLst>
                <a:gd name="T0" fmla="*/ 0 w 53"/>
                <a:gd name="T1" fmla="*/ 0 h 47"/>
                <a:gd name="T2" fmla="*/ 0 w 53"/>
                <a:gd name="T3" fmla="*/ 2147483647 h 47"/>
                <a:gd name="T4" fmla="*/ 2147483647 w 53"/>
                <a:gd name="T5" fmla="*/ 2147483647 h 47"/>
                <a:gd name="T6" fmla="*/ 0 w 53"/>
                <a:gd name="T7" fmla="*/ 2147483647 h 47"/>
                <a:gd name="T8" fmla="*/ 0 w 53"/>
                <a:gd name="T9" fmla="*/ 2147483647 h 47"/>
                <a:gd name="T10" fmla="*/ 0 w 53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47"/>
                <a:gd name="T20" fmla="*/ 53 w 53"/>
                <a:gd name="T21" fmla="*/ 47 h 4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47">
                  <a:moveTo>
                    <a:pt x="0" y="0"/>
                  </a:moveTo>
                  <a:lnTo>
                    <a:pt x="0" y="47"/>
                  </a:lnTo>
                  <a:lnTo>
                    <a:pt x="53" y="24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Line 55"/>
            <p:cNvSpPr>
              <a:spLocks noChangeShapeType="1"/>
            </p:cNvSpPr>
            <p:nvPr/>
          </p:nvSpPr>
          <p:spPr bwMode="auto">
            <a:xfrm flipH="1">
              <a:off x="5376863" y="2290763"/>
              <a:ext cx="3032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54"/>
            <p:cNvSpPr>
              <a:spLocks/>
            </p:cNvSpPr>
            <p:nvPr/>
          </p:nvSpPr>
          <p:spPr bwMode="auto">
            <a:xfrm>
              <a:off x="5653088" y="2255838"/>
              <a:ext cx="84137" cy="74612"/>
            </a:xfrm>
            <a:custGeom>
              <a:avLst/>
              <a:gdLst>
                <a:gd name="T0" fmla="*/ 0 w 53"/>
                <a:gd name="T1" fmla="*/ 0 h 47"/>
                <a:gd name="T2" fmla="*/ 0 w 53"/>
                <a:gd name="T3" fmla="*/ 2147483647 h 47"/>
                <a:gd name="T4" fmla="*/ 2147483647 w 53"/>
                <a:gd name="T5" fmla="*/ 2147483647 h 47"/>
                <a:gd name="T6" fmla="*/ 0 w 53"/>
                <a:gd name="T7" fmla="*/ 2147483647 h 47"/>
                <a:gd name="T8" fmla="*/ 0 w 53"/>
                <a:gd name="T9" fmla="*/ 2147483647 h 47"/>
                <a:gd name="T10" fmla="*/ 0 w 53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47"/>
                <a:gd name="T20" fmla="*/ 53 w 53"/>
                <a:gd name="T21" fmla="*/ 47 h 4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47">
                  <a:moveTo>
                    <a:pt x="0" y="0"/>
                  </a:moveTo>
                  <a:lnTo>
                    <a:pt x="0" y="47"/>
                  </a:lnTo>
                  <a:lnTo>
                    <a:pt x="53" y="24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Rectangle 63"/>
            <p:cNvSpPr>
              <a:spLocks noChangeArrowheads="1"/>
            </p:cNvSpPr>
            <p:nvPr/>
          </p:nvSpPr>
          <p:spPr bwMode="auto">
            <a:xfrm>
              <a:off x="7885113" y="2420938"/>
              <a:ext cx="461665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result 0</a:t>
              </a:r>
              <a:endParaRPr lang="en-US"/>
            </a:p>
          </p:txBody>
        </p:sp>
        <p:sp>
          <p:nvSpPr>
            <p:cNvPr id="113" name="Freeform 70"/>
            <p:cNvSpPr>
              <a:spLocks/>
            </p:cNvSpPr>
            <p:nvPr/>
          </p:nvSpPr>
          <p:spPr bwMode="auto">
            <a:xfrm>
              <a:off x="6046788" y="4395788"/>
              <a:ext cx="82550" cy="69850"/>
            </a:xfrm>
            <a:custGeom>
              <a:avLst/>
              <a:gdLst>
                <a:gd name="T0" fmla="*/ 2147483647 w 52"/>
                <a:gd name="T1" fmla="*/ 0 h 44"/>
                <a:gd name="T2" fmla="*/ 0 w 52"/>
                <a:gd name="T3" fmla="*/ 0 h 44"/>
                <a:gd name="T4" fmla="*/ 2147483647 w 52"/>
                <a:gd name="T5" fmla="*/ 2147483647 h 44"/>
                <a:gd name="T6" fmla="*/ 2147483647 w 52"/>
                <a:gd name="T7" fmla="*/ 0 h 44"/>
                <a:gd name="T8" fmla="*/ 2147483647 w 52"/>
                <a:gd name="T9" fmla="*/ 0 h 44"/>
                <a:gd name="T10" fmla="*/ 2147483647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44"/>
                <a:gd name="T20" fmla="*/ 52 w 52"/>
                <a:gd name="T21" fmla="*/ 44 h 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44">
                  <a:moveTo>
                    <a:pt x="49" y="0"/>
                  </a:moveTo>
                  <a:lnTo>
                    <a:pt x="0" y="0"/>
                  </a:lnTo>
                  <a:lnTo>
                    <a:pt x="24" y="44"/>
                  </a:lnTo>
                  <a:lnTo>
                    <a:pt x="52" y="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Line 71"/>
            <p:cNvSpPr>
              <a:spLocks noChangeShapeType="1"/>
            </p:cNvSpPr>
            <p:nvPr/>
          </p:nvSpPr>
          <p:spPr bwMode="auto">
            <a:xfrm flipV="1">
              <a:off x="6084888" y="4005263"/>
              <a:ext cx="0" cy="3905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Rectangle 63"/>
            <p:cNvSpPr>
              <a:spLocks noChangeArrowheads="1"/>
            </p:cNvSpPr>
            <p:nvPr/>
          </p:nvSpPr>
          <p:spPr bwMode="auto">
            <a:xfrm>
              <a:off x="7885113" y="5541963"/>
              <a:ext cx="54021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result 31</a:t>
              </a:r>
              <a:endParaRPr lang="en-US"/>
            </a:p>
          </p:txBody>
        </p:sp>
        <p:sp>
          <p:nvSpPr>
            <p:cNvPr id="116" name="Rectangle 76"/>
            <p:cNvSpPr>
              <a:spLocks noChangeArrowheads="1"/>
            </p:cNvSpPr>
            <p:nvPr/>
          </p:nvSpPr>
          <p:spPr bwMode="auto">
            <a:xfrm>
              <a:off x="5129213" y="5373688"/>
              <a:ext cx="23564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a31</a:t>
              </a:r>
              <a:endParaRPr lang="en-US"/>
            </a:p>
          </p:txBody>
        </p:sp>
        <p:sp>
          <p:nvSpPr>
            <p:cNvPr id="117" name="Rectangle 78"/>
            <p:cNvSpPr>
              <a:spLocks noChangeArrowheads="1"/>
            </p:cNvSpPr>
            <p:nvPr/>
          </p:nvSpPr>
          <p:spPr bwMode="auto">
            <a:xfrm>
              <a:off x="5076825" y="5732463"/>
              <a:ext cx="28733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b31</a:t>
              </a:r>
              <a:endParaRPr lang="en-US"/>
            </a:p>
          </p:txBody>
        </p:sp>
        <p:sp>
          <p:nvSpPr>
            <p:cNvPr id="118" name="Rectangle 163"/>
            <p:cNvSpPr>
              <a:spLocks noChangeArrowheads="1"/>
            </p:cNvSpPr>
            <p:nvPr/>
          </p:nvSpPr>
          <p:spPr bwMode="auto">
            <a:xfrm>
              <a:off x="6092825" y="5792788"/>
              <a:ext cx="6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19" name="Rectangle 166"/>
            <p:cNvSpPr>
              <a:spLocks noChangeArrowheads="1"/>
            </p:cNvSpPr>
            <p:nvPr/>
          </p:nvSpPr>
          <p:spPr bwMode="auto">
            <a:xfrm>
              <a:off x="6357938" y="5792788"/>
              <a:ext cx="6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0" name="Freeform 34"/>
            <p:cNvSpPr>
              <a:spLocks/>
            </p:cNvSpPr>
            <p:nvPr/>
          </p:nvSpPr>
          <p:spPr bwMode="auto">
            <a:xfrm>
              <a:off x="5724525" y="5262563"/>
              <a:ext cx="785813" cy="687387"/>
            </a:xfrm>
            <a:custGeom>
              <a:avLst/>
              <a:gdLst>
                <a:gd name="T0" fmla="*/ 2147483647 w 461"/>
                <a:gd name="T1" fmla="*/ 2147483647 h 433"/>
                <a:gd name="T2" fmla="*/ 2147483647 w 461"/>
                <a:gd name="T3" fmla="*/ 0 h 433"/>
                <a:gd name="T4" fmla="*/ 0 w 461"/>
                <a:gd name="T5" fmla="*/ 0 h 433"/>
                <a:gd name="T6" fmla="*/ 0 w 461"/>
                <a:gd name="T7" fmla="*/ 2147483647 h 433"/>
                <a:gd name="T8" fmla="*/ 2147483647 w 461"/>
                <a:gd name="T9" fmla="*/ 2147483647 h 433"/>
                <a:gd name="T10" fmla="*/ 2147483647 w 461"/>
                <a:gd name="T11" fmla="*/ 2147483647 h 4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1"/>
                <a:gd name="T19" fmla="*/ 0 h 433"/>
                <a:gd name="T20" fmla="*/ 461 w 461"/>
                <a:gd name="T21" fmla="*/ 433 h 4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1" h="433">
                  <a:moveTo>
                    <a:pt x="461" y="430"/>
                  </a:moveTo>
                  <a:lnTo>
                    <a:pt x="461" y="0"/>
                  </a:lnTo>
                  <a:lnTo>
                    <a:pt x="0" y="0"/>
                  </a:lnTo>
                  <a:lnTo>
                    <a:pt x="0" y="433"/>
                  </a:lnTo>
                  <a:lnTo>
                    <a:pt x="461" y="43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35"/>
            <p:cNvSpPr>
              <a:spLocks/>
            </p:cNvSpPr>
            <p:nvPr/>
          </p:nvSpPr>
          <p:spPr bwMode="auto">
            <a:xfrm>
              <a:off x="7762875" y="5575300"/>
              <a:ext cx="82550" cy="69850"/>
            </a:xfrm>
            <a:custGeom>
              <a:avLst/>
              <a:gdLst>
                <a:gd name="T0" fmla="*/ 0 w 52"/>
                <a:gd name="T1" fmla="*/ 0 h 44"/>
                <a:gd name="T2" fmla="*/ 2147483647 w 52"/>
                <a:gd name="T3" fmla="*/ 2147483647 h 44"/>
                <a:gd name="T4" fmla="*/ 2147483647 w 52"/>
                <a:gd name="T5" fmla="*/ 2147483647 h 44"/>
                <a:gd name="T6" fmla="*/ 2147483647 w 52"/>
                <a:gd name="T7" fmla="*/ 0 h 44"/>
                <a:gd name="T8" fmla="*/ 2147483647 w 52"/>
                <a:gd name="T9" fmla="*/ 0 h 44"/>
                <a:gd name="T10" fmla="*/ 0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44"/>
                <a:gd name="T20" fmla="*/ 52 w 52"/>
                <a:gd name="T21" fmla="*/ 44 h 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44">
                  <a:moveTo>
                    <a:pt x="0" y="0"/>
                  </a:moveTo>
                  <a:lnTo>
                    <a:pt x="3" y="44"/>
                  </a:lnTo>
                  <a:lnTo>
                    <a:pt x="52" y="21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Line 112"/>
            <p:cNvSpPr>
              <a:spLocks noChangeShapeType="1"/>
            </p:cNvSpPr>
            <p:nvPr/>
          </p:nvSpPr>
          <p:spPr bwMode="auto">
            <a:xfrm flipH="1" flipV="1">
              <a:off x="6510338" y="5610225"/>
              <a:ext cx="12811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Rectangle 130"/>
            <p:cNvSpPr>
              <a:spLocks noChangeArrowheads="1"/>
            </p:cNvSpPr>
            <p:nvPr/>
          </p:nvSpPr>
          <p:spPr bwMode="auto">
            <a:xfrm>
              <a:off x="5934075" y="5548313"/>
              <a:ext cx="9457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A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124" name="Rectangle 131"/>
            <p:cNvSpPr>
              <a:spLocks noChangeArrowheads="1"/>
            </p:cNvSpPr>
            <p:nvPr/>
          </p:nvSpPr>
          <p:spPr bwMode="auto">
            <a:xfrm>
              <a:off x="6038850" y="5548313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L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125" name="Rectangle 132"/>
            <p:cNvSpPr>
              <a:spLocks noChangeArrowheads="1"/>
            </p:cNvSpPr>
            <p:nvPr/>
          </p:nvSpPr>
          <p:spPr bwMode="auto">
            <a:xfrm>
              <a:off x="6129338" y="5548313"/>
              <a:ext cx="10259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U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126" name="Rectangle 133"/>
            <p:cNvSpPr>
              <a:spLocks noChangeArrowheads="1"/>
            </p:cNvSpPr>
            <p:nvPr/>
          </p:nvSpPr>
          <p:spPr bwMode="auto">
            <a:xfrm>
              <a:off x="6243638" y="5548313"/>
              <a:ext cx="157094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66FF"/>
                  </a:solidFill>
                  <a:latin typeface="Arial" charset="0"/>
                </a:rPr>
                <a:t>31</a:t>
              </a:r>
              <a:endParaRPr lang="en-US">
                <a:solidFill>
                  <a:srgbClr val="0066FF"/>
                </a:solidFill>
              </a:endParaRPr>
            </a:p>
          </p:txBody>
        </p:sp>
        <p:sp>
          <p:nvSpPr>
            <p:cNvPr id="127" name="Rectangle 134"/>
            <p:cNvSpPr>
              <a:spLocks noChangeArrowheads="1"/>
            </p:cNvSpPr>
            <p:nvPr/>
          </p:nvSpPr>
          <p:spPr bwMode="auto">
            <a:xfrm>
              <a:off x="5853113" y="5286375"/>
              <a:ext cx="10259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C</a:t>
              </a:r>
              <a:endParaRPr lang="en-US"/>
            </a:p>
          </p:txBody>
        </p:sp>
        <p:sp>
          <p:nvSpPr>
            <p:cNvPr id="128" name="Rectangle 135"/>
            <p:cNvSpPr>
              <a:spLocks noChangeArrowheads="1"/>
            </p:cNvSpPr>
            <p:nvPr/>
          </p:nvSpPr>
          <p:spPr bwMode="auto">
            <a:xfrm>
              <a:off x="5964238" y="5286375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/>
            </a:p>
          </p:txBody>
        </p:sp>
        <p:sp>
          <p:nvSpPr>
            <p:cNvPr id="129" name="Rectangle 136"/>
            <p:cNvSpPr>
              <a:spLocks noChangeArrowheads="1"/>
            </p:cNvSpPr>
            <p:nvPr/>
          </p:nvSpPr>
          <p:spPr bwMode="auto">
            <a:xfrm>
              <a:off x="6051550" y="5286375"/>
              <a:ext cx="4648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/>
            </a:p>
          </p:txBody>
        </p:sp>
        <p:sp>
          <p:nvSpPr>
            <p:cNvPr id="130" name="Rectangle 137"/>
            <p:cNvSpPr>
              <a:spLocks noChangeArrowheads="1"/>
            </p:cNvSpPr>
            <p:nvPr/>
          </p:nvSpPr>
          <p:spPr bwMode="auto">
            <a:xfrm>
              <a:off x="6103938" y="5286375"/>
              <a:ext cx="4648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/>
            </a:p>
          </p:txBody>
        </p:sp>
        <p:sp>
          <p:nvSpPr>
            <p:cNvPr id="131" name="Rectangle 138"/>
            <p:cNvSpPr>
              <a:spLocks noChangeArrowheads="1"/>
            </p:cNvSpPr>
            <p:nvPr/>
          </p:nvSpPr>
          <p:spPr bwMode="auto">
            <a:xfrm>
              <a:off x="6161088" y="5286375"/>
              <a:ext cx="7053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y</a:t>
              </a:r>
              <a:endParaRPr lang="en-US"/>
            </a:p>
          </p:txBody>
        </p:sp>
        <p:sp>
          <p:nvSpPr>
            <p:cNvPr id="132" name="Rectangle 139"/>
            <p:cNvSpPr>
              <a:spLocks noChangeArrowheads="1"/>
            </p:cNvSpPr>
            <p:nvPr/>
          </p:nvSpPr>
          <p:spPr bwMode="auto">
            <a:xfrm>
              <a:off x="6240463" y="5286375"/>
              <a:ext cx="3847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/>
            </a:p>
          </p:txBody>
        </p:sp>
        <p:sp>
          <p:nvSpPr>
            <p:cNvPr id="133" name="Rectangle 140"/>
            <p:cNvSpPr>
              <a:spLocks noChangeArrowheads="1"/>
            </p:cNvSpPr>
            <p:nvPr/>
          </p:nvSpPr>
          <p:spPr bwMode="auto">
            <a:xfrm>
              <a:off x="6288088" y="5286375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n</a:t>
              </a:r>
              <a:endParaRPr lang="en-US"/>
            </a:p>
          </p:txBody>
        </p:sp>
        <p:sp>
          <p:nvSpPr>
            <p:cNvPr id="134" name="Rectangle 141"/>
            <p:cNvSpPr>
              <a:spLocks noChangeArrowheads="1"/>
            </p:cNvSpPr>
            <p:nvPr/>
          </p:nvSpPr>
          <p:spPr bwMode="auto">
            <a:xfrm>
              <a:off x="5791200" y="5791200"/>
              <a:ext cx="10259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C</a:t>
              </a:r>
              <a:endParaRPr lang="en-US"/>
            </a:p>
          </p:txBody>
        </p:sp>
        <p:sp>
          <p:nvSpPr>
            <p:cNvPr id="135" name="Rectangle 142"/>
            <p:cNvSpPr>
              <a:spLocks noChangeArrowheads="1"/>
            </p:cNvSpPr>
            <p:nvPr/>
          </p:nvSpPr>
          <p:spPr bwMode="auto">
            <a:xfrm>
              <a:off x="5902325" y="5791200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/>
            </a:p>
          </p:txBody>
        </p:sp>
        <p:sp>
          <p:nvSpPr>
            <p:cNvPr id="136" name="Rectangle 143"/>
            <p:cNvSpPr>
              <a:spLocks noChangeArrowheads="1"/>
            </p:cNvSpPr>
            <p:nvPr/>
          </p:nvSpPr>
          <p:spPr bwMode="auto">
            <a:xfrm>
              <a:off x="5989638" y="5791200"/>
              <a:ext cx="4648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/>
            </a:p>
          </p:txBody>
        </p:sp>
        <p:sp>
          <p:nvSpPr>
            <p:cNvPr id="137" name="Rectangle 144"/>
            <p:cNvSpPr>
              <a:spLocks noChangeArrowheads="1"/>
            </p:cNvSpPr>
            <p:nvPr/>
          </p:nvSpPr>
          <p:spPr bwMode="auto">
            <a:xfrm>
              <a:off x="6043613" y="5791200"/>
              <a:ext cx="4648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/>
            </a:p>
          </p:txBody>
        </p:sp>
        <p:sp>
          <p:nvSpPr>
            <p:cNvPr id="138" name="Rectangle 145"/>
            <p:cNvSpPr>
              <a:spLocks noChangeArrowheads="1"/>
            </p:cNvSpPr>
            <p:nvPr/>
          </p:nvSpPr>
          <p:spPr bwMode="auto">
            <a:xfrm>
              <a:off x="6099175" y="5791200"/>
              <a:ext cx="7053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y</a:t>
              </a:r>
              <a:endParaRPr lang="en-US"/>
            </a:p>
          </p:txBody>
        </p:sp>
        <p:sp>
          <p:nvSpPr>
            <p:cNvPr id="139" name="Rectangle 146"/>
            <p:cNvSpPr>
              <a:spLocks noChangeArrowheads="1"/>
            </p:cNvSpPr>
            <p:nvPr/>
          </p:nvSpPr>
          <p:spPr bwMode="auto">
            <a:xfrm>
              <a:off x="6186488" y="5791200"/>
              <a:ext cx="109004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O</a:t>
              </a:r>
              <a:endParaRPr lang="en-US"/>
            </a:p>
          </p:txBody>
        </p:sp>
        <p:sp>
          <p:nvSpPr>
            <p:cNvPr id="140" name="Rectangle 147"/>
            <p:cNvSpPr>
              <a:spLocks noChangeArrowheads="1"/>
            </p:cNvSpPr>
            <p:nvPr/>
          </p:nvSpPr>
          <p:spPr bwMode="auto">
            <a:xfrm>
              <a:off x="6308725" y="5791200"/>
              <a:ext cx="78548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/>
            </a:p>
          </p:txBody>
        </p:sp>
        <p:sp>
          <p:nvSpPr>
            <p:cNvPr id="141" name="Rectangle 148"/>
            <p:cNvSpPr>
              <a:spLocks noChangeArrowheads="1"/>
            </p:cNvSpPr>
            <p:nvPr/>
          </p:nvSpPr>
          <p:spPr bwMode="auto">
            <a:xfrm>
              <a:off x="6399213" y="5791200"/>
              <a:ext cx="3847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/>
            </a:p>
          </p:txBody>
        </p:sp>
        <p:sp>
          <p:nvSpPr>
            <p:cNvPr id="142" name="Line 55"/>
            <p:cNvSpPr>
              <a:spLocks noChangeShapeType="1"/>
            </p:cNvSpPr>
            <p:nvPr/>
          </p:nvSpPr>
          <p:spPr bwMode="auto">
            <a:xfrm flipH="1">
              <a:off x="5364163" y="5805488"/>
              <a:ext cx="3032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54"/>
            <p:cNvSpPr>
              <a:spLocks/>
            </p:cNvSpPr>
            <p:nvPr/>
          </p:nvSpPr>
          <p:spPr bwMode="auto">
            <a:xfrm>
              <a:off x="5640388" y="5759450"/>
              <a:ext cx="84137" cy="74613"/>
            </a:xfrm>
            <a:custGeom>
              <a:avLst/>
              <a:gdLst>
                <a:gd name="T0" fmla="*/ 0 w 53"/>
                <a:gd name="T1" fmla="*/ 0 h 47"/>
                <a:gd name="T2" fmla="*/ 0 w 53"/>
                <a:gd name="T3" fmla="*/ 2147483647 h 47"/>
                <a:gd name="T4" fmla="*/ 2147483647 w 53"/>
                <a:gd name="T5" fmla="*/ 2147483647 h 47"/>
                <a:gd name="T6" fmla="*/ 0 w 53"/>
                <a:gd name="T7" fmla="*/ 2147483647 h 47"/>
                <a:gd name="T8" fmla="*/ 0 w 53"/>
                <a:gd name="T9" fmla="*/ 2147483647 h 47"/>
                <a:gd name="T10" fmla="*/ 0 w 53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47"/>
                <a:gd name="T20" fmla="*/ 53 w 53"/>
                <a:gd name="T21" fmla="*/ 47 h 4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47">
                  <a:moveTo>
                    <a:pt x="0" y="0"/>
                  </a:moveTo>
                  <a:lnTo>
                    <a:pt x="0" y="47"/>
                  </a:lnTo>
                  <a:lnTo>
                    <a:pt x="53" y="24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Line 55"/>
            <p:cNvSpPr>
              <a:spLocks noChangeShapeType="1"/>
            </p:cNvSpPr>
            <p:nvPr/>
          </p:nvSpPr>
          <p:spPr bwMode="auto">
            <a:xfrm flipH="1">
              <a:off x="5364163" y="5435600"/>
              <a:ext cx="3032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54"/>
            <p:cNvSpPr>
              <a:spLocks/>
            </p:cNvSpPr>
            <p:nvPr/>
          </p:nvSpPr>
          <p:spPr bwMode="auto">
            <a:xfrm>
              <a:off x="5640388" y="5400675"/>
              <a:ext cx="84137" cy="74613"/>
            </a:xfrm>
            <a:custGeom>
              <a:avLst/>
              <a:gdLst>
                <a:gd name="T0" fmla="*/ 0 w 53"/>
                <a:gd name="T1" fmla="*/ 0 h 47"/>
                <a:gd name="T2" fmla="*/ 0 w 53"/>
                <a:gd name="T3" fmla="*/ 2147483647 h 47"/>
                <a:gd name="T4" fmla="*/ 2147483647 w 53"/>
                <a:gd name="T5" fmla="*/ 2147483647 h 47"/>
                <a:gd name="T6" fmla="*/ 0 w 53"/>
                <a:gd name="T7" fmla="*/ 2147483647 h 47"/>
                <a:gd name="T8" fmla="*/ 0 w 53"/>
                <a:gd name="T9" fmla="*/ 2147483647 h 47"/>
                <a:gd name="T10" fmla="*/ 0 w 53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47"/>
                <a:gd name="T20" fmla="*/ 53 w 53"/>
                <a:gd name="T21" fmla="*/ 47 h 4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47">
                  <a:moveTo>
                    <a:pt x="0" y="0"/>
                  </a:moveTo>
                  <a:lnTo>
                    <a:pt x="0" y="47"/>
                  </a:lnTo>
                  <a:lnTo>
                    <a:pt x="53" y="24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146" name="Straight Connector 145"/>
          <p:cNvCxnSpPr>
            <a:stCxn id="79" idx="2"/>
          </p:cNvCxnSpPr>
          <p:nvPr/>
        </p:nvCxnSpPr>
        <p:spPr>
          <a:xfrm flipH="1">
            <a:off x="7110462" y="3469603"/>
            <a:ext cx="1980182" cy="866776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7"/>
          <p:cNvCxnSpPr/>
          <p:nvPr/>
        </p:nvCxnSpPr>
        <p:spPr>
          <a:xfrm flipH="1">
            <a:off x="7090636" y="4156993"/>
            <a:ext cx="2000009" cy="1903411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33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259633" y="777025"/>
            <a:ext cx="8963879" cy="984885"/>
          </a:xfrm>
        </p:spPr>
        <p:txBody>
          <a:bodyPr/>
          <a:lstStyle/>
          <a:p>
            <a:pPr eaLnBrk="1" hangingPunct="1"/>
            <a:r>
              <a:rPr lang="en-US" dirty="0" err="1">
                <a:cs typeface="Arial" charset="0"/>
              </a:rPr>
              <a:t>Hardwarebeschreibungssprachen</a:t>
            </a:r>
            <a:endParaRPr lang="el-GR" sz="4000" dirty="0"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8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19585" y="1761910"/>
                <a:ext cx="11355580" cy="4955203"/>
              </a:xfrm>
              <a:ln>
                <a:noFill/>
              </a:ln>
            </p:spPr>
            <p:txBody>
              <a:bodyPr/>
              <a:lstStyle/>
              <a:p>
                <a:pPr marL="285750" indent="-285750">
                  <a:buClr>
                    <a:schemeClr val="tx1"/>
                  </a:buClr>
                  <a:buFont typeface="Wingdings" pitchFamily="2" charset="2"/>
                  <a:buChar char="§"/>
                </a:pPr>
                <a:r>
                  <a:rPr lang="en-US" sz="2400" dirty="0">
                    <a:solidFill>
                      <a:srgbClr val="0000FF"/>
                    </a:solidFill>
                  </a:rPr>
                  <a:t>t</a:t>
                </a:r>
                <a:r>
                  <a:rPr lang="en-US" sz="2400" dirty="0" err="1">
                    <a:solidFill>
                      <a:srgbClr val="0000FF"/>
                    </a:solidFill>
                  </a:rPr>
                  <a:t>extuelle</a:t>
                </a:r>
                <a:r>
                  <a:rPr lang="en-US" sz="2400" b="1" dirty="0"/>
                  <a:t> </a:t>
                </a:r>
                <a:r>
                  <a:rPr lang="en-US" sz="2400" dirty="0" err="1"/>
                  <a:t>Beschreibung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digitaler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Systeme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Implementierung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digitaler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Schaltungen</a:t>
                </a:r>
                <a:endParaRPr lang="en-US" sz="2400" dirty="0"/>
              </a:p>
              <a:p>
                <a:pPr marL="285750" indent="-285750">
                  <a:buClr>
                    <a:schemeClr val="tx1"/>
                  </a:buClr>
                  <a:buFont typeface="Wingdings" pitchFamily="2" charset="2"/>
                  <a:buChar char="§"/>
                </a:pPr>
                <a:r>
                  <a:rPr lang="en-US" sz="2400" dirty="0"/>
                  <a:t>In der Regel auf </a:t>
                </a:r>
                <a:r>
                  <a:rPr lang="en-US" sz="2400" dirty="0">
                    <a:solidFill>
                      <a:srgbClr val="0000FF"/>
                    </a:solidFill>
                  </a:rPr>
                  <a:t>Register-Transfer-</a:t>
                </a:r>
                <a:r>
                  <a:rPr lang="en-US" sz="2400" dirty="0" err="1">
                    <a:solidFill>
                      <a:srgbClr val="0000FF"/>
                    </a:solidFill>
                  </a:rPr>
                  <a:t>Ebene</a:t>
                </a:r>
                <a:endParaRPr lang="en-US" sz="2400" dirty="0">
                  <a:solidFill>
                    <a:srgbClr val="0000FF"/>
                  </a:solidFill>
                </a:endParaRPr>
              </a:p>
              <a:p>
                <a:pPr marL="285750" indent="-285750">
                  <a:buClr>
                    <a:schemeClr val="tx1"/>
                  </a:buClr>
                  <a:buFont typeface="Wingdings" pitchFamily="2" charset="2"/>
                  <a:buChar char="§"/>
                </a:pPr>
                <a:r>
                  <a:rPr lang="en-US" sz="2400" dirty="0" err="1"/>
                  <a:t>Struktur</a:t>
                </a:r>
                <a:r>
                  <a:rPr lang="en-US" sz="2400" dirty="0"/>
                  <a:t> </a:t>
                </a:r>
                <a:r>
                  <a:rPr lang="en-US" sz="2400" dirty="0" err="1">
                    <a:solidFill>
                      <a:srgbClr val="0000FF"/>
                    </a:solidFill>
                  </a:rPr>
                  <a:t>ähnlich</a:t>
                </a:r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0000FF"/>
                    </a:solidFill>
                  </a:rPr>
                  <a:t>Blockdiagrammen</a:t>
                </a:r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:r>
                  <a:rPr lang="en-US" sz="2400" dirty="0"/>
                  <a:t>(Entities, Ports, </a:t>
                </a:r>
                <a:r>
                  <a:rPr lang="en-US" sz="2400" dirty="0" err="1"/>
                  <a:t>Signalverbindungen</a:t>
                </a:r>
                <a:r>
                  <a:rPr lang="en-US" sz="2400" dirty="0"/>
                  <a:t>)</a:t>
                </a:r>
              </a:p>
              <a:p>
                <a:pPr marL="285750" indent="-285750">
                  <a:buClr>
                    <a:schemeClr val="tx1"/>
                  </a:buClr>
                  <a:buFont typeface="Wingdings" pitchFamily="2" charset="2"/>
                  <a:buChar char="§"/>
                </a:pPr>
                <a:r>
                  <a:rPr lang="en-US" sz="2400" dirty="0"/>
                  <a:t>Aber: </a:t>
                </a:r>
                <a:r>
                  <a:rPr lang="en-US" sz="2400" dirty="0" err="1"/>
                  <a:t>unterstützt</a:t>
                </a:r>
                <a:r>
                  <a:rPr lang="en-US" sz="2400" dirty="0"/>
                  <a:t> </a:t>
                </a:r>
                <a:r>
                  <a:rPr lang="en-US" sz="2400" dirty="0" err="1">
                    <a:solidFill>
                      <a:srgbClr val="0000FF"/>
                    </a:solidFill>
                  </a:rPr>
                  <a:t>Struktur</a:t>
                </a:r>
                <a:r>
                  <a:rPr lang="en-US" sz="2400" dirty="0">
                    <a:solidFill>
                      <a:srgbClr val="0000FF"/>
                    </a:solidFill>
                  </a:rPr>
                  <a:t>-</a:t>
                </a:r>
                <a:r>
                  <a:rPr lang="en-US" sz="2400" dirty="0"/>
                  <a:t>, </a:t>
                </a:r>
                <a:r>
                  <a:rPr lang="en-US" sz="2400" dirty="0" err="1">
                    <a:solidFill>
                      <a:srgbClr val="0000FF"/>
                    </a:solidFill>
                  </a:rPr>
                  <a:t>Verhaltens</a:t>
                </a:r>
                <a:r>
                  <a:rPr lang="en-US" sz="2400" dirty="0">
                    <a:solidFill>
                      <a:srgbClr val="0000FF"/>
                    </a:solidFill>
                  </a:rPr>
                  <a:t>-</a:t>
                </a:r>
                <a:r>
                  <a:rPr lang="en-US" sz="2400" dirty="0"/>
                  <a:t> und </a:t>
                </a:r>
                <a:r>
                  <a:rPr lang="en-US" sz="2400" dirty="0" err="1">
                    <a:solidFill>
                      <a:srgbClr val="0000FF"/>
                    </a:solidFill>
                  </a:rPr>
                  <a:t>Datenflussmodellierung</a:t>
                </a:r>
                <a:endParaRPr lang="en-US" sz="2400" dirty="0">
                  <a:solidFill>
                    <a:srgbClr val="0000FF"/>
                  </a:solidFill>
                </a:endParaRPr>
              </a:p>
              <a:p>
                <a:pPr marL="285750" indent="-285750">
                  <a:buClr>
                    <a:schemeClr val="tx1"/>
                  </a:buClr>
                  <a:buFont typeface="Wingdings" pitchFamily="2" charset="2"/>
                  <a:buChar char="§"/>
                </a:pPr>
                <a:r>
                  <a:rPr lang="en-US" sz="2400" dirty="0" err="1">
                    <a:solidFill>
                      <a:srgbClr val="0000FF"/>
                    </a:solidFill>
                  </a:rPr>
                  <a:t>automatische</a:t>
                </a:r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0000FF"/>
                    </a:solidFill>
                  </a:rPr>
                  <a:t>Synthese</a:t>
                </a:r>
                <a:r>
                  <a:rPr lang="en-US" sz="2400" dirty="0">
                    <a:solidFill>
                      <a:srgbClr val="0000FF"/>
                    </a:solidFill>
                  </a:rPr>
                  <a:t> </a:t>
                </a:r>
                <a:r>
                  <a:rPr lang="en-US" sz="2400" dirty="0"/>
                  <a:t>von </a:t>
                </a:r>
                <a:r>
                  <a:rPr lang="en-US" sz="2400" dirty="0" err="1"/>
                  <a:t>Netzlisten</a:t>
                </a:r>
                <a:r>
                  <a:rPr lang="en-US" sz="2400" dirty="0"/>
                  <a:t> (</a:t>
                </a:r>
                <a:r>
                  <a:rPr lang="en-US" sz="2400" dirty="0" err="1"/>
                  <a:t>Logikgatter</a:t>
                </a:r>
                <a:r>
                  <a:rPr lang="en-US" sz="2400" dirty="0"/>
                  <a:t> und </a:t>
                </a:r>
                <a:r>
                  <a:rPr lang="en-US" sz="2400" dirty="0" err="1"/>
                  <a:t>deren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Verknüpfung</a:t>
                </a:r>
                <a:r>
                  <a:rPr lang="en-US" sz="2400" dirty="0"/>
                  <a:t>) </a:t>
                </a:r>
              </a:p>
              <a:p>
                <a:pPr marL="285750" indent="-285750">
                  <a:buClr>
                    <a:schemeClr val="tx1"/>
                  </a:buClr>
                  <a:buFont typeface="Wingdings" pitchFamily="2" charset="2"/>
                  <a:buChar char="§"/>
                </a:pPr>
                <a:r>
                  <a:rPr lang="en-US" sz="2400" dirty="0" err="1"/>
                  <a:t>Bekannteste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Vertreter</a:t>
                </a:r>
                <a:r>
                  <a:rPr lang="en-US" sz="2400" dirty="0"/>
                  <a:t>: </a:t>
                </a:r>
                <a:r>
                  <a:rPr lang="en-US" sz="2400" dirty="0">
                    <a:solidFill>
                      <a:srgbClr val="0000FF"/>
                    </a:solidFill>
                  </a:rPr>
                  <a:t>VHDL</a:t>
                </a:r>
                <a:r>
                  <a:rPr lang="en-US" sz="2400" dirty="0"/>
                  <a:t> und </a:t>
                </a:r>
                <a:r>
                  <a:rPr lang="en-US" sz="2400" dirty="0">
                    <a:solidFill>
                      <a:srgbClr val="0000FF"/>
                    </a:solidFill>
                  </a:rPr>
                  <a:t>Verilog</a:t>
                </a:r>
              </a:p>
              <a:p>
                <a:pPr marL="285750" indent="-285750">
                  <a:buClr>
                    <a:schemeClr val="tx1"/>
                  </a:buClr>
                  <a:buFont typeface="Wingdings" pitchFamily="2" charset="2"/>
                  <a:buChar char="§"/>
                </a:pPr>
                <a:r>
                  <a:rPr lang="en-US" sz="2400" b="1" dirty="0"/>
                  <a:t>VHDL =“Very High speed integrated circuits Description Language”</a:t>
                </a:r>
              </a:p>
              <a:p>
                <a:pPr marL="285750" indent="-285750">
                  <a:buClr>
                    <a:schemeClr val="tx1"/>
                  </a:buClr>
                  <a:buFont typeface="Wingdings" pitchFamily="2" charset="2"/>
                  <a:buChar char="§"/>
                </a:pPr>
                <a:r>
                  <a:rPr lang="en-US" sz="2400" dirty="0" err="1"/>
                  <a:t>für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analoge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Systeme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zu</a:t>
                </a:r>
                <a:r>
                  <a:rPr lang="en-US" sz="2400" dirty="0"/>
                  <a:t> AHDL </a:t>
                </a:r>
                <a:r>
                  <a:rPr lang="de-DE" sz="2400" dirty="0"/>
                  <a:t>(</a:t>
                </a:r>
                <a:r>
                  <a:rPr lang="de-DE" sz="2400" i="1" dirty="0" err="1"/>
                  <a:t>Altera</a:t>
                </a:r>
                <a:r>
                  <a:rPr lang="de-DE" sz="2400" i="1" dirty="0"/>
                  <a:t> Hardware Description Language</a:t>
                </a:r>
                <a:r>
                  <a:rPr lang="de-DE" sz="2400" dirty="0"/>
                  <a:t>) </a:t>
                </a:r>
                <a:r>
                  <a:rPr lang="en-US" sz="2400" dirty="0" err="1"/>
                  <a:t>erweitert</a:t>
                </a:r>
                <a:endParaRPr lang="en-US" sz="2400" dirty="0"/>
              </a:p>
              <a:p>
                <a:pPr marL="285750" indent="-285750">
                  <a:buClr>
                    <a:schemeClr val="tx1"/>
                  </a:buClr>
                  <a:buFont typeface="Wingdings" pitchFamily="2" charset="2"/>
                  <a:buChar char="§"/>
                </a:pPr>
                <a:r>
                  <a:rPr lang="en-US" sz="2400" i="1" dirty="0"/>
                  <a:t>VHDL-AMS</a:t>
                </a:r>
                <a:r>
                  <a:rPr lang="en-US" sz="2400" dirty="0"/>
                  <a:t> (AMS = a</a:t>
                </a:r>
                <a:r>
                  <a:rPr lang="de-DE" sz="2400" dirty="0" err="1"/>
                  <a:t>nalog</a:t>
                </a:r>
                <a:r>
                  <a:rPr lang="de-DE" sz="2400" dirty="0"/>
                  <a:t>/</a:t>
                </a:r>
                <a:r>
                  <a:rPr lang="de-DE" sz="2400" dirty="0" err="1"/>
                  <a:t>mixed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signal</a:t>
                </a:r>
                <a:r>
                  <a:rPr lang="de-DE" sz="2400" dirty="0"/>
                  <a:t>) </a:t>
                </a:r>
                <a:r>
                  <a:rPr lang="en-US" sz="2400" dirty="0" err="1"/>
                  <a:t>integriert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mechanische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Elemente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Sensoren</a:t>
                </a:r>
                <a:r>
                  <a:rPr lang="en-US" sz="2400" dirty="0"/>
                  <a:t> und </a:t>
                </a:r>
                <a:r>
                  <a:rPr lang="en-US" sz="2400" dirty="0" err="1"/>
                  <a:t>Aktoren</a:t>
                </a:r>
                <a:endParaRPr lang="de-DE" sz="1400" dirty="0"/>
              </a:p>
              <a:p>
                <a:pPr marL="171450" indent="-171450">
                  <a:buClr>
                    <a:schemeClr val="tx1"/>
                  </a:buClr>
                  <a:buFont typeface="Wingdings" pitchFamily="2" charset="2"/>
                  <a:buChar char="§"/>
                </a:pPr>
                <a:endParaRPr lang="de-DE" sz="1600" dirty="0"/>
              </a:p>
              <a:p>
                <a:pPr marL="171450" indent="-171450">
                  <a:buClr>
                    <a:schemeClr val="tx1"/>
                  </a:buClr>
                  <a:buFont typeface="Wingdings" pitchFamily="2" charset="2"/>
                  <a:buChar char="§"/>
                </a:pPr>
                <a:endParaRPr lang="de-DE" sz="1600" dirty="0"/>
              </a:p>
              <a:p>
                <a:pPr marL="171450" indent="-171450">
                  <a:buClr>
                    <a:schemeClr val="tx1"/>
                  </a:buClr>
                  <a:buFont typeface="Wingdings" pitchFamily="2" charset="2"/>
                  <a:buChar char="§"/>
                </a:pPr>
                <a:endParaRPr lang="de-DE" sz="1600" dirty="0"/>
              </a:p>
              <a:p>
                <a:pPr marL="285750" indent="-285750">
                  <a:buClr>
                    <a:schemeClr val="tx1"/>
                  </a:buClr>
                  <a:buFont typeface="Wingdings" pitchFamily="2" charset="2"/>
                  <a:buChar char="§"/>
                </a:pPr>
                <a:endParaRPr lang="en-US" sz="2400" dirty="0"/>
              </a:p>
            </p:txBody>
          </p:sp>
        </mc:Choice>
        <mc:Fallback xmlns="">
          <p:sp>
            <p:nvSpPr>
              <p:cNvPr id="307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9585" y="1761910"/>
                <a:ext cx="11355580" cy="4955203"/>
              </a:xfrm>
              <a:blipFill>
                <a:blip r:embed="rId2"/>
                <a:stretch>
                  <a:fillRect l="-1451" t="-1535" r="-12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307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77</a:t>
            </a:fld>
            <a:r>
              <a:rPr lang="de-DE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76804" y="568072"/>
            <a:ext cx="40639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480" dirty="0"/>
              <a:t>VHDL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78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76804" y="1585732"/>
            <a:ext cx="10867328" cy="424795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300" i="1" spc="-80" dirty="0">
                <a:latin typeface="Arial"/>
                <a:cs typeface="Arial"/>
              </a:rPr>
              <a:t>“Very</a:t>
            </a:r>
            <a:r>
              <a:rPr sz="2300" i="1" spc="-100" dirty="0">
                <a:latin typeface="Arial"/>
                <a:cs typeface="Arial"/>
              </a:rPr>
              <a:t> </a:t>
            </a:r>
            <a:r>
              <a:rPr sz="2300" i="1" spc="-120" dirty="0">
                <a:latin typeface="Arial"/>
                <a:cs typeface="Arial"/>
              </a:rPr>
              <a:t>High</a:t>
            </a:r>
            <a:r>
              <a:rPr sz="2300" i="1" spc="-80" dirty="0">
                <a:latin typeface="Arial"/>
                <a:cs typeface="Arial"/>
              </a:rPr>
              <a:t> </a:t>
            </a:r>
            <a:r>
              <a:rPr sz="2300" i="1" spc="-215" dirty="0">
                <a:latin typeface="Arial"/>
                <a:cs typeface="Arial"/>
              </a:rPr>
              <a:t>Speed</a:t>
            </a:r>
            <a:r>
              <a:rPr sz="2300" i="1" spc="-95" dirty="0">
                <a:latin typeface="Arial"/>
                <a:cs typeface="Arial"/>
              </a:rPr>
              <a:t> </a:t>
            </a:r>
            <a:r>
              <a:rPr sz="2300" i="1" spc="-70" dirty="0">
                <a:latin typeface="Arial"/>
                <a:cs typeface="Arial"/>
              </a:rPr>
              <a:t>Integrated</a:t>
            </a:r>
            <a:r>
              <a:rPr sz="2300" i="1" spc="-80" dirty="0">
                <a:latin typeface="Arial"/>
                <a:cs typeface="Arial"/>
              </a:rPr>
              <a:t> </a:t>
            </a:r>
            <a:r>
              <a:rPr sz="2300" i="1" spc="-110" dirty="0">
                <a:latin typeface="Arial"/>
                <a:cs typeface="Arial"/>
              </a:rPr>
              <a:t>Circuits</a:t>
            </a:r>
            <a:r>
              <a:rPr sz="2300" i="1" spc="-80" dirty="0">
                <a:latin typeface="Arial"/>
                <a:cs typeface="Arial"/>
              </a:rPr>
              <a:t> </a:t>
            </a:r>
            <a:r>
              <a:rPr sz="2300" i="1" spc="-100" dirty="0">
                <a:latin typeface="Arial"/>
                <a:cs typeface="Arial"/>
              </a:rPr>
              <a:t>Description</a:t>
            </a:r>
            <a:r>
              <a:rPr sz="2300" i="1" spc="-110" dirty="0">
                <a:latin typeface="Arial"/>
                <a:cs typeface="Arial"/>
              </a:rPr>
              <a:t> </a:t>
            </a:r>
            <a:r>
              <a:rPr sz="2300" i="1" spc="-10" dirty="0">
                <a:latin typeface="Arial"/>
                <a:cs typeface="Arial"/>
              </a:rPr>
              <a:t>Language”</a:t>
            </a:r>
            <a:endParaRPr sz="2300" dirty="0">
              <a:latin typeface="Arial"/>
              <a:cs typeface="Arial"/>
            </a:endParaRPr>
          </a:p>
          <a:p>
            <a:pPr>
              <a:spcBef>
                <a:spcPts val="1015"/>
              </a:spcBef>
            </a:pPr>
            <a:endParaRPr sz="2300" dirty="0">
              <a:latin typeface="Arial"/>
              <a:cs typeface="Arial"/>
            </a:endParaRPr>
          </a:p>
          <a:p>
            <a:pPr marL="240665" indent="-227965">
              <a:spcBef>
                <a:spcPts val="5"/>
              </a:spcBef>
              <a:buClr>
                <a:srgbClr val="2D75B6"/>
              </a:buClr>
              <a:buSzPct val="108695"/>
              <a:buFont typeface="Wingdings"/>
              <a:buChar char=""/>
              <a:tabLst>
                <a:tab pos="240665" algn="l"/>
              </a:tabLst>
            </a:pPr>
            <a:r>
              <a:rPr sz="2300" b="1" spc="-160" dirty="0">
                <a:latin typeface="Arial"/>
                <a:cs typeface="Arial"/>
              </a:rPr>
              <a:t>Textuelle</a:t>
            </a:r>
            <a:r>
              <a:rPr sz="2300" b="1" spc="-60" dirty="0">
                <a:latin typeface="Arial"/>
                <a:cs typeface="Arial"/>
              </a:rPr>
              <a:t> </a:t>
            </a:r>
            <a:r>
              <a:rPr sz="2300" spc="-105" dirty="0">
                <a:latin typeface="Arial"/>
                <a:cs typeface="Arial"/>
              </a:rPr>
              <a:t>Spezifikation</a:t>
            </a:r>
            <a:r>
              <a:rPr sz="2300" spc="-80" dirty="0">
                <a:latin typeface="Arial"/>
                <a:cs typeface="Arial"/>
              </a:rPr>
              <a:t> </a:t>
            </a:r>
            <a:r>
              <a:rPr sz="2300" spc="-50" dirty="0">
                <a:latin typeface="Arial"/>
                <a:cs typeface="Arial"/>
              </a:rPr>
              <a:t>digitaler</a:t>
            </a:r>
            <a:r>
              <a:rPr sz="2300" spc="-60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Systeme</a:t>
            </a:r>
            <a:endParaRPr sz="2300" dirty="0">
              <a:latin typeface="Arial"/>
              <a:cs typeface="Arial"/>
            </a:endParaRPr>
          </a:p>
          <a:p>
            <a:pPr marL="240665" indent="-227965">
              <a:spcBef>
                <a:spcPts val="440"/>
              </a:spcBef>
              <a:buClr>
                <a:srgbClr val="2D75B6"/>
              </a:buClr>
              <a:buSzPct val="108695"/>
              <a:buFont typeface="Wingdings"/>
              <a:buChar char=""/>
              <a:tabLst>
                <a:tab pos="240665" algn="l"/>
              </a:tabLst>
            </a:pPr>
            <a:r>
              <a:rPr sz="2300" spc="-140" dirty="0">
                <a:latin typeface="Arial"/>
                <a:cs typeface="Arial"/>
              </a:rPr>
              <a:t>Quasi-</a:t>
            </a:r>
            <a:r>
              <a:rPr sz="2300" spc="-125" dirty="0">
                <a:latin typeface="Arial"/>
                <a:cs typeface="Arial"/>
              </a:rPr>
              <a:t>Standard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in</a:t>
            </a:r>
            <a:r>
              <a:rPr sz="2300" spc="-80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Europa</a:t>
            </a:r>
            <a:endParaRPr sz="2300" dirty="0">
              <a:latin typeface="Arial"/>
              <a:cs typeface="Arial"/>
            </a:endParaRPr>
          </a:p>
          <a:p>
            <a:pPr marL="240665" indent="-227965">
              <a:lnSpc>
                <a:spcPts val="2485"/>
              </a:lnSpc>
              <a:spcBef>
                <a:spcPts val="445"/>
              </a:spcBef>
              <a:buClr>
                <a:srgbClr val="2D75B6"/>
              </a:buClr>
              <a:buSzPct val="108695"/>
              <a:buFont typeface="Wingdings"/>
              <a:buChar char=""/>
              <a:tabLst>
                <a:tab pos="240665" algn="l"/>
              </a:tabLst>
            </a:pPr>
            <a:r>
              <a:rPr sz="2300" spc="-135" dirty="0">
                <a:latin typeface="Arial"/>
                <a:cs typeface="Arial"/>
              </a:rPr>
              <a:t>Für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-125" dirty="0">
                <a:latin typeface="Arial"/>
                <a:cs typeface="Arial"/>
              </a:rPr>
              <a:t>analoge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-175" dirty="0">
                <a:latin typeface="Arial"/>
                <a:cs typeface="Arial"/>
              </a:rPr>
              <a:t>Systeme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-170" dirty="0">
                <a:latin typeface="Arial"/>
                <a:cs typeface="Arial"/>
              </a:rPr>
              <a:t>zu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-254" dirty="0">
                <a:latin typeface="Arial"/>
                <a:cs typeface="Arial"/>
              </a:rPr>
              <a:t>AHDL</a:t>
            </a:r>
            <a:r>
              <a:rPr sz="2300" spc="-130" dirty="0">
                <a:latin typeface="Arial"/>
                <a:cs typeface="Arial"/>
              </a:rPr>
              <a:t> </a:t>
            </a:r>
            <a:r>
              <a:rPr sz="2300" spc="-60" dirty="0">
                <a:latin typeface="Arial"/>
                <a:cs typeface="Arial"/>
              </a:rPr>
              <a:t>(</a:t>
            </a:r>
            <a:r>
              <a:rPr sz="2300" i="1" spc="-60" dirty="0">
                <a:latin typeface="Arial"/>
                <a:cs typeface="Arial"/>
              </a:rPr>
              <a:t>Altera</a:t>
            </a:r>
            <a:r>
              <a:rPr sz="2300" i="1" spc="-110" dirty="0">
                <a:latin typeface="Arial"/>
                <a:cs typeface="Arial"/>
              </a:rPr>
              <a:t> </a:t>
            </a:r>
            <a:r>
              <a:rPr sz="2300" i="1" spc="-80" dirty="0">
                <a:latin typeface="Arial"/>
                <a:cs typeface="Arial"/>
              </a:rPr>
              <a:t>Hardware</a:t>
            </a:r>
            <a:r>
              <a:rPr sz="2300" i="1" spc="-90" dirty="0">
                <a:latin typeface="Arial"/>
                <a:cs typeface="Arial"/>
              </a:rPr>
              <a:t> </a:t>
            </a:r>
            <a:r>
              <a:rPr sz="2300" i="1" spc="-65" dirty="0">
                <a:latin typeface="Arial"/>
                <a:cs typeface="Arial"/>
              </a:rPr>
              <a:t>Description</a:t>
            </a:r>
            <a:endParaRPr sz="2300" dirty="0">
              <a:latin typeface="Arial"/>
              <a:cs typeface="Arial"/>
            </a:endParaRPr>
          </a:p>
          <a:p>
            <a:pPr marL="241300">
              <a:lnSpc>
                <a:spcPts val="2485"/>
              </a:lnSpc>
            </a:pPr>
            <a:r>
              <a:rPr sz="2300" i="1" spc="-135" dirty="0">
                <a:latin typeface="Arial"/>
                <a:cs typeface="Arial"/>
              </a:rPr>
              <a:t>Language</a:t>
            </a:r>
            <a:r>
              <a:rPr sz="2300" spc="-135" dirty="0">
                <a:latin typeface="Arial"/>
                <a:cs typeface="Arial"/>
              </a:rPr>
              <a:t>)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erweitert</a:t>
            </a:r>
            <a:endParaRPr sz="2300" dirty="0">
              <a:latin typeface="Arial"/>
              <a:cs typeface="Arial"/>
            </a:endParaRPr>
          </a:p>
          <a:p>
            <a:pPr marL="241300" marR="379730" indent="-228600">
              <a:lnSpc>
                <a:spcPts val="2210"/>
              </a:lnSpc>
              <a:spcBef>
                <a:spcPts val="990"/>
              </a:spcBef>
              <a:buClr>
                <a:srgbClr val="2D75B6"/>
              </a:buClr>
              <a:buSzPct val="108695"/>
              <a:buFont typeface="Wingdings"/>
              <a:buChar char=""/>
              <a:tabLst>
                <a:tab pos="241300" algn="l"/>
              </a:tabLst>
            </a:pPr>
            <a:r>
              <a:rPr sz="2300" i="1" spc="-229" dirty="0">
                <a:latin typeface="Arial"/>
                <a:cs typeface="Arial"/>
              </a:rPr>
              <a:t>VHDL-</a:t>
            </a:r>
            <a:r>
              <a:rPr sz="2300" i="1" spc="-235" dirty="0">
                <a:latin typeface="Arial"/>
                <a:cs typeface="Arial"/>
              </a:rPr>
              <a:t>AMS</a:t>
            </a:r>
            <a:r>
              <a:rPr sz="2300" i="1" spc="-105" dirty="0">
                <a:latin typeface="Arial"/>
                <a:cs typeface="Arial"/>
              </a:rPr>
              <a:t> </a:t>
            </a:r>
            <a:r>
              <a:rPr sz="2300" spc="-185" dirty="0">
                <a:latin typeface="Arial"/>
                <a:cs typeface="Arial"/>
              </a:rPr>
              <a:t>(AMS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-210" dirty="0">
                <a:latin typeface="Arial"/>
                <a:cs typeface="Arial"/>
              </a:rPr>
              <a:t>=</a:t>
            </a:r>
            <a:r>
              <a:rPr sz="2300" spc="-85" dirty="0">
                <a:latin typeface="Arial"/>
                <a:cs typeface="Arial"/>
              </a:rPr>
              <a:t> </a:t>
            </a:r>
            <a:r>
              <a:rPr sz="2300" spc="-75" dirty="0">
                <a:latin typeface="Arial"/>
                <a:cs typeface="Arial"/>
              </a:rPr>
              <a:t>analog/mixed</a:t>
            </a:r>
            <a:r>
              <a:rPr sz="2300" spc="-85" dirty="0">
                <a:latin typeface="Arial"/>
                <a:cs typeface="Arial"/>
              </a:rPr>
              <a:t> </a:t>
            </a:r>
            <a:r>
              <a:rPr sz="2300" spc="-114" dirty="0">
                <a:latin typeface="Arial"/>
                <a:cs typeface="Arial"/>
              </a:rPr>
              <a:t>signal)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integriert </a:t>
            </a:r>
            <a:r>
              <a:rPr sz="2300" spc="-125" dirty="0">
                <a:latin typeface="Arial"/>
                <a:cs typeface="Arial"/>
              </a:rPr>
              <a:t>mechanische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-114" dirty="0">
                <a:latin typeface="Arial"/>
                <a:cs typeface="Arial"/>
              </a:rPr>
              <a:t>Elemente,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-150" dirty="0">
                <a:latin typeface="Arial"/>
                <a:cs typeface="Arial"/>
              </a:rPr>
              <a:t>Sensoren</a:t>
            </a:r>
            <a:r>
              <a:rPr sz="2300" spc="-90" dirty="0">
                <a:latin typeface="Arial"/>
                <a:cs typeface="Arial"/>
              </a:rPr>
              <a:t> </a:t>
            </a:r>
            <a:r>
              <a:rPr sz="2300" spc="-85" dirty="0">
                <a:latin typeface="Arial"/>
                <a:cs typeface="Arial"/>
              </a:rPr>
              <a:t>und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-75" dirty="0">
                <a:latin typeface="Arial"/>
                <a:cs typeface="Arial"/>
              </a:rPr>
              <a:t>Aktoren</a:t>
            </a:r>
            <a:r>
              <a:rPr sz="2300" spc="-85" dirty="0">
                <a:latin typeface="Arial"/>
                <a:cs typeface="Arial"/>
              </a:rPr>
              <a:t> </a:t>
            </a:r>
            <a:r>
              <a:rPr sz="2300" spc="-75" dirty="0">
                <a:latin typeface="Arial"/>
                <a:cs typeface="Arial"/>
              </a:rPr>
              <a:t>(</a:t>
            </a:r>
            <a:r>
              <a:rPr sz="2300" b="1" spc="-75" dirty="0">
                <a:latin typeface="Arial"/>
                <a:cs typeface="Arial"/>
              </a:rPr>
              <a:t>aktuelle </a:t>
            </a:r>
            <a:r>
              <a:rPr sz="2300" b="1" spc="-135" dirty="0">
                <a:latin typeface="Arial"/>
                <a:cs typeface="Arial"/>
              </a:rPr>
              <a:t>Forschung</a:t>
            </a:r>
            <a:r>
              <a:rPr sz="2300" spc="-135" dirty="0">
                <a:latin typeface="Arial"/>
                <a:cs typeface="Arial"/>
              </a:rPr>
              <a:t>)</a:t>
            </a:r>
            <a:endParaRPr sz="2300" dirty="0">
              <a:latin typeface="Arial"/>
              <a:cs typeface="Arial"/>
            </a:endParaRPr>
          </a:p>
          <a:p>
            <a:pPr>
              <a:spcBef>
                <a:spcPts val="1019"/>
              </a:spcBef>
              <a:buClr>
                <a:srgbClr val="2D75B6"/>
              </a:buClr>
              <a:buFont typeface="Wingdings"/>
              <a:buChar char=""/>
            </a:pPr>
            <a:endParaRPr sz="2300" dirty="0">
              <a:latin typeface="Arial"/>
              <a:cs typeface="Arial"/>
            </a:endParaRPr>
          </a:p>
          <a:p>
            <a:pPr marL="240665" indent="-227965">
              <a:buClr>
                <a:srgbClr val="2D75B6"/>
              </a:buClr>
              <a:buSzPct val="108695"/>
              <a:buFont typeface="Wingdings"/>
              <a:buChar char=""/>
              <a:tabLst>
                <a:tab pos="240665" algn="l"/>
              </a:tabLst>
            </a:pPr>
            <a:r>
              <a:rPr sz="2300" b="1" spc="-114" dirty="0">
                <a:latin typeface="Arial"/>
                <a:cs typeface="Arial"/>
              </a:rPr>
              <a:t>Vorteile</a:t>
            </a:r>
            <a:r>
              <a:rPr sz="2300" spc="-114" dirty="0">
                <a:latin typeface="Arial"/>
                <a:cs typeface="Arial"/>
              </a:rPr>
              <a:t>:</a:t>
            </a:r>
            <a:r>
              <a:rPr sz="2300" spc="-75" dirty="0">
                <a:latin typeface="Arial"/>
                <a:cs typeface="Arial"/>
              </a:rPr>
              <a:t> </a:t>
            </a:r>
            <a:r>
              <a:rPr sz="2300" spc="-85" dirty="0">
                <a:latin typeface="Arial"/>
                <a:cs typeface="Arial"/>
              </a:rPr>
              <a:t>simulierbar,</a:t>
            </a:r>
            <a:r>
              <a:rPr sz="2300" spc="-55" dirty="0">
                <a:latin typeface="Arial"/>
                <a:cs typeface="Arial"/>
              </a:rPr>
              <a:t> </a:t>
            </a:r>
            <a:r>
              <a:rPr sz="2300" spc="-80" dirty="0">
                <a:latin typeface="Arial"/>
                <a:cs typeface="Arial"/>
              </a:rPr>
              <a:t>verifizierbar, </a:t>
            </a:r>
            <a:r>
              <a:rPr sz="2300" spc="-10" dirty="0">
                <a:latin typeface="Arial"/>
                <a:cs typeface="Arial"/>
              </a:rPr>
              <a:t>synthetisierbar</a:t>
            </a:r>
            <a:endParaRPr sz="2300" dirty="0">
              <a:latin typeface="Arial"/>
              <a:cs typeface="Arial"/>
            </a:endParaRPr>
          </a:p>
          <a:p>
            <a:pPr marL="240665" indent="-227965">
              <a:spcBef>
                <a:spcPts val="455"/>
              </a:spcBef>
              <a:buClr>
                <a:srgbClr val="2D75B6"/>
              </a:buClr>
              <a:buSzPct val="108695"/>
              <a:buFont typeface="Wingdings"/>
              <a:buChar char=""/>
              <a:tabLst>
                <a:tab pos="240665" algn="l"/>
              </a:tabLst>
            </a:pPr>
            <a:r>
              <a:rPr sz="2300" b="1" spc="-135" dirty="0">
                <a:latin typeface="Arial"/>
                <a:cs typeface="Arial"/>
              </a:rPr>
              <a:t>Nachteil</a:t>
            </a:r>
            <a:r>
              <a:rPr sz="2300" spc="-135" dirty="0">
                <a:latin typeface="Arial"/>
                <a:cs typeface="Arial"/>
              </a:rPr>
              <a:t>:</a:t>
            </a:r>
            <a:r>
              <a:rPr sz="2300" spc="-85" dirty="0">
                <a:latin typeface="Arial"/>
                <a:cs typeface="Arial"/>
              </a:rPr>
              <a:t> </a:t>
            </a:r>
            <a:r>
              <a:rPr sz="2300" spc="-30" dirty="0">
                <a:latin typeface="Arial"/>
                <a:cs typeface="Arial"/>
              </a:rPr>
              <a:t>nur</a:t>
            </a:r>
            <a:r>
              <a:rPr sz="2300" spc="-5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für</a:t>
            </a:r>
            <a:r>
              <a:rPr sz="2300" spc="-55" dirty="0">
                <a:latin typeface="Arial"/>
                <a:cs typeface="Arial"/>
              </a:rPr>
              <a:t> </a:t>
            </a:r>
            <a:r>
              <a:rPr sz="2300" spc="-105" dirty="0">
                <a:latin typeface="Arial"/>
                <a:cs typeface="Arial"/>
              </a:rPr>
              <a:t>Hardware-Spezifikation</a:t>
            </a:r>
            <a:r>
              <a:rPr sz="2300" spc="-8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einsetzbar</a:t>
            </a:r>
            <a:endParaRPr sz="23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39"/>
            <a:ext cx="8415234" cy="1477328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VHDL: </a:t>
            </a:r>
            <a:r>
              <a:rPr lang="en-US" dirty="0" err="1">
                <a:cs typeface="Arial" charset="0"/>
              </a:rPr>
              <a:t>Verhaltensmodellierung</a:t>
            </a:r>
            <a:endParaRPr lang="el-GR" sz="4000" dirty="0">
              <a:cs typeface="Arial" charset="0"/>
            </a:endParaRPr>
          </a:p>
        </p:txBody>
      </p:sp>
      <p:sp>
        <p:nvSpPr>
          <p:cNvPr id="307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307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79</a:t>
            </a:fld>
            <a:r>
              <a:rPr lang="de-DE"/>
              <a:t> 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324326" y="1835782"/>
            <a:ext cx="5207329" cy="444817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265113" indent="-265113" algn="l" defTabSz="385341" rtl="0" eaLnBrk="1" latinLnBrk="0" hangingPunct="1">
              <a:lnSpc>
                <a:spcPct val="100000"/>
              </a:lnSpc>
              <a:spcBef>
                <a:spcPts val="295"/>
              </a:spcBef>
              <a:spcAft>
                <a:spcPts val="400"/>
              </a:spcAft>
              <a:buClr>
                <a:schemeClr val="accent5"/>
              </a:buClr>
              <a:buFont typeface="Wingdings" panose="05000000000000000000" pitchFamily="2" charset="2"/>
              <a:buChar char="§"/>
              <a:defRPr lang="de-DE" sz="2400" b="0" i="0" u="none" strike="noStrike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354013" indent="-277813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200"/>
              </a:spcAft>
              <a:buClr>
                <a:schemeClr val="accent5"/>
              </a:buClr>
              <a:buFont typeface="Wingdings" panose="05000000000000000000" pitchFamily="2" charset="2"/>
              <a:buChar char="§"/>
              <a:defRPr sz="2000" b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2pPr>
            <a:lvl3pPr marL="452438" indent="-301625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Clr>
                <a:schemeClr val="accent5"/>
              </a:buClr>
              <a:buFont typeface="Wingdings" panose="05000000000000000000" pitchFamily="2" charset="2"/>
              <a:buChar char="§"/>
              <a:defRPr sz="1600" b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3pPr>
            <a:lvl4pPr marL="288255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architecture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behavioral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NAND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process is</a:t>
            </a: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begin</a:t>
            </a: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= 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'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' and b = '1'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then</a:t>
            </a: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			c &lt;= '0';</a:t>
            </a: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		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else</a:t>
            </a: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			c &lt;= '1';</a:t>
            </a: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dirty="0">
                <a:solidFill>
                  <a:srgbClr val="0000FF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	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end if;</a:t>
            </a: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	end process</a:t>
            </a:r>
            <a:r>
              <a:rPr lang="en-US" sz="1800" dirty="0">
                <a:latin typeface="Courier New" panose="02070309020205020404" pitchFamily="49" charset="0"/>
                <a:ea typeface="Verdana" panose="020B0604030504040204" pitchFamily="34" charset="0"/>
                <a:cs typeface="Courier New" panose="02070309020205020404" pitchFamily="49" charset="0"/>
              </a:rPr>
              <a:t>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behavioral;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65976" y="1285079"/>
            <a:ext cx="3216095" cy="276999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25002" y="2762025"/>
            <a:ext cx="11472392" cy="444817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265113" indent="-265113" algn="l" defTabSz="385341" rtl="0" eaLnBrk="1" latinLnBrk="0" hangingPunct="1">
              <a:lnSpc>
                <a:spcPct val="100000"/>
              </a:lnSpc>
              <a:spcBef>
                <a:spcPts val="295"/>
              </a:spcBef>
              <a:spcAft>
                <a:spcPts val="400"/>
              </a:spcAft>
              <a:buClr>
                <a:schemeClr val="accent5"/>
              </a:buClr>
              <a:buFont typeface="Wingdings" panose="05000000000000000000" pitchFamily="2" charset="2"/>
              <a:buChar char="§"/>
              <a:defRPr lang="de-DE" sz="2400" b="0" i="0" u="none" strike="noStrike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354013" indent="-277813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200"/>
              </a:spcAft>
              <a:buClr>
                <a:schemeClr val="accent5"/>
              </a:buClr>
              <a:buFont typeface="Wingdings" panose="05000000000000000000" pitchFamily="2" charset="2"/>
              <a:buChar char="§"/>
              <a:defRPr sz="2000" b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2pPr>
            <a:lvl3pPr marL="452438" indent="-301625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Clr>
                <a:schemeClr val="accent5"/>
              </a:buClr>
              <a:buFont typeface="Wingdings" panose="05000000000000000000" pitchFamily="2" charset="2"/>
              <a:buChar char="§"/>
              <a:defRPr sz="1600" b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3pPr>
            <a:lvl4pPr marL="288255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entity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NAND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 	</a:t>
            </a: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A: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std_logic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B: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std_logic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C: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std_logic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NAND;</a:t>
            </a:r>
          </a:p>
        </p:txBody>
      </p:sp>
    </p:spTree>
    <p:extLst>
      <p:ext uri="{BB962C8B-B14F-4D97-AF65-F5344CB8AC3E}">
        <p14:creationId xmlns:p14="http://schemas.microsoft.com/office/powerpoint/2010/main" val="198906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4678" y="603541"/>
            <a:ext cx="40639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459" dirty="0"/>
              <a:t>VHDL</a:t>
            </a:r>
            <a:r>
              <a:rPr spc="-200" dirty="0"/>
              <a:t> </a:t>
            </a:r>
            <a:r>
              <a:rPr spc="-65" dirty="0"/>
              <a:t>Notation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9389" y="1756135"/>
            <a:ext cx="2879725" cy="6557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899"/>
              </a:lnSpc>
              <a:spcBef>
                <a:spcPts val="100"/>
              </a:spcBef>
            </a:pPr>
            <a:r>
              <a:rPr sz="1700" spc="-85" dirty="0">
                <a:latin typeface="Monaco"/>
                <a:cs typeface="Monaco"/>
              </a:rPr>
              <a:t>entity</a:t>
            </a:r>
            <a:r>
              <a:rPr sz="1700" spc="-160" dirty="0">
                <a:latin typeface="Monaco"/>
                <a:cs typeface="Monaco"/>
              </a:rPr>
              <a:t> </a:t>
            </a:r>
            <a:r>
              <a:rPr sz="1700" spc="-80" dirty="0">
                <a:latin typeface="Monaco"/>
                <a:cs typeface="Monaco"/>
              </a:rPr>
              <a:t>ADDER</a:t>
            </a:r>
            <a:r>
              <a:rPr sz="1700" spc="-150" dirty="0">
                <a:latin typeface="Monaco"/>
                <a:cs typeface="Monaco"/>
              </a:rPr>
              <a:t> </a:t>
            </a:r>
            <a:r>
              <a:rPr sz="1700" spc="-25" dirty="0">
                <a:latin typeface="Monaco"/>
                <a:cs typeface="Monaco"/>
              </a:rPr>
              <a:t>is </a:t>
            </a:r>
            <a:r>
              <a:rPr sz="1700" spc="-95" dirty="0">
                <a:latin typeface="Monaco"/>
                <a:cs typeface="Monaco"/>
              </a:rPr>
              <a:t>generic(n:</a:t>
            </a:r>
            <a:r>
              <a:rPr sz="1700" spc="-114" dirty="0">
                <a:latin typeface="Monaco"/>
                <a:cs typeface="Monaco"/>
              </a:rPr>
              <a:t> </a:t>
            </a:r>
            <a:r>
              <a:rPr sz="1700" spc="-90" dirty="0">
                <a:latin typeface="Monaco"/>
                <a:cs typeface="Monaco"/>
              </a:rPr>
              <a:t>natural</a:t>
            </a:r>
            <a:r>
              <a:rPr sz="1700" spc="-110" dirty="0">
                <a:latin typeface="Monaco"/>
                <a:cs typeface="Monaco"/>
              </a:rPr>
              <a:t> </a:t>
            </a:r>
            <a:r>
              <a:rPr sz="1700" spc="-80" dirty="0">
                <a:latin typeface="Monaco"/>
                <a:cs typeface="Monaco"/>
              </a:rPr>
              <a:t>:=2);</a:t>
            </a:r>
            <a:endParaRPr sz="1700" dirty="0">
              <a:latin typeface="Monaco"/>
              <a:cs typeface="Monac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19388" y="2422631"/>
            <a:ext cx="5199380" cy="149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2230">
              <a:lnSpc>
                <a:spcPct val="130000"/>
              </a:lnSpc>
              <a:spcBef>
                <a:spcPts val="100"/>
              </a:spcBef>
            </a:pPr>
            <a:r>
              <a:rPr sz="1700" spc="-80" dirty="0">
                <a:latin typeface="Monaco"/>
                <a:cs typeface="Monaco"/>
              </a:rPr>
              <a:t>port(</a:t>
            </a:r>
            <a:r>
              <a:rPr sz="1700" spc="-160" dirty="0">
                <a:latin typeface="Monaco"/>
                <a:cs typeface="Monaco"/>
              </a:rPr>
              <a:t> </a:t>
            </a:r>
            <a:r>
              <a:rPr sz="1700" spc="-20" dirty="0">
                <a:latin typeface="Monaco"/>
                <a:cs typeface="Monaco"/>
              </a:rPr>
              <a:t>A:</a:t>
            </a:r>
            <a:r>
              <a:rPr sz="1700" spc="-160" dirty="0">
                <a:latin typeface="Monaco"/>
                <a:cs typeface="Monaco"/>
              </a:rPr>
              <a:t> </a:t>
            </a:r>
            <a:r>
              <a:rPr sz="1700" spc="-20" dirty="0">
                <a:latin typeface="Monaco"/>
                <a:cs typeface="Monaco"/>
              </a:rPr>
              <a:t>in</a:t>
            </a:r>
            <a:r>
              <a:rPr sz="1700" spc="-155" dirty="0">
                <a:latin typeface="Monaco"/>
                <a:cs typeface="Monaco"/>
              </a:rPr>
              <a:t> </a:t>
            </a:r>
            <a:r>
              <a:rPr sz="1700" spc="-105" dirty="0">
                <a:latin typeface="Monaco"/>
                <a:cs typeface="Monaco"/>
              </a:rPr>
              <a:t>std_logic_vector(n-</a:t>
            </a:r>
            <a:r>
              <a:rPr sz="1700" dirty="0">
                <a:latin typeface="Monaco"/>
                <a:cs typeface="Monaco"/>
              </a:rPr>
              <a:t>1</a:t>
            </a:r>
            <a:r>
              <a:rPr sz="1700" spc="-160" dirty="0">
                <a:latin typeface="Monaco"/>
                <a:cs typeface="Monaco"/>
              </a:rPr>
              <a:t> </a:t>
            </a:r>
            <a:r>
              <a:rPr sz="1700" spc="-85" dirty="0">
                <a:latin typeface="Monaco"/>
                <a:cs typeface="Monaco"/>
              </a:rPr>
              <a:t>downto</a:t>
            </a:r>
            <a:r>
              <a:rPr sz="1700" spc="-145" dirty="0">
                <a:latin typeface="Monaco"/>
                <a:cs typeface="Monaco"/>
              </a:rPr>
              <a:t> </a:t>
            </a:r>
            <a:r>
              <a:rPr sz="1700" spc="-30" dirty="0">
                <a:latin typeface="Monaco"/>
                <a:cs typeface="Monaco"/>
              </a:rPr>
              <a:t>0); </a:t>
            </a:r>
            <a:r>
              <a:rPr sz="1700" spc="-20" dirty="0">
                <a:latin typeface="Monaco"/>
                <a:cs typeface="Monaco"/>
              </a:rPr>
              <a:t>B:</a:t>
            </a:r>
            <a:r>
              <a:rPr sz="1700" spc="-160" dirty="0">
                <a:latin typeface="Monaco"/>
                <a:cs typeface="Monaco"/>
              </a:rPr>
              <a:t> </a:t>
            </a:r>
            <a:r>
              <a:rPr sz="1700" spc="-20" dirty="0">
                <a:latin typeface="Monaco"/>
                <a:cs typeface="Monaco"/>
              </a:rPr>
              <a:t>in</a:t>
            </a:r>
            <a:r>
              <a:rPr sz="1700" spc="-155" dirty="0">
                <a:latin typeface="Monaco"/>
                <a:cs typeface="Monaco"/>
              </a:rPr>
              <a:t> </a:t>
            </a:r>
            <a:r>
              <a:rPr sz="1700" spc="-105" dirty="0">
                <a:latin typeface="Monaco"/>
                <a:cs typeface="Monaco"/>
              </a:rPr>
              <a:t>std_logic_vector(n-</a:t>
            </a:r>
            <a:r>
              <a:rPr sz="1700" dirty="0">
                <a:latin typeface="Monaco"/>
                <a:cs typeface="Monaco"/>
              </a:rPr>
              <a:t>1</a:t>
            </a:r>
            <a:r>
              <a:rPr sz="1700" spc="-145" dirty="0">
                <a:latin typeface="Monaco"/>
                <a:cs typeface="Monaco"/>
              </a:rPr>
              <a:t> </a:t>
            </a:r>
            <a:r>
              <a:rPr sz="1700" spc="-85" dirty="0">
                <a:latin typeface="Monaco"/>
                <a:cs typeface="Monaco"/>
              </a:rPr>
              <a:t>downto</a:t>
            </a:r>
            <a:r>
              <a:rPr sz="1700" spc="-155" dirty="0">
                <a:latin typeface="Monaco"/>
                <a:cs typeface="Monaco"/>
              </a:rPr>
              <a:t> </a:t>
            </a:r>
            <a:r>
              <a:rPr sz="1700" spc="-25" dirty="0">
                <a:latin typeface="Monaco"/>
                <a:cs typeface="Monaco"/>
              </a:rPr>
              <a:t>0);</a:t>
            </a:r>
            <a:endParaRPr sz="1700">
              <a:latin typeface="Monaco"/>
              <a:cs typeface="Monaco"/>
            </a:endParaRPr>
          </a:p>
          <a:p>
            <a:pPr marL="184785">
              <a:lnSpc>
                <a:spcPts val="1730"/>
              </a:lnSpc>
            </a:pPr>
            <a:r>
              <a:rPr sz="1700" spc="-85" dirty="0">
                <a:latin typeface="Monaco"/>
                <a:cs typeface="Monaco"/>
              </a:rPr>
              <a:t>carry:</a:t>
            </a:r>
            <a:r>
              <a:rPr sz="1700" spc="-175" dirty="0">
                <a:latin typeface="Monaco"/>
                <a:cs typeface="Monaco"/>
              </a:rPr>
              <a:t> </a:t>
            </a:r>
            <a:r>
              <a:rPr sz="1700" spc="-60" dirty="0">
                <a:latin typeface="Monaco"/>
                <a:cs typeface="Monaco"/>
              </a:rPr>
              <a:t>out</a:t>
            </a:r>
            <a:r>
              <a:rPr sz="1700" spc="-175" dirty="0">
                <a:latin typeface="Monaco"/>
                <a:cs typeface="Monaco"/>
              </a:rPr>
              <a:t> </a:t>
            </a:r>
            <a:r>
              <a:rPr sz="1700" spc="-10" dirty="0">
                <a:latin typeface="Monaco"/>
                <a:cs typeface="Monaco"/>
              </a:rPr>
              <a:t>std_logic;</a:t>
            </a:r>
            <a:endParaRPr sz="1700">
              <a:latin typeface="Monaco"/>
              <a:cs typeface="Monaco"/>
            </a:endParaRPr>
          </a:p>
          <a:p>
            <a:pPr marL="184785">
              <a:lnSpc>
                <a:spcPts val="1930"/>
              </a:lnSpc>
            </a:pPr>
            <a:r>
              <a:rPr sz="1700" spc="-75" dirty="0">
                <a:latin typeface="Monaco"/>
                <a:cs typeface="Monaco"/>
              </a:rPr>
              <a:t>sum:</a:t>
            </a:r>
            <a:r>
              <a:rPr sz="1700" spc="-160" dirty="0">
                <a:latin typeface="Monaco"/>
                <a:cs typeface="Monaco"/>
              </a:rPr>
              <a:t> </a:t>
            </a:r>
            <a:r>
              <a:rPr sz="1700" spc="-60" dirty="0">
                <a:latin typeface="Monaco"/>
                <a:cs typeface="Monaco"/>
              </a:rPr>
              <a:t>out</a:t>
            </a:r>
            <a:r>
              <a:rPr sz="1700" spc="-160" dirty="0">
                <a:latin typeface="Monaco"/>
                <a:cs typeface="Monaco"/>
              </a:rPr>
              <a:t> </a:t>
            </a:r>
            <a:r>
              <a:rPr sz="1700" spc="-105" dirty="0">
                <a:latin typeface="Monaco"/>
                <a:cs typeface="Monaco"/>
              </a:rPr>
              <a:t>std_logic_vector(n-</a:t>
            </a:r>
            <a:r>
              <a:rPr sz="1700" dirty="0">
                <a:latin typeface="Monaco"/>
                <a:cs typeface="Monaco"/>
              </a:rPr>
              <a:t>1</a:t>
            </a:r>
            <a:r>
              <a:rPr sz="1700" spc="-160" dirty="0">
                <a:latin typeface="Monaco"/>
                <a:cs typeface="Monaco"/>
              </a:rPr>
              <a:t> </a:t>
            </a:r>
            <a:r>
              <a:rPr sz="1700" spc="-80" dirty="0">
                <a:latin typeface="Monaco"/>
                <a:cs typeface="Monaco"/>
              </a:rPr>
              <a:t>downto</a:t>
            </a:r>
            <a:r>
              <a:rPr sz="1700" spc="-155" dirty="0">
                <a:latin typeface="Monaco"/>
                <a:cs typeface="Monaco"/>
              </a:rPr>
              <a:t> </a:t>
            </a:r>
            <a:r>
              <a:rPr sz="1700" dirty="0">
                <a:latin typeface="Monaco"/>
                <a:cs typeface="Monaco"/>
              </a:rPr>
              <a:t>0)</a:t>
            </a:r>
            <a:r>
              <a:rPr sz="1700" spc="-145" dirty="0">
                <a:latin typeface="Monaco"/>
                <a:cs typeface="Monaco"/>
              </a:rPr>
              <a:t> </a:t>
            </a:r>
            <a:r>
              <a:rPr sz="1700" spc="-25" dirty="0">
                <a:latin typeface="Monaco"/>
                <a:cs typeface="Monaco"/>
              </a:rPr>
              <a:t>);</a:t>
            </a:r>
            <a:endParaRPr sz="1700">
              <a:latin typeface="Monaco"/>
              <a:cs typeface="Monaco"/>
            </a:endParaRPr>
          </a:p>
          <a:p>
            <a:pPr marL="12700">
              <a:spcBef>
                <a:spcPts val="590"/>
              </a:spcBef>
            </a:pPr>
            <a:r>
              <a:rPr sz="1700" spc="-60" dirty="0">
                <a:latin typeface="Monaco"/>
                <a:cs typeface="Monaco"/>
              </a:rPr>
              <a:t>end</a:t>
            </a:r>
            <a:r>
              <a:rPr sz="1700" spc="-195" dirty="0">
                <a:latin typeface="Monaco"/>
                <a:cs typeface="Monaco"/>
              </a:rPr>
              <a:t> </a:t>
            </a:r>
            <a:r>
              <a:rPr sz="1700" spc="-10" dirty="0">
                <a:latin typeface="Monaco"/>
                <a:cs typeface="Monaco"/>
              </a:rPr>
              <a:t>ADDER;</a:t>
            </a:r>
            <a:endParaRPr sz="1700">
              <a:latin typeface="Monaco"/>
              <a:cs typeface="Monac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32089" y="4142304"/>
            <a:ext cx="5353685" cy="0"/>
          </a:xfrm>
          <a:custGeom>
            <a:avLst/>
            <a:gdLst/>
            <a:ahLst/>
            <a:cxnLst/>
            <a:rect l="l" t="t" r="r" b="b"/>
            <a:pathLst>
              <a:path w="5353684">
                <a:moveTo>
                  <a:pt x="0" y="0"/>
                </a:moveTo>
                <a:lnTo>
                  <a:pt x="5353135" y="0"/>
                </a:lnTo>
              </a:path>
            </a:pathLst>
          </a:custGeom>
          <a:ln w="17329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19389" y="4231999"/>
            <a:ext cx="5259705" cy="136525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spcBef>
                <a:spcPts val="685"/>
              </a:spcBef>
            </a:pPr>
            <a:r>
              <a:rPr sz="1700" spc="-90" dirty="0">
                <a:latin typeface="Monaco"/>
                <a:cs typeface="Monaco"/>
              </a:rPr>
              <a:t>architecture</a:t>
            </a:r>
            <a:r>
              <a:rPr sz="1700" spc="-170" dirty="0">
                <a:latin typeface="Monaco"/>
                <a:cs typeface="Monaco"/>
              </a:rPr>
              <a:t> </a:t>
            </a:r>
            <a:r>
              <a:rPr sz="1700" spc="-75" dirty="0">
                <a:latin typeface="Monaco"/>
                <a:cs typeface="Monaco"/>
              </a:rPr>
              <a:t>behv</a:t>
            </a:r>
            <a:r>
              <a:rPr sz="1700" spc="-180" dirty="0">
                <a:latin typeface="Monaco"/>
                <a:cs typeface="Monaco"/>
              </a:rPr>
              <a:t> </a:t>
            </a:r>
            <a:r>
              <a:rPr sz="1700" spc="-20" dirty="0">
                <a:latin typeface="Monaco"/>
                <a:cs typeface="Monaco"/>
              </a:rPr>
              <a:t>of</a:t>
            </a:r>
            <a:r>
              <a:rPr sz="1700" spc="-195" dirty="0">
                <a:latin typeface="Monaco"/>
                <a:cs typeface="Monaco"/>
              </a:rPr>
              <a:t> </a:t>
            </a:r>
            <a:r>
              <a:rPr sz="1700" spc="-80" dirty="0">
                <a:latin typeface="Monaco"/>
                <a:cs typeface="Monaco"/>
              </a:rPr>
              <a:t>ADDER</a:t>
            </a:r>
            <a:r>
              <a:rPr sz="1700" spc="-175" dirty="0">
                <a:latin typeface="Monaco"/>
                <a:cs typeface="Monaco"/>
              </a:rPr>
              <a:t> </a:t>
            </a:r>
            <a:r>
              <a:rPr sz="1700" spc="-25" dirty="0">
                <a:latin typeface="Monaco"/>
                <a:cs typeface="Monaco"/>
              </a:rPr>
              <a:t>is</a:t>
            </a:r>
            <a:endParaRPr sz="1700" dirty="0">
              <a:latin typeface="Monaco"/>
              <a:cs typeface="Monaco"/>
            </a:endParaRPr>
          </a:p>
          <a:p>
            <a:pPr marL="12700" marR="5080">
              <a:lnSpc>
                <a:spcPts val="2640"/>
              </a:lnSpc>
              <a:spcBef>
                <a:spcPts val="175"/>
              </a:spcBef>
            </a:pPr>
            <a:r>
              <a:rPr sz="1700" spc="-85" dirty="0">
                <a:latin typeface="Monaco"/>
                <a:cs typeface="Monaco"/>
              </a:rPr>
              <a:t>signal</a:t>
            </a:r>
            <a:r>
              <a:rPr sz="1700" spc="-135" dirty="0">
                <a:latin typeface="Monaco"/>
                <a:cs typeface="Monaco"/>
              </a:rPr>
              <a:t> </a:t>
            </a:r>
            <a:r>
              <a:rPr sz="1700" spc="-90" dirty="0">
                <a:latin typeface="Monaco"/>
                <a:cs typeface="Monaco"/>
              </a:rPr>
              <a:t>result:</a:t>
            </a:r>
            <a:r>
              <a:rPr sz="1700" spc="-130" dirty="0">
                <a:latin typeface="Monaco"/>
                <a:cs typeface="Monaco"/>
              </a:rPr>
              <a:t> </a:t>
            </a:r>
            <a:r>
              <a:rPr sz="1700" spc="-95" dirty="0">
                <a:latin typeface="Monaco"/>
                <a:cs typeface="Monaco"/>
              </a:rPr>
              <a:t>std_logic_vector(n</a:t>
            </a:r>
            <a:r>
              <a:rPr sz="1700" spc="-135" dirty="0">
                <a:latin typeface="Monaco"/>
                <a:cs typeface="Monaco"/>
              </a:rPr>
              <a:t> </a:t>
            </a:r>
            <a:r>
              <a:rPr sz="1700" spc="-85" dirty="0">
                <a:latin typeface="Monaco"/>
                <a:cs typeface="Monaco"/>
              </a:rPr>
              <a:t>downto</a:t>
            </a:r>
            <a:r>
              <a:rPr sz="1700" spc="-130" dirty="0">
                <a:latin typeface="Monaco"/>
                <a:cs typeface="Monaco"/>
              </a:rPr>
              <a:t> </a:t>
            </a:r>
            <a:r>
              <a:rPr sz="1700" spc="-25" dirty="0">
                <a:latin typeface="Monaco"/>
                <a:cs typeface="Monaco"/>
              </a:rPr>
              <a:t>0); </a:t>
            </a:r>
            <a:r>
              <a:rPr sz="1700" spc="-10" dirty="0">
                <a:latin typeface="Monaco"/>
                <a:cs typeface="Monaco"/>
              </a:rPr>
              <a:t>begin</a:t>
            </a:r>
            <a:endParaRPr sz="1700" dirty="0">
              <a:latin typeface="Monaco"/>
              <a:cs typeface="Monaco"/>
            </a:endParaRPr>
          </a:p>
          <a:p>
            <a:pPr marL="12700">
              <a:spcBef>
                <a:spcPts val="430"/>
              </a:spcBef>
            </a:pPr>
            <a:r>
              <a:rPr sz="1700" spc="-85" dirty="0">
                <a:latin typeface="Monaco"/>
                <a:cs typeface="Monaco"/>
              </a:rPr>
              <a:t>result</a:t>
            </a:r>
            <a:r>
              <a:rPr sz="1700" spc="-175" dirty="0">
                <a:latin typeface="Monaco"/>
                <a:cs typeface="Monaco"/>
              </a:rPr>
              <a:t> </a:t>
            </a:r>
            <a:r>
              <a:rPr sz="1700" spc="-20" dirty="0">
                <a:latin typeface="Monaco"/>
                <a:cs typeface="Monaco"/>
              </a:rPr>
              <a:t>&lt;=</a:t>
            </a:r>
            <a:r>
              <a:rPr sz="1700" spc="-185" dirty="0">
                <a:latin typeface="Monaco"/>
                <a:cs typeface="Monaco"/>
              </a:rPr>
              <a:t> </a:t>
            </a:r>
            <a:r>
              <a:rPr sz="1700" spc="-70" dirty="0">
                <a:latin typeface="Monaco"/>
                <a:cs typeface="Monaco"/>
              </a:rPr>
              <a:t>('0'</a:t>
            </a:r>
            <a:r>
              <a:rPr sz="1700" spc="-175" dirty="0">
                <a:latin typeface="Monaco"/>
                <a:cs typeface="Monaco"/>
              </a:rPr>
              <a:t> </a:t>
            </a:r>
            <a:r>
              <a:rPr sz="1700" dirty="0">
                <a:latin typeface="Monaco"/>
                <a:cs typeface="Monaco"/>
              </a:rPr>
              <a:t>&amp;</a:t>
            </a:r>
            <a:r>
              <a:rPr sz="1700" spc="-175" dirty="0">
                <a:latin typeface="Monaco"/>
                <a:cs typeface="Monaco"/>
              </a:rPr>
              <a:t> </a:t>
            </a:r>
            <a:r>
              <a:rPr sz="1700" spc="-90" dirty="0">
                <a:latin typeface="Monaco"/>
                <a:cs typeface="Monaco"/>
              </a:rPr>
              <a:t>A)+('0'</a:t>
            </a:r>
            <a:r>
              <a:rPr sz="1700" spc="-170" dirty="0">
                <a:latin typeface="Monaco"/>
                <a:cs typeface="Monaco"/>
              </a:rPr>
              <a:t> </a:t>
            </a:r>
            <a:r>
              <a:rPr sz="1700" dirty="0">
                <a:latin typeface="Monaco"/>
                <a:cs typeface="Monaco"/>
              </a:rPr>
              <a:t>&amp;</a:t>
            </a:r>
            <a:r>
              <a:rPr sz="1700" spc="-165" dirty="0">
                <a:latin typeface="Monaco"/>
                <a:cs typeface="Monaco"/>
              </a:rPr>
              <a:t> </a:t>
            </a:r>
            <a:r>
              <a:rPr sz="1700" spc="-25" dirty="0">
                <a:latin typeface="Monaco"/>
                <a:cs typeface="Monaco"/>
              </a:rPr>
              <a:t>B);</a:t>
            </a:r>
            <a:endParaRPr sz="1700" dirty="0">
              <a:latin typeface="Monaco"/>
              <a:cs typeface="Monac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9389" y="5545332"/>
            <a:ext cx="3529329" cy="85090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84785" marR="5080">
              <a:lnSpc>
                <a:spcPts val="1820"/>
              </a:lnSpc>
              <a:spcBef>
                <a:spcPts val="345"/>
              </a:spcBef>
            </a:pPr>
            <a:r>
              <a:rPr sz="1700" spc="-60" dirty="0">
                <a:latin typeface="Monaco"/>
                <a:cs typeface="Monaco"/>
              </a:rPr>
              <a:t>sum</a:t>
            </a:r>
            <a:r>
              <a:rPr sz="1700" spc="-170" dirty="0">
                <a:latin typeface="Monaco"/>
                <a:cs typeface="Monaco"/>
              </a:rPr>
              <a:t> </a:t>
            </a:r>
            <a:r>
              <a:rPr sz="1700" spc="-20" dirty="0">
                <a:latin typeface="Monaco"/>
                <a:cs typeface="Monaco"/>
              </a:rPr>
              <a:t>&lt;=</a:t>
            </a:r>
            <a:r>
              <a:rPr sz="1700" spc="-170" dirty="0">
                <a:latin typeface="Monaco"/>
                <a:cs typeface="Monaco"/>
              </a:rPr>
              <a:t> </a:t>
            </a:r>
            <a:r>
              <a:rPr sz="1700" spc="-105" dirty="0">
                <a:latin typeface="Monaco"/>
                <a:cs typeface="Monaco"/>
              </a:rPr>
              <a:t>result(n-</a:t>
            </a:r>
            <a:r>
              <a:rPr sz="1700" dirty="0">
                <a:latin typeface="Monaco"/>
                <a:cs typeface="Monaco"/>
              </a:rPr>
              <a:t>1</a:t>
            </a:r>
            <a:r>
              <a:rPr sz="1700" spc="-165" dirty="0">
                <a:latin typeface="Monaco"/>
                <a:cs typeface="Monaco"/>
              </a:rPr>
              <a:t> </a:t>
            </a:r>
            <a:r>
              <a:rPr sz="1700" spc="-85" dirty="0">
                <a:latin typeface="Monaco"/>
                <a:cs typeface="Monaco"/>
              </a:rPr>
              <a:t>downto</a:t>
            </a:r>
            <a:r>
              <a:rPr sz="1700" spc="-170" dirty="0">
                <a:latin typeface="Monaco"/>
                <a:cs typeface="Monaco"/>
              </a:rPr>
              <a:t> </a:t>
            </a:r>
            <a:r>
              <a:rPr sz="1700" spc="-60" dirty="0">
                <a:latin typeface="Monaco"/>
                <a:cs typeface="Monaco"/>
              </a:rPr>
              <a:t>0); </a:t>
            </a:r>
            <a:r>
              <a:rPr sz="1700" spc="-80" dirty="0">
                <a:latin typeface="Monaco"/>
                <a:cs typeface="Monaco"/>
              </a:rPr>
              <a:t>carry</a:t>
            </a:r>
            <a:r>
              <a:rPr sz="1700" spc="-180" dirty="0">
                <a:latin typeface="Monaco"/>
                <a:cs typeface="Monaco"/>
              </a:rPr>
              <a:t> </a:t>
            </a:r>
            <a:r>
              <a:rPr sz="1700" spc="-20" dirty="0">
                <a:latin typeface="Monaco"/>
                <a:cs typeface="Monaco"/>
              </a:rPr>
              <a:t>&lt;=</a:t>
            </a:r>
            <a:r>
              <a:rPr sz="1700" spc="-225" dirty="0">
                <a:latin typeface="Monaco"/>
                <a:cs typeface="Monaco"/>
              </a:rPr>
              <a:t> </a:t>
            </a:r>
            <a:r>
              <a:rPr sz="1700" spc="-10" dirty="0">
                <a:latin typeface="Monaco"/>
                <a:cs typeface="Monaco"/>
              </a:rPr>
              <a:t>result(n);</a:t>
            </a:r>
            <a:endParaRPr sz="1700">
              <a:latin typeface="Monaco"/>
              <a:cs typeface="Monaco"/>
            </a:endParaRPr>
          </a:p>
          <a:p>
            <a:pPr marL="12700">
              <a:spcBef>
                <a:spcPts val="570"/>
              </a:spcBef>
            </a:pPr>
            <a:r>
              <a:rPr sz="1700" spc="-60" dirty="0">
                <a:latin typeface="Monaco"/>
                <a:cs typeface="Monaco"/>
              </a:rPr>
              <a:t>end</a:t>
            </a:r>
            <a:r>
              <a:rPr sz="1700" spc="-195" dirty="0">
                <a:latin typeface="Monaco"/>
                <a:cs typeface="Monaco"/>
              </a:rPr>
              <a:t> </a:t>
            </a:r>
            <a:r>
              <a:rPr sz="1700" spc="-10" dirty="0">
                <a:latin typeface="Monaco"/>
                <a:cs typeface="Monaco"/>
              </a:rPr>
              <a:t>behv;</a:t>
            </a:r>
            <a:endParaRPr sz="170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4292" y="2444871"/>
            <a:ext cx="230832" cy="82676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80" dirty="0" err="1">
                <a:solidFill>
                  <a:srgbClr val="6FAC46"/>
                </a:solidFill>
                <a:latin typeface="Arial"/>
                <a:cs typeface="Arial"/>
              </a:rPr>
              <a:t>Baustein</a:t>
            </a:r>
            <a:endParaRPr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27486" y="2091187"/>
            <a:ext cx="624205" cy="268605"/>
          </a:xfrm>
          <a:custGeom>
            <a:avLst/>
            <a:gdLst/>
            <a:ahLst/>
            <a:cxnLst/>
            <a:rect l="l" t="t" r="r" b="b"/>
            <a:pathLst>
              <a:path w="624204" h="268605">
                <a:moveTo>
                  <a:pt x="91948" y="143383"/>
                </a:moveTo>
                <a:lnTo>
                  <a:pt x="82931" y="144399"/>
                </a:lnTo>
                <a:lnTo>
                  <a:pt x="0" y="246507"/>
                </a:lnTo>
                <a:lnTo>
                  <a:pt x="129666" y="268478"/>
                </a:lnTo>
                <a:lnTo>
                  <a:pt x="137033" y="263271"/>
                </a:lnTo>
                <a:lnTo>
                  <a:pt x="138429" y="255524"/>
                </a:lnTo>
                <a:lnTo>
                  <a:pt x="139331" y="249936"/>
                </a:lnTo>
                <a:lnTo>
                  <a:pt x="31496" y="249936"/>
                </a:lnTo>
                <a:lnTo>
                  <a:pt x="21462" y="223138"/>
                </a:lnTo>
                <a:lnTo>
                  <a:pt x="70939" y="204496"/>
                </a:lnTo>
                <a:lnTo>
                  <a:pt x="105156" y="162433"/>
                </a:lnTo>
                <a:lnTo>
                  <a:pt x="104139" y="153416"/>
                </a:lnTo>
                <a:lnTo>
                  <a:pt x="98044" y="148462"/>
                </a:lnTo>
                <a:lnTo>
                  <a:pt x="91948" y="143383"/>
                </a:lnTo>
                <a:close/>
              </a:path>
              <a:path w="624204" h="268605">
                <a:moveTo>
                  <a:pt x="70939" y="204496"/>
                </a:moveTo>
                <a:lnTo>
                  <a:pt x="21462" y="223138"/>
                </a:lnTo>
                <a:lnTo>
                  <a:pt x="31496" y="249936"/>
                </a:lnTo>
                <a:lnTo>
                  <a:pt x="43288" y="245491"/>
                </a:lnTo>
                <a:lnTo>
                  <a:pt x="37591" y="245491"/>
                </a:lnTo>
                <a:lnTo>
                  <a:pt x="28828" y="222504"/>
                </a:lnTo>
                <a:lnTo>
                  <a:pt x="56290" y="222504"/>
                </a:lnTo>
                <a:lnTo>
                  <a:pt x="70939" y="204496"/>
                </a:lnTo>
                <a:close/>
              </a:path>
              <a:path w="624204" h="268605">
                <a:moveTo>
                  <a:pt x="80955" y="231293"/>
                </a:moveTo>
                <a:lnTo>
                  <a:pt x="31496" y="249936"/>
                </a:lnTo>
                <a:lnTo>
                  <a:pt x="139331" y="249936"/>
                </a:lnTo>
                <a:lnTo>
                  <a:pt x="139700" y="247650"/>
                </a:lnTo>
                <a:lnTo>
                  <a:pt x="134492" y="240284"/>
                </a:lnTo>
                <a:lnTo>
                  <a:pt x="80955" y="231293"/>
                </a:lnTo>
                <a:close/>
              </a:path>
              <a:path w="624204" h="268605">
                <a:moveTo>
                  <a:pt x="28828" y="222504"/>
                </a:moveTo>
                <a:lnTo>
                  <a:pt x="37591" y="245491"/>
                </a:lnTo>
                <a:lnTo>
                  <a:pt x="52978" y="226575"/>
                </a:lnTo>
                <a:lnTo>
                  <a:pt x="28828" y="222504"/>
                </a:lnTo>
                <a:close/>
              </a:path>
              <a:path w="624204" h="268605">
                <a:moveTo>
                  <a:pt x="52978" y="226575"/>
                </a:moveTo>
                <a:lnTo>
                  <a:pt x="37591" y="245491"/>
                </a:lnTo>
                <a:lnTo>
                  <a:pt x="43288" y="245491"/>
                </a:lnTo>
                <a:lnTo>
                  <a:pt x="80955" y="231293"/>
                </a:lnTo>
                <a:lnTo>
                  <a:pt x="52978" y="226575"/>
                </a:lnTo>
                <a:close/>
              </a:path>
              <a:path w="624204" h="268605">
                <a:moveTo>
                  <a:pt x="613663" y="0"/>
                </a:moveTo>
                <a:lnTo>
                  <a:pt x="70939" y="204496"/>
                </a:lnTo>
                <a:lnTo>
                  <a:pt x="52978" y="226575"/>
                </a:lnTo>
                <a:lnTo>
                  <a:pt x="80955" y="231293"/>
                </a:lnTo>
                <a:lnTo>
                  <a:pt x="623824" y="26670"/>
                </a:lnTo>
                <a:lnTo>
                  <a:pt x="613663" y="0"/>
                </a:lnTo>
                <a:close/>
              </a:path>
              <a:path w="624204" h="268605">
                <a:moveTo>
                  <a:pt x="56290" y="222504"/>
                </a:moveTo>
                <a:lnTo>
                  <a:pt x="28828" y="222504"/>
                </a:lnTo>
                <a:lnTo>
                  <a:pt x="52978" y="226575"/>
                </a:lnTo>
                <a:lnTo>
                  <a:pt x="56290" y="222504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51691" y="1623648"/>
            <a:ext cx="5583560" cy="860491"/>
          </a:xfrm>
          <a:prstGeom prst="rect">
            <a:avLst/>
          </a:prstGeom>
          <a:ln w="3175">
            <a:noFill/>
          </a:ln>
        </p:spPr>
        <p:txBody>
          <a:bodyPr vert="horz" wrap="square" lIns="0" tIns="29209" rIns="0" bIns="0" rtlCol="0">
            <a:spAutoFit/>
          </a:bodyPr>
          <a:lstStyle/>
          <a:p>
            <a:pPr marL="88900">
              <a:spcBef>
                <a:spcPts val="229"/>
              </a:spcBef>
            </a:pPr>
            <a:r>
              <a:rPr spc="-10" dirty="0">
                <a:solidFill>
                  <a:srgbClr val="EC7C30"/>
                </a:solidFill>
                <a:latin typeface="Arial"/>
                <a:cs typeface="Arial"/>
              </a:rPr>
              <a:t>Parameter</a:t>
            </a:r>
            <a:r>
              <a:rPr lang="de-DE" spc="-10" dirty="0">
                <a:solidFill>
                  <a:srgbClr val="EC7C30"/>
                </a:solidFill>
                <a:latin typeface="Arial"/>
                <a:cs typeface="Arial"/>
              </a:rPr>
              <a:t>, 2 ist Standardwert (aber für beliebige Bitbreiten parametrisierbar), Entity und Architektur werden durch </a:t>
            </a:r>
            <a:r>
              <a:rPr lang="de-DE" spc="-10" dirty="0" err="1">
                <a:solidFill>
                  <a:srgbClr val="EC7C30"/>
                </a:solidFill>
                <a:latin typeface="Arial"/>
                <a:cs typeface="Arial"/>
              </a:rPr>
              <a:t>Generic</a:t>
            </a:r>
            <a:r>
              <a:rPr lang="de-DE" spc="-10" dirty="0">
                <a:solidFill>
                  <a:srgbClr val="EC7C30"/>
                </a:solidFill>
                <a:latin typeface="Arial"/>
                <a:cs typeface="Arial"/>
              </a:rPr>
              <a:t> parametrisiert</a:t>
            </a:r>
            <a:endParaRPr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74317" y="2577088"/>
            <a:ext cx="308610" cy="132715"/>
          </a:xfrm>
          <a:custGeom>
            <a:avLst/>
            <a:gdLst/>
            <a:ahLst/>
            <a:cxnLst/>
            <a:rect l="l" t="t" r="r" b="b"/>
            <a:pathLst>
              <a:path w="308609" h="132714">
                <a:moveTo>
                  <a:pt x="113410" y="0"/>
                </a:moveTo>
                <a:lnTo>
                  <a:pt x="106679" y="4064"/>
                </a:lnTo>
                <a:lnTo>
                  <a:pt x="0" y="66929"/>
                </a:lnTo>
                <a:lnTo>
                  <a:pt x="114046" y="132715"/>
                </a:lnTo>
                <a:lnTo>
                  <a:pt x="122808" y="130302"/>
                </a:lnTo>
                <a:lnTo>
                  <a:pt x="126746" y="123444"/>
                </a:lnTo>
                <a:lnTo>
                  <a:pt x="130682" y="116713"/>
                </a:lnTo>
                <a:lnTo>
                  <a:pt x="128397" y="107950"/>
                </a:lnTo>
                <a:lnTo>
                  <a:pt x="81737" y="81026"/>
                </a:lnTo>
                <a:lnTo>
                  <a:pt x="28448" y="81026"/>
                </a:lnTo>
                <a:lnTo>
                  <a:pt x="28321" y="52451"/>
                </a:lnTo>
                <a:lnTo>
                  <a:pt x="81347" y="52185"/>
                </a:lnTo>
                <a:lnTo>
                  <a:pt x="121157" y="28702"/>
                </a:lnTo>
                <a:lnTo>
                  <a:pt x="127888" y="24638"/>
                </a:lnTo>
                <a:lnTo>
                  <a:pt x="130175" y="15875"/>
                </a:lnTo>
                <a:lnTo>
                  <a:pt x="126237" y="9144"/>
                </a:lnTo>
                <a:lnTo>
                  <a:pt x="122174" y="2286"/>
                </a:lnTo>
                <a:lnTo>
                  <a:pt x="113410" y="0"/>
                </a:lnTo>
                <a:close/>
              </a:path>
              <a:path w="308609" h="132714">
                <a:moveTo>
                  <a:pt x="81347" y="52185"/>
                </a:moveTo>
                <a:lnTo>
                  <a:pt x="28321" y="52451"/>
                </a:lnTo>
                <a:lnTo>
                  <a:pt x="28448" y="81026"/>
                </a:lnTo>
                <a:lnTo>
                  <a:pt x="81281" y="80762"/>
                </a:lnTo>
                <a:lnTo>
                  <a:pt x="78439" y="79121"/>
                </a:lnTo>
                <a:lnTo>
                  <a:pt x="35686" y="79121"/>
                </a:lnTo>
                <a:lnTo>
                  <a:pt x="35559" y="54356"/>
                </a:lnTo>
                <a:lnTo>
                  <a:pt x="77668" y="54356"/>
                </a:lnTo>
                <a:lnTo>
                  <a:pt x="81347" y="52185"/>
                </a:lnTo>
                <a:close/>
              </a:path>
              <a:path w="308609" h="132714">
                <a:moveTo>
                  <a:pt x="81281" y="80762"/>
                </a:moveTo>
                <a:lnTo>
                  <a:pt x="28448" y="81026"/>
                </a:lnTo>
                <a:lnTo>
                  <a:pt x="81737" y="81026"/>
                </a:lnTo>
                <a:lnTo>
                  <a:pt x="81281" y="80762"/>
                </a:lnTo>
                <a:close/>
              </a:path>
              <a:path w="308609" h="132714">
                <a:moveTo>
                  <a:pt x="307848" y="51054"/>
                </a:moveTo>
                <a:lnTo>
                  <a:pt x="81347" y="52185"/>
                </a:lnTo>
                <a:lnTo>
                  <a:pt x="56837" y="66644"/>
                </a:lnTo>
                <a:lnTo>
                  <a:pt x="81281" y="80762"/>
                </a:lnTo>
                <a:lnTo>
                  <a:pt x="308101" y="79629"/>
                </a:lnTo>
                <a:lnTo>
                  <a:pt x="307986" y="66644"/>
                </a:lnTo>
                <a:lnTo>
                  <a:pt x="307860" y="52451"/>
                </a:lnTo>
                <a:lnTo>
                  <a:pt x="307848" y="51054"/>
                </a:lnTo>
                <a:close/>
              </a:path>
              <a:path w="308609" h="132714">
                <a:moveTo>
                  <a:pt x="35559" y="54356"/>
                </a:moveTo>
                <a:lnTo>
                  <a:pt x="35686" y="79121"/>
                </a:lnTo>
                <a:lnTo>
                  <a:pt x="56837" y="66644"/>
                </a:lnTo>
                <a:lnTo>
                  <a:pt x="35559" y="54356"/>
                </a:lnTo>
                <a:close/>
              </a:path>
              <a:path w="308609" h="132714">
                <a:moveTo>
                  <a:pt x="56837" y="66644"/>
                </a:moveTo>
                <a:lnTo>
                  <a:pt x="35686" y="79121"/>
                </a:lnTo>
                <a:lnTo>
                  <a:pt x="78439" y="79121"/>
                </a:lnTo>
                <a:lnTo>
                  <a:pt x="56837" y="66644"/>
                </a:lnTo>
                <a:close/>
              </a:path>
              <a:path w="308609" h="132714">
                <a:moveTo>
                  <a:pt x="77668" y="54356"/>
                </a:moveTo>
                <a:lnTo>
                  <a:pt x="35559" y="54356"/>
                </a:lnTo>
                <a:lnTo>
                  <a:pt x="56837" y="66644"/>
                </a:lnTo>
                <a:lnTo>
                  <a:pt x="77668" y="54356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631062" y="2494665"/>
            <a:ext cx="3105667" cy="1163138"/>
          </a:xfrm>
          <a:prstGeom prst="rect">
            <a:avLst/>
          </a:prstGeom>
          <a:ln w="3175">
            <a:noFill/>
          </a:ln>
        </p:spPr>
        <p:txBody>
          <a:bodyPr vert="horz" wrap="square" lIns="0" tIns="29209" rIns="0" bIns="0" rtlCol="0">
            <a:spAutoFit/>
          </a:bodyPr>
          <a:lstStyle/>
          <a:p>
            <a:pPr marL="90170">
              <a:spcBef>
                <a:spcPts val="229"/>
              </a:spcBef>
            </a:pPr>
            <a:r>
              <a:rPr spc="-10" dirty="0" err="1">
                <a:solidFill>
                  <a:srgbClr val="EC7C30"/>
                </a:solidFill>
                <a:latin typeface="Arial"/>
                <a:cs typeface="Arial"/>
              </a:rPr>
              <a:t>Schnittstelle</a:t>
            </a:r>
            <a:r>
              <a:rPr lang="de-DE" spc="-10" dirty="0">
                <a:solidFill>
                  <a:srgbClr val="EC7C30"/>
                </a:solidFill>
                <a:latin typeface="Arial"/>
                <a:cs typeface="Arial"/>
              </a:rPr>
              <a:t> (Ein/Ausgänge)</a:t>
            </a:r>
          </a:p>
          <a:p>
            <a:pPr marL="90170">
              <a:spcBef>
                <a:spcPts val="229"/>
              </a:spcBef>
            </a:pPr>
            <a:r>
              <a:rPr lang="de-DE" spc="-10" dirty="0">
                <a:solidFill>
                  <a:srgbClr val="EC7C30"/>
                </a:solidFill>
                <a:latin typeface="Arial"/>
                <a:cs typeface="Arial"/>
              </a:rPr>
              <a:t>n-1 </a:t>
            </a:r>
            <a:r>
              <a:rPr lang="de-DE" spc="-10" dirty="0" err="1">
                <a:solidFill>
                  <a:srgbClr val="EC7C30"/>
                </a:solidFill>
                <a:latin typeface="Arial"/>
                <a:cs typeface="Arial"/>
              </a:rPr>
              <a:t>downto</a:t>
            </a:r>
            <a:r>
              <a:rPr lang="de-DE" spc="-10" dirty="0">
                <a:solidFill>
                  <a:srgbClr val="EC7C30"/>
                </a:solidFill>
                <a:latin typeface="Arial"/>
                <a:cs typeface="Arial"/>
              </a:rPr>
              <a:t> 0 definiert Bitbreite (bei </a:t>
            </a:r>
            <a:r>
              <a:rPr lang="de-DE" spc="-10" dirty="0" err="1">
                <a:solidFill>
                  <a:srgbClr val="EC7C30"/>
                </a:solidFill>
                <a:latin typeface="Arial"/>
                <a:cs typeface="Arial"/>
              </a:rPr>
              <a:t>default</a:t>
            </a:r>
            <a:r>
              <a:rPr lang="de-DE" spc="-10" dirty="0">
                <a:solidFill>
                  <a:srgbClr val="EC7C30"/>
                </a:solidFill>
                <a:latin typeface="Arial"/>
                <a:cs typeface="Arial"/>
              </a:rPr>
              <a:t> 2 also 2 Bit)</a:t>
            </a:r>
            <a:endParaRPr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24596" y="4340234"/>
            <a:ext cx="230832" cy="16433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35" dirty="0">
                <a:solidFill>
                  <a:srgbClr val="6FAC46"/>
                </a:solidFill>
                <a:latin typeface="Arial"/>
                <a:cs typeface="Arial"/>
              </a:rPr>
              <a:t>Architekturrumpf</a:t>
            </a:r>
            <a:endParaRPr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55090" y="4640585"/>
            <a:ext cx="265430" cy="132715"/>
          </a:xfrm>
          <a:custGeom>
            <a:avLst/>
            <a:gdLst/>
            <a:ahLst/>
            <a:cxnLst/>
            <a:rect l="l" t="t" r="r" b="b"/>
            <a:pathLst>
              <a:path w="265429" h="132714">
                <a:moveTo>
                  <a:pt x="113410" y="0"/>
                </a:moveTo>
                <a:lnTo>
                  <a:pt x="106552" y="3937"/>
                </a:lnTo>
                <a:lnTo>
                  <a:pt x="0" y="66929"/>
                </a:lnTo>
                <a:lnTo>
                  <a:pt x="114173" y="132587"/>
                </a:lnTo>
                <a:lnTo>
                  <a:pt x="122935" y="130302"/>
                </a:lnTo>
                <a:lnTo>
                  <a:pt x="126746" y="123443"/>
                </a:lnTo>
                <a:lnTo>
                  <a:pt x="130809" y="116586"/>
                </a:lnTo>
                <a:lnTo>
                  <a:pt x="128397" y="107823"/>
                </a:lnTo>
                <a:lnTo>
                  <a:pt x="81868" y="81025"/>
                </a:lnTo>
                <a:lnTo>
                  <a:pt x="28448" y="81025"/>
                </a:lnTo>
                <a:lnTo>
                  <a:pt x="28321" y="52450"/>
                </a:lnTo>
                <a:lnTo>
                  <a:pt x="81313" y="52138"/>
                </a:lnTo>
                <a:lnTo>
                  <a:pt x="121157" y="28575"/>
                </a:lnTo>
                <a:lnTo>
                  <a:pt x="127888" y="24511"/>
                </a:lnTo>
                <a:lnTo>
                  <a:pt x="130175" y="15748"/>
                </a:lnTo>
                <a:lnTo>
                  <a:pt x="126110" y="9017"/>
                </a:lnTo>
                <a:lnTo>
                  <a:pt x="122174" y="2159"/>
                </a:lnTo>
                <a:lnTo>
                  <a:pt x="113410" y="0"/>
                </a:lnTo>
                <a:close/>
              </a:path>
              <a:path w="265429" h="132714">
                <a:moveTo>
                  <a:pt x="81313" y="52138"/>
                </a:moveTo>
                <a:lnTo>
                  <a:pt x="28321" y="52450"/>
                </a:lnTo>
                <a:lnTo>
                  <a:pt x="28448" y="81025"/>
                </a:lnTo>
                <a:lnTo>
                  <a:pt x="81326" y="80714"/>
                </a:lnTo>
                <a:lnTo>
                  <a:pt x="78560" y="79121"/>
                </a:lnTo>
                <a:lnTo>
                  <a:pt x="35686" y="79121"/>
                </a:lnTo>
                <a:lnTo>
                  <a:pt x="35559" y="54356"/>
                </a:lnTo>
                <a:lnTo>
                  <a:pt x="77563" y="54356"/>
                </a:lnTo>
                <a:lnTo>
                  <a:pt x="81313" y="52138"/>
                </a:lnTo>
                <a:close/>
              </a:path>
              <a:path w="265429" h="132714">
                <a:moveTo>
                  <a:pt x="81326" y="80714"/>
                </a:moveTo>
                <a:lnTo>
                  <a:pt x="28448" y="81025"/>
                </a:lnTo>
                <a:lnTo>
                  <a:pt x="81868" y="81025"/>
                </a:lnTo>
                <a:lnTo>
                  <a:pt x="81326" y="80714"/>
                </a:lnTo>
                <a:close/>
              </a:path>
              <a:path w="265429" h="132714">
                <a:moveTo>
                  <a:pt x="265175" y="51054"/>
                </a:moveTo>
                <a:lnTo>
                  <a:pt x="81313" y="52138"/>
                </a:lnTo>
                <a:lnTo>
                  <a:pt x="56839" y="66611"/>
                </a:lnTo>
                <a:lnTo>
                  <a:pt x="81326" y="80714"/>
                </a:lnTo>
                <a:lnTo>
                  <a:pt x="265429" y="79629"/>
                </a:lnTo>
                <a:lnTo>
                  <a:pt x="265314" y="66611"/>
                </a:lnTo>
                <a:lnTo>
                  <a:pt x="265188" y="52450"/>
                </a:lnTo>
                <a:lnTo>
                  <a:pt x="265175" y="51054"/>
                </a:lnTo>
                <a:close/>
              </a:path>
              <a:path w="265429" h="132714">
                <a:moveTo>
                  <a:pt x="35559" y="54356"/>
                </a:moveTo>
                <a:lnTo>
                  <a:pt x="35686" y="79121"/>
                </a:lnTo>
                <a:lnTo>
                  <a:pt x="56839" y="66611"/>
                </a:lnTo>
                <a:lnTo>
                  <a:pt x="35559" y="54356"/>
                </a:lnTo>
                <a:close/>
              </a:path>
              <a:path w="265429" h="132714">
                <a:moveTo>
                  <a:pt x="56839" y="66611"/>
                </a:moveTo>
                <a:lnTo>
                  <a:pt x="35686" y="79121"/>
                </a:lnTo>
                <a:lnTo>
                  <a:pt x="78560" y="79121"/>
                </a:lnTo>
                <a:lnTo>
                  <a:pt x="56839" y="66611"/>
                </a:lnTo>
                <a:close/>
              </a:path>
              <a:path w="265429" h="132714">
                <a:moveTo>
                  <a:pt x="77563" y="54356"/>
                </a:moveTo>
                <a:lnTo>
                  <a:pt x="35559" y="54356"/>
                </a:lnTo>
                <a:lnTo>
                  <a:pt x="56839" y="66611"/>
                </a:lnTo>
                <a:lnTo>
                  <a:pt x="77563" y="54356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693545" y="4523110"/>
            <a:ext cx="3315081" cy="583492"/>
          </a:xfrm>
          <a:prstGeom prst="rect">
            <a:avLst/>
          </a:prstGeom>
          <a:ln w="3175">
            <a:noFill/>
          </a:ln>
        </p:spPr>
        <p:txBody>
          <a:bodyPr vert="horz" wrap="square" lIns="0" tIns="29209" rIns="0" bIns="0" rtlCol="0">
            <a:spAutoFit/>
          </a:bodyPr>
          <a:lstStyle/>
          <a:p>
            <a:pPr marL="90170">
              <a:spcBef>
                <a:spcPts val="229"/>
              </a:spcBef>
            </a:pPr>
            <a:r>
              <a:rPr spc="-10" dirty="0" err="1">
                <a:solidFill>
                  <a:srgbClr val="EC7C30"/>
                </a:solidFill>
                <a:latin typeface="Arial"/>
                <a:cs typeface="Arial"/>
              </a:rPr>
              <a:t>Deklaration</a:t>
            </a:r>
            <a:r>
              <a:rPr lang="de-DE" spc="-10" dirty="0">
                <a:solidFill>
                  <a:srgbClr val="EC7C30"/>
                </a:solidFill>
                <a:latin typeface="Arial"/>
                <a:cs typeface="Arial"/>
              </a:rPr>
              <a:t>, 1 Bit mehr für Übertrag</a:t>
            </a:r>
            <a:endParaRPr dirty="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748921" y="4920872"/>
            <a:ext cx="428625" cy="1286510"/>
          </a:xfrm>
          <a:custGeom>
            <a:avLst/>
            <a:gdLst/>
            <a:ahLst/>
            <a:cxnLst/>
            <a:rect l="l" t="t" r="r" b="b"/>
            <a:pathLst>
              <a:path w="428625" h="1286510">
                <a:moveTo>
                  <a:pt x="0" y="0"/>
                </a:moveTo>
                <a:lnTo>
                  <a:pt x="56915" y="5744"/>
                </a:lnTo>
                <a:lnTo>
                  <a:pt x="108062" y="21956"/>
                </a:lnTo>
                <a:lnTo>
                  <a:pt x="151399" y="47101"/>
                </a:lnTo>
                <a:lnTo>
                  <a:pt x="184883" y="79643"/>
                </a:lnTo>
                <a:lnTo>
                  <a:pt x="206472" y="118048"/>
                </a:lnTo>
                <a:lnTo>
                  <a:pt x="214122" y="160781"/>
                </a:lnTo>
                <a:lnTo>
                  <a:pt x="214122" y="562609"/>
                </a:lnTo>
                <a:lnTo>
                  <a:pt x="221771" y="605343"/>
                </a:lnTo>
                <a:lnTo>
                  <a:pt x="243360" y="643748"/>
                </a:lnTo>
                <a:lnTo>
                  <a:pt x="276844" y="676290"/>
                </a:lnTo>
                <a:lnTo>
                  <a:pt x="320181" y="701435"/>
                </a:lnTo>
                <a:lnTo>
                  <a:pt x="371328" y="717647"/>
                </a:lnTo>
                <a:lnTo>
                  <a:pt x="428243" y="723391"/>
                </a:lnTo>
                <a:lnTo>
                  <a:pt x="371328" y="729136"/>
                </a:lnTo>
                <a:lnTo>
                  <a:pt x="320181" y="745348"/>
                </a:lnTo>
                <a:lnTo>
                  <a:pt x="276844" y="770493"/>
                </a:lnTo>
                <a:lnTo>
                  <a:pt x="243360" y="803035"/>
                </a:lnTo>
                <a:lnTo>
                  <a:pt x="221771" y="841440"/>
                </a:lnTo>
                <a:lnTo>
                  <a:pt x="214122" y="884173"/>
                </a:lnTo>
                <a:lnTo>
                  <a:pt x="214122" y="1125486"/>
                </a:lnTo>
                <a:lnTo>
                  <a:pt x="206472" y="1168223"/>
                </a:lnTo>
                <a:lnTo>
                  <a:pt x="184883" y="1206627"/>
                </a:lnTo>
                <a:lnTo>
                  <a:pt x="151399" y="1239165"/>
                </a:lnTo>
                <a:lnTo>
                  <a:pt x="108062" y="1264305"/>
                </a:lnTo>
                <a:lnTo>
                  <a:pt x="56915" y="1280512"/>
                </a:lnTo>
                <a:lnTo>
                  <a:pt x="0" y="1286255"/>
                </a:lnTo>
              </a:path>
            </a:pathLst>
          </a:custGeom>
          <a:ln w="1905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323975" y="5463671"/>
            <a:ext cx="404236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90" dirty="0" err="1">
                <a:solidFill>
                  <a:srgbClr val="EC7C30"/>
                </a:solidFill>
                <a:latin typeface="Arial"/>
                <a:cs typeface="Arial"/>
              </a:rPr>
              <a:t>Anweisungen</a:t>
            </a:r>
            <a:r>
              <a:rPr lang="de-DE" spc="-90" dirty="0">
                <a:solidFill>
                  <a:srgbClr val="EC7C30"/>
                </a:solidFill>
                <a:latin typeface="Arial"/>
                <a:cs typeface="Arial"/>
              </a:rPr>
              <a:t>, die nebenläufig ausgeführt werden, &amp; ist Konkatenation ('0' &amp; A erweitert den Vektor um 1 Bit links)</a:t>
            </a:r>
            <a:endParaRPr dirty="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43622" y="1837820"/>
            <a:ext cx="344805" cy="2200910"/>
          </a:xfrm>
          <a:custGeom>
            <a:avLst/>
            <a:gdLst/>
            <a:ahLst/>
            <a:cxnLst/>
            <a:rect l="l" t="t" r="r" b="b"/>
            <a:pathLst>
              <a:path w="344805" h="2200910">
                <a:moveTo>
                  <a:pt x="344423" y="0"/>
                </a:moveTo>
                <a:lnTo>
                  <a:pt x="289991" y="6593"/>
                </a:lnTo>
                <a:lnTo>
                  <a:pt x="242717" y="24952"/>
                </a:lnTo>
                <a:lnTo>
                  <a:pt x="205438" y="52943"/>
                </a:lnTo>
                <a:lnTo>
                  <a:pt x="180991" y="88432"/>
                </a:lnTo>
                <a:lnTo>
                  <a:pt x="172212" y="129286"/>
                </a:lnTo>
                <a:lnTo>
                  <a:pt x="172212" y="920496"/>
                </a:lnTo>
                <a:lnTo>
                  <a:pt x="163432" y="961411"/>
                </a:lnTo>
                <a:lnTo>
                  <a:pt x="138985" y="996937"/>
                </a:lnTo>
                <a:lnTo>
                  <a:pt x="101706" y="1024947"/>
                </a:lnTo>
                <a:lnTo>
                  <a:pt x="54432" y="1043314"/>
                </a:lnTo>
                <a:lnTo>
                  <a:pt x="0" y="1049909"/>
                </a:lnTo>
                <a:lnTo>
                  <a:pt x="54432" y="1056490"/>
                </a:lnTo>
                <a:lnTo>
                  <a:pt x="101706" y="1074825"/>
                </a:lnTo>
                <a:lnTo>
                  <a:pt x="138985" y="1102797"/>
                </a:lnTo>
                <a:lnTo>
                  <a:pt x="163432" y="1138292"/>
                </a:lnTo>
                <a:lnTo>
                  <a:pt x="172212" y="1179195"/>
                </a:lnTo>
                <a:lnTo>
                  <a:pt x="172212" y="2071370"/>
                </a:lnTo>
                <a:lnTo>
                  <a:pt x="180991" y="2112223"/>
                </a:lnTo>
                <a:lnTo>
                  <a:pt x="205438" y="2147712"/>
                </a:lnTo>
                <a:lnTo>
                  <a:pt x="242717" y="2175703"/>
                </a:lnTo>
                <a:lnTo>
                  <a:pt x="289991" y="2194062"/>
                </a:lnTo>
                <a:lnTo>
                  <a:pt x="344423" y="2200656"/>
                </a:lnTo>
              </a:path>
            </a:pathLst>
          </a:custGeom>
          <a:ln w="19050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64957" y="4172589"/>
            <a:ext cx="342900" cy="2200910"/>
          </a:xfrm>
          <a:custGeom>
            <a:avLst/>
            <a:gdLst/>
            <a:ahLst/>
            <a:cxnLst/>
            <a:rect l="l" t="t" r="r" b="b"/>
            <a:pathLst>
              <a:path w="342900" h="2200910">
                <a:moveTo>
                  <a:pt x="342900" y="0"/>
                </a:moveTo>
                <a:lnTo>
                  <a:pt x="288707" y="6565"/>
                </a:lnTo>
                <a:lnTo>
                  <a:pt x="241643" y="24847"/>
                </a:lnTo>
                <a:lnTo>
                  <a:pt x="204529" y="52724"/>
                </a:lnTo>
                <a:lnTo>
                  <a:pt x="180190" y="88075"/>
                </a:lnTo>
                <a:lnTo>
                  <a:pt x="171450" y="128778"/>
                </a:lnTo>
                <a:lnTo>
                  <a:pt x="171450" y="921131"/>
                </a:lnTo>
                <a:lnTo>
                  <a:pt x="162709" y="961820"/>
                </a:lnTo>
                <a:lnTo>
                  <a:pt x="138370" y="997139"/>
                </a:lnTo>
                <a:lnTo>
                  <a:pt x="101256" y="1024979"/>
                </a:lnTo>
                <a:lnTo>
                  <a:pt x="54192" y="1043229"/>
                </a:lnTo>
                <a:lnTo>
                  <a:pt x="0" y="1049782"/>
                </a:lnTo>
                <a:lnTo>
                  <a:pt x="54192" y="1056347"/>
                </a:lnTo>
                <a:lnTo>
                  <a:pt x="101256" y="1074629"/>
                </a:lnTo>
                <a:lnTo>
                  <a:pt x="138370" y="1102506"/>
                </a:lnTo>
                <a:lnTo>
                  <a:pt x="162709" y="1137857"/>
                </a:lnTo>
                <a:lnTo>
                  <a:pt x="171450" y="1178560"/>
                </a:lnTo>
                <a:lnTo>
                  <a:pt x="171450" y="2071928"/>
                </a:lnTo>
                <a:lnTo>
                  <a:pt x="180190" y="2112616"/>
                </a:lnTo>
                <a:lnTo>
                  <a:pt x="204529" y="2147953"/>
                </a:lnTo>
                <a:lnTo>
                  <a:pt x="241643" y="2175819"/>
                </a:lnTo>
                <a:lnTo>
                  <a:pt x="288707" y="2194093"/>
                </a:lnTo>
                <a:lnTo>
                  <a:pt x="342900" y="2200656"/>
                </a:lnTo>
              </a:path>
            </a:pathLst>
          </a:custGeom>
          <a:ln w="19050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12994258" y="6396232"/>
            <a:ext cx="1962150" cy="15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80</a:t>
            </a:fld>
            <a:endParaRPr spc="-25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FB5C2-667B-56D2-CE5F-2477E4C96FF5}"/>
              </a:ext>
            </a:extLst>
          </p:cNvPr>
          <p:cNvSpPr txBox="1"/>
          <p:nvPr/>
        </p:nvSpPr>
        <p:spPr>
          <a:xfrm>
            <a:off x="44042" y="2447484"/>
            <a:ext cx="1361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400" dirty="0"/>
              <a:t>Black Box / Schnittstelle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EB6AE1-C7C1-052E-ECD2-4E5F0DD52D8D}"/>
              </a:ext>
            </a:extLst>
          </p:cNvPr>
          <p:cNvSpPr txBox="1"/>
          <p:nvPr/>
        </p:nvSpPr>
        <p:spPr>
          <a:xfrm>
            <a:off x="54765" y="4284761"/>
            <a:ext cx="20583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400" dirty="0"/>
              <a:t>Architektur / Implementierung</a:t>
            </a:r>
          </a:p>
          <a:p>
            <a:r>
              <a:rPr lang="en-GB" sz="1400" dirty="0"/>
              <a:t>Keine </a:t>
            </a:r>
            <a:r>
              <a:rPr lang="en-GB" sz="1400" dirty="0" err="1"/>
              <a:t>Programmausführung</a:t>
            </a:r>
            <a:r>
              <a:rPr lang="en-GB" sz="1400" dirty="0"/>
              <a:t>,</a:t>
            </a:r>
          </a:p>
          <a:p>
            <a:r>
              <a:rPr lang="en-GB" sz="1400" dirty="0" err="1"/>
              <a:t>sondern</a:t>
            </a:r>
            <a:r>
              <a:rPr lang="en-GB" sz="1400" dirty="0"/>
              <a:t> </a:t>
            </a:r>
            <a:r>
              <a:rPr lang="en-GB" sz="1400" dirty="0" err="1"/>
              <a:t>parallele</a:t>
            </a:r>
            <a:r>
              <a:rPr lang="en-GB" sz="1400" dirty="0"/>
              <a:t> </a:t>
            </a:r>
            <a:r>
              <a:rPr lang="en-GB" sz="1400" dirty="0" err="1"/>
              <a:t>Hardwarebeschreibung</a:t>
            </a:r>
            <a:endParaRPr lang="en-DE" sz="14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8" y="1031239"/>
            <a:ext cx="7585653" cy="1477328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VHDL: </a:t>
            </a:r>
            <a:r>
              <a:rPr lang="en-US" dirty="0" err="1">
                <a:cs typeface="Arial" charset="0"/>
              </a:rPr>
              <a:t>Strukturmodellierung</a:t>
            </a:r>
            <a:endParaRPr lang="el-GR" sz="4000" dirty="0">
              <a:cs typeface="Arial" charset="0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idx="1"/>
          </p:nvPr>
        </p:nvSpPr>
        <p:spPr>
          <a:xfrm>
            <a:off x="3351291" y="2134639"/>
            <a:ext cx="8784976" cy="3323987"/>
          </a:xfrm>
          <a:ln>
            <a:noFill/>
          </a:ln>
        </p:spPr>
        <p:txBody>
          <a:bodyPr/>
          <a:lstStyle/>
          <a:p>
            <a:pPr>
              <a:buNone/>
            </a:pP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architecture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structural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NAND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NOT_gate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(a :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std_logic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; b :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std_logic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AND_gate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(a :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std_logic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; b :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std_logic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; c :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std_logic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signal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and2not: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std_logic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de-DE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and1 : </a:t>
            </a:r>
            <a:r>
              <a:rPr lang="de-DE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AND_gate</a:t>
            </a:r>
            <a:r>
              <a:rPr lang="de-DE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r>
              <a:rPr lang="de-DE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de-DE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(A,B,and2not);</a:t>
            </a:r>
          </a:p>
          <a:p>
            <a:pPr>
              <a:buNone/>
            </a:pPr>
            <a:r>
              <a:rPr lang="de-DE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not1 : </a:t>
            </a:r>
            <a:r>
              <a:rPr lang="de-DE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NOT_gate</a:t>
            </a:r>
            <a:r>
              <a:rPr lang="de-DE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r>
              <a:rPr lang="de-DE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de-DE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(and2not,C);</a:t>
            </a:r>
          </a:p>
          <a:p>
            <a:pPr>
              <a:buNone/>
            </a:pP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structural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307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307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81</a:t>
            </a:fld>
            <a:r>
              <a:rPr lang="de-DE"/>
              <a:t> 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11750" y="2508567"/>
            <a:ext cx="11472392" cy="444817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marL="265113" indent="-265113" algn="l" defTabSz="385341" rtl="0" eaLnBrk="1" latinLnBrk="0" hangingPunct="1">
              <a:lnSpc>
                <a:spcPct val="100000"/>
              </a:lnSpc>
              <a:spcBef>
                <a:spcPts val="295"/>
              </a:spcBef>
              <a:spcAft>
                <a:spcPts val="400"/>
              </a:spcAft>
              <a:buClr>
                <a:schemeClr val="accent5"/>
              </a:buClr>
              <a:buFont typeface="Wingdings" panose="05000000000000000000" pitchFamily="2" charset="2"/>
              <a:buChar char="§"/>
              <a:defRPr lang="de-DE" sz="2400" b="0" i="0" u="none" strike="noStrike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354013" indent="-277813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200"/>
              </a:spcAft>
              <a:buClr>
                <a:schemeClr val="accent5"/>
              </a:buClr>
              <a:buFont typeface="Wingdings" panose="05000000000000000000" pitchFamily="2" charset="2"/>
              <a:buChar char="§"/>
              <a:defRPr sz="2000" b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2pPr>
            <a:lvl3pPr marL="452438" indent="-301625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Clr>
                <a:schemeClr val="accent5"/>
              </a:buClr>
              <a:buFont typeface="Wingdings" panose="05000000000000000000" pitchFamily="2" charset="2"/>
              <a:buChar char="§"/>
              <a:defRPr sz="1600" b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3pPr>
            <a:lvl4pPr marL="288255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112" indent="-60686" algn="l" defTabSz="385341" rtl="0" eaLnBrk="1" latinLnBrk="0" hangingPunct="1">
              <a:lnSpc>
                <a:spcPct val="108000"/>
              </a:lnSpc>
              <a:spcBef>
                <a:spcPts val="295"/>
              </a:spcBef>
              <a:spcAft>
                <a:spcPts val="0"/>
              </a:spcAft>
              <a:buFont typeface="Meta Offc Pro" panose="020B0504030101020102" pitchFamily="34" charset="0"/>
              <a:buChar char="-"/>
              <a:defRPr sz="717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entity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NAND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 	</a:t>
            </a: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A: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std_logic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B: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std_logic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C: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std_logic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fontAlgn="auto">
              <a:buFont typeface="Wingdings" panose="05000000000000000000" pitchFamily="2" charset="2"/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NAND;</a:t>
            </a:r>
          </a:p>
        </p:txBody>
      </p:sp>
    </p:spTree>
    <p:extLst>
      <p:ext uri="{BB962C8B-B14F-4D97-AF65-F5344CB8AC3E}">
        <p14:creationId xmlns:p14="http://schemas.microsoft.com/office/powerpoint/2010/main" val="3365249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 uiExpand="1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39"/>
            <a:ext cx="8579566" cy="1477328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VHDL: </a:t>
            </a:r>
            <a:r>
              <a:rPr lang="en-US" dirty="0" err="1">
                <a:cs typeface="Arial" charset="0"/>
              </a:rPr>
              <a:t>Datenflussmodellierung</a:t>
            </a:r>
            <a:endParaRPr lang="el-GR" sz="4000" dirty="0">
              <a:cs typeface="Arial" charset="0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idx="1"/>
          </p:nvPr>
        </p:nvSpPr>
        <p:spPr>
          <a:xfrm>
            <a:off x="352399" y="2173424"/>
            <a:ext cx="11472025" cy="3877985"/>
          </a:xfrm>
          <a:ln>
            <a:noFill/>
          </a:ln>
        </p:spPr>
        <p:txBody>
          <a:bodyPr/>
          <a:lstStyle/>
          <a:p>
            <a:pPr>
              <a:buNone/>
            </a:pPr>
            <a:r>
              <a:rPr lang="de-DE" dirty="0" err="1">
                <a:latin typeface="Consolas" pitchFamily="49" charset="0"/>
                <a:cs typeface="Consolas" pitchFamily="49" charset="0"/>
              </a:rPr>
              <a:t>entity</a:t>
            </a:r>
            <a:r>
              <a:rPr lang="de-DE" dirty="0">
                <a:latin typeface="Consolas" pitchFamily="49" charset="0"/>
                <a:cs typeface="Consolas" pitchFamily="49" charset="0"/>
              </a:rPr>
              <a:t> ADDER </a:t>
            </a:r>
            <a:r>
              <a:rPr lang="de-DE" dirty="0" err="1">
                <a:latin typeface="Consolas" pitchFamily="49" charset="0"/>
                <a:cs typeface="Consolas" pitchFamily="49" charset="0"/>
              </a:rPr>
              <a:t>is</a:t>
            </a:r>
            <a:endParaRPr lang="de-DE" dirty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r>
              <a:rPr lang="de-DE" dirty="0" err="1">
                <a:latin typeface="Consolas" pitchFamily="49" charset="0"/>
                <a:cs typeface="Consolas" pitchFamily="49" charset="0"/>
              </a:rPr>
              <a:t>port</a:t>
            </a:r>
            <a:r>
              <a:rPr lang="de-DE" dirty="0">
                <a:latin typeface="Consolas" pitchFamily="49" charset="0"/>
                <a:cs typeface="Consolas" pitchFamily="49" charset="0"/>
              </a:rPr>
              <a:t>( </a:t>
            </a:r>
          </a:p>
          <a:p>
            <a:pPr>
              <a:buNone/>
            </a:pPr>
            <a:r>
              <a:rPr lang="de-DE" dirty="0">
                <a:latin typeface="Consolas" pitchFamily="49" charset="0"/>
                <a:cs typeface="Consolas" pitchFamily="49" charset="0"/>
              </a:rPr>
              <a:t>		a: in </a:t>
            </a:r>
            <a:r>
              <a:rPr lang="de-DE" dirty="0" err="1">
                <a:latin typeface="Consolas" pitchFamily="49" charset="0"/>
                <a:cs typeface="Consolas" pitchFamily="49" charset="0"/>
              </a:rPr>
              <a:t>std_logic</a:t>
            </a:r>
            <a:r>
              <a:rPr lang="de-DE" dirty="0">
                <a:latin typeface="Consolas" pitchFamily="49" charset="0"/>
                <a:cs typeface="Consolas" pitchFamily="49" charset="0"/>
              </a:rPr>
              <a:t>;</a:t>
            </a:r>
            <a:br>
              <a:rPr lang="de-DE" dirty="0">
                <a:latin typeface="Consolas" pitchFamily="49" charset="0"/>
                <a:cs typeface="Consolas" pitchFamily="49" charset="0"/>
              </a:rPr>
            </a:br>
            <a:r>
              <a:rPr lang="de-DE" dirty="0">
                <a:latin typeface="Consolas" pitchFamily="49" charset="0"/>
                <a:cs typeface="Consolas" pitchFamily="49" charset="0"/>
              </a:rPr>
              <a:t>		b: in </a:t>
            </a:r>
            <a:r>
              <a:rPr lang="de-DE" dirty="0" err="1">
                <a:latin typeface="Consolas" pitchFamily="49" charset="0"/>
                <a:cs typeface="Consolas" pitchFamily="49" charset="0"/>
              </a:rPr>
              <a:t>std_logic</a:t>
            </a:r>
            <a:r>
              <a:rPr lang="de-DE" dirty="0">
                <a:latin typeface="Consolas" pitchFamily="49" charset="0"/>
                <a:cs typeface="Consolas" pitchFamily="49" charset="0"/>
              </a:rPr>
              <a:t>;</a:t>
            </a:r>
            <a:br>
              <a:rPr lang="de-DE" dirty="0">
                <a:latin typeface="Consolas" pitchFamily="49" charset="0"/>
                <a:cs typeface="Consolas" pitchFamily="49" charset="0"/>
              </a:rPr>
            </a:br>
            <a:r>
              <a:rPr lang="de-DE" dirty="0">
                <a:latin typeface="Consolas" pitchFamily="49" charset="0"/>
                <a:cs typeface="Consolas" pitchFamily="49" charset="0"/>
              </a:rPr>
              <a:t>		carry: out </a:t>
            </a:r>
            <a:r>
              <a:rPr lang="de-DE" dirty="0" err="1">
                <a:latin typeface="Consolas" pitchFamily="49" charset="0"/>
                <a:cs typeface="Consolas" pitchFamily="49" charset="0"/>
              </a:rPr>
              <a:t>std_logic</a:t>
            </a:r>
            <a:r>
              <a:rPr lang="de-DE" dirty="0">
                <a:latin typeface="Consolas" pitchFamily="49" charset="0"/>
                <a:cs typeface="Consolas" pitchFamily="49" charset="0"/>
              </a:rPr>
              <a:t>;</a:t>
            </a:r>
            <a:br>
              <a:rPr lang="de-DE" dirty="0">
                <a:latin typeface="Consolas" pitchFamily="49" charset="0"/>
                <a:cs typeface="Consolas" pitchFamily="49" charset="0"/>
              </a:rPr>
            </a:br>
            <a:r>
              <a:rPr lang="de-DE" dirty="0">
                <a:latin typeface="Consolas" pitchFamily="49" charset="0"/>
                <a:cs typeface="Consolas" pitchFamily="49" charset="0"/>
              </a:rPr>
              <a:t>		</a:t>
            </a:r>
            <a:r>
              <a:rPr lang="de-DE" dirty="0" err="1">
                <a:latin typeface="Consolas" pitchFamily="49" charset="0"/>
                <a:cs typeface="Consolas" pitchFamily="49" charset="0"/>
              </a:rPr>
              <a:t>sum</a:t>
            </a:r>
            <a:r>
              <a:rPr lang="de-DE" dirty="0">
                <a:latin typeface="Consolas" pitchFamily="49" charset="0"/>
                <a:cs typeface="Consolas" pitchFamily="49" charset="0"/>
              </a:rPr>
              <a:t>: out </a:t>
            </a:r>
            <a:r>
              <a:rPr lang="de-DE" dirty="0" err="1">
                <a:latin typeface="Consolas" pitchFamily="49" charset="0"/>
                <a:cs typeface="Consolas" pitchFamily="49" charset="0"/>
              </a:rPr>
              <a:t>std_logic</a:t>
            </a:r>
            <a:r>
              <a:rPr lang="de-DE" dirty="0">
                <a:latin typeface="Consolas" pitchFamily="49" charset="0"/>
                <a:cs typeface="Consolas" pitchFamily="49" charset="0"/>
              </a:rPr>
              <a:t> </a:t>
            </a:r>
          </a:p>
          <a:p>
            <a:pPr>
              <a:buNone/>
            </a:pPr>
            <a:r>
              <a:rPr lang="de-DE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pPr>
              <a:buNone/>
            </a:pPr>
            <a:r>
              <a:rPr lang="de-DE" dirty="0">
                <a:latin typeface="Consolas" pitchFamily="49" charset="0"/>
                <a:cs typeface="Consolas" pitchFamily="49" charset="0"/>
              </a:rPr>
              <a:t>end ADDER;</a:t>
            </a:r>
          </a:p>
          <a:p>
            <a:pPr>
              <a:buNone/>
            </a:pPr>
            <a:r>
              <a:rPr lang="de-DE" dirty="0">
                <a:latin typeface="Consolas" pitchFamily="49" charset="0"/>
                <a:cs typeface="Consolas" pitchFamily="49" charset="0"/>
              </a:rPr>
              <a:t>---------------------------------------------</a:t>
            </a:r>
          </a:p>
          <a:p>
            <a:pPr>
              <a:buNone/>
            </a:pPr>
            <a:r>
              <a:rPr lang="de-DE" dirty="0" err="1">
                <a:latin typeface="Consolas" pitchFamily="49" charset="0"/>
                <a:cs typeface="Consolas" pitchFamily="49" charset="0"/>
              </a:rPr>
              <a:t>architecture</a:t>
            </a:r>
            <a:r>
              <a:rPr lang="de-DE" dirty="0">
                <a:latin typeface="Consolas" pitchFamily="49" charset="0"/>
                <a:cs typeface="Consolas" pitchFamily="49" charset="0"/>
              </a:rPr>
              <a:t> </a:t>
            </a:r>
            <a:r>
              <a:rPr lang="de-DE" dirty="0" err="1">
                <a:latin typeface="Consolas" pitchFamily="49" charset="0"/>
                <a:cs typeface="Consolas" pitchFamily="49" charset="0"/>
              </a:rPr>
              <a:t>dataflow</a:t>
            </a:r>
            <a:r>
              <a:rPr lang="de-DE" dirty="0">
                <a:latin typeface="Consolas" pitchFamily="49" charset="0"/>
                <a:cs typeface="Consolas" pitchFamily="49" charset="0"/>
              </a:rPr>
              <a:t> </a:t>
            </a:r>
            <a:r>
              <a:rPr lang="de-DE" dirty="0" err="1">
                <a:latin typeface="Consolas" pitchFamily="49" charset="0"/>
                <a:cs typeface="Consolas" pitchFamily="49" charset="0"/>
              </a:rPr>
              <a:t>of</a:t>
            </a:r>
            <a:r>
              <a:rPr lang="de-DE" dirty="0">
                <a:latin typeface="Consolas" pitchFamily="49" charset="0"/>
                <a:cs typeface="Consolas" pitchFamily="49" charset="0"/>
              </a:rPr>
              <a:t> ADDER </a:t>
            </a:r>
            <a:r>
              <a:rPr lang="de-DE" dirty="0" err="1">
                <a:latin typeface="Consolas" pitchFamily="49" charset="0"/>
                <a:cs typeface="Consolas" pitchFamily="49" charset="0"/>
              </a:rPr>
              <a:t>is</a:t>
            </a:r>
            <a:endParaRPr lang="de-DE" dirty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r>
              <a:rPr lang="de-DE" dirty="0" err="1">
                <a:latin typeface="Consolas" pitchFamily="49" charset="0"/>
                <a:cs typeface="Consolas" pitchFamily="49" charset="0"/>
              </a:rPr>
              <a:t>begin</a:t>
            </a:r>
            <a:br>
              <a:rPr lang="de-DE" dirty="0">
                <a:latin typeface="Consolas" pitchFamily="49" charset="0"/>
                <a:cs typeface="Consolas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sum</a:t>
            </a:r>
            <a:r>
              <a:rPr lang="de-DE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&lt;= a </a:t>
            </a:r>
            <a:r>
              <a:rPr lang="de-DE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xor</a:t>
            </a:r>
            <a:r>
              <a:rPr lang="de-DE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b;</a:t>
            </a:r>
          </a:p>
          <a:p>
            <a:pPr>
              <a:buNone/>
            </a:pPr>
            <a:r>
              <a:rPr lang="de-DE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	carry &lt;= a </a:t>
            </a:r>
            <a:r>
              <a:rPr lang="de-DE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and</a:t>
            </a:r>
            <a:r>
              <a:rPr lang="de-DE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b;</a:t>
            </a:r>
          </a:p>
          <a:p>
            <a:pPr>
              <a:buNone/>
            </a:pPr>
            <a:r>
              <a:rPr lang="de-DE" dirty="0">
                <a:latin typeface="Consolas" pitchFamily="49" charset="0"/>
                <a:cs typeface="Consolas" pitchFamily="49" charset="0"/>
              </a:rPr>
              <a:t>end </a:t>
            </a:r>
            <a:r>
              <a:rPr lang="de-DE" dirty="0" err="1">
                <a:latin typeface="Consolas" pitchFamily="49" charset="0"/>
                <a:cs typeface="Consolas" pitchFamily="49" charset="0"/>
              </a:rPr>
              <a:t>behavioral</a:t>
            </a:r>
            <a:r>
              <a:rPr lang="de-DE" dirty="0">
                <a:latin typeface="Consolas" pitchFamily="49" charset="0"/>
                <a:cs typeface="Consolas" pitchFamily="49" charset="0"/>
              </a:rPr>
              <a:t>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3AF017-F864-0106-2C46-38B8E90F3A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804035">
              <a:lnSpc>
                <a:spcPts val="1505"/>
              </a:lnSpc>
            </a:pPr>
            <a:fld id="{81D60167-4931-47E6-BA6A-407CBD079E47}" type="slidenum">
              <a:rPr lang="en-DE" spc="-20" smtClean="0"/>
              <a:t>82</a:t>
            </a:fld>
            <a:endParaRPr lang="en-DE" spc="-20"/>
          </a:p>
        </p:txBody>
      </p:sp>
    </p:spTree>
    <p:extLst>
      <p:ext uri="{BB962C8B-B14F-4D97-AF65-F5344CB8AC3E}">
        <p14:creationId xmlns:p14="http://schemas.microsoft.com/office/powerpoint/2010/main" val="250258629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485B7-CAAC-5864-938F-80C66C545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9" y="1031239"/>
            <a:ext cx="7154346" cy="984885"/>
          </a:xfrm>
        </p:spPr>
        <p:txBody>
          <a:bodyPr/>
          <a:lstStyle/>
          <a:p>
            <a:r>
              <a:rPr lang="en-DE" dirty="0"/>
              <a:t>Missverständnisse Nebenäufigkeit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99E3D-2508-AB9A-7C02-D047EB7B0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049" y="2127653"/>
            <a:ext cx="5151545" cy="1292662"/>
          </a:xfrm>
        </p:spPr>
        <p:txBody>
          <a:bodyPr/>
          <a:lstStyle/>
          <a:p>
            <a:r>
              <a:rPr lang="en-GB" sz="2800" dirty="0" err="1"/>
              <a:t>Beispiel</a:t>
            </a:r>
            <a:r>
              <a:rPr lang="en-GB" sz="2800" dirty="0"/>
              <a:t>:</a:t>
            </a:r>
          </a:p>
          <a:p>
            <a:r>
              <a:rPr lang="en-GB" sz="2800" dirty="0"/>
              <a:t>a &lt;= b;</a:t>
            </a:r>
          </a:p>
          <a:p>
            <a:r>
              <a:rPr lang="en-GB" sz="2800" dirty="0"/>
              <a:t>c &lt;= a;</a:t>
            </a:r>
            <a:endParaRPr lang="en-DE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E36C2-DE7F-18E9-01EF-2A560FACCF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804035">
              <a:lnSpc>
                <a:spcPts val="1505"/>
              </a:lnSpc>
            </a:pPr>
            <a:fld id="{81D60167-4931-47E6-BA6A-407CBD079E47}" type="slidenum">
              <a:rPr lang="en-DE" spc="-20" smtClean="0"/>
              <a:t>83</a:t>
            </a:fld>
            <a:endParaRPr lang="en-DE" spc="-2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4C04AE-9E38-5079-8B4E-D4ACC67DF1D6}"/>
              </a:ext>
            </a:extLst>
          </p:cNvPr>
          <p:cNvSpPr txBox="1"/>
          <p:nvPr/>
        </p:nvSpPr>
        <p:spPr>
          <a:xfrm>
            <a:off x="2245489" y="2127653"/>
            <a:ext cx="68522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B</a:t>
            </a:r>
            <a:r>
              <a:rPr lang="en-DE" sz="2400" dirty="0"/>
              <a:t>edeutet nicht: c bekommt sofort den Wert b, sondern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a </a:t>
            </a:r>
            <a:r>
              <a:rPr lang="en-GB" sz="2400" dirty="0" err="1"/>
              <a:t>bekommt</a:t>
            </a:r>
            <a:r>
              <a:rPr lang="en-GB" sz="2400" dirty="0"/>
              <a:t> </a:t>
            </a:r>
            <a:r>
              <a:rPr lang="en-GB" sz="2400" dirty="0" err="1"/>
              <a:t>neuen</a:t>
            </a:r>
            <a:r>
              <a:rPr lang="en-GB" sz="2400" dirty="0"/>
              <a:t> Wert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 </a:t>
            </a:r>
            <a:r>
              <a:rPr lang="en-GB" sz="2400" dirty="0" err="1"/>
              <a:t>sieht</a:t>
            </a:r>
            <a:r>
              <a:rPr lang="en-GB" sz="2400" dirty="0"/>
              <a:t> </a:t>
            </a:r>
            <a:r>
              <a:rPr lang="en-GB" sz="2400" dirty="0" err="1"/>
              <a:t>noch</a:t>
            </a:r>
            <a:r>
              <a:rPr lang="en-GB" sz="2400" dirty="0"/>
              <a:t> </a:t>
            </a:r>
            <a:r>
              <a:rPr lang="en-GB" sz="2400" dirty="0" err="1"/>
              <a:t>alten</a:t>
            </a:r>
            <a:r>
              <a:rPr lang="en-GB" sz="2400" dirty="0"/>
              <a:t> Wert von a</a:t>
            </a:r>
            <a:endParaRPr lang="en-DE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249B3B-52C1-D9A8-50B8-21C840789449}"/>
              </a:ext>
            </a:extLst>
          </p:cNvPr>
          <p:cNvSpPr txBox="1"/>
          <p:nvPr/>
        </p:nvSpPr>
        <p:spPr>
          <a:xfrm>
            <a:off x="9134905" y="2127653"/>
            <a:ext cx="2303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dirty="0">
                <a:solidFill>
                  <a:srgbClr val="FF0000"/>
                </a:solidFill>
              </a:rPr>
              <a:t>Warum?</a:t>
            </a:r>
          </a:p>
        </p:txBody>
      </p:sp>
    </p:spTree>
    <p:extLst>
      <p:ext uri="{BB962C8B-B14F-4D97-AF65-F5344CB8AC3E}">
        <p14:creationId xmlns:p14="http://schemas.microsoft.com/office/powerpoint/2010/main" val="108839423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B2B68-DEFA-1818-445C-ED7E9384B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3A00C-E33E-FC5F-F06F-08189B517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9" y="1031239"/>
            <a:ext cx="7154346" cy="984885"/>
          </a:xfrm>
        </p:spPr>
        <p:txBody>
          <a:bodyPr/>
          <a:lstStyle/>
          <a:p>
            <a:r>
              <a:rPr lang="en-DE" dirty="0"/>
              <a:t>Missverständnisse Nebenäufigkeit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70611-1DD7-11EE-0AFA-4758D02B7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049" y="2127653"/>
            <a:ext cx="5151545" cy="1292662"/>
          </a:xfrm>
        </p:spPr>
        <p:txBody>
          <a:bodyPr/>
          <a:lstStyle/>
          <a:p>
            <a:r>
              <a:rPr lang="en-GB" sz="2800" dirty="0" err="1"/>
              <a:t>Beispiel</a:t>
            </a:r>
            <a:r>
              <a:rPr lang="en-GB" sz="2800" dirty="0"/>
              <a:t>:</a:t>
            </a:r>
          </a:p>
          <a:p>
            <a:r>
              <a:rPr lang="en-GB" sz="2800" dirty="0"/>
              <a:t>a &lt;= b;</a:t>
            </a:r>
          </a:p>
          <a:p>
            <a:r>
              <a:rPr lang="en-GB" sz="2800" dirty="0"/>
              <a:t>c &lt;= a;</a:t>
            </a:r>
            <a:endParaRPr lang="en-DE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B586EB-E120-DA75-1B91-19DAD55D110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804035">
              <a:lnSpc>
                <a:spcPts val="1505"/>
              </a:lnSpc>
            </a:pPr>
            <a:fld id="{81D60167-4931-47E6-BA6A-407CBD079E47}" type="slidenum">
              <a:rPr lang="en-DE" spc="-20" smtClean="0"/>
              <a:t>84</a:t>
            </a:fld>
            <a:endParaRPr lang="en-DE" spc="-2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A443E3-B878-E868-95F5-2E541BF1008D}"/>
              </a:ext>
            </a:extLst>
          </p:cNvPr>
          <p:cNvSpPr txBox="1"/>
          <p:nvPr/>
        </p:nvSpPr>
        <p:spPr>
          <a:xfrm>
            <a:off x="2245489" y="2127653"/>
            <a:ext cx="68522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B</a:t>
            </a:r>
            <a:r>
              <a:rPr lang="en-DE" sz="2400" dirty="0"/>
              <a:t>edeutet nicht: c bekommt sofort den Wert b, sondern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a </a:t>
            </a:r>
            <a:r>
              <a:rPr lang="en-GB" sz="2400" dirty="0" err="1"/>
              <a:t>bekommt</a:t>
            </a:r>
            <a:r>
              <a:rPr lang="en-GB" sz="2400" dirty="0"/>
              <a:t> </a:t>
            </a:r>
            <a:r>
              <a:rPr lang="en-GB" sz="2400" dirty="0" err="1"/>
              <a:t>neuen</a:t>
            </a:r>
            <a:r>
              <a:rPr lang="en-GB" sz="2400" dirty="0"/>
              <a:t> Wert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 </a:t>
            </a:r>
            <a:r>
              <a:rPr lang="en-GB" sz="2400" dirty="0" err="1"/>
              <a:t>sieht</a:t>
            </a:r>
            <a:r>
              <a:rPr lang="en-GB" sz="2400" dirty="0"/>
              <a:t> </a:t>
            </a:r>
            <a:r>
              <a:rPr lang="en-GB" sz="2400" dirty="0" err="1"/>
              <a:t>noch</a:t>
            </a:r>
            <a:r>
              <a:rPr lang="en-GB" sz="2400" dirty="0"/>
              <a:t> </a:t>
            </a:r>
            <a:r>
              <a:rPr lang="en-GB" sz="2400" dirty="0" err="1"/>
              <a:t>alten</a:t>
            </a:r>
            <a:r>
              <a:rPr lang="en-GB" sz="2400" dirty="0"/>
              <a:t> Wert von a</a:t>
            </a:r>
            <a:endParaRPr lang="en-DE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AB8BE-1569-AC89-CE87-9BBCED9B6C79}"/>
              </a:ext>
            </a:extLst>
          </p:cNvPr>
          <p:cNvSpPr txBox="1"/>
          <p:nvPr/>
        </p:nvSpPr>
        <p:spPr>
          <a:xfrm>
            <a:off x="9134905" y="2127653"/>
            <a:ext cx="2303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dirty="0">
                <a:solidFill>
                  <a:srgbClr val="FF0000"/>
                </a:solidFill>
              </a:rPr>
              <a:t>Warum?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88CDAE-A557-3FF5-F307-73F0E1422FEC}"/>
              </a:ext>
            </a:extLst>
          </p:cNvPr>
          <p:cNvSpPr txBox="1"/>
          <p:nvPr/>
        </p:nvSpPr>
        <p:spPr>
          <a:xfrm>
            <a:off x="346050" y="4160464"/>
            <a:ext cx="117031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2400" dirty="0"/>
              <a:t>Alles passiert nebenläufig; Signale sind Leitungen, keine Variablen!</a:t>
            </a:r>
          </a:p>
          <a:p>
            <a:r>
              <a:rPr lang="en-DE" sz="2400" dirty="0">
                <a:sym typeface="Wingdings" pitchFamily="2" charset="2"/>
              </a:rPr>
              <a:t> MARS Simulation eines Prozessors aus Rechnerarchitektur-Vorlesung</a:t>
            </a:r>
          </a:p>
          <a:p>
            <a:r>
              <a:rPr lang="en-DE" sz="2400" dirty="0">
                <a:sym typeface="Wingdings" pitchFamily="2" charset="2"/>
              </a:rPr>
              <a:t> Signaländerungen passieren erst nach einem Delta-Zyklus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2400" dirty="0"/>
          </a:p>
        </p:txBody>
      </p:sp>
    </p:spTree>
    <p:extLst>
      <p:ext uri="{BB962C8B-B14F-4D97-AF65-F5344CB8AC3E}">
        <p14:creationId xmlns:p14="http://schemas.microsoft.com/office/powerpoint/2010/main" val="302213305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DCA04-51B0-FDC1-AD23-E7957EC7F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8" y="1031239"/>
            <a:ext cx="8485435" cy="984885"/>
          </a:xfrm>
        </p:spPr>
        <p:txBody>
          <a:bodyPr/>
          <a:lstStyle/>
          <a:p>
            <a:r>
              <a:rPr lang="en-DE" dirty="0"/>
              <a:t>Was ist ein Delta-Zyklus?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52A93-1307-7F85-1705-F17BD731F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430" y="2558542"/>
            <a:ext cx="5323205" cy="276999"/>
          </a:xfrm>
        </p:spPr>
        <p:txBody>
          <a:bodyPr/>
          <a:lstStyle/>
          <a:p>
            <a:r>
              <a:rPr lang="en-GB" dirty="0"/>
              <a:t>R</a:t>
            </a:r>
            <a:r>
              <a:rPr lang="en-DE" dirty="0"/>
              <a:t>eale Hardware: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D61E4-D212-CBDE-08CA-1DEE9D2DC8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804035">
              <a:lnSpc>
                <a:spcPts val="1505"/>
              </a:lnSpc>
            </a:pPr>
            <a:fld id="{81D60167-4931-47E6-BA6A-407CBD079E47}" type="slidenum">
              <a:rPr lang="en-DE" spc="-20" smtClean="0"/>
              <a:t>85</a:t>
            </a:fld>
            <a:endParaRPr lang="en-DE" spc="-2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0DE2F4E-D23C-B572-471F-CEDA434B44EB}"/>
              </a:ext>
            </a:extLst>
          </p:cNvPr>
          <p:cNvCxnSpPr/>
          <p:nvPr/>
        </p:nvCxnSpPr>
        <p:spPr>
          <a:xfrm>
            <a:off x="3125165" y="2731625"/>
            <a:ext cx="80212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1C6147-4620-B9B3-5A0E-8214D616422B}"/>
              </a:ext>
            </a:extLst>
          </p:cNvPr>
          <p:cNvCxnSpPr>
            <a:cxnSpLocks/>
          </p:cNvCxnSpPr>
          <p:nvPr/>
        </p:nvCxnSpPr>
        <p:spPr>
          <a:xfrm>
            <a:off x="4149598" y="2367022"/>
            <a:ext cx="0" cy="729205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427C43-40BE-FD8F-A2F6-E02792507D30}"/>
              </a:ext>
            </a:extLst>
          </p:cNvPr>
          <p:cNvCxnSpPr>
            <a:cxnSpLocks/>
          </p:cNvCxnSpPr>
          <p:nvPr/>
        </p:nvCxnSpPr>
        <p:spPr>
          <a:xfrm>
            <a:off x="5911487" y="2367022"/>
            <a:ext cx="0" cy="729205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C8F8D6-791C-1EAB-F9AD-693F3BD0CE41}"/>
              </a:ext>
            </a:extLst>
          </p:cNvPr>
          <p:cNvCxnSpPr>
            <a:cxnSpLocks/>
          </p:cNvCxnSpPr>
          <p:nvPr/>
        </p:nvCxnSpPr>
        <p:spPr>
          <a:xfrm>
            <a:off x="7673376" y="2367022"/>
            <a:ext cx="0" cy="729205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FD8A121-F94A-3A7B-2C3A-D3907FB01459}"/>
              </a:ext>
            </a:extLst>
          </p:cNvPr>
          <p:cNvCxnSpPr>
            <a:cxnSpLocks/>
          </p:cNvCxnSpPr>
          <p:nvPr/>
        </p:nvCxnSpPr>
        <p:spPr>
          <a:xfrm>
            <a:off x="9435266" y="2367022"/>
            <a:ext cx="0" cy="729205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AC57292-77FF-0FE7-3E9D-5C71B39C98D4}"/>
              </a:ext>
            </a:extLst>
          </p:cNvPr>
          <p:cNvSpPr txBox="1"/>
          <p:nvPr/>
        </p:nvSpPr>
        <p:spPr>
          <a:xfrm>
            <a:off x="3833905" y="3276164"/>
            <a:ext cx="207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142637-C0DF-C2F1-BED3-A17C1805A496}"/>
              </a:ext>
            </a:extLst>
          </p:cNvPr>
          <p:cNvSpPr txBox="1"/>
          <p:nvPr/>
        </p:nvSpPr>
        <p:spPr>
          <a:xfrm>
            <a:off x="5690824" y="3294429"/>
            <a:ext cx="207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10 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8AF50B-28D2-128B-FF4C-04F4AAC524DC}"/>
              </a:ext>
            </a:extLst>
          </p:cNvPr>
          <p:cNvSpPr txBox="1"/>
          <p:nvPr/>
        </p:nvSpPr>
        <p:spPr>
          <a:xfrm>
            <a:off x="7357684" y="3312694"/>
            <a:ext cx="207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20 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5B84AC-F56C-8958-4FA8-2AA1552CD0E3}"/>
              </a:ext>
            </a:extLst>
          </p:cNvPr>
          <p:cNvSpPr txBox="1"/>
          <p:nvPr/>
        </p:nvSpPr>
        <p:spPr>
          <a:xfrm>
            <a:off x="9068838" y="3312694"/>
            <a:ext cx="207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30 ns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A1BC56A1-3C4B-7F9C-EBC7-A01F2F91AC03}"/>
              </a:ext>
            </a:extLst>
          </p:cNvPr>
          <p:cNvSpPr/>
          <p:nvPr/>
        </p:nvSpPr>
        <p:spPr>
          <a:xfrm rot="5400000">
            <a:off x="4930987" y="2448502"/>
            <a:ext cx="199110" cy="1761889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9B5210-00B1-832B-B584-1727A1482D9A}"/>
              </a:ext>
            </a:extLst>
          </p:cNvPr>
          <p:cNvSpPr txBox="1"/>
          <p:nvPr/>
        </p:nvSpPr>
        <p:spPr>
          <a:xfrm>
            <a:off x="4588765" y="3716787"/>
            <a:ext cx="1541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Takt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08A43F2-5472-5329-2997-781F10B404B9}"/>
              </a:ext>
            </a:extLst>
          </p:cNvPr>
          <p:cNvSpPr txBox="1">
            <a:spLocks/>
          </p:cNvSpPr>
          <p:nvPr/>
        </p:nvSpPr>
        <p:spPr>
          <a:xfrm>
            <a:off x="346431" y="4988862"/>
            <a:ext cx="243149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Was zwischendurch passiert und modelliert werden muss:</a:t>
            </a:r>
            <a:endParaRPr lang="en-DE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9DA147-15EC-27BB-57E6-DC75596757CB}"/>
              </a:ext>
            </a:extLst>
          </p:cNvPr>
          <p:cNvCxnSpPr/>
          <p:nvPr/>
        </p:nvCxnSpPr>
        <p:spPr>
          <a:xfrm>
            <a:off x="3125165" y="5442030"/>
            <a:ext cx="80212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A7DA2D2-8930-04E5-FC0C-2CAAAD7DED87}"/>
              </a:ext>
            </a:extLst>
          </p:cNvPr>
          <p:cNvCxnSpPr>
            <a:cxnSpLocks/>
          </p:cNvCxnSpPr>
          <p:nvPr/>
        </p:nvCxnSpPr>
        <p:spPr>
          <a:xfrm>
            <a:off x="4348905" y="5090654"/>
            <a:ext cx="0" cy="729205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F1C6ED9-2405-28B7-C026-A8F932397BDF}"/>
              </a:ext>
            </a:extLst>
          </p:cNvPr>
          <p:cNvCxnSpPr>
            <a:cxnSpLocks/>
          </p:cNvCxnSpPr>
          <p:nvPr/>
        </p:nvCxnSpPr>
        <p:spPr>
          <a:xfrm>
            <a:off x="10023037" y="5090654"/>
            <a:ext cx="0" cy="729205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95DC6B8-E37D-05F2-C5E9-59920954A95A}"/>
              </a:ext>
            </a:extLst>
          </p:cNvPr>
          <p:cNvCxnSpPr>
            <a:cxnSpLocks/>
          </p:cNvCxnSpPr>
          <p:nvPr/>
        </p:nvCxnSpPr>
        <p:spPr>
          <a:xfrm>
            <a:off x="5483731" y="5090654"/>
            <a:ext cx="0" cy="729205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59E56EA-A454-0B18-F2AD-EE2A36FEAF40}"/>
              </a:ext>
            </a:extLst>
          </p:cNvPr>
          <p:cNvCxnSpPr>
            <a:cxnSpLocks/>
          </p:cNvCxnSpPr>
          <p:nvPr/>
        </p:nvCxnSpPr>
        <p:spPr>
          <a:xfrm>
            <a:off x="6618557" y="5090654"/>
            <a:ext cx="0" cy="729205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44D1FE8-F111-0CAF-0EB0-BAB7C6C37A7F}"/>
              </a:ext>
            </a:extLst>
          </p:cNvPr>
          <p:cNvCxnSpPr>
            <a:cxnSpLocks/>
          </p:cNvCxnSpPr>
          <p:nvPr/>
        </p:nvCxnSpPr>
        <p:spPr>
          <a:xfrm>
            <a:off x="7753383" y="5077427"/>
            <a:ext cx="0" cy="729205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D3F8C6E-323E-2CCF-1F00-A18EE798E719}"/>
              </a:ext>
            </a:extLst>
          </p:cNvPr>
          <p:cNvCxnSpPr>
            <a:cxnSpLocks/>
          </p:cNvCxnSpPr>
          <p:nvPr/>
        </p:nvCxnSpPr>
        <p:spPr>
          <a:xfrm>
            <a:off x="8888209" y="5090654"/>
            <a:ext cx="0" cy="729205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FC2607E-C456-5DE6-B01E-0C298CB0FE88}"/>
              </a:ext>
            </a:extLst>
          </p:cNvPr>
          <p:cNvSpPr txBox="1"/>
          <p:nvPr/>
        </p:nvSpPr>
        <p:spPr>
          <a:xfrm>
            <a:off x="4456252" y="5995686"/>
            <a:ext cx="6574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Delta-Zyklen - zwischen Takten stabilisiert sich die kombinatorische Logik nebenläufig</a:t>
            </a: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09C756A8-5506-FAAB-9501-FF306CE329D3}"/>
              </a:ext>
            </a:extLst>
          </p:cNvPr>
          <p:cNvSpPr/>
          <p:nvPr/>
        </p:nvSpPr>
        <p:spPr>
          <a:xfrm>
            <a:off x="4328932" y="3055716"/>
            <a:ext cx="5706319" cy="2060294"/>
          </a:xfrm>
          <a:custGeom>
            <a:avLst/>
            <a:gdLst>
              <a:gd name="csX0" fmla="*/ 1585731 w 5706319"/>
              <a:gd name="csY0" fmla="*/ 0 h 2060294"/>
              <a:gd name="csX1" fmla="*/ 3333509 w 5706319"/>
              <a:gd name="csY1" fmla="*/ 23150 h 2060294"/>
              <a:gd name="csX2" fmla="*/ 5706319 w 5706319"/>
              <a:gd name="csY2" fmla="*/ 2060294 h 2060294"/>
              <a:gd name="csX3" fmla="*/ 0 w 5706319"/>
              <a:gd name="csY3" fmla="*/ 2060294 h 2060294"/>
              <a:gd name="csX4" fmla="*/ 1585731 w 5706319"/>
              <a:gd name="csY4" fmla="*/ 0 h 20602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06319" h="2060294">
                <a:moveTo>
                  <a:pt x="1585731" y="0"/>
                </a:moveTo>
                <a:lnTo>
                  <a:pt x="3333509" y="23150"/>
                </a:lnTo>
                <a:lnTo>
                  <a:pt x="5706319" y="2060294"/>
                </a:lnTo>
                <a:lnTo>
                  <a:pt x="0" y="2060294"/>
                </a:lnTo>
                <a:lnTo>
                  <a:pt x="1585731" y="0"/>
                </a:lnTo>
                <a:close/>
              </a:path>
            </a:pathLst>
          </a:custGeom>
          <a:solidFill>
            <a:schemeClr val="accent1">
              <a:alpha val="4120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188329EC-1DCB-B5EA-62E0-874908F538C4}"/>
              </a:ext>
            </a:extLst>
          </p:cNvPr>
          <p:cNvSpPr txBox="1">
            <a:spLocks/>
          </p:cNvSpPr>
          <p:nvPr/>
        </p:nvSpPr>
        <p:spPr>
          <a:xfrm>
            <a:off x="104245" y="3096227"/>
            <a:ext cx="3315875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Logik </a:t>
            </a:r>
            <a:r>
              <a:rPr lang="en-GB" dirty="0" err="1"/>
              <a:t>stabilisiert</a:t>
            </a:r>
            <a:r>
              <a:rPr lang="en-GB" dirty="0"/>
              <a:t> </a:t>
            </a:r>
            <a:r>
              <a:rPr lang="en-GB" dirty="0" err="1"/>
              <a:t>sich</a:t>
            </a:r>
            <a:r>
              <a:rPr lang="en-GB" dirty="0"/>
              <a:t> </a:t>
            </a:r>
            <a:r>
              <a:rPr lang="en-GB" dirty="0" err="1"/>
              <a:t>nach</a:t>
            </a:r>
            <a:r>
              <a:rPr lang="en-GB" dirty="0"/>
              <a:t> der </a:t>
            </a:r>
            <a:r>
              <a:rPr lang="en-GB" dirty="0" err="1"/>
              <a:t>Taktflanke</a:t>
            </a:r>
            <a:r>
              <a:rPr lang="en-GB" dirty="0"/>
              <a:t> (muss </a:t>
            </a:r>
            <a:r>
              <a:rPr lang="en-GB" dirty="0" err="1"/>
              <a:t>vor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</a:t>
            </a:r>
            <a:r>
              <a:rPr lang="en-GB" dirty="0" err="1"/>
              <a:t>nächsten</a:t>
            </a:r>
            <a:r>
              <a:rPr lang="en-GB" dirty="0"/>
              <a:t> Takt </a:t>
            </a:r>
            <a:r>
              <a:rPr lang="en-GB" dirty="0" err="1"/>
              <a:t>stabil</a:t>
            </a:r>
            <a:r>
              <a:rPr lang="en-GB" dirty="0"/>
              <a:t> sein)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Delta-Zyklen modellieren Signalpropagation im Simulator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8976162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503262" y="418812"/>
            <a:ext cx="9435868" cy="984885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Simulation und </a:t>
            </a:r>
            <a:r>
              <a:rPr lang="en-US" dirty="0" err="1">
                <a:cs typeface="Arial" charset="0"/>
              </a:rPr>
              <a:t>Verifikation</a:t>
            </a:r>
            <a:endParaRPr lang="el-GR" dirty="0">
              <a:cs typeface="Arial" charset="0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idx="1"/>
          </p:nvPr>
        </p:nvSpPr>
        <p:spPr>
          <a:xfrm>
            <a:off x="359625" y="1930945"/>
            <a:ext cx="5323205" cy="3693319"/>
          </a:xfrm>
          <a:ln>
            <a:noFill/>
          </a:ln>
        </p:spPr>
        <p:txBody>
          <a:bodyPr/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400" dirty="0"/>
              <a:t>VHDL Code </a:t>
            </a:r>
            <a:r>
              <a:rPr lang="en-US" sz="2400" dirty="0" err="1"/>
              <a:t>kann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werkzeuggestützt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>
                <a:solidFill>
                  <a:srgbClr val="0000FF"/>
                </a:solidFill>
              </a:rPr>
              <a:t>simuliert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/>
              <a:t>und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verifiziert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br>
              <a:rPr lang="en-US" sz="2400" dirty="0"/>
            </a:br>
            <a:r>
              <a:rPr lang="en-US" sz="2400" dirty="0" err="1"/>
              <a:t>werden</a:t>
            </a:r>
            <a:r>
              <a:rPr lang="en-US" sz="2400" dirty="0"/>
              <a:t> (</a:t>
            </a:r>
            <a:r>
              <a:rPr lang="en-US" sz="2400" dirty="0" err="1"/>
              <a:t>z.B.</a:t>
            </a:r>
            <a:r>
              <a:rPr lang="en-US" sz="2400" dirty="0"/>
              <a:t> in </a:t>
            </a:r>
            <a:r>
              <a:rPr lang="en-US" sz="2400" dirty="0" err="1"/>
              <a:t>ModelSIM</a:t>
            </a:r>
            <a:r>
              <a:rPr lang="en-US" sz="2400" dirty="0"/>
              <a:t>)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400" dirty="0" err="1"/>
              <a:t>Verhalten</a:t>
            </a:r>
            <a:r>
              <a:rPr lang="en-US" sz="2400" dirty="0"/>
              <a:t> </a:t>
            </a:r>
            <a:r>
              <a:rPr lang="en-US" sz="2400" dirty="0" err="1"/>
              <a:t>wird</a:t>
            </a:r>
            <a:r>
              <a:rPr lang="en-US" sz="2400" dirty="0"/>
              <a:t> in </a:t>
            </a:r>
            <a:r>
              <a:rPr lang="en-US" sz="2400" dirty="0">
                <a:solidFill>
                  <a:srgbClr val="0000FF"/>
                </a:solidFill>
              </a:rPr>
              <a:t>Test-</a:t>
            </a:r>
            <a:br>
              <a:rPr lang="en-US" sz="2400" dirty="0">
                <a:solidFill>
                  <a:schemeClr val="bg2"/>
                </a:solidFill>
              </a:rPr>
            </a:br>
            <a:r>
              <a:rPr lang="en-US" sz="2400" dirty="0">
                <a:solidFill>
                  <a:srgbClr val="0000FF"/>
                </a:solidFill>
              </a:rPr>
              <a:t>bench</a:t>
            </a:r>
            <a:r>
              <a:rPr lang="en-US" sz="2400" dirty="0"/>
              <a:t> </a:t>
            </a:r>
            <a:r>
              <a:rPr lang="en-US" sz="2400" dirty="0" err="1"/>
              <a:t>eingebettet</a:t>
            </a:r>
            <a:br>
              <a:rPr lang="en-US" sz="2400" dirty="0"/>
            </a:br>
            <a:r>
              <a:rPr lang="en-US" sz="2400" dirty="0" err="1"/>
              <a:t>analysiert</a:t>
            </a:r>
            <a:endParaRPr lang="en-US" sz="24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sz="2400" dirty="0" err="1"/>
              <a:t>Verifikation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FF"/>
                </a:solidFill>
              </a:rPr>
              <a:t>formal</a:t>
            </a:r>
            <a:r>
              <a:rPr lang="en-US" sz="2400" dirty="0"/>
              <a:t> </a:t>
            </a:r>
            <a:r>
              <a:rPr lang="en-US" sz="2400" dirty="0" err="1"/>
              <a:t>oder</a:t>
            </a:r>
            <a:br>
              <a:rPr lang="en-US" sz="2400" dirty="0"/>
            </a:br>
            <a:r>
              <a:rPr lang="en-US" sz="2400" dirty="0" err="1"/>
              <a:t>durch</a:t>
            </a:r>
            <a:r>
              <a:rPr lang="en-US" sz="2400" dirty="0"/>
              <a:t> </a:t>
            </a:r>
            <a:r>
              <a:rPr lang="en-US" sz="2400" dirty="0" err="1"/>
              <a:t>vollständige</a:t>
            </a:r>
            <a:br>
              <a:rPr lang="en-US" sz="2400" dirty="0"/>
            </a:br>
            <a:r>
              <a:rPr lang="en-US" sz="2400" dirty="0"/>
              <a:t>Simulation</a:t>
            </a:r>
          </a:p>
        </p:txBody>
      </p:sp>
      <p:sp>
        <p:nvSpPr>
          <p:cNvPr id="307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307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86</a:t>
            </a:fld>
            <a:r>
              <a:rPr lang="de-DE"/>
              <a:t> </a:t>
            </a:r>
          </a:p>
        </p:txBody>
      </p:sp>
      <p:pic>
        <p:nvPicPr>
          <p:cNvPr id="7" name="Grafik 6" descr="modelsim_p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50222" y="1233736"/>
            <a:ext cx="6887804" cy="47151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 uiExpand="1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352781" y="421966"/>
            <a:ext cx="8415235" cy="492443"/>
          </a:xfrm>
        </p:spPr>
        <p:txBody>
          <a:bodyPr/>
          <a:lstStyle/>
          <a:p>
            <a:pPr eaLnBrk="1" hangingPunct="1"/>
            <a:r>
              <a:rPr lang="en-US" dirty="0" err="1">
                <a:cs typeface="Arial" charset="0"/>
              </a:rPr>
              <a:t>Blockdiagramme</a:t>
            </a:r>
            <a:r>
              <a:rPr lang="en-US" dirty="0">
                <a:cs typeface="Arial" charset="0"/>
              </a:rPr>
              <a:t> und VHDL: </a:t>
            </a:r>
            <a:r>
              <a:rPr lang="en-US" dirty="0" err="1">
                <a:cs typeface="Arial" charset="0"/>
              </a:rPr>
              <a:t>Vor</a:t>
            </a:r>
            <a:r>
              <a:rPr lang="en-US" dirty="0">
                <a:cs typeface="Arial" charset="0"/>
              </a:rPr>
              <a:t>- und </a:t>
            </a:r>
            <a:r>
              <a:rPr lang="en-US" dirty="0" err="1">
                <a:cs typeface="Arial" charset="0"/>
              </a:rPr>
              <a:t>Nachteile</a:t>
            </a:r>
            <a:endParaRPr lang="el-GR" sz="4000" dirty="0">
              <a:cs typeface="Arial" charset="0"/>
            </a:endParaRP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451655" y="3075378"/>
            <a:ext cx="5323205" cy="1723549"/>
          </a:xfrm>
        </p:spPr>
        <p:txBody>
          <a:bodyPr/>
          <a:lstStyle/>
          <a:p>
            <a:pPr algn="ctr"/>
            <a:r>
              <a:rPr lang="de-DE" sz="2800" b="1" dirty="0">
                <a:solidFill>
                  <a:srgbClr val="C00000"/>
                </a:solidFill>
              </a:rPr>
              <a:t>Diskutieren Sie Vor- und Nachteile von Blockdiagrammen und VHDL für die Modellierung eingebetteter Systeme!</a:t>
            </a:r>
          </a:p>
        </p:txBody>
      </p:sp>
      <p:sp>
        <p:nvSpPr>
          <p:cNvPr id="19459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19460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87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227898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8" y="1031240"/>
            <a:ext cx="7850697" cy="984885"/>
          </a:xfrm>
        </p:spPr>
        <p:txBody>
          <a:bodyPr/>
          <a:lstStyle/>
          <a:p>
            <a:r>
              <a:rPr lang="de-DE" dirty="0"/>
              <a:t>Blockdiagramme: Vor- und Nachteile</a:t>
            </a:r>
            <a:endParaRPr lang="de-DE" sz="4000" dirty="0"/>
          </a:p>
        </p:txBody>
      </p:sp>
      <p:sp>
        <p:nvSpPr>
          <p:cNvPr id="241667" name="Rectangle 3"/>
          <p:cNvSpPr>
            <a:spLocks noGrp="1" noChangeArrowheads="1"/>
          </p:cNvSpPr>
          <p:nvPr>
            <p:ph idx="1"/>
          </p:nvPr>
        </p:nvSpPr>
        <p:spPr>
          <a:xfrm>
            <a:off x="265704" y="2109796"/>
            <a:ext cx="11673292" cy="3693319"/>
          </a:xfrm>
        </p:spPr>
        <p:txBody>
          <a:bodyPr/>
          <a:lstStyle/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>
                <a:solidFill>
                  <a:srgbClr val="0000FF"/>
                </a:solidFill>
              </a:rPr>
              <a:t>graphische</a:t>
            </a:r>
            <a:r>
              <a:rPr lang="de-DE" sz="2400" dirty="0"/>
              <a:t> Modellierung, realisiert </a:t>
            </a:r>
            <a:r>
              <a:rPr lang="de-DE" sz="2400" i="1" dirty="0">
                <a:solidFill>
                  <a:srgbClr val="0000FF"/>
                </a:solidFill>
              </a:rPr>
              <a:t>Information </a:t>
            </a:r>
            <a:r>
              <a:rPr lang="de-DE" sz="2400" i="1" dirty="0" err="1">
                <a:solidFill>
                  <a:srgbClr val="0000FF"/>
                </a:solidFill>
              </a:rPr>
              <a:t>Hiding</a:t>
            </a:r>
            <a:r>
              <a:rPr lang="de-DE" sz="2400" i="1" dirty="0">
                <a:solidFill>
                  <a:srgbClr val="0000FF"/>
                </a:solidFill>
              </a:rPr>
              <a:t> </a:t>
            </a:r>
            <a:r>
              <a:rPr lang="de-DE" sz="2400" i="1" dirty="0"/>
              <a:t>(hierarchische Blöcke kapseln Details, ähnlich Module / Funktionen)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/>
              <a:t>einfache Modellierung von </a:t>
            </a:r>
            <a:r>
              <a:rPr lang="de-DE" sz="2400" dirty="0">
                <a:solidFill>
                  <a:srgbClr val="0000FF"/>
                </a:solidFill>
              </a:rPr>
              <a:t>Hardware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>
                <a:solidFill>
                  <a:srgbClr val="0000FF"/>
                </a:solidFill>
              </a:rPr>
              <a:t>intuitive</a:t>
            </a:r>
            <a:r>
              <a:rPr lang="de-DE" sz="2400" dirty="0"/>
              <a:t> Darstellung</a:t>
            </a:r>
            <a:endParaRPr lang="de-DE" sz="2400" dirty="0">
              <a:solidFill>
                <a:srgbClr val="0000FF"/>
              </a:solidFill>
            </a:endParaRP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/>
              <a:t>Werkzeugunterstützung (z.B. </a:t>
            </a:r>
            <a:r>
              <a:rPr lang="de-DE" sz="2400" dirty="0" err="1"/>
              <a:t>ModelSim</a:t>
            </a:r>
            <a:r>
              <a:rPr lang="de-DE" sz="2400" dirty="0"/>
              <a:t>, Simulink, </a:t>
            </a:r>
            <a:r>
              <a:rPr lang="de-DE" sz="2400" dirty="0" err="1"/>
              <a:t>LabView</a:t>
            </a:r>
            <a:r>
              <a:rPr lang="de-DE" sz="2400" dirty="0"/>
              <a:t>, </a:t>
            </a:r>
            <a:r>
              <a:rPr lang="de-DE" sz="2400" dirty="0" err="1"/>
              <a:t>Scilab</a:t>
            </a:r>
            <a:r>
              <a:rPr lang="de-DE" sz="2400" dirty="0"/>
              <a:t>)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de-DE" sz="2400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de-DE" sz="2400" dirty="0"/>
          </a:p>
          <a:p>
            <a:pPr marL="285750" indent="-285750">
              <a:buClr>
                <a:srgbClr val="FF0000"/>
              </a:buClr>
              <a:buFont typeface="Wingdings" pitchFamily="2" charset="2"/>
              <a:buChar char="§"/>
            </a:pPr>
            <a:r>
              <a:rPr lang="de-DE" sz="2400" dirty="0"/>
              <a:t>nicht (direkt) ausführbar bzw. </a:t>
            </a:r>
            <a:r>
              <a:rPr lang="de-DE" sz="2400" dirty="0" err="1"/>
              <a:t>Semantikanbhängigkeit</a:t>
            </a:r>
            <a:r>
              <a:rPr lang="de-DE" sz="2400" dirty="0"/>
              <a:t> vom Tool (z.B. </a:t>
            </a:r>
            <a:r>
              <a:rPr lang="de-DE" sz="2400" dirty="0" err="1"/>
              <a:t>Verilog</a:t>
            </a:r>
            <a:r>
              <a:rPr lang="de-DE" sz="2400" dirty="0"/>
              <a:t>, VHDL)</a:t>
            </a:r>
          </a:p>
          <a:p>
            <a:pPr marL="285750" indent="-285750">
              <a:buClr>
                <a:srgbClr val="FF0000"/>
              </a:buClr>
              <a:buFont typeface="Wingdings" pitchFamily="2" charset="2"/>
              <a:buChar char="§"/>
            </a:pPr>
            <a:r>
              <a:rPr lang="de-DE" sz="2400" dirty="0"/>
              <a:t>Semantik </a:t>
            </a:r>
            <a:r>
              <a:rPr lang="de-DE" sz="2400" dirty="0">
                <a:solidFill>
                  <a:srgbClr val="FF0000"/>
                </a:solidFill>
              </a:rPr>
              <a:t>nicht eindeutig </a:t>
            </a:r>
            <a:r>
              <a:rPr lang="de-DE" sz="2400" dirty="0"/>
              <a:t>definiert</a:t>
            </a:r>
          </a:p>
          <a:p>
            <a:pPr marL="285750" indent="-285750">
              <a:buClr>
                <a:srgbClr val="FF0000"/>
              </a:buClr>
              <a:buFont typeface="Wingdings" pitchFamily="2" charset="2"/>
              <a:buChar char="§"/>
            </a:pPr>
            <a:r>
              <a:rPr lang="de-DE" sz="2400" dirty="0"/>
              <a:t>Fokus auf Datenfluss, </a:t>
            </a:r>
            <a:r>
              <a:rPr lang="de-DE" sz="2400" dirty="0">
                <a:solidFill>
                  <a:srgbClr val="FF0000"/>
                </a:solidFill>
              </a:rPr>
              <a:t>Kontrollfluss oft nur implizit </a:t>
            </a:r>
            <a:r>
              <a:rPr lang="de-DE" sz="2400" dirty="0"/>
              <a:t>sichtbar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88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916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7810940" cy="984885"/>
          </a:xfrm>
        </p:spPr>
        <p:txBody>
          <a:bodyPr/>
          <a:lstStyle/>
          <a:p>
            <a:r>
              <a:rPr lang="de-DE" dirty="0"/>
              <a:t>VHDL: Vor- und Nachteile</a:t>
            </a:r>
            <a:endParaRPr lang="de-DE" sz="4000" dirty="0"/>
          </a:p>
        </p:txBody>
      </p:sp>
      <p:sp>
        <p:nvSpPr>
          <p:cNvPr id="241667" name="Rectangle 3"/>
          <p:cNvSpPr>
            <a:spLocks noGrp="1" noChangeArrowheads="1"/>
          </p:cNvSpPr>
          <p:nvPr>
            <p:ph idx="1"/>
          </p:nvPr>
        </p:nvSpPr>
        <p:spPr>
          <a:xfrm>
            <a:off x="352399" y="2160977"/>
            <a:ext cx="7267601" cy="3323987"/>
          </a:xfrm>
        </p:spPr>
        <p:txBody>
          <a:bodyPr/>
          <a:lstStyle/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/>
              <a:t>zur Modellierung von </a:t>
            </a:r>
            <a:r>
              <a:rPr lang="de-DE" sz="2400" dirty="0">
                <a:solidFill>
                  <a:srgbClr val="0000FF"/>
                </a:solidFill>
              </a:rPr>
              <a:t>Hardware</a:t>
            </a:r>
            <a:r>
              <a:rPr lang="de-DE" sz="2400" dirty="0"/>
              <a:t> sehr gut geeignet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>
                <a:solidFill>
                  <a:srgbClr val="0000FF"/>
                </a:solidFill>
              </a:rPr>
              <a:t>Parallelität</a:t>
            </a:r>
            <a:r>
              <a:rPr lang="de-DE" sz="2400" dirty="0"/>
              <a:t> und </a:t>
            </a:r>
            <a:r>
              <a:rPr lang="de-DE" sz="2400" dirty="0">
                <a:solidFill>
                  <a:srgbClr val="0000FF"/>
                </a:solidFill>
              </a:rPr>
              <a:t>Zeit</a:t>
            </a:r>
            <a:r>
              <a:rPr lang="de-DE" sz="2400" dirty="0"/>
              <a:t> werden unterstützt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>
                <a:solidFill>
                  <a:srgbClr val="0000FF"/>
                </a:solidFill>
              </a:rPr>
              <a:t>Struktur-</a:t>
            </a:r>
            <a:r>
              <a:rPr lang="de-DE" sz="2400" dirty="0"/>
              <a:t> und </a:t>
            </a:r>
            <a:r>
              <a:rPr lang="de-DE" sz="2400" dirty="0">
                <a:solidFill>
                  <a:srgbClr val="0000FF"/>
                </a:solidFill>
              </a:rPr>
              <a:t>Verhaltenssicht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>
                <a:solidFill>
                  <a:srgbClr val="0000FF"/>
                </a:solidFill>
              </a:rPr>
              <a:t>ausführbar</a:t>
            </a:r>
            <a:r>
              <a:rPr lang="de-DE" sz="2400" dirty="0"/>
              <a:t> und </a:t>
            </a:r>
            <a:r>
              <a:rPr lang="de-DE" sz="2400" dirty="0">
                <a:solidFill>
                  <a:srgbClr val="0000FF"/>
                </a:solidFill>
              </a:rPr>
              <a:t>verifizierbar</a:t>
            </a:r>
            <a:r>
              <a:rPr lang="de-DE" sz="2400" dirty="0"/>
              <a:t> (Semantik eindeutig definiert)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/>
              <a:t>sehr ausgereifte Werkzeugunterstützung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de-DE" sz="2400" dirty="0"/>
          </a:p>
          <a:p>
            <a:pPr marL="285750" indent="-285750">
              <a:buClr>
                <a:srgbClr val="FF0000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FF0000"/>
                </a:solidFill>
              </a:rPr>
              <a:t>keine für Software geeigneten Abstraktionen</a:t>
            </a: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§"/>
            </a:pPr>
            <a:r>
              <a:rPr lang="en-GB" sz="2400" dirty="0" err="1"/>
              <a:t>kein</a:t>
            </a:r>
            <a:r>
              <a:rPr lang="en-GB" sz="2400" dirty="0"/>
              <a:t> </a:t>
            </a:r>
            <a:r>
              <a:rPr lang="en-GB" sz="2400" dirty="0" err="1"/>
              <a:t>effizientes</a:t>
            </a:r>
            <a:r>
              <a:rPr lang="en-GB" sz="2400" dirty="0"/>
              <a:t> </a:t>
            </a:r>
            <a:r>
              <a:rPr lang="en-GB" sz="2400" dirty="0" err="1"/>
              <a:t>Zielmodell</a:t>
            </a:r>
            <a:r>
              <a:rPr lang="en-GB" sz="2400" dirty="0"/>
              <a:t> für </a:t>
            </a:r>
            <a:r>
              <a:rPr lang="en-GB" sz="2400" dirty="0" err="1"/>
              <a:t>Softwareausführung</a:t>
            </a:r>
            <a:endParaRPr lang="en-GB" sz="2400" dirty="0"/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§"/>
            </a:pPr>
            <a:r>
              <a:rPr lang="en-GB" sz="2400" dirty="0" err="1"/>
              <a:t>führt</a:t>
            </a:r>
            <a:r>
              <a:rPr lang="en-GB" sz="2400" dirty="0"/>
              <a:t> </a:t>
            </a:r>
            <a:r>
              <a:rPr lang="en-GB" sz="2400" dirty="0" err="1"/>
              <a:t>zu</a:t>
            </a:r>
            <a:r>
              <a:rPr lang="en-GB" sz="2400" dirty="0"/>
              <a:t> </a:t>
            </a:r>
            <a:r>
              <a:rPr lang="en-GB" sz="2400" dirty="0" err="1"/>
              <a:t>Hardwareimplementierung</a:t>
            </a:r>
            <a:r>
              <a:rPr lang="en-GB" sz="2400" dirty="0"/>
              <a:t> </a:t>
            </a:r>
            <a:r>
              <a:rPr lang="en-GB" sz="2400" dirty="0" err="1"/>
              <a:t>statt</a:t>
            </a:r>
            <a:r>
              <a:rPr lang="en-GB" sz="2400" dirty="0"/>
              <a:t> </a:t>
            </a:r>
            <a:r>
              <a:rPr lang="en-GB" sz="2400" dirty="0" err="1"/>
              <a:t>Programmausführung</a:t>
            </a:r>
            <a:endParaRPr lang="en-GB" sz="240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89</a:t>
            </a:fld>
            <a:r>
              <a:rPr lang="de-DE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3D070-257E-5A76-3FFD-57875C3E8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3B032E4C-2AE2-AFC3-07B7-8F24B85A2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7810940" cy="984885"/>
          </a:xfrm>
        </p:spPr>
        <p:txBody>
          <a:bodyPr/>
          <a:lstStyle/>
          <a:p>
            <a:r>
              <a:rPr lang="de-DE" dirty="0"/>
              <a:t>VHDL: Vor- und Nachteile</a:t>
            </a:r>
            <a:endParaRPr lang="de-DE" sz="4000" dirty="0"/>
          </a:p>
        </p:txBody>
      </p:sp>
      <p:sp>
        <p:nvSpPr>
          <p:cNvPr id="241667" name="Rectangle 3">
            <a:extLst>
              <a:ext uri="{FF2B5EF4-FFF2-40B4-BE49-F238E27FC236}">
                <a16:creationId xmlns:a16="http://schemas.microsoft.com/office/drawing/2014/main" id="{F9168F0D-B088-DAD0-BFBC-06861BCB42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2399" y="2160977"/>
            <a:ext cx="7267601" cy="3323987"/>
          </a:xfrm>
        </p:spPr>
        <p:txBody>
          <a:bodyPr/>
          <a:lstStyle/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/>
              <a:t>zur Modellierung von </a:t>
            </a:r>
            <a:r>
              <a:rPr lang="de-DE" sz="2400" dirty="0">
                <a:solidFill>
                  <a:srgbClr val="0000FF"/>
                </a:solidFill>
              </a:rPr>
              <a:t>Hardware</a:t>
            </a:r>
            <a:r>
              <a:rPr lang="de-DE" sz="2400" dirty="0"/>
              <a:t> sehr gut geeignet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>
                <a:solidFill>
                  <a:srgbClr val="0000FF"/>
                </a:solidFill>
              </a:rPr>
              <a:t>Parallelität</a:t>
            </a:r>
            <a:r>
              <a:rPr lang="de-DE" sz="2400" dirty="0"/>
              <a:t> und </a:t>
            </a:r>
            <a:r>
              <a:rPr lang="de-DE" sz="2400" dirty="0">
                <a:solidFill>
                  <a:srgbClr val="0000FF"/>
                </a:solidFill>
              </a:rPr>
              <a:t>Zeit</a:t>
            </a:r>
            <a:r>
              <a:rPr lang="de-DE" sz="2400" dirty="0"/>
              <a:t> werden unterstützt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>
                <a:solidFill>
                  <a:srgbClr val="0000FF"/>
                </a:solidFill>
              </a:rPr>
              <a:t>Struktur-</a:t>
            </a:r>
            <a:r>
              <a:rPr lang="de-DE" sz="2400" dirty="0"/>
              <a:t> und </a:t>
            </a:r>
            <a:r>
              <a:rPr lang="de-DE" sz="2400" dirty="0">
                <a:solidFill>
                  <a:srgbClr val="0000FF"/>
                </a:solidFill>
              </a:rPr>
              <a:t>Verhaltenssicht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>
                <a:solidFill>
                  <a:srgbClr val="0000FF"/>
                </a:solidFill>
              </a:rPr>
              <a:t>ausführbar</a:t>
            </a:r>
            <a:r>
              <a:rPr lang="de-DE" sz="2400" dirty="0"/>
              <a:t> und </a:t>
            </a:r>
            <a:r>
              <a:rPr lang="de-DE" sz="2400" dirty="0">
                <a:solidFill>
                  <a:srgbClr val="0000FF"/>
                </a:solidFill>
              </a:rPr>
              <a:t>verifizierbar</a:t>
            </a:r>
            <a:r>
              <a:rPr lang="de-DE" sz="2400" dirty="0"/>
              <a:t> (Semantik eindeutig definiert)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/>
              <a:t>sehr ausgereifte Werkzeugunterstützung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de-DE" sz="2400" dirty="0"/>
          </a:p>
          <a:p>
            <a:pPr marL="285750" indent="-285750">
              <a:buClr>
                <a:srgbClr val="FF0000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FF0000"/>
                </a:solidFill>
              </a:rPr>
              <a:t>keine für Software geeigneten Abstraktionen</a:t>
            </a: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§"/>
            </a:pPr>
            <a:r>
              <a:rPr lang="en-GB" sz="2400" dirty="0" err="1"/>
              <a:t>kein</a:t>
            </a:r>
            <a:r>
              <a:rPr lang="en-GB" sz="2400" dirty="0"/>
              <a:t> </a:t>
            </a:r>
            <a:r>
              <a:rPr lang="en-GB" sz="2400" dirty="0" err="1"/>
              <a:t>effizientes</a:t>
            </a:r>
            <a:r>
              <a:rPr lang="en-GB" sz="2400" dirty="0"/>
              <a:t> </a:t>
            </a:r>
            <a:r>
              <a:rPr lang="en-GB" sz="2400" dirty="0" err="1"/>
              <a:t>Zielmodell</a:t>
            </a:r>
            <a:r>
              <a:rPr lang="en-GB" sz="2400" dirty="0"/>
              <a:t> für </a:t>
            </a:r>
            <a:r>
              <a:rPr lang="en-GB" sz="2400" dirty="0" err="1"/>
              <a:t>Softwareausführung</a:t>
            </a:r>
            <a:endParaRPr lang="en-GB" sz="2400" dirty="0"/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§"/>
            </a:pPr>
            <a:r>
              <a:rPr lang="en-GB" sz="2400" dirty="0" err="1"/>
              <a:t>führt</a:t>
            </a:r>
            <a:r>
              <a:rPr lang="en-GB" sz="2400" dirty="0"/>
              <a:t> </a:t>
            </a:r>
            <a:r>
              <a:rPr lang="en-GB" sz="2400" dirty="0" err="1"/>
              <a:t>zu</a:t>
            </a:r>
            <a:r>
              <a:rPr lang="en-GB" sz="2400" dirty="0"/>
              <a:t> </a:t>
            </a:r>
            <a:r>
              <a:rPr lang="en-GB" sz="2400" dirty="0" err="1"/>
              <a:t>Hardwareimplementierung</a:t>
            </a:r>
            <a:r>
              <a:rPr lang="en-GB" sz="2400" dirty="0"/>
              <a:t> </a:t>
            </a:r>
            <a:r>
              <a:rPr lang="en-GB" sz="2400" dirty="0" err="1"/>
              <a:t>statt</a:t>
            </a:r>
            <a:r>
              <a:rPr lang="en-GB" sz="2400" dirty="0"/>
              <a:t> </a:t>
            </a:r>
            <a:r>
              <a:rPr lang="en-GB" sz="2400" dirty="0" err="1"/>
              <a:t>Programmausführung</a:t>
            </a:r>
            <a:endParaRPr lang="en-GB" sz="2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29B418-9142-60AA-2667-27CBDDA1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620E8E-4330-98C9-7922-21160660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90</a:t>
            </a:fld>
            <a:r>
              <a:rPr lang="de-DE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12DAC8-B629-8707-4516-B88493B42983}"/>
              </a:ext>
            </a:extLst>
          </p:cNvPr>
          <p:cNvSpPr txBox="1"/>
          <p:nvPr/>
        </p:nvSpPr>
        <p:spPr>
          <a:xfrm>
            <a:off x="7620000" y="2057277"/>
            <a:ext cx="388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solidFill>
                  <a:srgbClr val="FF0000"/>
                </a:solidFill>
              </a:rPr>
              <a:t>Was unterscheidet Hardware von Software in der Ausführung?</a:t>
            </a:r>
          </a:p>
        </p:txBody>
      </p:sp>
    </p:spTree>
    <p:extLst>
      <p:ext uri="{BB962C8B-B14F-4D97-AF65-F5344CB8AC3E}">
        <p14:creationId xmlns:p14="http://schemas.microsoft.com/office/powerpoint/2010/main" val="198500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EF340-4BF5-EDF7-AFE0-85A89716C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F9019AEC-76F7-4C9F-8547-2E2A31D793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399" y="1031240"/>
            <a:ext cx="7810940" cy="984885"/>
          </a:xfrm>
        </p:spPr>
        <p:txBody>
          <a:bodyPr/>
          <a:lstStyle/>
          <a:p>
            <a:r>
              <a:rPr lang="de-DE" dirty="0"/>
              <a:t>VHDL: Vor- und Nachteile</a:t>
            </a:r>
            <a:endParaRPr lang="de-DE" sz="4000" dirty="0"/>
          </a:p>
        </p:txBody>
      </p:sp>
      <p:sp>
        <p:nvSpPr>
          <p:cNvPr id="241667" name="Rectangle 3">
            <a:extLst>
              <a:ext uri="{FF2B5EF4-FFF2-40B4-BE49-F238E27FC236}">
                <a16:creationId xmlns:a16="http://schemas.microsoft.com/office/drawing/2014/main" id="{19AA3821-97A9-16A0-DC9E-3236524EB0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2399" y="2160977"/>
            <a:ext cx="7267601" cy="3323987"/>
          </a:xfrm>
        </p:spPr>
        <p:txBody>
          <a:bodyPr/>
          <a:lstStyle/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/>
              <a:t>zur Modellierung von </a:t>
            </a:r>
            <a:r>
              <a:rPr lang="de-DE" sz="2400" dirty="0">
                <a:solidFill>
                  <a:srgbClr val="0000FF"/>
                </a:solidFill>
              </a:rPr>
              <a:t>Hardware</a:t>
            </a:r>
            <a:r>
              <a:rPr lang="de-DE" sz="2400" dirty="0"/>
              <a:t> sehr gut geeignet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>
                <a:solidFill>
                  <a:srgbClr val="0000FF"/>
                </a:solidFill>
              </a:rPr>
              <a:t>Parallelität</a:t>
            </a:r>
            <a:r>
              <a:rPr lang="de-DE" sz="2400" dirty="0"/>
              <a:t> und </a:t>
            </a:r>
            <a:r>
              <a:rPr lang="de-DE" sz="2400" dirty="0">
                <a:solidFill>
                  <a:srgbClr val="0000FF"/>
                </a:solidFill>
              </a:rPr>
              <a:t>Zeit</a:t>
            </a:r>
            <a:r>
              <a:rPr lang="de-DE" sz="2400" dirty="0"/>
              <a:t> werden unterstützt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>
                <a:solidFill>
                  <a:srgbClr val="0000FF"/>
                </a:solidFill>
              </a:rPr>
              <a:t>Struktur-</a:t>
            </a:r>
            <a:r>
              <a:rPr lang="de-DE" sz="2400" dirty="0"/>
              <a:t> und </a:t>
            </a:r>
            <a:r>
              <a:rPr lang="de-DE" sz="2400" dirty="0">
                <a:solidFill>
                  <a:srgbClr val="0000FF"/>
                </a:solidFill>
              </a:rPr>
              <a:t>Verhaltenssicht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>
                <a:solidFill>
                  <a:srgbClr val="0000FF"/>
                </a:solidFill>
              </a:rPr>
              <a:t>ausführbar</a:t>
            </a:r>
            <a:r>
              <a:rPr lang="de-DE" sz="2400" dirty="0"/>
              <a:t> und </a:t>
            </a:r>
            <a:r>
              <a:rPr lang="de-DE" sz="2400" dirty="0">
                <a:solidFill>
                  <a:srgbClr val="0000FF"/>
                </a:solidFill>
              </a:rPr>
              <a:t>verifizierbar</a:t>
            </a:r>
            <a:r>
              <a:rPr lang="de-DE" sz="2400" dirty="0"/>
              <a:t> (Semantik eindeutig definiert)</a:t>
            </a:r>
          </a:p>
          <a:p>
            <a:pPr marL="285750" indent="-285750">
              <a:buClr>
                <a:srgbClr val="00B050"/>
              </a:buClr>
              <a:buFont typeface="Wingdings" pitchFamily="2" charset="2"/>
              <a:buChar char="ü"/>
            </a:pPr>
            <a:r>
              <a:rPr lang="de-DE" sz="2400" dirty="0"/>
              <a:t>sehr ausgereifte Werkzeugunterstützung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de-DE" sz="2400" dirty="0"/>
          </a:p>
          <a:p>
            <a:pPr marL="285750" indent="-285750">
              <a:buClr>
                <a:srgbClr val="FF0000"/>
              </a:buClr>
              <a:buFont typeface="Wingdings" pitchFamily="2" charset="2"/>
              <a:buChar char="§"/>
            </a:pPr>
            <a:r>
              <a:rPr lang="de-DE" sz="2400" dirty="0">
                <a:solidFill>
                  <a:srgbClr val="FF0000"/>
                </a:solidFill>
              </a:rPr>
              <a:t>keine für Software geeigneten Abstraktionen</a:t>
            </a: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§"/>
            </a:pPr>
            <a:r>
              <a:rPr lang="en-GB" sz="2400" dirty="0" err="1"/>
              <a:t>kein</a:t>
            </a:r>
            <a:r>
              <a:rPr lang="en-GB" sz="2400" dirty="0"/>
              <a:t> </a:t>
            </a:r>
            <a:r>
              <a:rPr lang="en-GB" sz="2400" dirty="0" err="1"/>
              <a:t>effizientes</a:t>
            </a:r>
            <a:r>
              <a:rPr lang="en-GB" sz="2400" dirty="0"/>
              <a:t> </a:t>
            </a:r>
            <a:r>
              <a:rPr lang="en-GB" sz="2400" dirty="0" err="1"/>
              <a:t>Zielmodell</a:t>
            </a:r>
            <a:r>
              <a:rPr lang="en-GB" sz="2400" dirty="0"/>
              <a:t> für </a:t>
            </a:r>
            <a:r>
              <a:rPr lang="en-GB" sz="2400" dirty="0" err="1"/>
              <a:t>Softwareausführung</a:t>
            </a:r>
            <a:endParaRPr lang="en-GB" sz="2400" dirty="0"/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§"/>
            </a:pPr>
            <a:r>
              <a:rPr lang="en-GB" sz="2400" dirty="0" err="1"/>
              <a:t>führt</a:t>
            </a:r>
            <a:r>
              <a:rPr lang="en-GB" sz="2400" dirty="0"/>
              <a:t> </a:t>
            </a:r>
            <a:r>
              <a:rPr lang="en-GB" sz="2400" dirty="0" err="1"/>
              <a:t>zu</a:t>
            </a:r>
            <a:r>
              <a:rPr lang="en-GB" sz="2400" dirty="0"/>
              <a:t> </a:t>
            </a:r>
            <a:r>
              <a:rPr lang="en-GB" sz="2400" dirty="0" err="1"/>
              <a:t>Hardwareimplementierung</a:t>
            </a:r>
            <a:r>
              <a:rPr lang="en-GB" sz="2400" dirty="0"/>
              <a:t> </a:t>
            </a:r>
            <a:r>
              <a:rPr lang="en-GB" sz="2400" dirty="0" err="1"/>
              <a:t>statt</a:t>
            </a:r>
            <a:r>
              <a:rPr lang="en-GB" sz="2400" dirty="0"/>
              <a:t> </a:t>
            </a:r>
            <a:r>
              <a:rPr lang="en-GB" sz="2400" dirty="0" err="1"/>
              <a:t>Programmausführung</a:t>
            </a:r>
            <a:endParaRPr lang="en-GB" sz="2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7674BF-1C35-19CC-1DCC-19983085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F61228-84F5-DE0E-548F-B4F0B12E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91</a:t>
            </a:fld>
            <a:r>
              <a:rPr lang="de-DE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178410-36D4-35E5-FCF7-C3064A5D231D}"/>
              </a:ext>
            </a:extLst>
          </p:cNvPr>
          <p:cNvSpPr txBox="1"/>
          <p:nvPr/>
        </p:nvSpPr>
        <p:spPr>
          <a:xfrm>
            <a:off x="7620000" y="1625477"/>
            <a:ext cx="388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solidFill>
                  <a:srgbClr val="FF0000"/>
                </a:solidFill>
              </a:rPr>
              <a:t>Was unterscheidet Hardware von Software in der Ausführung?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187CC9-3A87-D73F-AAE3-E3433A5E9307}"/>
              </a:ext>
            </a:extLst>
          </p:cNvPr>
          <p:cNvSpPr txBox="1"/>
          <p:nvPr/>
        </p:nvSpPr>
        <p:spPr>
          <a:xfrm>
            <a:off x="7620000" y="2312960"/>
            <a:ext cx="42116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DE" dirty="0"/>
              <a:t>Software wird sequentiell ausgeführt; Zeitverlauf entsteht durch sequentielle Abarbeitung auf Prozessor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DE" dirty="0"/>
              <a:t>Hardware arbeitet physisch parallel (Addierer, Register, Multiplexer, Busse etc., alle gleichzeitig); Zeit entsteht durch Signalverzögerungen, Taktsignale, Schaltungen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dirty="0"/>
              <a:t>I</a:t>
            </a:r>
            <a:r>
              <a:rPr lang="en-DE" dirty="0"/>
              <a:t>n VHDL:</a:t>
            </a:r>
            <a:br>
              <a:rPr lang="en-DE" dirty="0"/>
            </a:br>
            <a:r>
              <a:rPr lang="en-GB" dirty="0"/>
              <a:t>a &lt;= b and c;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dirty="0"/>
              <a:t>d &lt;= a or e; </a:t>
            </a:r>
            <a:r>
              <a:rPr lang="en-GB" dirty="0" err="1"/>
              <a:t>bedeutet</a:t>
            </a:r>
            <a:r>
              <a:rPr lang="en-GB" dirty="0"/>
              <a:t>: </a:t>
            </a:r>
            <a:r>
              <a:rPr lang="en-GB" dirty="0" err="1"/>
              <a:t>gleichzeitige</a:t>
            </a:r>
            <a:r>
              <a:rPr lang="en-GB" dirty="0"/>
              <a:t> </a:t>
            </a:r>
            <a:r>
              <a:rPr lang="en-GB" dirty="0" err="1"/>
              <a:t>Verarbeitung</a:t>
            </a:r>
            <a:r>
              <a:rPr lang="en-GB" dirty="0"/>
              <a:t>, nicht </a:t>
            </a:r>
            <a:r>
              <a:rPr lang="en-GB" dirty="0" err="1"/>
              <a:t>sequentiell</a:t>
            </a:r>
            <a:endParaRPr lang="en-GB" dirty="0"/>
          </a:p>
          <a:p>
            <a:pPr marL="285750" indent="-285750">
              <a:buFont typeface="Wingdings" pitchFamily="2" charset="2"/>
              <a:buChar char="§"/>
            </a:pPr>
            <a:r>
              <a:rPr lang="en-GB" dirty="0"/>
              <a:t>Kein </a:t>
            </a:r>
            <a:r>
              <a:rPr lang="en-GB" dirty="0" err="1"/>
              <a:t>Kontrollfluss</a:t>
            </a:r>
            <a:r>
              <a:rPr lang="en-GB" dirty="0"/>
              <a:t>, </a:t>
            </a:r>
            <a:r>
              <a:rPr lang="en-GB" dirty="0" err="1"/>
              <a:t>Funktionen</a:t>
            </a:r>
            <a:r>
              <a:rPr lang="en-GB" dirty="0"/>
              <a:t>, </a:t>
            </a:r>
            <a:r>
              <a:rPr lang="en-GB" dirty="0" err="1"/>
              <a:t>Rekursion</a:t>
            </a:r>
            <a:r>
              <a:rPr lang="en-GB" dirty="0"/>
              <a:t>, </a:t>
            </a:r>
            <a:r>
              <a:rPr lang="en-GB" dirty="0" err="1"/>
              <a:t>Datenstrukturen</a:t>
            </a:r>
            <a:r>
              <a:rPr lang="en-GB" dirty="0"/>
              <a:t> etc.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3842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A02D3-36D4-1323-8C0B-60C1533D4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>
            <a:extLst>
              <a:ext uri="{FF2B5EF4-FFF2-40B4-BE49-F238E27FC236}">
                <a16:creationId xmlns:a16="http://schemas.microsoft.com/office/drawing/2014/main" id="{E6D64F5F-C5A5-6E09-0842-4266E3D3F3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6049" y="1031239"/>
            <a:ext cx="7626376" cy="984885"/>
          </a:xfrm>
        </p:spPr>
        <p:txBody>
          <a:bodyPr/>
          <a:lstStyle/>
          <a:p>
            <a:pPr eaLnBrk="1" hangingPunct="1"/>
            <a:r>
              <a:rPr lang="en-US" dirty="0" err="1">
                <a:cs typeface="Arial" charset="0"/>
              </a:rPr>
              <a:t>Übersicht</a:t>
            </a:r>
            <a:r>
              <a:rPr lang="en-US" dirty="0">
                <a:cs typeface="Arial" charset="0"/>
              </a:rPr>
              <a:t> </a:t>
            </a:r>
            <a:r>
              <a:rPr lang="en-US" dirty="0" err="1">
                <a:cs typeface="Arial" charset="0"/>
              </a:rPr>
              <a:t>über</a:t>
            </a:r>
            <a:r>
              <a:rPr lang="en-US" dirty="0">
                <a:cs typeface="Arial" charset="0"/>
              </a:rPr>
              <a:t> die </a:t>
            </a:r>
            <a:r>
              <a:rPr lang="en-US" dirty="0" err="1">
                <a:cs typeface="Arial" charset="0"/>
              </a:rPr>
              <a:t>heutige</a:t>
            </a:r>
            <a:r>
              <a:rPr lang="en-US" dirty="0">
                <a:cs typeface="Arial" charset="0"/>
              </a:rPr>
              <a:t> </a:t>
            </a:r>
            <a:r>
              <a:rPr lang="en-US" dirty="0" err="1">
                <a:cs typeface="Arial" charset="0"/>
              </a:rPr>
              <a:t>Vorlesung</a:t>
            </a:r>
            <a:endParaRPr lang="el-GR" dirty="0">
              <a:cs typeface="Arial" charset="0"/>
            </a:endParaRPr>
          </a:p>
        </p:txBody>
      </p:sp>
      <p:sp>
        <p:nvSpPr>
          <p:cNvPr id="3078" name="Rectangle 3">
            <a:extLst>
              <a:ext uri="{FF2B5EF4-FFF2-40B4-BE49-F238E27FC236}">
                <a16:creationId xmlns:a16="http://schemas.microsoft.com/office/drawing/2014/main" id="{0A5FCB40-01AA-B95A-3EA7-FB7AF4D6C6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2781" y="2558543"/>
            <a:ext cx="11234382" cy="3200876"/>
          </a:xfrm>
          <a:ln>
            <a:noFill/>
          </a:ln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Zentrale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 </a:t>
            </a: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Anforderungen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 an </a:t>
            </a: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Modellierungssprachen</a:t>
            </a:r>
            <a:endParaRPr lang="en-US" sz="2800" dirty="0">
              <a:solidFill>
                <a:schemeClr val="bg1">
                  <a:lumMod val="75000"/>
                </a:schemeClr>
              </a:solidFill>
              <a:cs typeface="Arial" charset="0"/>
            </a:endParaRPr>
          </a:p>
          <a:p>
            <a:pPr marL="609600" indent="-609600">
              <a:buFontTx/>
              <a:buAutoNum type="arabicPeriod"/>
            </a:pP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Modellierung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 von Software</a:t>
            </a:r>
          </a:p>
          <a:p>
            <a:pPr marL="1009650" lvl="1" indent="-609600"/>
            <a:r>
              <a:rPr lang="en-US" sz="24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	UML</a:t>
            </a:r>
          </a:p>
          <a:p>
            <a:pPr marL="1009650" lvl="1" indent="-609600"/>
            <a:r>
              <a:rPr lang="en-US" sz="24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	Petri-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Netze</a:t>
            </a:r>
            <a:endParaRPr lang="en-US" sz="2400" dirty="0">
              <a:solidFill>
                <a:schemeClr val="bg1">
                  <a:lumMod val="75000"/>
                </a:schemeClr>
              </a:solidFill>
              <a:cs typeface="Arial" charset="0"/>
            </a:endParaRPr>
          </a:p>
          <a:p>
            <a:pPr marL="609600" indent="-609600">
              <a:buFontTx/>
              <a:buAutoNum type="arabicPeriod"/>
            </a:pPr>
            <a:r>
              <a:rPr lang="en-US" sz="28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Modellierung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 von Hardware</a:t>
            </a:r>
          </a:p>
          <a:p>
            <a:pPr marL="1009650" lvl="1" indent="-609600"/>
            <a:r>
              <a:rPr lang="en-US" sz="24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	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  <a:cs typeface="Arial" charset="0"/>
              </a:rPr>
              <a:t>Blockdiagramme</a:t>
            </a:r>
            <a:endParaRPr lang="en-US" sz="2400" dirty="0">
              <a:solidFill>
                <a:schemeClr val="bg1">
                  <a:lumMod val="75000"/>
                </a:schemeClr>
              </a:solidFill>
              <a:cs typeface="Arial" charset="0"/>
            </a:endParaRPr>
          </a:p>
          <a:p>
            <a:pPr marL="1009650" lvl="1" indent="-609600"/>
            <a:r>
              <a:rPr lang="en-US" sz="2400" dirty="0">
                <a:solidFill>
                  <a:schemeClr val="bg1">
                    <a:lumMod val="75000"/>
                  </a:schemeClr>
                </a:solidFill>
                <a:cs typeface="Arial" charset="0"/>
              </a:rPr>
              <a:t>	VHDL</a:t>
            </a:r>
          </a:p>
          <a:p>
            <a:pPr marL="609600" indent="-609600">
              <a:buFontTx/>
              <a:buAutoNum type="arabicPeriod"/>
            </a:pPr>
            <a:r>
              <a:rPr lang="en-US" sz="2800" dirty="0" err="1">
                <a:cs typeface="Arial" charset="0"/>
              </a:rPr>
              <a:t>Zusammenfassung</a:t>
            </a:r>
            <a:endParaRPr lang="en-US" sz="2800" dirty="0">
              <a:cs typeface="Arial" charset="0"/>
            </a:endParaRPr>
          </a:p>
        </p:txBody>
      </p:sp>
      <p:sp>
        <p:nvSpPr>
          <p:cNvPr id="3075" name="Fußzeilenplatzhalter 4">
            <a:extLst>
              <a:ext uri="{FF2B5EF4-FFF2-40B4-BE49-F238E27FC236}">
                <a16:creationId xmlns:a16="http://schemas.microsoft.com/office/drawing/2014/main" id="{72644BC8-589C-E9F3-5C6A-5397BE843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3076" name="Foliennummernplatzhalter 5">
            <a:extLst>
              <a:ext uri="{FF2B5EF4-FFF2-40B4-BE49-F238E27FC236}">
                <a16:creationId xmlns:a16="http://schemas.microsoft.com/office/drawing/2014/main" id="{FF2DB0C0-A619-F54F-894F-225EDF1C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92</a:t>
            </a:fld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319655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Zusammenfassung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46049" y="2294462"/>
            <a:ext cx="11037114" cy="3877985"/>
          </a:xfrm>
        </p:spPr>
        <p:txBody>
          <a:bodyPr/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 err="1">
                <a:cs typeface="Arial" charset="0"/>
              </a:rPr>
              <a:t>zentrale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Anforderungen</a:t>
            </a:r>
            <a:r>
              <a:rPr lang="en-US" sz="2800" dirty="0">
                <a:cs typeface="Arial" charset="0"/>
              </a:rPr>
              <a:t> an </a:t>
            </a:r>
            <a:r>
              <a:rPr lang="en-US" sz="2800" dirty="0" err="1">
                <a:cs typeface="Arial" charset="0"/>
              </a:rPr>
              <a:t>Modellierungssprachen</a:t>
            </a:r>
            <a:r>
              <a:rPr lang="en-US" sz="2800" dirty="0">
                <a:cs typeface="Arial" charset="0"/>
              </a:rPr>
              <a:t> für </a:t>
            </a:r>
            <a:r>
              <a:rPr lang="en-US" sz="2800" dirty="0" err="1">
                <a:cs typeface="Arial" charset="0"/>
              </a:rPr>
              <a:t>eingebettete</a:t>
            </a:r>
            <a:r>
              <a:rPr lang="en-US" sz="2800" dirty="0">
                <a:cs typeface="Arial" charset="0"/>
              </a:rPr>
              <a:t> Systeme: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Nebenläufigkeit</a:t>
            </a:r>
            <a:endParaRPr lang="en-US" sz="2800" dirty="0">
              <a:solidFill>
                <a:srgbClr val="0000FF"/>
              </a:solidFill>
              <a:cs typeface="Arial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Kommunikation</a:t>
            </a:r>
            <a:endParaRPr lang="en-US" sz="2800" dirty="0">
              <a:solidFill>
                <a:srgbClr val="0000FF"/>
              </a:solidFill>
              <a:cs typeface="Arial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synchrones</a:t>
            </a:r>
            <a:r>
              <a:rPr lang="en-US" sz="2800" dirty="0">
                <a:cs typeface="Arial" charset="0"/>
              </a:rPr>
              <a:t> und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asynchrones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Verhalten</a:t>
            </a:r>
            <a:endParaRPr lang="en-US" sz="2800" dirty="0">
              <a:cs typeface="Arial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 err="1">
                <a:cs typeface="Arial" charset="0"/>
              </a:rPr>
              <a:t>Berücksichtigung</a:t>
            </a:r>
            <a:r>
              <a:rPr lang="en-US" sz="2800" dirty="0">
                <a:cs typeface="Arial" charset="0"/>
              </a:rPr>
              <a:t> von </a:t>
            </a:r>
            <a:r>
              <a:rPr lang="en-US" sz="2800" dirty="0">
                <a:solidFill>
                  <a:srgbClr val="0000FF"/>
                </a:solidFill>
                <a:cs typeface="Arial" charset="0"/>
              </a:rPr>
              <a:t>Zeit</a:t>
            </a:r>
            <a:r>
              <a:rPr lang="en-US" sz="2800" dirty="0">
                <a:cs typeface="Arial" charset="0"/>
              </a:rPr>
              <a:t> (und </a:t>
            </a:r>
            <a:r>
              <a:rPr lang="en-US" sz="2800" dirty="0" err="1">
                <a:cs typeface="Arial" charset="0"/>
              </a:rPr>
              <a:t>ggf</a:t>
            </a:r>
            <a:r>
              <a:rPr lang="en-US" sz="2800" dirty="0">
                <a:cs typeface="Arial" charset="0"/>
              </a:rPr>
              <a:t>. </a:t>
            </a:r>
            <a:r>
              <a:rPr lang="en-US" sz="2800" dirty="0" err="1">
                <a:cs typeface="Arial" charset="0"/>
              </a:rPr>
              <a:t>auch</a:t>
            </a:r>
            <a:r>
              <a:rPr lang="en-US" sz="2800" dirty="0">
                <a:cs typeface="Arial" charset="0"/>
              </a:rPr>
              <a:t> Energie)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Ausführbarkeit</a:t>
            </a:r>
            <a:r>
              <a:rPr lang="en-US" sz="2800" dirty="0">
                <a:cs typeface="Arial" charset="0"/>
              </a:rPr>
              <a:t> (für Simulation und Test)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 err="1">
                <a:cs typeface="Arial" charset="0"/>
              </a:rPr>
              <a:t>Eindeutigkeit</a:t>
            </a:r>
            <a:r>
              <a:rPr lang="en-US" sz="2800" dirty="0">
                <a:cs typeface="Arial" charset="0"/>
              </a:rPr>
              <a:t> /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Vorhersagbarkeit</a:t>
            </a:r>
            <a:r>
              <a:rPr lang="en-US" sz="2800" dirty="0">
                <a:cs typeface="Arial" charset="0"/>
              </a:rPr>
              <a:t> /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Verifizierbarkeit</a:t>
            </a:r>
            <a:endParaRPr lang="en-US" sz="2800" dirty="0">
              <a:solidFill>
                <a:srgbClr val="0000FF"/>
              </a:solidFill>
              <a:cs typeface="Arial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de-DE" sz="280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93</a:t>
            </a:fld>
            <a:r>
              <a:rPr lang="de-DE"/>
              <a:t> </a:t>
            </a:r>
            <a:endParaRPr lang="de-DE" sz="825" dirty="0"/>
          </a:p>
        </p:txBody>
      </p:sp>
    </p:spTree>
    <p:extLst>
      <p:ext uri="{BB962C8B-B14F-4D97-AF65-F5344CB8AC3E}">
        <p14:creationId xmlns:p14="http://schemas.microsoft.com/office/powerpoint/2010/main" val="119514877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cs typeface="Arial" charset="0"/>
              </a:rPr>
              <a:t>Zusammenfassung</a:t>
            </a:r>
            <a:endParaRPr lang="el-GR" dirty="0">
              <a:cs typeface="Arial" charset="0"/>
            </a:endParaRPr>
          </a:p>
        </p:txBody>
      </p:sp>
      <p:sp>
        <p:nvSpPr>
          <p:cNvPr id="52230" name="Rectangle 3"/>
          <p:cNvSpPr>
            <a:spLocks noGrp="1" noChangeArrowheads="1"/>
          </p:cNvSpPr>
          <p:nvPr>
            <p:ph idx="1"/>
          </p:nvPr>
        </p:nvSpPr>
        <p:spPr>
          <a:xfrm>
            <a:off x="346049" y="1603194"/>
            <a:ext cx="11485627" cy="5017977"/>
          </a:xfrm>
        </p:spPr>
        <p:txBody>
          <a:bodyPr/>
          <a:lstStyle/>
          <a:p>
            <a:pPr marL="266700" indent="-266700">
              <a:lnSpc>
                <a:spcPct val="80000"/>
              </a:lnSpc>
              <a:spcAft>
                <a:spcPts val="600"/>
              </a:spcAft>
            </a:pPr>
            <a:r>
              <a:rPr lang="en-US" sz="2800" i="1" dirty="0">
                <a:solidFill>
                  <a:srgbClr val="0000FF"/>
                </a:solidFill>
                <a:cs typeface="Arial" charset="0"/>
              </a:rPr>
              <a:t>UML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intuitiv</a:t>
            </a:r>
            <a:r>
              <a:rPr lang="en-US" sz="2800" dirty="0">
                <a:cs typeface="Arial" charset="0"/>
              </a:rPr>
              <a:t>, gut </a:t>
            </a:r>
            <a:r>
              <a:rPr lang="en-US" sz="2800" dirty="0" err="1">
                <a:cs typeface="Arial" charset="0"/>
              </a:rPr>
              <a:t>geeignet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für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komplexe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cs typeface="Arial" charset="0"/>
              </a:rPr>
              <a:t>SW-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Systeme</a:t>
            </a:r>
            <a:endParaRPr lang="en-US" sz="2800" dirty="0">
              <a:solidFill>
                <a:srgbClr val="0000FF"/>
              </a:solidFill>
              <a:cs typeface="Arial" charset="0"/>
            </a:endParaRPr>
          </a:p>
          <a:p>
            <a:pPr marL="666750" lvl="1" indent="-266700">
              <a:lnSpc>
                <a:spcPct val="80000"/>
              </a:lnSpc>
              <a:spcAft>
                <a:spcPts val="600"/>
              </a:spcAft>
            </a:pPr>
            <a:r>
              <a:rPr lang="en-US" sz="2400" dirty="0" err="1">
                <a:solidFill>
                  <a:srgbClr val="FF0000"/>
                </a:solidFill>
                <a:cs typeface="Arial" charset="0"/>
              </a:rPr>
              <a:t>informelle</a:t>
            </a:r>
            <a:r>
              <a:rPr lang="en-US" sz="2400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cs typeface="Arial" charset="0"/>
              </a:rPr>
              <a:t>Semantik</a:t>
            </a:r>
            <a:r>
              <a:rPr lang="en-US" sz="2400" dirty="0">
                <a:cs typeface="Arial" charset="0"/>
              </a:rPr>
              <a:t>, nicht </a:t>
            </a:r>
            <a:r>
              <a:rPr lang="en-US" sz="2400" dirty="0" err="1">
                <a:cs typeface="Arial" charset="0"/>
              </a:rPr>
              <a:t>verifizierbar</a:t>
            </a:r>
            <a:endParaRPr lang="en-US" sz="2400" dirty="0">
              <a:cs typeface="Arial" charset="0"/>
            </a:endParaRPr>
          </a:p>
          <a:p>
            <a:pPr marL="266700" indent="-266700">
              <a:lnSpc>
                <a:spcPct val="80000"/>
              </a:lnSpc>
              <a:spcAft>
                <a:spcPts val="600"/>
              </a:spcAft>
            </a:pPr>
            <a:endParaRPr lang="en-US" sz="2800" dirty="0">
              <a:cs typeface="Arial" charset="0"/>
            </a:endParaRPr>
          </a:p>
          <a:p>
            <a:pPr marL="266700" indent="-266700">
              <a:lnSpc>
                <a:spcPct val="80000"/>
              </a:lnSpc>
              <a:spcAft>
                <a:spcPts val="600"/>
              </a:spcAft>
            </a:pPr>
            <a:r>
              <a:rPr lang="en-US" sz="2800" i="1" dirty="0">
                <a:solidFill>
                  <a:srgbClr val="0000FF"/>
                </a:solidFill>
                <a:cs typeface="Arial" charset="0"/>
              </a:rPr>
              <a:t>Petri-</a:t>
            </a:r>
            <a:r>
              <a:rPr lang="en-US" sz="2800" i="1" dirty="0" err="1">
                <a:solidFill>
                  <a:srgbClr val="0000FF"/>
                </a:solidFill>
                <a:cs typeface="Arial" charset="0"/>
              </a:rPr>
              <a:t>Netze</a:t>
            </a:r>
            <a:r>
              <a:rPr lang="en-US" sz="2800" dirty="0">
                <a:cs typeface="Arial" charset="0"/>
              </a:rPr>
              <a:t> gut </a:t>
            </a:r>
            <a:r>
              <a:rPr lang="en-US" sz="2800" dirty="0" err="1">
                <a:cs typeface="Arial" charset="0"/>
              </a:rPr>
              <a:t>geeignet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für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cs typeface="Arial" charset="0"/>
              </a:rPr>
              <a:t>Nebenläufigkeit</a:t>
            </a:r>
            <a:endParaRPr lang="en-US" sz="2800" dirty="0">
              <a:solidFill>
                <a:srgbClr val="0000FF"/>
              </a:solidFill>
              <a:cs typeface="Arial" charset="0"/>
            </a:endParaRPr>
          </a:p>
          <a:p>
            <a:pPr marL="666750" lvl="1" indent="-266700">
              <a:lnSpc>
                <a:spcPct val="80000"/>
              </a:lnSpc>
              <a:spcAft>
                <a:spcPts val="600"/>
              </a:spcAft>
            </a:pPr>
            <a:r>
              <a:rPr lang="en-US" sz="2400" dirty="0" err="1">
                <a:solidFill>
                  <a:srgbClr val="FF0000"/>
                </a:solidFill>
                <a:cs typeface="Arial" charset="0"/>
              </a:rPr>
              <a:t>wenig</a:t>
            </a:r>
            <a:r>
              <a:rPr lang="en-US" sz="2400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cs typeface="Arial" charset="0"/>
              </a:rPr>
              <a:t>Abstraktion</a:t>
            </a:r>
            <a:r>
              <a:rPr lang="en-US" sz="2400" dirty="0">
                <a:cs typeface="Arial" charset="0"/>
              </a:rPr>
              <a:t>, </a:t>
            </a:r>
            <a:r>
              <a:rPr lang="en-US" sz="2400" dirty="0" err="1">
                <a:cs typeface="Arial" charset="0"/>
              </a:rPr>
              <a:t>schlecht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für</a:t>
            </a:r>
            <a:r>
              <a:rPr lang="en-US" sz="2400" dirty="0"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komplexe</a:t>
            </a:r>
            <a:r>
              <a:rPr lang="en-US" sz="2400" dirty="0">
                <a:cs typeface="Arial" charset="0"/>
              </a:rPr>
              <a:t> SW-</a:t>
            </a:r>
            <a:r>
              <a:rPr lang="en-US" sz="2400" dirty="0" err="1">
                <a:cs typeface="Arial" charset="0"/>
              </a:rPr>
              <a:t>Systeme</a:t>
            </a:r>
            <a:endParaRPr lang="en-US" sz="2400" dirty="0">
              <a:cs typeface="Arial" charset="0"/>
            </a:endParaRPr>
          </a:p>
          <a:p>
            <a:pPr marL="666750" lvl="1" indent="-266700">
              <a:lnSpc>
                <a:spcPct val="80000"/>
              </a:lnSpc>
              <a:spcAft>
                <a:spcPts val="600"/>
              </a:spcAft>
            </a:pPr>
            <a:endParaRPr lang="en-US" sz="2400" dirty="0">
              <a:cs typeface="Arial" charset="0"/>
            </a:endParaRPr>
          </a:p>
          <a:p>
            <a:pPr marL="400050" lvl="1" indent="-400050">
              <a:lnSpc>
                <a:spcPct val="80000"/>
              </a:lnSpc>
              <a:spcAft>
                <a:spcPts val="600"/>
              </a:spcAft>
            </a:pPr>
            <a:r>
              <a:rPr lang="en-US" sz="2800" i="1" dirty="0" err="1">
                <a:solidFill>
                  <a:srgbClr val="0000FF"/>
                </a:solidFill>
                <a:cs typeface="Arial" charset="0"/>
              </a:rPr>
              <a:t>Blockdiagramme</a:t>
            </a:r>
            <a:r>
              <a:rPr lang="en-US" sz="2800" i="1" dirty="0">
                <a:cs typeface="Arial" charset="0"/>
              </a:rPr>
              <a:t> </a:t>
            </a:r>
            <a:r>
              <a:rPr lang="en-US" sz="2800" dirty="0">
                <a:cs typeface="Arial" charset="0"/>
              </a:rPr>
              <a:t>gut </a:t>
            </a:r>
            <a:r>
              <a:rPr lang="en-US" sz="2800" dirty="0" err="1">
                <a:cs typeface="Arial" charset="0"/>
              </a:rPr>
              <a:t>geeignet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 err="1">
                <a:cs typeface="Arial" charset="0"/>
              </a:rPr>
              <a:t>für</a:t>
            </a:r>
            <a:r>
              <a:rPr lang="en-US" sz="2800" dirty="0">
                <a:cs typeface="Arial" charset="0"/>
              </a:rPr>
              <a:t> Hardware (</a:t>
            </a:r>
            <a:r>
              <a:rPr lang="en-US" sz="2800" dirty="0" err="1">
                <a:cs typeface="Arial" charset="0"/>
              </a:rPr>
              <a:t>synchron</a:t>
            </a:r>
            <a:r>
              <a:rPr lang="en-US" sz="2800" dirty="0">
                <a:cs typeface="Arial" charset="0"/>
              </a:rPr>
              <a:t>/parallel)</a:t>
            </a:r>
            <a:endParaRPr lang="en-US" sz="2400" i="1" dirty="0">
              <a:cs typeface="Arial" charset="0"/>
            </a:endParaRPr>
          </a:p>
          <a:p>
            <a:pPr marL="666750" lvl="1" indent="-266700">
              <a:lnSpc>
                <a:spcPct val="80000"/>
              </a:lnSpc>
              <a:spcAft>
                <a:spcPts val="600"/>
              </a:spcAft>
            </a:pPr>
            <a:r>
              <a:rPr lang="en-US" sz="2400" dirty="0" err="1">
                <a:solidFill>
                  <a:srgbClr val="FF0000"/>
                </a:solidFill>
                <a:cs typeface="Arial" charset="0"/>
              </a:rPr>
              <a:t>Kontrollfluss</a:t>
            </a:r>
            <a:r>
              <a:rPr lang="en-US" sz="2400" dirty="0">
                <a:solidFill>
                  <a:srgbClr val="FF0000"/>
                </a:solidFill>
                <a:cs typeface="Arial" charset="0"/>
              </a:rPr>
              <a:t> und </a:t>
            </a:r>
            <a:r>
              <a:rPr lang="en-US" sz="2400" dirty="0" err="1">
                <a:solidFill>
                  <a:srgbClr val="FF0000"/>
                </a:solidFill>
                <a:cs typeface="Arial" charset="0"/>
              </a:rPr>
              <a:t>Datenstrukturen</a:t>
            </a:r>
            <a:r>
              <a:rPr lang="en-US" sz="2400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cs typeface="Arial" charset="0"/>
              </a:rPr>
              <a:t>nicht</a:t>
            </a:r>
            <a:r>
              <a:rPr lang="en-US" sz="2400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cs typeface="Arial" charset="0"/>
              </a:rPr>
              <a:t>explizit</a:t>
            </a:r>
            <a:r>
              <a:rPr lang="en-US" sz="2400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sz="2400" dirty="0" err="1">
                <a:cs typeface="Arial" charset="0"/>
              </a:rPr>
              <a:t>sichtbar</a:t>
            </a:r>
            <a:r>
              <a:rPr lang="en-US" sz="2400" dirty="0">
                <a:cs typeface="Arial" charset="0"/>
              </a:rPr>
              <a:t> </a:t>
            </a:r>
          </a:p>
          <a:p>
            <a:pPr marL="666750" lvl="1" indent="-266700">
              <a:lnSpc>
                <a:spcPct val="80000"/>
              </a:lnSpc>
              <a:spcAft>
                <a:spcPts val="600"/>
              </a:spcAft>
            </a:pPr>
            <a:endParaRPr lang="en-US" sz="2400" dirty="0">
              <a:cs typeface="Arial" charset="0"/>
            </a:endParaRPr>
          </a:p>
          <a:p>
            <a:pPr marL="266700" indent="-266700">
              <a:lnSpc>
                <a:spcPct val="80000"/>
              </a:lnSpc>
              <a:spcAft>
                <a:spcPts val="600"/>
              </a:spcAft>
            </a:pPr>
            <a:r>
              <a:rPr lang="en-US" sz="2800" i="1" dirty="0">
                <a:solidFill>
                  <a:srgbClr val="0000FF"/>
                </a:solidFill>
                <a:cs typeface="Arial" charset="0"/>
              </a:rPr>
              <a:t>VHDL</a:t>
            </a:r>
            <a:r>
              <a:rPr lang="en-US" sz="2800" dirty="0">
                <a:cs typeface="Arial" charset="0"/>
              </a:rPr>
              <a:t> “quasi Standard” in Europa </a:t>
            </a:r>
            <a:r>
              <a:rPr lang="en-US" sz="2800" dirty="0" err="1">
                <a:cs typeface="Arial" charset="0"/>
              </a:rPr>
              <a:t>für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cs typeface="Arial" charset="0"/>
              </a:rPr>
              <a:t>Hardware Design</a:t>
            </a:r>
            <a:endParaRPr lang="en-US" dirty="0">
              <a:solidFill>
                <a:srgbClr val="0000FF"/>
              </a:solidFill>
              <a:cs typeface="Arial" charset="0"/>
            </a:endParaRPr>
          </a:p>
          <a:p>
            <a:pPr marL="666750" lvl="1" indent="-266700">
              <a:lnSpc>
                <a:spcPct val="80000"/>
              </a:lnSpc>
              <a:spcAft>
                <a:spcPts val="600"/>
              </a:spcAft>
            </a:pPr>
            <a:r>
              <a:rPr lang="en-US" sz="2400" dirty="0" err="1">
                <a:cs typeface="Arial" charset="0"/>
              </a:rPr>
              <a:t>simulierbar</a:t>
            </a:r>
            <a:r>
              <a:rPr lang="en-US" sz="2400" dirty="0">
                <a:cs typeface="Arial" charset="0"/>
              </a:rPr>
              <a:t>, </a:t>
            </a:r>
            <a:r>
              <a:rPr lang="en-US" sz="2400" dirty="0" err="1">
                <a:cs typeface="Arial" charset="0"/>
              </a:rPr>
              <a:t>verifizierbar</a:t>
            </a:r>
            <a:r>
              <a:rPr lang="en-US" sz="2400" dirty="0">
                <a:cs typeface="Arial" charset="0"/>
              </a:rPr>
              <a:t>, </a:t>
            </a:r>
            <a:r>
              <a:rPr lang="en-US" sz="2400" dirty="0" err="1">
                <a:cs typeface="Arial" charset="0"/>
              </a:rPr>
              <a:t>synthetisierbar</a:t>
            </a:r>
            <a:endParaRPr lang="en-US" sz="2400" dirty="0">
              <a:cs typeface="Arial" charset="0"/>
            </a:endParaRPr>
          </a:p>
          <a:p>
            <a:pPr marL="666750" lvl="1" indent="-266700">
              <a:lnSpc>
                <a:spcPct val="80000"/>
              </a:lnSpc>
              <a:spcAft>
                <a:spcPts val="600"/>
              </a:spcAft>
            </a:pPr>
            <a:r>
              <a:rPr lang="en-US" sz="2400" dirty="0" err="1">
                <a:cs typeface="Arial" charset="0"/>
              </a:rPr>
              <a:t>aber</a:t>
            </a:r>
            <a:r>
              <a:rPr lang="en-US" sz="2400" dirty="0">
                <a:cs typeface="Arial" charset="0"/>
              </a:rPr>
              <a:t>: </a:t>
            </a:r>
            <a:r>
              <a:rPr lang="en-US" sz="2400" dirty="0" err="1">
                <a:solidFill>
                  <a:srgbClr val="FF0000"/>
                </a:solidFill>
                <a:cs typeface="Arial" charset="0"/>
              </a:rPr>
              <a:t>keine</a:t>
            </a:r>
            <a:r>
              <a:rPr lang="en-US" sz="2400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cs typeface="Arial" charset="0"/>
              </a:rPr>
              <a:t>Abstraktionen</a:t>
            </a:r>
            <a:r>
              <a:rPr lang="en-US" sz="2400" dirty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cs typeface="Arial" charset="0"/>
              </a:rPr>
              <a:t>für</a:t>
            </a:r>
            <a:r>
              <a:rPr lang="en-US" sz="2400" dirty="0">
                <a:solidFill>
                  <a:srgbClr val="FF0000"/>
                </a:solidFill>
                <a:cs typeface="Arial" charset="0"/>
              </a:rPr>
              <a:t> Software</a:t>
            </a:r>
            <a:endParaRPr lang="en-US" sz="2400" dirty="0">
              <a:solidFill>
                <a:srgbClr val="FF0000"/>
              </a:solidFill>
            </a:endParaRPr>
          </a:p>
          <a:p>
            <a:pPr marL="666750" lvl="1" indent="-266700">
              <a:lnSpc>
                <a:spcPct val="80000"/>
              </a:lnSpc>
              <a:spcAft>
                <a:spcPts val="600"/>
              </a:spcAft>
            </a:pPr>
            <a:endParaRPr lang="en-US" sz="2400" dirty="0">
              <a:cs typeface="Arial" charset="0"/>
            </a:endParaRPr>
          </a:p>
        </p:txBody>
      </p:sp>
      <p:sp>
        <p:nvSpPr>
          <p:cNvPr id="52227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625" y="6172447"/>
            <a:ext cx="8415235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0" i="0" kern="1200" baseline="0">
                <a:solidFill>
                  <a:schemeClr val="tx1"/>
                </a:solidFill>
                <a:latin typeface="Meta Offc Pro"/>
                <a:ea typeface="+mn-ea"/>
                <a:cs typeface="+mn-cs"/>
              </a:defRPr>
            </a:lvl1pPr>
            <a:lvl2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defRPr sz="506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Prof. Dr. Sebastian Schlesinger</a:t>
            </a:r>
          </a:p>
        </p:txBody>
      </p:sp>
      <p:sp>
        <p:nvSpPr>
          <p:cNvPr id="5222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004537" y="6172448"/>
            <a:ext cx="827139" cy="36000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900" b="1" i="0" kern="1200" baseline="0">
                <a:solidFill>
                  <a:schemeClr val="bg2"/>
                </a:solidFill>
                <a:latin typeface="Meta Offc Pro"/>
                <a:ea typeface="+mn-ea"/>
                <a:cs typeface="+mn-cs"/>
              </a:defRPr>
            </a:lvl1pPr>
            <a:lvl2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r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787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fld id="{6C8FC03C-C266-4645-ABC5-645062898383}" type="slidenum">
              <a:rPr lang="de-DE" smtClean="0"/>
              <a:pPr/>
              <a:t>94</a:t>
            </a:fld>
            <a:r>
              <a:rPr lang="de-DE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11452</TotalTime>
  <Words>5748</Words>
  <Application>Microsoft Macintosh PowerPoint</Application>
  <PresentationFormat>Custom</PresentationFormat>
  <Paragraphs>1434</Paragraphs>
  <Slides>94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7" baseType="lpstr">
      <vt:lpstr>Arial Unicode MS</vt:lpstr>
      <vt:lpstr>Aptos</vt:lpstr>
      <vt:lpstr>Arial</vt:lpstr>
      <vt:lpstr>Calibri</vt:lpstr>
      <vt:lpstr>Cambria Math</vt:lpstr>
      <vt:lpstr>Consolas</vt:lpstr>
      <vt:lpstr>Courier New</vt:lpstr>
      <vt:lpstr>Monaco</vt:lpstr>
      <vt:lpstr>STIX Two Math</vt:lpstr>
      <vt:lpstr>Times New Roman</vt:lpstr>
      <vt:lpstr>Trebuchet MS</vt:lpstr>
      <vt:lpstr>Wingdings</vt:lpstr>
      <vt:lpstr>Office Theme</vt:lpstr>
      <vt:lpstr>Embedded Systems Engineering  Modellierung</vt:lpstr>
      <vt:lpstr>Überblick über die gesamte Vorlesung</vt:lpstr>
      <vt:lpstr>Überblick über die gesamte Vorlesung</vt:lpstr>
      <vt:lpstr>Motivation</vt:lpstr>
      <vt:lpstr>Requirements Engineering</vt:lpstr>
      <vt:lpstr>Normen und Regelungen</vt:lpstr>
      <vt:lpstr>Wichtige Normen</vt:lpstr>
      <vt:lpstr>(Automotive) Safety Integrity Level</vt:lpstr>
      <vt:lpstr>Vergleich von S I L und A S I L</vt:lpstr>
      <vt:lpstr>(A)SIL-Dekomposition</vt:lpstr>
      <vt:lpstr>ASIL: Beispiele</vt:lpstr>
      <vt:lpstr>ASIL: Beispiele</vt:lpstr>
      <vt:lpstr>Einleitung</vt:lpstr>
      <vt:lpstr>Einleitung</vt:lpstr>
      <vt:lpstr>Recap: wichtige Nichtfunktionale Eigenschaften eingebetteter Software</vt:lpstr>
      <vt:lpstr>Modellbasierte Entwicklung</vt:lpstr>
      <vt:lpstr>Model-Driven Engineering</vt:lpstr>
      <vt:lpstr>Model-Driven Engineering</vt:lpstr>
      <vt:lpstr>Begriffsklärung</vt:lpstr>
      <vt:lpstr>Model-Driven Development (MDD)</vt:lpstr>
      <vt:lpstr>Modellbasiertes Testen</vt:lpstr>
      <vt:lpstr>Übersicht über die heutige Vorlesung</vt:lpstr>
      <vt:lpstr>Übersicht über die heutige Vorlesung</vt:lpstr>
      <vt:lpstr>Spezifikation</vt:lpstr>
      <vt:lpstr>Modelle</vt:lpstr>
      <vt:lpstr>Zentrale Anforderungen</vt:lpstr>
      <vt:lpstr>Prozesse</vt:lpstr>
      <vt:lpstr>Nebenläufigkeit</vt:lpstr>
      <vt:lpstr>Synchronisationsprobleme</vt:lpstr>
      <vt:lpstr>Synchronisationsprobleme</vt:lpstr>
      <vt:lpstr>Nebenläufigkeit + Nichtdeterminismus</vt:lpstr>
      <vt:lpstr>Ablauf nebenläufiger Systeme</vt:lpstr>
      <vt:lpstr>Nebenläufigkeit und Kommunikation</vt:lpstr>
      <vt:lpstr>Synchronität vs. Asynchronität</vt:lpstr>
      <vt:lpstr>Nebenläufigkeit + Kommunikation</vt:lpstr>
      <vt:lpstr>Synchrone Kommunikation</vt:lpstr>
      <vt:lpstr>Asynchrone Kommunikation</vt:lpstr>
      <vt:lpstr>Semaphore</vt:lpstr>
      <vt:lpstr>Ablauf mit Semaphore</vt:lpstr>
      <vt:lpstr>Berϋcksichtigung von Zeit</vt:lpstr>
      <vt:lpstr>Ausführbarkeit</vt:lpstr>
      <vt:lpstr>Eindeutigkeit / Verifizierbarkeit</vt:lpstr>
      <vt:lpstr>Lebendigkeit &amp; Fairness</vt:lpstr>
      <vt:lpstr>Modellierungssprachen</vt:lpstr>
      <vt:lpstr>Übersicht über die heutige Vorlesung</vt:lpstr>
      <vt:lpstr>Textuelle Anforderungsspezifikation</vt:lpstr>
      <vt:lpstr>Textuelle Anforderungsspezifikation</vt:lpstr>
      <vt:lpstr>Modellierungssprachen</vt:lpstr>
      <vt:lpstr>Unified Modeling Language</vt:lpstr>
      <vt:lpstr>Diagrammtypen</vt:lpstr>
      <vt:lpstr>Klassendiagramm</vt:lpstr>
      <vt:lpstr>Sequenzdiagramme</vt:lpstr>
      <vt:lpstr>Zeitdiagramme</vt:lpstr>
      <vt:lpstr>Profile</vt:lpstr>
      <vt:lpstr>Profil für eingebettete Echtzeitsysteme</vt:lpstr>
      <vt:lpstr>MARTE</vt:lpstr>
      <vt:lpstr>UML: Vor- und Nachteile</vt:lpstr>
      <vt:lpstr>UML: Vor- und Nachteile</vt:lpstr>
      <vt:lpstr>Petri-Netze</vt:lpstr>
      <vt:lpstr>Condition/Event Nets</vt:lpstr>
      <vt:lpstr>Condition/Event Nets</vt:lpstr>
      <vt:lpstr>Condition/Event Nets</vt:lpstr>
      <vt:lpstr>Place/Transition Nets</vt:lpstr>
      <vt:lpstr>Formale Semantik</vt:lpstr>
      <vt:lpstr>Syntax und Semantik Petrinetze</vt:lpstr>
      <vt:lpstr>Beispiel</vt:lpstr>
      <vt:lpstr>Place/Transition Nets: Beispiel</vt:lpstr>
      <vt:lpstr>Place/Transition Nets: Beispiel</vt:lpstr>
      <vt:lpstr>Place/Transition Nets: Beispiel</vt:lpstr>
      <vt:lpstr>Place/Transition Nets: Beispiel</vt:lpstr>
      <vt:lpstr>Place/Transition Nets: Beispiel</vt:lpstr>
      <vt:lpstr>Zeiterweiterungen</vt:lpstr>
      <vt:lpstr>Petri-Netze: Vor- und Nachteile</vt:lpstr>
      <vt:lpstr>Petri-Netze: Vor- und Nachteile</vt:lpstr>
      <vt:lpstr>Übersicht über die heutige Vorlesung</vt:lpstr>
      <vt:lpstr>Blockdiagramme</vt:lpstr>
      <vt:lpstr>Hardwarebeschreibungssprachen</vt:lpstr>
      <vt:lpstr>VHDL</vt:lpstr>
      <vt:lpstr>VHDL: Verhaltensmodellierung</vt:lpstr>
      <vt:lpstr>VHDL Notation</vt:lpstr>
      <vt:lpstr>VHDL: Strukturmodellierung</vt:lpstr>
      <vt:lpstr>VHDL: Datenflussmodellierung</vt:lpstr>
      <vt:lpstr>Missverständnisse Nebenäufigkeit</vt:lpstr>
      <vt:lpstr>Missverständnisse Nebenäufigkeit</vt:lpstr>
      <vt:lpstr>Was ist ein Delta-Zyklus?</vt:lpstr>
      <vt:lpstr>Simulation und Verifikation</vt:lpstr>
      <vt:lpstr>Blockdiagramme und VHDL: Vor- und Nachteile</vt:lpstr>
      <vt:lpstr>Blockdiagramme: Vor- und Nachteile</vt:lpstr>
      <vt:lpstr>VHDL: Vor- und Nachteile</vt:lpstr>
      <vt:lpstr>VHDL: Vor- und Nachteile</vt:lpstr>
      <vt:lpstr>VHDL: Vor- und Nachteile</vt:lpstr>
      <vt:lpstr>Übersicht über die heutige Vorlesung</vt:lpstr>
      <vt:lpstr>Zusammenfassung</vt:lpstr>
      <vt:lpstr>Zusammenfassung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</dc:title>
  <dc:creator>Thomas Hupperich</dc:creator>
  <cp:lastModifiedBy>Schlesinger, Sebastian</cp:lastModifiedBy>
  <cp:revision>8</cp:revision>
  <dcterms:created xsi:type="dcterms:W3CDTF">2023-01-30T17:03:51Z</dcterms:created>
  <dcterms:modified xsi:type="dcterms:W3CDTF">2026-02-11T15:42:13Z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2023-01-30T00:00:00Z</vt:filetime>
  </property>
  <property fmtid="{D5CDD505-2E9C-101B-9397-08002B2CF9AE}" pid="3" name="Creator">
    <vt:lpwstr>Adobe Acrobat Pro (64-bit) 22.3.20314</vt:lpwstr>
  </property>
  <property fmtid="{D5CDD505-2E9C-101B-9397-08002B2CF9AE}" pid="4" name="LastSaved">
    <vt:filetime>2023-01-30T00:00:00Z</vt:filetime>
  </property>
  <property fmtid="{D5CDD505-2E9C-101B-9397-08002B2CF9AE}" pid="5" name="Producer">
    <vt:lpwstr>Adobe Acrobat Pro (64-bit) 22.3.20314</vt:lpwstr>
  </property>
</Properties>
</file>