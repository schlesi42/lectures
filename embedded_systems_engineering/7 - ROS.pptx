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785" r:id="rId2"/>
    <p:sldId id="791" r:id="rId3"/>
    <p:sldId id="792" r:id="rId4"/>
    <p:sldId id="794" r:id="rId5"/>
    <p:sldId id="804" r:id="rId6"/>
    <p:sldId id="805" r:id="rId7"/>
    <p:sldId id="806" r:id="rId8"/>
    <p:sldId id="793" r:id="rId9"/>
    <p:sldId id="795" r:id="rId10"/>
    <p:sldId id="796" r:id="rId11"/>
    <p:sldId id="797" r:id="rId12"/>
    <p:sldId id="798" r:id="rId13"/>
    <p:sldId id="799" r:id="rId14"/>
    <p:sldId id="800" r:id="rId15"/>
    <p:sldId id="801" r:id="rId16"/>
    <p:sldId id="803" r:id="rId17"/>
    <p:sldId id="802" r:id="rId18"/>
    <p:sldId id="808" r:id="rId19"/>
    <p:sldId id="811" r:id="rId20"/>
    <p:sldId id="812" r:id="rId21"/>
    <p:sldId id="813" r:id="rId22"/>
    <p:sldId id="814" r:id="rId23"/>
    <p:sldId id="815" r:id="rId24"/>
    <p:sldId id="821" r:id="rId25"/>
    <p:sldId id="822" r:id="rId26"/>
    <p:sldId id="807" r:id="rId27"/>
    <p:sldId id="823" r:id="rId28"/>
    <p:sldId id="824" r:id="rId29"/>
    <p:sldId id="825" r:id="rId30"/>
    <p:sldId id="826" r:id="rId31"/>
    <p:sldId id="809" r:id="rId32"/>
    <p:sldId id="827" r:id="rId33"/>
    <p:sldId id="828" r:id="rId34"/>
    <p:sldId id="829" r:id="rId35"/>
    <p:sldId id="830" r:id="rId36"/>
    <p:sldId id="816" r:id="rId37"/>
    <p:sldId id="831" r:id="rId38"/>
    <p:sldId id="817" r:id="rId39"/>
    <p:sldId id="832" r:id="rId40"/>
    <p:sldId id="818" r:id="rId41"/>
    <p:sldId id="819" r:id="rId42"/>
    <p:sldId id="820" r:id="rId43"/>
    <p:sldId id="833" r:id="rId44"/>
    <p:sldId id="834" r:id="rId45"/>
    <p:sldId id="835" r:id="rId46"/>
    <p:sldId id="836" r:id="rId47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2A96B-83C4-284A-8667-FF119FFA8CC8}" v="16" dt="2026-03-02T14:25:01.603"/>
    <p1510:client id="{A89BAC3B-395D-A542-AE9C-F1DCD993A537}" v="8" dt="2026-03-02T14:02:23.4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0" y="1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esinger, Sebastian" userId="d814e6c9-e9fb-4b77-84f7-ccd8aa3529bb" providerId="ADAL" clId="{814D90CD-D400-5612-B49E-CD4DF6BF7C8B}"/>
    <pc:docChg chg="undo custSel addSld delSld modSld">
      <pc:chgData name="Schlesinger, Sebastian" userId="d814e6c9-e9fb-4b77-84f7-ccd8aa3529bb" providerId="ADAL" clId="{814D90CD-D400-5612-B49E-CD4DF6BF7C8B}" dt="2026-03-02T14:25:03.452" v="538" actId="6549"/>
      <pc:docMkLst>
        <pc:docMk/>
      </pc:docMkLst>
      <pc:sldChg chg="del">
        <pc:chgData name="Schlesinger, Sebastian" userId="d814e6c9-e9fb-4b77-84f7-ccd8aa3529bb" providerId="ADAL" clId="{814D90CD-D400-5612-B49E-CD4DF6BF7C8B}" dt="2026-03-02T14:03:37.627" v="171" actId="2696"/>
        <pc:sldMkLst>
          <pc:docMk/>
          <pc:sldMk cId="1935494770" sldId="378"/>
        </pc:sldMkLst>
      </pc:sldChg>
      <pc:sldChg chg="modSp mod">
        <pc:chgData name="Schlesinger, Sebastian" userId="d814e6c9-e9fb-4b77-84f7-ccd8aa3529bb" providerId="ADAL" clId="{814D90CD-D400-5612-B49E-CD4DF6BF7C8B}" dt="2026-03-02T14:06:54.326" v="300" actId="20577"/>
        <pc:sldMkLst>
          <pc:docMk/>
          <pc:sldMk cId="204824301" sldId="792"/>
        </pc:sldMkLst>
        <pc:spChg chg="mod">
          <ac:chgData name="Schlesinger, Sebastian" userId="d814e6c9-e9fb-4b77-84f7-ccd8aa3529bb" providerId="ADAL" clId="{814D90CD-D400-5612-B49E-CD4DF6BF7C8B}" dt="2026-03-02T14:06:54.326" v="300" actId="20577"/>
          <ac:spMkLst>
            <pc:docMk/>
            <pc:sldMk cId="204824301" sldId="792"/>
            <ac:spMk id="3" creationId="{E4BB8211-B0C4-F61F-AC88-78E767B21BAA}"/>
          </ac:spMkLst>
        </pc:spChg>
      </pc:sldChg>
      <pc:sldChg chg="modSp mod">
        <pc:chgData name="Schlesinger, Sebastian" userId="d814e6c9-e9fb-4b77-84f7-ccd8aa3529bb" providerId="ADAL" clId="{814D90CD-D400-5612-B49E-CD4DF6BF7C8B}" dt="2026-03-02T10:27:54.431" v="52" actId="1076"/>
        <pc:sldMkLst>
          <pc:docMk/>
          <pc:sldMk cId="15450226" sldId="793"/>
        </pc:sldMkLst>
        <pc:spChg chg="mod">
          <ac:chgData name="Schlesinger, Sebastian" userId="d814e6c9-e9fb-4b77-84f7-ccd8aa3529bb" providerId="ADAL" clId="{814D90CD-D400-5612-B49E-CD4DF6BF7C8B}" dt="2026-03-02T10:27:14.614" v="32" actId="14100"/>
          <ac:spMkLst>
            <pc:docMk/>
            <pc:sldMk cId="15450226" sldId="793"/>
            <ac:spMk id="3" creationId="{E4BB8211-B0C4-F61F-AC88-78E767B21BAA}"/>
          </ac:spMkLst>
        </pc:spChg>
        <pc:picChg chg="mod">
          <ac:chgData name="Schlesinger, Sebastian" userId="d814e6c9-e9fb-4b77-84f7-ccd8aa3529bb" providerId="ADAL" clId="{814D90CD-D400-5612-B49E-CD4DF6BF7C8B}" dt="2026-03-02T10:27:54.431" v="52" actId="1076"/>
          <ac:picMkLst>
            <pc:docMk/>
            <pc:sldMk cId="15450226" sldId="793"/>
            <ac:picMk id="4" creationId="{00000000-0000-0000-0000-000000000000}"/>
          </ac:picMkLst>
        </pc:picChg>
      </pc:sldChg>
      <pc:sldChg chg="modSp mod">
        <pc:chgData name="Schlesinger, Sebastian" userId="d814e6c9-e9fb-4b77-84f7-ccd8aa3529bb" providerId="ADAL" clId="{814D90CD-D400-5612-B49E-CD4DF6BF7C8B}" dt="2026-03-02T10:26:39.512" v="13" actId="14100"/>
        <pc:sldMkLst>
          <pc:docMk/>
          <pc:sldMk cId="3801768123" sldId="794"/>
        </pc:sldMkLst>
        <pc:spChg chg="mod">
          <ac:chgData name="Schlesinger, Sebastian" userId="d814e6c9-e9fb-4b77-84f7-ccd8aa3529bb" providerId="ADAL" clId="{814D90CD-D400-5612-B49E-CD4DF6BF7C8B}" dt="2026-03-02T10:26:39.512" v="13" actId="14100"/>
          <ac:spMkLst>
            <pc:docMk/>
            <pc:sldMk cId="3801768123" sldId="794"/>
            <ac:spMk id="3" creationId="{E4BB8211-B0C4-F61F-AC88-78E767B21BAA}"/>
          </ac:spMkLst>
        </pc:spChg>
      </pc:sldChg>
      <pc:sldChg chg="modSp mod">
        <pc:chgData name="Schlesinger, Sebastian" userId="d814e6c9-e9fb-4b77-84f7-ccd8aa3529bb" providerId="ADAL" clId="{814D90CD-D400-5612-B49E-CD4DF6BF7C8B}" dt="2026-03-02T14:00:20.043" v="114" actId="14100"/>
        <pc:sldMkLst>
          <pc:docMk/>
          <pc:sldMk cId="1657212427" sldId="795"/>
        </pc:sldMkLst>
        <pc:spChg chg="mod">
          <ac:chgData name="Schlesinger, Sebastian" userId="d814e6c9-e9fb-4b77-84f7-ccd8aa3529bb" providerId="ADAL" clId="{814D90CD-D400-5612-B49E-CD4DF6BF7C8B}" dt="2026-03-02T13:58:45.440" v="71" actId="14100"/>
          <ac:spMkLst>
            <pc:docMk/>
            <pc:sldMk cId="1657212427" sldId="795"/>
            <ac:spMk id="3" creationId="{E4BB8211-B0C4-F61F-AC88-78E767B21BAA}"/>
          </ac:spMkLst>
        </pc:spChg>
        <pc:picChg chg="mod">
          <ac:chgData name="Schlesinger, Sebastian" userId="d814e6c9-e9fb-4b77-84f7-ccd8aa3529bb" providerId="ADAL" clId="{814D90CD-D400-5612-B49E-CD4DF6BF7C8B}" dt="2026-03-02T14:00:20.043" v="114" actId="14100"/>
          <ac:picMkLst>
            <pc:docMk/>
            <pc:sldMk cId="1657212427" sldId="795"/>
            <ac:picMk id="4" creationId="{00000000-0000-0000-0000-000000000000}"/>
          </ac:picMkLst>
        </pc:picChg>
      </pc:sldChg>
      <pc:sldChg chg="addSp delSp modSp mod">
        <pc:chgData name="Schlesinger, Sebastian" userId="d814e6c9-e9fb-4b77-84f7-ccd8aa3529bb" providerId="ADAL" clId="{814D90CD-D400-5612-B49E-CD4DF6BF7C8B}" dt="2026-03-02T14:00:15.307" v="113" actId="14100"/>
        <pc:sldMkLst>
          <pc:docMk/>
          <pc:sldMk cId="1356466377" sldId="796"/>
        </pc:sldMkLst>
        <pc:spChg chg="mod">
          <ac:chgData name="Schlesinger, Sebastian" userId="d814e6c9-e9fb-4b77-84f7-ccd8aa3529bb" providerId="ADAL" clId="{814D90CD-D400-5612-B49E-CD4DF6BF7C8B}" dt="2026-03-02T13:56:22.191" v="69" actId="14100"/>
          <ac:spMkLst>
            <pc:docMk/>
            <pc:sldMk cId="1356466377" sldId="796"/>
            <ac:spMk id="3" creationId="{E4BB8211-B0C4-F61F-AC88-78E767B21BAA}"/>
          </ac:spMkLst>
        </pc:spChg>
        <pc:picChg chg="del">
          <ac:chgData name="Schlesinger, Sebastian" userId="d814e6c9-e9fb-4b77-84f7-ccd8aa3529bb" providerId="ADAL" clId="{814D90CD-D400-5612-B49E-CD4DF6BF7C8B}" dt="2026-03-02T13:56:16.056" v="66" actId="478"/>
          <ac:picMkLst>
            <pc:docMk/>
            <pc:sldMk cId="1356466377" sldId="796"/>
            <ac:picMk id="4" creationId="{00000000-0000-0000-0000-000000000000}"/>
          </ac:picMkLst>
        </pc:picChg>
        <pc:picChg chg="add mod">
          <ac:chgData name="Schlesinger, Sebastian" userId="d814e6c9-e9fb-4b77-84f7-ccd8aa3529bb" providerId="ADAL" clId="{814D90CD-D400-5612-B49E-CD4DF6BF7C8B}" dt="2026-03-02T14:00:15.307" v="113" actId="14100"/>
          <ac:picMkLst>
            <pc:docMk/>
            <pc:sldMk cId="1356466377" sldId="796"/>
            <ac:picMk id="5" creationId="{31A7B4EE-A793-7366-6CD3-F30EBF1411BB}"/>
          </ac:picMkLst>
        </pc:picChg>
      </pc:sldChg>
      <pc:sldChg chg="addSp delSp modSp mod">
        <pc:chgData name="Schlesinger, Sebastian" userId="d814e6c9-e9fb-4b77-84f7-ccd8aa3529bb" providerId="ADAL" clId="{814D90CD-D400-5612-B49E-CD4DF6BF7C8B}" dt="2026-03-02T14:00:11.251" v="112" actId="14100"/>
        <pc:sldMkLst>
          <pc:docMk/>
          <pc:sldMk cId="4143081448" sldId="797"/>
        </pc:sldMkLst>
        <pc:spChg chg="mod">
          <ac:chgData name="Schlesinger, Sebastian" userId="d814e6c9-e9fb-4b77-84f7-ccd8aa3529bb" providerId="ADAL" clId="{814D90CD-D400-5612-B49E-CD4DF6BF7C8B}" dt="2026-03-02T14:00:08.859" v="111" actId="14100"/>
          <ac:spMkLst>
            <pc:docMk/>
            <pc:sldMk cId="4143081448" sldId="797"/>
            <ac:spMk id="3" creationId="{E4BB8211-B0C4-F61F-AC88-78E767B21BAA}"/>
          </ac:spMkLst>
        </pc:spChg>
        <pc:picChg chg="del">
          <ac:chgData name="Schlesinger, Sebastian" userId="d814e6c9-e9fb-4b77-84f7-ccd8aa3529bb" providerId="ADAL" clId="{814D90CD-D400-5612-B49E-CD4DF6BF7C8B}" dt="2026-03-02T13:59:24.618" v="92" actId="478"/>
          <ac:picMkLst>
            <pc:docMk/>
            <pc:sldMk cId="4143081448" sldId="797"/>
            <ac:picMk id="4" creationId="{00000000-0000-0000-0000-000000000000}"/>
          </ac:picMkLst>
        </pc:picChg>
        <pc:picChg chg="add mod">
          <ac:chgData name="Schlesinger, Sebastian" userId="d814e6c9-e9fb-4b77-84f7-ccd8aa3529bb" providerId="ADAL" clId="{814D90CD-D400-5612-B49E-CD4DF6BF7C8B}" dt="2026-03-02T14:00:11.251" v="112" actId="14100"/>
          <ac:picMkLst>
            <pc:docMk/>
            <pc:sldMk cId="4143081448" sldId="797"/>
            <ac:picMk id="5" creationId="{4310CBFE-FEB7-A08E-1C60-3BEC196FDCC4}"/>
          </ac:picMkLst>
        </pc:picChg>
      </pc:sldChg>
      <pc:sldChg chg="addSp delSp modSp mod">
        <pc:chgData name="Schlesinger, Sebastian" userId="d814e6c9-e9fb-4b77-84f7-ccd8aa3529bb" providerId="ADAL" clId="{814D90CD-D400-5612-B49E-CD4DF6BF7C8B}" dt="2026-03-02T14:00:30.761" v="118" actId="1076"/>
        <pc:sldMkLst>
          <pc:docMk/>
          <pc:sldMk cId="2461801759" sldId="798"/>
        </pc:sldMkLst>
        <pc:spChg chg="mod">
          <ac:chgData name="Schlesinger, Sebastian" userId="d814e6c9-e9fb-4b77-84f7-ccd8aa3529bb" providerId="ADAL" clId="{814D90CD-D400-5612-B49E-CD4DF6BF7C8B}" dt="2026-03-02T14:00:30.761" v="118" actId="1076"/>
          <ac:spMkLst>
            <pc:docMk/>
            <pc:sldMk cId="2461801759" sldId="798"/>
            <ac:spMk id="3" creationId="{E4BB8211-B0C4-F61F-AC88-78E767B21BAA}"/>
          </ac:spMkLst>
        </pc:spChg>
        <pc:picChg chg="del">
          <ac:chgData name="Schlesinger, Sebastian" userId="d814e6c9-e9fb-4b77-84f7-ccd8aa3529bb" providerId="ADAL" clId="{814D90CD-D400-5612-B49E-CD4DF6BF7C8B}" dt="2026-03-02T14:00:01.851" v="110" actId="478"/>
          <ac:picMkLst>
            <pc:docMk/>
            <pc:sldMk cId="2461801759" sldId="798"/>
            <ac:picMk id="4" creationId="{00000000-0000-0000-0000-000000000000}"/>
          </ac:picMkLst>
        </pc:picChg>
        <pc:picChg chg="add mod">
          <ac:chgData name="Schlesinger, Sebastian" userId="d814e6c9-e9fb-4b77-84f7-ccd8aa3529bb" providerId="ADAL" clId="{814D90CD-D400-5612-B49E-CD4DF6BF7C8B}" dt="2026-03-02T14:00:26.496" v="116" actId="14100"/>
          <ac:picMkLst>
            <pc:docMk/>
            <pc:sldMk cId="2461801759" sldId="798"/>
            <ac:picMk id="5" creationId="{B5192642-BEBD-1C9A-A796-EC52F777B42C}"/>
          </ac:picMkLst>
        </pc:picChg>
      </pc:sldChg>
      <pc:sldChg chg="addSp delSp modSp mod">
        <pc:chgData name="Schlesinger, Sebastian" userId="d814e6c9-e9fb-4b77-84f7-ccd8aa3529bb" providerId="ADAL" clId="{814D90CD-D400-5612-B49E-CD4DF6BF7C8B}" dt="2026-03-02T14:01:14.592" v="137" actId="14100"/>
        <pc:sldMkLst>
          <pc:docMk/>
          <pc:sldMk cId="4037889289" sldId="799"/>
        </pc:sldMkLst>
        <pc:spChg chg="mod">
          <ac:chgData name="Schlesinger, Sebastian" userId="d814e6c9-e9fb-4b77-84f7-ccd8aa3529bb" providerId="ADAL" clId="{814D90CD-D400-5612-B49E-CD4DF6BF7C8B}" dt="2026-03-02T14:01:14.592" v="137" actId="14100"/>
          <ac:spMkLst>
            <pc:docMk/>
            <pc:sldMk cId="4037889289" sldId="799"/>
            <ac:spMk id="3" creationId="{E4BB8211-B0C4-F61F-AC88-78E767B21BAA}"/>
          </ac:spMkLst>
        </pc:spChg>
        <pc:picChg chg="del">
          <ac:chgData name="Schlesinger, Sebastian" userId="d814e6c9-e9fb-4b77-84f7-ccd8aa3529bb" providerId="ADAL" clId="{814D90CD-D400-5612-B49E-CD4DF6BF7C8B}" dt="2026-03-02T14:01:08.406" v="135" actId="478"/>
          <ac:picMkLst>
            <pc:docMk/>
            <pc:sldMk cId="4037889289" sldId="799"/>
            <ac:picMk id="4" creationId="{00000000-0000-0000-0000-000000000000}"/>
          </ac:picMkLst>
        </pc:picChg>
        <pc:picChg chg="add mod">
          <ac:chgData name="Schlesinger, Sebastian" userId="d814e6c9-e9fb-4b77-84f7-ccd8aa3529bb" providerId="ADAL" clId="{814D90CD-D400-5612-B49E-CD4DF6BF7C8B}" dt="2026-03-02T14:01:08.825" v="136"/>
          <ac:picMkLst>
            <pc:docMk/>
            <pc:sldMk cId="4037889289" sldId="799"/>
            <ac:picMk id="5" creationId="{0C5B6B67-13BD-C2BD-A8D4-6EB9CD2023A8}"/>
          </ac:picMkLst>
        </pc:picChg>
      </pc:sldChg>
      <pc:sldChg chg="addSp delSp modSp mod">
        <pc:chgData name="Schlesinger, Sebastian" userId="d814e6c9-e9fb-4b77-84f7-ccd8aa3529bb" providerId="ADAL" clId="{814D90CD-D400-5612-B49E-CD4DF6BF7C8B}" dt="2026-03-02T14:01:51.538" v="161"/>
        <pc:sldMkLst>
          <pc:docMk/>
          <pc:sldMk cId="2722609299" sldId="800"/>
        </pc:sldMkLst>
        <pc:spChg chg="mod">
          <ac:chgData name="Schlesinger, Sebastian" userId="d814e6c9-e9fb-4b77-84f7-ccd8aa3529bb" providerId="ADAL" clId="{814D90CD-D400-5612-B49E-CD4DF6BF7C8B}" dt="2026-03-02T14:01:44.652" v="159" actId="20577"/>
          <ac:spMkLst>
            <pc:docMk/>
            <pc:sldMk cId="2722609299" sldId="800"/>
            <ac:spMk id="3" creationId="{E4BB8211-B0C4-F61F-AC88-78E767B21BAA}"/>
          </ac:spMkLst>
        </pc:spChg>
        <pc:picChg chg="del">
          <ac:chgData name="Schlesinger, Sebastian" userId="d814e6c9-e9fb-4b77-84f7-ccd8aa3529bb" providerId="ADAL" clId="{814D90CD-D400-5612-B49E-CD4DF6BF7C8B}" dt="2026-03-02T14:01:47.862" v="160" actId="478"/>
          <ac:picMkLst>
            <pc:docMk/>
            <pc:sldMk cId="2722609299" sldId="800"/>
            <ac:picMk id="4" creationId="{00000000-0000-0000-0000-000000000000}"/>
          </ac:picMkLst>
        </pc:picChg>
        <pc:picChg chg="add mod">
          <ac:chgData name="Schlesinger, Sebastian" userId="d814e6c9-e9fb-4b77-84f7-ccd8aa3529bb" providerId="ADAL" clId="{814D90CD-D400-5612-B49E-CD4DF6BF7C8B}" dt="2026-03-02T14:01:51.538" v="161"/>
          <ac:picMkLst>
            <pc:docMk/>
            <pc:sldMk cId="2722609299" sldId="800"/>
            <ac:picMk id="5" creationId="{7AE8D58A-9DAF-3614-2C1E-AF668A3C9FD0}"/>
          </ac:picMkLst>
        </pc:picChg>
      </pc:sldChg>
      <pc:sldChg chg="modSp mod">
        <pc:chgData name="Schlesinger, Sebastian" userId="d814e6c9-e9fb-4b77-84f7-ccd8aa3529bb" providerId="ADAL" clId="{814D90CD-D400-5612-B49E-CD4DF6BF7C8B}" dt="2026-03-02T14:02:03.233" v="165" actId="14100"/>
        <pc:sldMkLst>
          <pc:docMk/>
          <pc:sldMk cId="2373075274" sldId="801"/>
        </pc:sldMkLst>
        <pc:spChg chg="mod">
          <ac:chgData name="Schlesinger, Sebastian" userId="d814e6c9-e9fb-4b77-84f7-ccd8aa3529bb" providerId="ADAL" clId="{814D90CD-D400-5612-B49E-CD4DF6BF7C8B}" dt="2026-03-02T14:02:03.233" v="165" actId="14100"/>
          <ac:spMkLst>
            <pc:docMk/>
            <pc:sldMk cId="2373075274" sldId="801"/>
            <ac:spMk id="3" creationId="{00000000-0000-0000-0000-000000000000}"/>
          </ac:spMkLst>
        </pc:spChg>
      </pc:sldChg>
      <pc:sldChg chg="modSp">
        <pc:chgData name="Schlesinger, Sebastian" userId="d814e6c9-e9fb-4b77-84f7-ccd8aa3529bb" providerId="ADAL" clId="{814D90CD-D400-5612-B49E-CD4DF6BF7C8B}" dt="2026-03-02T14:02:23.451" v="170" actId="14100"/>
        <pc:sldMkLst>
          <pc:docMk/>
          <pc:sldMk cId="966898161" sldId="802"/>
        </pc:sldMkLst>
        <pc:spChg chg="mod">
          <ac:chgData name="Schlesinger, Sebastian" userId="d814e6c9-e9fb-4b77-84f7-ccd8aa3529bb" providerId="ADAL" clId="{814D90CD-D400-5612-B49E-CD4DF6BF7C8B}" dt="2026-03-02T14:02:23.451" v="170" actId="14100"/>
          <ac:spMkLst>
            <pc:docMk/>
            <pc:sldMk cId="966898161" sldId="802"/>
            <ac:spMk id="4" creationId="{00000000-0000-0000-0000-000000000000}"/>
          </ac:spMkLst>
        </pc:spChg>
      </pc:sldChg>
      <pc:sldChg chg="modSp mod">
        <pc:chgData name="Schlesinger, Sebastian" userId="d814e6c9-e9fb-4b77-84f7-ccd8aa3529bb" providerId="ADAL" clId="{814D90CD-D400-5612-B49E-CD4DF6BF7C8B}" dt="2026-03-02T14:02:12.034" v="167" actId="14100"/>
        <pc:sldMkLst>
          <pc:docMk/>
          <pc:sldMk cId="3044782323" sldId="803"/>
        </pc:sldMkLst>
        <pc:spChg chg="mod">
          <ac:chgData name="Schlesinger, Sebastian" userId="d814e6c9-e9fb-4b77-84f7-ccd8aa3529bb" providerId="ADAL" clId="{814D90CD-D400-5612-B49E-CD4DF6BF7C8B}" dt="2026-03-02T14:02:12.034" v="167" actId="14100"/>
          <ac:spMkLst>
            <pc:docMk/>
            <pc:sldMk cId="3044782323" sldId="803"/>
            <ac:spMk id="3" creationId="{00000000-0000-0000-0000-000000000000}"/>
          </ac:spMkLst>
        </pc:spChg>
      </pc:sldChg>
      <pc:sldChg chg="addSp delSp modSp new mod">
        <pc:chgData name="Schlesinger, Sebastian" userId="d814e6c9-e9fb-4b77-84f7-ccd8aa3529bb" providerId="ADAL" clId="{814D90CD-D400-5612-B49E-CD4DF6BF7C8B}" dt="2026-03-02T14:08:32.073" v="330" actId="20577"/>
        <pc:sldMkLst>
          <pc:docMk/>
          <pc:sldMk cId="192748148" sldId="804"/>
        </pc:sldMkLst>
        <pc:spChg chg="del mod">
          <ac:chgData name="Schlesinger, Sebastian" userId="d814e6c9-e9fb-4b77-84f7-ccd8aa3529bb" providerId="ADAL" clId="{814D90CD-D400-5612-B49E-CD4DF6BF7C8B}" dt="2026-03-02T14:07:55.970" v="320" actId="478"/>
          <ac:spMkLst>
            <pc:docMk/>
            <pc:sldMk cId="192748148" sldId="804"/>
            <ac:spMk id="2" creationId="{5C9F7B31-E75C-8BEE-B370-3B39D9F02DA4}"/>
          </ac:spMkLst>
        </pc:spChg>
        <pc:spChg chg="mod">
          <ac:chgData name="Schlesinger, Sebastian" userId="d814e6c9-e9fb-4b77-84f7-ccd8aa3529bb" providerId="ADAL" clId="{814D90CD-D400-5612-B49E-CD4DF6BF7C8B}" dt="2026-03-02T14:08:23.013" v="324" actId="21"/>
          <ac:spMkLst>
            <pc:docMk/>
            <pc:sldMk cId="192748148" sldId="804"/>
            <ac:spMk id="3" creationId="{FF8AAC6F-A47B-34BC-AD63-7510317423A1}"/>
          </ac:spMkLst>
        </pc:spChg>
        <pc:spChg chg="add mod">
          <ac:chgData name="Schlesinger, Sebastian" userId="d814e6c9-e9fb-4b77-84f7-ccd8aa3529bb" providerId="ADAL" clId="{814D90CD-D400-5612-B49E-CD4DF6BF7C8B}" dt="2026-03-02T14:08:32.073" v="330" actId="20577"/>
          <ac:spMkLst>
            <pc:docMk/>
            <pc:sldMk cId="192748148" sldId="804"/>
            <ac:spMk id="5" creationId="{5D30F139-F0E3-A21C-EEC8-55E9CF4EEBDB}"/>
          </ac:spMkLst>
        </pc:spChg>
        <pc:spChg chg="add mod">
          <ac:chgData name="Schlesinger, Sebastian" userId="d814e6c9-e9fb-4b77-84f7-ccd8aa3529bb" providerId="ADAL" clId="{814D90CD-D400-5612-B49E-CD4DF6BF7C8B}" dt="2026-03-02T14:08:26.811" v="326" actId="1076"/>
          <ac:spMkLst>
            <pc:docMk/>
            <pc:sldMk cId="192748148" sldId="804"/>
            <ac:spMk id="7" creationId="{7D690C5B-CD7F-EA3D-1546-9F5945571C17}"/>
          </ac:spMkLst>
        </pc:spChg>
      </pc:sldChg>
      <pc:sldChg chg="addSp modSp new mod">
        <pc:chgData name="Schlesinger, Sebastian" userId="d814e6c9-e9fb-4b77-84f7-ccd8aa3529bb" providerId="ADAL" clId="{814D90CD-D400-5612-B49E-CD4DF6BF7C8B}" dt="2026-03-02T14:09:48.823" v="353" actId="14100"/>
        <pc:sldMkLst>
          <pc:docMk/>
          <pc:sldMk cId="4120294819" sldId="805"/>
        </pc:sldMkLst>
        <pc:spChg chg="mod">
          <ac:chgData name="Schlesinger, Sebastian" userId="d814e6c9-e9fb-4b77-84f7-ccd8aa3529bb" providerId="ADAL" clId="{814D90CD-D400-5612-B49E-CD4DF6BF7C8B}" dt="2026-03-02T14:08:49.142" v="335" actId="20577"/>
          <ac:spMkLst>
            <pc:docMk/>
            <pc:sldMk cId="4120294819" sldId="805"/>
            <ac:spMk id="2" creationId="{F0DBBB66-5A4C-4980-C8C4-C1108119E87D}"/>
          </ac:spMkLst>
        </pc:spChg>
        <pc:spChg chg="mod">
          <ac:chgData name="Schlesinger, Sebastian" userId="d814e6c9-e9fb-4b77-84f7-ccd8aa3529bb" providerId="ADAL" clId="{814D90CD-D400-5612-B49E-CD4DF6BF7C8B}" dt="2026-03-02T14:09:43.645" v="351" actId="14100"/>
          <ac:spMkLst>
            <pc:docMk/>
            <pc:sldMk cId="4120294819" sldId="805"/>
            <ac:spMk id="3" creationId="{6BD3664C-7E57-C174-A015-5C726F719F7C}"/>
          </ac:spMkLst>
        </pc:spChg>
        <pc:spChg chg="add mod">
          <ac:chgData name="Schlesinger, Sebastian" userId="d814e6c9-e9fb-4b77-84f7-ccd8aa3529bb" providerId="ADAL" clId="{814D90CD-D400-5612-B49E-CD4DF6BF7C8B}" dt="2026-03-02T14:09:48.823" v="353" actId="14100"/>
          <ac:spMkLst>
            <pc:docMk/>
            <pc:sldMk cId="4120294819" sldId="805"/>
            <ac:spMk id="5" creationId="{69224040-383D-5442-CFD2-B0EDB2A348E8}"/>
          </ac:spMkLst>
        </pc:spChg>
      </pc:sldChg>
      <pc:sldChg chg="addSp delSp modSp new mod">
        <pc:chgData name="Schlesinger, Sebastian" userId="d814e6c9-e9fb-4b77-84f7-ccd8aa3529bb" providerId="ADAL" clId="{814D90CD-D400-5612-B49E-CD4DF6BF7C8B}" dt="2026-03-02T14:10:28.248" v="378" actId="1076"/>
        <pc:sldMkLst>
          <pc:docMk/>
          <pc:sldMk cId="4274419979" sldId="806"/>
        </pc:sldMkLst>
        <pc:spChg chg="mod">
          <ac:chgData name="Schlesinger, Sebastian" userId="d814e6c9-e9fb-4b77-84f7-ccd8aa3529bb" providerId="ADAL" clId="{814D90CD-D400-5612-B49E-CD4DF6BF7C8B}" dt="2026-03-02T14:10:03.531" v="367" actId="20577"/>
          <ac:spMkLst>
            <pc:docMk/>
            <pc:sldMk cId="4274419979" sldId="806"/>
            <ac:spMk id="2" creationId="{AB87DBF5-9F6D-D8B8-A309-B7442C289FFC}"/>
          </ac:spMkLst>
        </pc:spChg>
        <pc:spChg chg="del">
          <ac:chgData name="Schlesinger, Sebastian" userId="d814e6c9-e9fb-4b77-84f7-ccd8aa3529bb" providerId="ADAL" clId="{814D90CD-D400-5612-B49E-CD4DF6BF7C8B}" dt="2026-03-02T14:10:05.214" v="368" actId="478"/>
          <ac:spMkLst>
            <pc:docMk/>
            <pc:sldMk cId="4274419979" sldId="806"/>
            <ac:spMk id="3" creationId="{81B9618E-CB93-A4C9-3A1D-0C5D74CB9D5D}"/>
          </ac:spMkLst>
        </pc:spChg>
        <pc:spChg chg="add del mod">
          <ac:chgData name="Schlesinger, Sebastian" userId="d814e6c9-e9fb-4b77-84f7-ccd8aa3529bb" providerId="ADAL" clId="{814D90CD-D400-5612-B49E-CD4DF6BF7C8B}" dt="2026-03-02T14:10:28.248" v="378" actId="1076"/>
          <ac:spMkLst>
            <pc:docMk/>
            <pc:sldMk cId="4274419979" sldId="806"/>
            <ac:spMk id="6" creationId="{94E9741F-08BB-3ADD-B9A8-D6A042FCCCD1}"/>
          </ac:spMkLst>
        </pc:spChg>
        <pc:graphicFrameChg chg="add mod">
          <ac:chgData name="Schlesinger, Sebastian" userId="d814e6c9-e9fb-4b77-84f7-ccd8aa3529bb" providerId="ADAL" clId="{814D90CD-D400-5612-B49E-CD4DF6BF7C8B}" dt="2026-03-02T14:10:11.064" v="370" actId="1076"/>
          <ac:graphicFrameMkLst>
            <pc:docMk/>
            <pc:sldMk cId="4274419979" sldId="806"/>
            <ac:graphicFrameMk id="4" creationId="{9A162FFD-BEB3-08DF-7FD2-4E12510258DD}"/>
          </ac:graphicFrameMkLst>
        </pc:graphicFrameChg>
      </pc:sldChg>
      <pc:sldChg chg="modSp add mod">
        <pc:chgData name="Schlesinger, Sebastian" userId="d814e6c9-e9fb-4b77-84f7-ccd8aa3529bb" providerId="ADAL" clId="{814D90CD-D400-5612-B49E-CD4DF6BF7C8B}" dt="2026-03-02T14:21:29.093" v="419" actId="6549"/>
        <pc:sldMkLst>
          <pc:docMk/>
          <pc:sldMk cId="298270134" sldId="807"/>
        </pc:sldMkLst>
        <pc:spChg chg="mod">
          <ac:chgData name="Schlesinger, Sebastian" userId="d814e6c9-e9fb-4b77-84f7-ccd8aa3529bb" providerId="ADAL" clId="{814D90CD-D400-5612-B49E-CD4DF6BF7C8B}" dt="2026-03-02T14:21:29.093" v="419" actId="6549"/>
          <ac:spMkLst>
            <pc:docMk/>
            <pc:sldMk cId="298270134" sldId="807"/>
            <ac:spMk id="3" creationId="{E4BB8211-B0C4-F61F-AC88-78E767B21BAA}"/>
          </ac:spMkLst>
        </pc:spChg>
      </pc:sldChg>
      <pc:sldChg chg="new del">
        <pc:chgData name="Schlesinger, Sebastian" userId="d814e6c9-e9fb-4b77-84f7-ccd8aa3529bb" providerId="ADAL" clId="{814D90CD-D400-5612-B49E-CD4DF6BF7C8B}" dt="2026-03-02T14:19:13.279" v="381" actId="2696"/>
        <pc:sldMkLst>
          <pc:docMk/>
          <pc:sldMk cId="3046418354" sldId="807"/>
        </pc:sldMkLst>
      </pc:sldChg>
      <pc:sldChg chg="add">
        <pc:chgData name="Schlesinger, Sebastian" userId="d814e6c9-e9fb-4b77-84f7-ccd8aa3529bb" providerId="ADAL" clId="{814D90CD-D400-5612-B49E-CD4DF6BF7C8B}" dt="2026-03-02T14:19:11.674" v="380"/>
        <pc:sldMkLst>
          <pc:docMk/>
          <pc:sldMk cId="3223698731" sldId="808"/>
        </pc:sldMkLst>
      </pc:sldChg>
      <pc:sldChg chg="modSp add mod">
        <pc:chgData name="Schlesinger, Sebastian" userId="d814e6c9-e9fb-4b77-84f7-ccd8aa3529bb" providerId="ADAL" clId="{814D90CD-D400-5612-B49E-CD4DF6BF7C8B}" dt="2026-03-02T14:22:14.703" v="450" actId="14100"/>
        <pc:sldMkLst>
          <pc:docMk/>
          <pc:sldMk cId="3667472229" sldId="809"/>
        </pc:sldMkLst>
        <pc:spChg chg="mod">
          <ac:chgData name="Schlesinger, Sebastian" userId="d814e6c9-e9fb-4b77-84f7-ccd8aa3529bb" providerId="ADAL" clId="{814D90CD-D400-5612-B49E-CD4DF6BF7C8B}" dt="2026-03-02T14:22:14.703" v="450" actId="14100"/>
          <ac:spMkLst>
            <pc:docMk/>
            <pc:sldMk cId="3667472229" sldId="809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19:19.625" v="382" actId="14100"/>
        <pc:sldMkLst>
          <pc:docMk/>
          <pc:sldMk cId="2979068981" sldId="811"/>
        </pc:sldMkLst>
        <pc:spChg chg="mod">
          <ac:chgData name="Schlesinger, Sebastian" userId="d814e6c9-e9fb-4b77-84f7-ccd8aa3529bb" providerId="ADAL" clId="{814D90CD-D400-5612-B49E-CD4DF6BF7C8B}" dt="2026-03-02T14:19:19.625" v="382" actId="14100"/>
          <ac:spMkLst>
            <pc:docMk/>
            <pc:sldMk cId="2979068981" sldId="811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19:33.293" v="385" actId="1076"/>
        <pc:sldMkLst>
          <pc:docMk/>
          <pc:sldMk cId="4125927161" sldId="812"/>
        </pc:sldMkLst>
        <pc:graphicFrameChg chg="mod modGraphic">
          <ac:chgData name="Schlesinger, Sebastian" userId="d814e6c9-e9fb-4b77-84f7-ccd8aa3529bb" providerId="ADAL" clId="{814D90CD-D400-5612-B49E-CD4DF6BF7C8B}" dt="2026-03-02T14:19:33.293" v="385" actId="1076"/>
          <ac:graphicFrameMkLst>
            <pc:docMk/>
            <pc:sldMk cId="4125927161" sldId="812"/>
            <ac:graphicFrameMk id="4" creationId="{00000000-0000-0000-0000-000000000000}"/>
          </ac:graphicFrameMkLst>
        </pc:graphicFrameChg>
      </pc:sldChg>
      <pc:sldChg chg="add">
        <pc:chgData name="Schlesinger, Sebastian" userId="d814e6c9-e9fb-4b77-84f7-ccd8aa3529bb" providerId="ADAL" clId="{814D90CD-D400-5612-B49E-CD4DF6BF7C8B}" dt="2026-03-02T14:19:49.068" v="386"/>
        <pc:sldMkLst>
          <pc:docMk/>
          <pc:sldMk cId="1111006082" sldId="813"/>
        </pc:sldMkLst>
      </pc:sldChg>
      <pc:sldChg chg="modSp add mod">
        <pc:chgData name="Schlesinger, Sebastian" userId="d814e6c9-e9fb-4b77-84f7-ccd8aa3529bb" providerId="ADAL" clId="{814D90CD-D400-5612-B49E-CD4DF6BF7C8B}" dt="2026-03-02T14:20:01.736" v="388" actId="12"/>
        <pc:sldMkLst>
          <pc:docMk/>
          <pc:sldMk cId="1006076199" sldId="814"/>
        </pc:sldMkLst>
        <pc:spChg chg="mod">
          <ac:chgData name="Schlesinger, Sebastian" userId="d814e6c9-e9fb-4b77-84f7-ccd8aa3529bb" providerId="ADAL" clId="{814D90CD-D400-5612-B49E-CD4DF6BF7C8B}" dt="2026-03-02T14:20:01.736" v="388" actId="12"/>
          <ac:spMkLst>
            <pc:docMk/>
            <pc:sldMk cId="1006076199" sldId="814"/>
            <ac:spMk id="4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0:37.344" v="397" actId="6549"/>
        <pc:sldMkLst>
          <pc:docMk/>
          <pc:sldMk cId="2252897518" sldId="815"/>
        </pc:sldMkLst>
        <pc:spChg chg="mod">
          <ac:chgData name="Schlesinger, Sebastian" userId="d814e6c9-e9fb-4b77-84f7-ccd8aa3529bb" providerId="ADAL" clId="{814D90CD-D400-5612-B49E-CD4DF6BF7C8B}" dt="2026-03-02T14:20:37.344" v="397" actId="6549"/>
          <ac:spMkLst>
            <pc:docMk/>
            <pc:sldMk cId="2252897518" sldId="815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3:07.243" v="475" actId="6549"/>
        <pc:sldMkLst>
          <pc:docMk/>
          <pc:sldMk cId="1250126076" sldId="816"/>
        </pc:sldMkLst>
        <pc:spChg chg="mod">
          <ac:chgData name="Schlesinger, Sebastian" userId="d814e6c9-e9fb-4b77-84f7-ccd8aa3529bb" providerId="ADAL" clId="{814D90CD-D400-5612-B49E-CD4DF6BF7C8B}" dt="2026-03-02T14:23:07.243" v="475" actId="6549"/>
          <ac:spMkLst>
            <pc:docMk/>
            <pc:sldMk cId="1250126076" sldId="816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3:32.730" v="488" actId="1076"/>
        <pc:sldMkLst>
          <pc:docMk/>
          <pc:sldMk cId="3285905015" sldId="817"/>
        </pc:sldMkLst>
        <pc:spChg chg="mod">
          <ac:chgData name="Schlesinger, Sebastian" userId="d814e6c9-e9fb-4b77-84f7-ccd8aa3529bb" providerId="ADAL" clId="{814D90CD-D400-5612-B49E-CD4DF6BF7C8B}" dt="2026-03-02T14:23:32.730" v="488" actId="1076"/>
          <ac:spMkLst>
            <pc:docMk/>
            <pc:sldMk cId="3285905015" sldId="817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4:04.928" v="504" actId="14100"/>
        <pc:sldMkLst>
          <pc:docMk/>
          <pc:sldMk cId="1625617191" sldId="818"/>
        </pc:sldMkLst>
        <pc:spChg chg="mod">
          <ac:chgData name="Schlesinger, Sebastian" userId="d814e6c9-e9fb-4b77-84f7-ccd8aa3529bb" providerId="ADAL" clId="{814D90CD-D400-5612-B49E-CD4DF6BF7C8B}" dt="2026-03-02T14:24:04.928" v="504" actId="14100"/>
          <ac:spMkLst>
            <pc:docMk/>
            <pc:sldMk cId="1625617191" sldId="818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4:13.357" v="509" actId="6549"/>
        <pc:sldMkLst>
          <pc:docMk/>
          <pc:sldMk cId="2447506584" sldId="819"/>
        </pc:sldMkLst>
        <pc:spChg chg="mod">
          <ac:chgData name="Schlesinger, Sebastian" userId="d814e6c9-e9fb-4b77-84f7-ccd8aa3529bb" providerId="ADAL" clId="{814D90CD-D400-5612-B49E-CD4DF6BF7C8B}" dt="2026-03-02T14:24:13.357" v="509" actId="6549"/>
          <ac:spMkLst>
            <pc:docMk/>
            <pc:sldMk cId="2447506584" sldId="819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4:26.472" v="515" actId="20577"/>
        <pc:sldMkLst>
          <pc:docMk/>
          <pc:sldMk cId="2392391279" sldId="820"/>
        </pc:sldMkLst>
        <pc:spChg chg="mod">
          <ac:chgData name="Schlesinger, Sebastian" userId="d814e6c9-e9fb-4b77-84f7-ccd8aa3529bb" providerId="ADAL" clId="{814D90CD-D400-5612-B49E-CD4DF6BF7C8B}" dt="2026-03-02T14:24:26.472" v="515" actId="20577"/>
          <ac:spMkLst>
            <pc:docMk/>
            <pc:sldMk cId="2392391279" sldId="820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1:07.877" v="402" actId="20577"/>
        <pc:sldMkLst>
          <pc:docMk/>
          <pc:sldMk cId="3706232543" sldId="821"/>
        </pc:sldMkLst>
        <pc:spChg chg="mod">
          <ac:chgData name="Schlesinger, Sebastian" userId="d814e6c9-e9fb-4b77-84f7-ccd8aa3529bb" providerId="ADAL" clId="{814D90CD-D400-5612-B49E-CD4DF6BF7C8B}" dt="2026-03-02T14:21:07.877" v="402" actId="20577"/>
          <ac:spMkLst>
            <pc:docMk/>
            <pc:sldMk cId="3706232543" sldId="821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1:17.157" v="411" actId="6549"/>
        <pc:sldMkLst>
          <pc:docMk/>
          <pc:sldMk cId="4020392290" sldId="822"/>
        </pc:sldMkLst>
        <pc:spChg chg="mod">
          <ac:chgData name="Schlesinger, Sebastian" userId="d814e6c9-e9fb-4b77-84f7-ccd8aa3529bb" providerId="ADAL" clId="{814D90CD-D400-5612-B49E-CD4DF6BF7C8B}" dt="2026-03-02T14:21:17.157" v="411" actId="6549"/>
          <ac:spMkLst>
            <pc:docMk/>
            <pc:sldMk cId="4020392290" sldId="822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1:37.837" v="426" actId="6549"/>
        <pc:sldMkLst>
          <pc:docMk/>
          <pc:sldMk cId="1476585782" sldId="823"/>
        </pc:sldMkLst>
        <pc:spChg chg="mod">
          <ac:chgData name="Schlesinger, Sebastian" userId="d814e6c9-e9fb-4b77-84f7-ccd8aa3529bb" providerId="ADAL" clId="{814D90CD-D400-5612-B49E-CD4DF6BF7C8B}" dt="2026-03-02T14:21:37.837" v="426" actId="6549"/>
          <ac:spMkLst>
            <pc:docMk/>
            <pc:sldMk cId="1476585782" sldId="823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1:51.861" v="434" actId="14100"/>
        <pc:sldMkLst>
          <pc:docMk/>
          <pc:sldMk cId="3198116998" sldId="824"/>
        </pc:sldMkLst>
        <pc:spChg chg="mod">
          <ac:chgData name="Schlesinger, Sebastian" userId="d814e6c9-e9fb-4b77-84f7-ccd8aa3529bb" providerId="ADAL" clId="{814D90CD-D400-5612-B49E-CD4DF6BF7C8B}" dt="2026-03-02T14:21:51.861" v="434" actId="14100"/>
          <ac:spMkLst>
            <pc:docMk/>
            <pc:sldMk cId="3198116998" sldId="824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1:56.905" v="439" actId="6549"/>
        <pc:sldMkLst>
          <pc:docMk/>
          <pc:sldMk cId="217882644" sldId="825"/>
        </pc:sldMkLst>
        <pc:spChg chg="mod">
          <ac:chgData name="Schlesinger, Sebastian" userId="d814e6c9-e9fb-4b77-84f7-ccd8aa3529bb" providerId="ADAL" clId="{814D90CD-D400-5612-B49E-CD4DF6BF7C8B}" dt="2026-03-02T14:21:56.905" v="439" actId="6549"/>
          <ac:spMkLst>
            <pc:docMk/>
            <pc:sldMk cId="217882644" sldId="825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2:08.086" v="448" actId="6549"/>
        <pc:sldMkLst>
          <pc:docMk/>
          <pc:sldMk cId="1848433685" sldId="826"/>
        </pc:sldMkLst>
        <pc:spChg chg="mod">
          <ac:chgData name="Schlesinger, Sebastian" userId="d814e6c9-e9fb-4b77-84f7-ccd8aa3529bb" providerId="ADAL" clId="{814D90CD-D400-5612-B49E-CD4DF6BF7C8B}" dt="2026-03-02T14:22:08.086" v="448" actId="6549"/>
          <ac:spMkLst>
            <pc:docMk/>
            <pc:sldMk cId="1848433685" sldId="826"/>
            <ac:spMk id="3" creationId="{E4BB8211-B0C4-F61F-AC88-78E767B21BAA}"/>
          </ac:spMkLst>
        </pc:spChg>
        <pc:graphicFrameChg chg="mod">
          <ac:chgData name="Schlesinger, Sebastian" userId="d814e6c9-e9fb-4b77-84f7-ccd8aa3529bb" providerId="ADAL" clId="{814D90CD-D400-5612-B49E-CD4DF6BF7C8B}" dt="2026-03-02T14:22:02.286" v="440" actId="1076"/>
          <ac:graphicFrameMkLst>
            <pc:docMk/>
            <pc:sldMk cId="1848433685" sldId="826"/>
            <ac:graphicFrameMk id="4" creationId="{00000000-0000-0000-0000-000000000000}"/>
          </ac:graphicFrameMkLst>
        </pc:graphicFrameChg>
      </pc:sldChg>
      <pc:sldChg chg="modSp add mod">
        <pc:chgData name="Schlesinger, Sebastian" userId="d814e6c9-e9fb-4b77-84f7-ccd8aa3529bb" providerId="ADAL" clId="{814D90CD-D400-5612-B49E-CD4DF6BF7C8B}" dt="2026-03-02T14:22:24.734" v="455" actId="6549"/>
        <pc:sldMkLst>
          <pc:docMk/>
          <pc:sldMk cId="104345984" sldId="827"/>
        </pc:sldMkLst>
        <pc:spChg chg="mod">
          <ac:chgData name="Schlesinger, Sebastian" userId="d814e6c9-e9fb-4b77-84f7-ccd8aa3529bb" providerId="ADAL" clId="{814D90CD-D400-5612-B49E-CD4DF6BF7C8B}" dt="2026-03-02T14:22:24.734" v="455" actId="6549"/>
          <ac:spMkLst>
            <pc:docMk/>
            <pc:sldMk cId="104345984" sldId="827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2:44.165" v="464" actId="14100"/>
        <pc:sldMkLst>
          <pc:docMk/>
          <pc:sldMk cId="3077364418" sldId="828"/>
        </pc:sldMkLst>
        <pc:spChg chg="mod">
          <ac:chgData name="Schlesinger, Sebastian" userId="d814e6c9-e9fb-4b77-84f7-ccd8aa3529bb" providerId="ADAL" clId="{814D90CD-D400-5612-B49E-CD4DF6BF7C8B}" dt="2026-03-02T14:22:44.165" v="464" actId="14100"/>
          <ac:spMkLst>
            <pc:docMk/>
            <pc:sldMk cId="3077364418" sldId="828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2:50.325" v="466" actId="14100"/>
        <pc:sldMkLst>
          <pc:docMk/>
          <pc:sldMk cId="1612985681" sldId="829"/>
        </pc:sldMkLst>
        <pc:spChg chg="mod">
          <ac:chgData name="Schlesinger, Sebastian" userId="d814e6c9-e9fb-4b77-84f7-ccd8aa3529bb" providerId="ADAL" clId="{814D90CD-D400-5612-B49E-CD4DF6BF7C8B}" dt="2026-03-02T14:22:50.325" v="466" actId="14100"/>
          <ac:spMkLst>
            <pc:docMk/>
            <pc:sldMk cId="1612985681" sldId="829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3:01.112" v="471" actId="14100"/>
        <pc:sldMkLst>
          <pc:docMk/>
          <pc:sldMk cId="1013809815" sldId="830"/>
        </pc:sldMkLst>
        <pc:spChg chg="mod">
          <ac:chgData name="Schlesinger, Sebastian" userId="d814e6c9-e9fb-4b77-84f7-ccd8aa3529bb" providerId="ADAL" clId="{814D90CD-D400-5612-B49E-CD4DF6BF7C8B}" dt="2026-03-02T14:23:01.112" v="471" actId="14100"/>
          <ac:spMkLst>
            <pc:docMk/>
            <pc:sldMk cId="1013809815" sldId="830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3:16.252" v="480" actId="6549"/>
        <pc:sldMkLst>
          <pc:docMk/>
          <pc:sldMk cId="748268359" sldId="831"/>
        </pc:sldMkLst>
        <pc:spChg chg="mod">
          <ac:chgData name="Schlesinger, Sebastian" userId="d814e6c9-e9fb-4b77-84f7-ccd8aa3529bb" providerId="ADAL" clId="{814D90CD-D400-5612-B49E-CD4DF6BF7C8B}" dt="2026-03-02T14:23:16.252" v="480" actId="6549"/>
          <ac:spMkLst>
            <pc:docMk/>
            <pc:sldMk cId="748268359" sldId="831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3:40.538" v="491" actId="20577"/>
        <pc:sldMkLst>
          <pc:docMk/>
          <pc:sldMk cId="1908476182" sldId="832"/>
        </pc:sldMkLst>
        <pc:spChg chg="mod">
          <ac:chgData name="Schlesinger, Sebastian" userId="d814e6c9-e9fb-4b77-84f7-ccd8aa3529bb" providerId="ADAL" clId="{814D90CD-D400-5612-B49E-CD4DF6BF7C8B}" dt="2026-03-02T14:23:40.538" v="491" actId="20577"/>
          <ac:spMkLst>
            <pc:docMk/>
            <pc:sldMk cId="1908476182" sldId="832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4:34.058" v="519" actId="6549"/>
        <pc:sldMkLst>
          <pc:docMk/>
          <pc:sldMk cId="1061258554" sldId="833"/>
        </pc:sldMkLst>
        <pc:spChg chg="mod">
          <ac:chgData name="Schlesinger, Sebastian" userId="d814e6c9-e9fb-4b77-84f7-ccd8aa3529bb" providerId="ADAL" clId="{814D90CD-D400-5612-B49E-CD4DF6BF7C8B}" dt="2026-03-02T14:24:34.058" v="519" actId="6549"/>
          <ac:spMkLst>
            <pc:docMk/>
            <pc:sldMk cId="1061258554" sldId="833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4:47.022" v="524" actId="1076"/>
        <pc:sldMkLst>
          <pc:docMk/>
          <pc:sldMk cId="990580590" sldId="834"/>
        </pc:sldMkLst>
        <pc:spChg chg="mod">
          <ac:chgData name="Schlesinger, Sebastian" userId="d814e6c9-e9fb-4b77-84f7-ccd8aa3529bb" providerId="ADAL" clId="{814D90CD-D400-5612-B49E-CD4DF6BF7C8B}" dt="2026-03-02T14:24:47.022" v="524" actId="1076"/>
          <ac:spMkLst>
            <pc:docMk/>
            <pc:sldMk cId="990580590" sldId="834"/>
            <ac:spMk id="3" creationId="{E4BB8211-B0C4-F61F-AC88-78E767B21BAA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4:56.206" v="532" actId="14100"/>
        <pc:sldMkLst>
          <pc:docMk/>
          <pc:sldMk cId="3084936653" sldId="835"/>
        </pc:sldMkLst>
        <pc:spChg chg="mod">
          <ac:chgData name="Schlesinger, Sebastian" userId="d814e6c9-e9fb-4b77-84f7-ccd8aa3529bb" providerId="ADAL" clId="{814D90CD-D400-5612-B49E-CD4DF6BF7C8B}" dt="2026-03-02T14:24:56.206" v="532" actId="14100"/>
          <ac:spMkLst>
            <pc:docMk/>
            <pc:sldMk cId="3084936653" sldId="835"/>
            <ac:spMk id="4" creationId="{00000000-0000-0000-0000-000000000000}"/>
          </ac:spMkLst>
        </pc:spChg>
      </pc:sldChg>
      <pc:sldChg chg="modSp add mod">
        <pc:chgData name="Schlesinger, Sebastian" userId="d814e6c9-e9fb-4b77-84f7-ccd8aa3529bb" providerId="ADAL" clId="{814D90CD-D400-5612-B49E-CD4DF6BF7C8B}" dt="2026-03-02T14:25:03.452" v="538" actId="6549"/>
        <pc:sldMkLst>
          <pc:docMk/>
          <pc:sldMk cId="3539259198" sldId="836"/>
        </pc:sldMkLst>
        <pc:spChg chg="mod">
          <ac:chgData name="Schlesinger, Sebastian" userId="d814e6c9-e9fb-4b77-84f7-ccd8aa3529bb" providerId="ADAL" clId="{814D90CD-D400-5612-B49E-CD4DF6BF7C8B}" dt="2026-03-02T14:25:03.452" v="538" actId="6549"/>
          <ac:spMkLst>
            <pc:docMk/>
            <pc:sldMk cId="3539259198" sldId="83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5AE8-00EA-A144-98E2-750A331B48B7}" type="datetimeFigureOut">
              <a:rPr lang="aa-ET" smtClean="0"/>
              <a:t>3/2/26</a:t>
            </a:fld>
            <a:endParaRPr lang="aa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3363" y="857250"/>
            <a:ext cx="41179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a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20788" y="3300413"/>
            <a:ext cx="9763125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13563" y="65135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A5A92-C89D-CC45-A26D-4CE9A4E87943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91762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68" y="2427223"/>
            <a:ext cx="57696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66033" y="5197736"/>
            <a:ext cx="6805295" cy="1311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803FE-B66A-E2D2-240B-5C71AF3007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7573" y="1475240"/>
            <a:ext cx="4175125" cy="3618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 userDrawn="1"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1204250" y="745778"/>
                </a:move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lnTo>
                  <a:pt x="1317022" y="1075005"/>
                </a:lnTo>
                <a:lnTo>
                  <a:pt x="1317022" y="936733"/>
                </a:lnTo>
                <a:lnTo>
                  <a:pt x="1204250" y="745778"/>
                </a:lnTo>
                <a:close/>
              </a:path>
              <a:path w="1317625" h="1075054">
                <a:moveTo>
                  <a:pt x="1097630" y="0"/>
                </a:move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5267" y="3361274"/>
            <a:ext cx="1317625" cy="1075055"/>
          </a:xfrm>
          <a:custGeom>
            <a:avLst/>
            <a:gdLst/>
            <a:ahLst/>
            <a:cxnLst/>
            <a:rect l="l" t="t" r="r" b="b"/>
            <a:pathLst>
              <a:path w="1317625" h="1075054">
                <a:moveTo>
                  <a:pt x="0" y="1075005"/>
                </a:moveTo>
                <a:lnTo>
                  <a:pt x="1317022" y="1075005"/>
                </a:lnTo>
                <a:lnTo>
                  <a:pt x="1317022" y="936733"/>
                </a:lnTo>
                <a:lnTo>
                  <a:pt x="1204251" y="745778"/>
                </a:lnTo>
                <a:lnTo>
                  <a:pt x="106192" y="745778"/>
                </a:lnTo>
                <a:lnTo>
                  <a:pt x="0" y="936733"/>
                </a:lnTo>
                <a:lnTo>
                  <a:pt x="0" y="1075005"/>
                </a:lnTo>
                <a:close/>
              </a:path>
              <a:path w="1317625" h="1075054">
                <a:moveTo>
                  <a:pt x="1207819" y="714316"/>
                </a:moveTo>
                <a:lnTo>
                  <a:pt x="1207819" y="110361"/>
                </a:lnTo>
                <a:lnTo>
                  <a:pt x="1199161" y="67395"/>
                </a:lnTo>
                <a:lnTo>
                  <a:pt x="1175549" y="32316"/>
                </a:lnTo>
                <a:lnTo>
                  <a:pt x="1140524" y="8670"/>
                </a:lnTo>
                <a:lnTo>
                  <a:pt x="1097630" y="0"/>
                </a:lnTo>
                <a:lnTo>
                  <a:pt x="216307" y="0"/>
                </a:lnTo>
                <a:lnTo>
                  <a:pt x="173425" y="8670"/>
                </a:lnTo>
                <a:lnTo>
                  <a:pt x="138407" y="32316"/>
                </a:lnTo>
                <a:lnTo>
                  <a:pt x="114796" y="67395"/>
                </a:lnTo>
                <a:lnTo>
                  <a:pt x="106139" y="110361"/>
                </a:lnTo>
                <a:lnTo>
                  <a:pt x="106139" y="714316"/>
                </a:lnTo>
                <a:lnTo>
                  <a:pt x="1207819" y="714316"/>
                </a:lnTo>
                <a:close/>
              </a:path>
            </a:pathLst>
          </a:custGeom>
          <a:ln w="1117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848" y="4187143"/>
            <a:ext cx="1056005" cy="95885"/>
          </a:xfrm>
          <a:custGeom>
            <a:avLst/>
            <a:gdLst/>
            <a:ahLst/>
            <a:cxnLst/>
            <a:rect l="l" t="t" r="r" b="b"/>
            <a:pathLst>
              <a:path w="1056005" h="95885">
                <a:moveTo>
                  <a:pt x="1002337" y="0"/>
                </a:moveTo>
                <a:lnTo>
                  <a:pt x="53198" y="0"/>
                </a:lnTo>
                <a:lnTo>
                  <a:pt x="0" y="95281"/>
                </a:lnTo>
                <a:lnTo>
                  <a:pt x="1055526" y="95281"/>
                </a:lnTo>
                <a:lnTo>
                  <a:pt x="1002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892344" y="0"/>
                </a:moveTo>
                <a:lnTo>
                  <a:pt x="0" y="0"/>
                </a:lnTo>
                <a:lnTo>
                  <a:pt x="0" y="496162"/>
                </a:lnTo>
                <a:lnTo>
                  <a:pt x="892344" y="496162"/>
                </a:lnTo>
                <a:lnTo>
                  <a:pt x="892344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77615" y="3464561"/>
            <a:ext cx="892810" cy="496570"/>
          </a:xfrm>
          <a:custGeom>
            <a:avLst/>
            <a:gdLst/>
            <a:ahLst/>
            <a:cxnLst/>
            <a:rect l="l" t="t" r="r" b="b"/>
            <a:pathLst>
              <a:path w="892810" h="496570">
                <a:moveTo>
                  <a:pt x="0" y="496162"/>
                </a:moveTo>
                <a:lnTo>
                  <a:pt x="892344" y="496162"/>
                </a:lnTo>
                <a:lnTo>
                  <a:pt x="892344" y="0"/>
                </a:lnTo>
                <a:lnTo>
                  <a:pt x="0" y="0"/>
                </a:lnTo>
                <a:lnTo>
                  <a:pt x="0" y="496162"/>
                </a:lnTo>
                <a:close/>
              </a:path>
            </a:pathLst>
          </a:custGeom>
          <a:ln w="1117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118738" y="916850"/>
                </a:move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lnTo>
                  <a:pt x="1118738" y="916850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931844" y="3316295"/>
            <a:ext cx="1316355" cy="1165225"/>
          </a:xfrm>
          <a:custGeom>
            <a:avLst/>
            <a:gdLst/>
            <a:ahLst/>
            <a:cxnLst/>
            <a:rect l="l" t="t" r="r" b="b"/>
            <a:pathLst>
              <a:path w="1316354" h="1165225">
                <a:moveTo>
                  <a:pt x="1252831" y="0"/>
                </a:moveTo>
                <a:lnTo>
                  <a:pt x="76577" y="0"/>
                </a:lnTo>
                <a:lnTo>
                  <a:pt x="76577" y="786903"/>
                </a:lnTo>
                <a:lnTo>
                  <a:pt x="1252831" y="786903"/>
                </a:lnTo>
                <a:lnTo>
                  <a:pt x="1252831" y="0"/>
                </a:lnTo>
                <a:close/>
              </a:path>
              <a:path w="1316354" h="1165225">
                <a:moveTo>
                  <a:pt x="1316163" y="1164961"/>
                </a:moveTo>
                <a:lnTo>
                  <a:pt x="1118738" y="916850"/>
                </a:lnTo>
                <a:lnTo>
                  <a:pt x="197417" y="916850"/>
                </a:lnTo>
                <a:lnTo>
                  <a:pt x="0" y="1164961"/>
                </a:lnTo>
                <a:lnTo>
                  <a:pt x="1316163" y="1164961"/>
                </a:lnTo>
                <a:close/>
              </a:path>
              <a:path w="1316354" h="1165225">
                <a:moveTo>
                  <a:pt x="761479" y="786903"/>
                </a:moveTo>
                <a:lnTo>
                  <a:pt x="554675" y="786903"/>
                </a:lnTo>
                <a:lnTo>
                  <a:pt x="554675" y="916850"/>
                </a:lnTo>
                <a:lnTo>
                  <a:pt x="761479" y="916850"/>
                </a:lnTo>
                <a:lnTo>
                  <a:pt x="761479" y="786903"/>
                </a:lnTo>
                <a:close/>
              </a:path>
            </a:pathLst>
          </a:custGeom>
          <a:ln w="1116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1025382" y="0"/>
                </a:moveTo>
                <a:lnTo>
                  <a:pt x="0" y="0"/>
                </a:lnTo>
                <a:lnTo>
                  <a:pt x="0" y="637967"/>
                </a:lnTo>
                <a:lnTo>
                  <a:pt x="1025382" y="637967"/>
                </a:lnTo>
                <a:lnTo>
                  <a:pt x="102538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084688" y="3394338"/>
            <a:ext cx="1025525" cy="638175"/>
          </a:xfrm>
          <a:custGeom>
            <a:avLst/>
            <a:gdLst/>
            <a:ahLst/>
            <a:cxnLst/>
            <a:rect l="l" t="t" r="r" b="b"/>
            <a:pathLst>
              <a:path w="1025525" h="638175">
                <a:moveTo>
                  <a:pt x="0" y="637967"/>
                </a:moveTo>
                <a:lnTo>
                  <a:pt x="1025382" y="637967"/>
                </a:lnTo>
                <a:lnTo>
                  <a:pt x="1025382" y="0"/>
                </a:lnTo>
                <a:lnTo>
                  <a:pt x="0" y="0"/>
                </a:lnTo>
                <a:lnTo>
                  <a:pt x="0" y="637967"/>
                </a:lnTo>
                <a:close/>
              </a:path>
            </a:pathLst>
          </a:custGeom>
          <a:ln w="111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110968" y="4269096"/>
            <a:ext cx="936625" cy="161290"/>
          </a:xfrm>
          <a:custGeom>
            <a:avLst/>
            <a:gdLst/>
            <a:ahLst/>
            <a:cxnLst/>
            <a:rect l="l" t="t" r="r" b="b"/>
            <a:pathLst>
              <a:path w="936625" h="161289">
                <a:moveTo>
                  <a:pt x="898737" y="64731"/>
                </a:moveTo>
                <a:lnTo>
                  <a:pt x="840271" y="64731"/>
                </a:lnTo>
                <a:lnTo>
                  <a:pt x="872995" y="101183"/>
                </a:lnTo>
                <a:lnTo>
                  <a:pt x="936030" y="101183"/>
                </a:lnTo>
                <a:lnTo>
                  <a:pt x="898737" y="64731"/>
                </a:lnTo>
                <a:close/>
              </a:path>
              <a:path w="936625" h="161289">
                <a:moveTo>
                  <a:pt x="755098" y="0"/>
                </a:moveTo>
                <a:lnTo>
                  <a:pt x="704711" y="0"/>
                </a:lnTo>
                <a:lnTo>
                  <a:pt x="732309" y="39207"/>
                </a:lnTo>
                <a:lnTo>
                  <a:pt x="787637" y="39207"/>
                </a:lnTo>
                <a:lnTo>
                  <a:pt x="755098" y="0"/>
                </a:lnTo>
                <a:close/>
              </a:path>
              <a:path w="936625" h="161289">
                <a:moveTo>
                  <a:pt x="832582" y="0"/>
                </a:moveTo>
                <a:lnTo>
                  <a:pt x="782213" y="0"/>
                </a:lnTo>
                <a:lnTo>
                  <a:pt x="817408" y="39207"/>
                </a:lnTo>
                <a:lnTo>
                  <a:pt x="872698" y="39207"/>
                </a:lnTo>
                <a:lnTo>
                  <a:pt x="832582" y="0"/>
                </a:lnTo>
                <a:close/>
              </a:path>
              <a:path w="936625" h="161289">
                <a:moveTo>
                  <a:pt x="808791" y="64731"/>
                </a:moveTo>
                <a:lnTo>
                  <a:pt x="750269" y="64731"/>
                </a:lnTo>
                <a:lnTo>
                  <a:pt x="775973" y="101183"/>
                </a:lnTo>
                <a:lnTo>
                  <a:pt x="839026" y="101183"/>
                </a:lnTo>
                <a:lnTo>
                  <a:pt x="808791" y="64731"/>
                </a:lnTo>
                <a:close/>
              </a:path>
              <a:path w="936625" h="161289">
                <a:moveTo>
                  <a:pt x="718807" y="64731"/>
                </a:moveTo>
                <a:lnTo>
                  <a:pt x="660286" y="64731"/>
                </a:lnTo>
                <a:lnTo>
                  <a:pt x="678969" y="101183"/>
                </a:lnTo>
                <a:lnTo>
                  <a:pt x="742060" y="101183"/>
                </a:lnTo>
                <a:lnTo>
                  <a:pt x="718807" y="64731"/>
                </a:lnTo>
                <a:close/>
              </a:path>
              <a:path w="936625" h="161289">
                <a:moveTo>
                  <a:pt x="677744" y="0"/>
                </a:moveTo>
                <a:lnTo>
                  <a:pt x="627320" y="0"/>
                </a:lnTo>
                <a:lnTo>
                  <a:pt x="647508" y="40026"/>
                </a:lnTo>
                <a:lnTo>
                  <a:pt x="702909" y="40026"/>
                </a:lnTo>
                <a:lnTo>
                  <a:pt x="677744" y="0"/>
                </a:lnTo>
                <a:close/>
              </a:path>
              <a:path w="936625" h="161289">
                <a:moveTo>
                  <a:pt x="628843" y="64731"/>
                </a:moveTo>
                <a:lnTo>
                  <a:pt x="570321" y="64731"/>
                </a:lnTo>
                <a:lnTo>
                  <a:pt x="581966" y="101183"/>
                </a:lnTo>
                <a:lnTo>
                  <a:pt x="645075" y="101183"/>
                </a:lnTo>
                <a:lnTo>
                  <a:pt x="628843" y="64731"/>
                </a:lnTo>
                <a:close/>
              </a:path>
              <a:path w="936625" h="161289">
                <a:moveTo>
                  <a:pt x="601300" y="2755"/>
                </a:moveTo>
                <a:lnTo>
                  <a:pt x="550541" y="2755"/>
                </a:lnTo>
                <a:lnTo>
                  <a:pt x="562446" y="40026"/>
                </a:lnTo>
                <a:lnTo>
                  <a:pt x="617866" y="40026"/>
                </a:lnTo>
                <a:lnTo>
                  <a:pt x="601300" y="2755"/>
                </a:lnTo>
                <a:close/>
              </a:path>
              <a:path w="936625" h="161289">
                <a:moveTo>
                  <a:pt x="538859" y="64731"/>
                </a:moveTo>
                <a:lnTo>
                  <a:pt x="480356" y="64731"/>
                </a:lnTo>
                <a:lnTo>
                  <a:pt x="484981" y="101183"/>
                </a:lnTo>
                <a:lnTo>
                  <a:pt x="548053" y="101183"/>
                </a:lnTo>
                <a:lnTo>
                  <a:pt x="538859" y="64731"/>
                </a:lnTo>
                <a:close/>
              </a:path>
              <a:path w="936625" h="161289">
                <a:moveTo>
                  <a:pt x="524057" y="5827"/>
                </a:moveTo>
                <a:lnTo>
                  <a:pt x="472909" y="5827"/>
                </a:lnTo>
                <a:lnTo>
                  <a:pt x="477533" y="42335"/>
                </a:lnTo>
                <a:lnTo>
                  <a:pt x="533232" y="42335"/>
                </a:lnTo>
                <a:lnTo>
                  <a:pt x="524057" y="5827"/>
                </a:lnTo>
                <a:close/>
              </a:path>
              <a:path w="936625" h="161289">
                <a:moveTo>
                  <a:pt x="445403" y="5827"/>
                </a:moveTo>
                <a:lnTo>
                  <a:pt x="394273" y="5827"/>
                </a:lnTo>
                <a:lnTo>
                  <a:pt x="391859" y="42335"/>
                </a:lnTo>
                <a:lnTo>
                  <a:pt x="447557" y="42335"/>
                </a:lnTo>
                <a:lnTo>
                  <a:pt x="445403" y="5827"/>
                </a:lnTo>
                <a:close/>
              </a:path>
              <a:path w="936625" h="161289">
                <a:moveTo>
                  <a:pt x="448876" y="64731"/>
                </a:moveTo>
                <a:lnTo>
                  <a:pt x="390391" y="64731"/>
                </a:lnTo>
                <a:lnTo>
                  <a:pt x="387977" y="101183"/>
                </a:lnTo>
                <a:lnTo>
                  <a:pt x="451049" y="101183"/>
                </a:lnTo>
                <a:lnTo>
                  <a:pt x="448876" y="64731"/>
                </a:lnTo>
                <a:close/>
              </a:path>
              <a:path w="936625" h="161289">
                <a:moveTo>
                  <a:pt x="366767" y="5827"/>
                </a:moveTo>
                <a:lnTo>
                  <a:pt x="315637" y="5827"/>
                </a:lnTo>
                <a:lnTo>
                  <a:pt x="306203" y="42335"/>
                </a:lnTo>
                <a:lnTo>
                  <a:pt x="361901" y="42335"/>
                </a:lnTo>
                <a:lnTo>
                  <a:pt x="366767" y="5827"/>
                </a:lnTo>
                <a:close/>
              </a:path>
              <a:path w="936625" h="161289">
                <a:moveTo>
                  <a:pt x="358911" y="64731"/>
                </a:moveTo>
                <a:lnTo>
                  <a:pt x="300408" y="64731"/>
                </a:lnTo>
                <a:lnTo>
                  <a:pt x="290992" y="101183"/>
                </a:lnTo>
                <a:lnTo>
                  <a:pt x="354064" y="101183"/>
                </a:lnTo>
                <a:lnTo>
                  <a:pt x="358911" y="64731"/>
                </a:lnTo>
                <a:close/>
              </a:path>
              <a:path w="936625" h="161289">
                <a:moveTo>
                  <a:pt x="679787" y="124482"/>
                </a:moveTo>
                <a:lnTo>
                  <a:pt x="267052" y="124482"/>
                </a:lnTo>
                <a:lnTo>
                  <a:pt x="256354" y="160949"/>
                </a:lnTo>
                <a:lnTo>
                  <a:pt x="697672" y="160949"/>
                </a:lnTo>
                <a:lnTo>
                  <a:pt x="679787" y="124482"/>
                </a:lnTo>
                <a:close/>
              </a:path>
              <a:path w="936625" h="161289">
                <a:moveTo>
                  <a:pt x="288132" y="5827"/>
                </a:moveTo>
                <a:lnTo>
                  <a:pt x="237002" y="5827"/>
                </a:lnTo>
                <a:lnTo>
                  <a:pt x="220547" y="42335"/>
                </a:lnTo>
                <a:lnTo>
                  <a:pt x="276245" y="42335"/>
                </a:lnTo>
                <a:lnTo>
                  <a:pt x="288132" y="5827"/>
                </a:lnTo>
                <a:close/>
              </a:path>
              <a:path w="936625" h="161289">
                <a:moveTo>
                  <a:pt x="268946" y="64731"/>
                </a:moveTo>
                <a:lnTo>
                  <a:pt x="210425" y="64731"/>
                </a:lnTo>
                <a:lnTo>
                  <a:pt x="193970" y="101183"/>
                </a:lnTo>
                <a:lnTo>
                  <a:pt x="257060" y="101183"/>
                </a:lnTo>
                <a:lnTo>
                  <a:pt x="268946" y="64731"/>
                </a:lnTo>
                <a:close/>
              </a:path>
              <a:path w="936625" h="161289">
                <a:moveTo>
                  <a:pt x="209496" y="5827"/>
                </a:moveTo>
                <a:lnTo>
                  <a:pt x="158385" y="5827"/>
                </a:lnTo>
                <a:lnTo>
                  <a:pt x="134891" y="42335"/>
                </a:lnTo>
                <a:lnTo>
                  <a:pt x="190590" y="42335"/>
                </a:lnTo>
                <a:lnTo>
                  <a:pt x="209496" y="5827"/>
                </a:lnTo>
                <a:close/>
              </a:path>
              <a:path w="936625" h="161289">
                <a:moveTo>
                  <a:pt x="178982" y="64731"/>
                </a:moveTo>
                <a:lnTo>
                  <a:pt x="120479" y="64731"/>
                </a:lnTo>
                <a:lnTo>
                  <a:pt x="96985" y="101183"/>
                </a:lnTo>
                <a:lnTo>
                  <a:pt x="160056" y="101183"/>
                </a:lnTo>
                <a:lnTo>
                  <a:pt x="178982" y="64731"/>
                </a:lnTo>
                <a:close/>
              </a:path>
              <a:path w="936625" h="161289">
                <a:moveTo>
                  <a:pt x="130861" y="5827"/>
                </a:moveTo>
                <a:lnTo>
                  <a:pt x="79768" y="5827"/>
                </a:lnTo>
                <a:lnTo>
                  <a:pt x="49235" y="42335"/>
                </a:lnTo>
                <a:lnTo>
                  <a:pt x="104915" y="42335"/>
                </a:lnTo>
                <a:lnTo>
                  <a:pt x="130861" y="5827"/>
                </a:lnTo>
                <a:close/>
              </a:path>
              <a:path w="936625" h="161289">
                <a:moveTo>
                  <a:pt x="88998" y="64731"/>
                </a:moveTo>
                <a:lnTo>
                  <a:pt x="30514" y="64731"/>
                </a:lnTo>
                <a:lnTo>
                  <a:pt x="0" y="101183"/>
                </a:lnTo>
                <a:lnTo>
                  <a:pt x="63053" y="101183"/>
                </a:lnTo>
                <a:lnTo>
                  <a:pt x="88998" y="64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1E49-7C99-6D0E-6303-7FCFA8AB68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620" y="0"/>
            <a:ext cx="12204700" cy="6858000"/>
          </a:xfrm>
          <a:custGeom>
            <a:avLst/>
            <a:gdLst/>
            <a:ahLst/>
            <a:cxnLst/>
            <a:rect l="l" t="t" r="r" b="b"/>
            <a:pathLst>
              <a:path w="12204700" h="6858000">
                <a:moveTo>
                  <a:pt x="12204192" y="0"/>
                </a:moveTo>
                <a:lnTo>
                  <a:pt x="0" y="0"/>
                </a:lnTo>
                <a:lnTo>
                  <a:pt x="0" y="6858000"/>
                </a:lnTo>
                <a:lnTo>
                  <a:pt x="12204192" y="6858000"/>
                </a:lnTo>
                <a:lnTo>
                  <a:pt x="1220419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597395"/>
            <a:ext cx="12204700" cy="17145"/>
          </a:xfrm>
          <a:custGeom>
            <a:avLst/>
            <a:gdLst/>
            <a:ahLst/>
            <a:cxnLst/>
            <a:rect l="l" t="t" r="r" b="b"/>
            <a:pathLst>
              <a:path w="12204700" h="17145">
                <a:moveTo>
                  <a:pt x="12204192" y="0"/>
                </a:moveTo>
                <a:lnTo>
                  <a:pt x="0" y="0"/>
                </a:lnTo>
                <a:lnTo>
                  <a:pt x="0" y="16763"/>
                </a:lnTo>
                <a:lnTo>
                  <a:pt x="12204192" y="16763"/>
                </a:lnTo>
                <a:lnTo>
                  <a:pt x="1220419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539239"/>
            <a:ext cx="12197080" cy="18415"/>
          </a:xfrm>
          <a:custGeom>
            <a:avLst/>
            <a:gdLst/>
            <a:ahLst/>
            <a:cxnLst/>
            <a:rect l="l" t="t" r="r" b="b"/>
            <a:pathLst>
              <a:path w="12197080" h="18415">
                <a:moveTo>
                  <a:pt x="12196572" y="0"/>
                </a:moveTo>
                <a:lnTo>
                  <a:pt x="0" y="0"/>
                </a:lnTo>
                <a:lnTo>
                  <a:pt x="0" y="18287"/>
                </a:lnTo>
                <a:lnTo>
                  <a:pt x="12196572" y="18287"/>
                </a:lnTo>
                <a:lnTo>
                  <a:pt x="12196572" y="0"/>
                </a:lnTo>
                <a:close/>
              </a:path>
            </a:pathLst>
          </a:custGeom>
          <a:solidFill>
            <a:srgbClr val="0055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2963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33558" y="6396232"/>
            <a:ext cx="1962150" cy="46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005589"/>
                </a:solidFill>
                <a:latin typeface="Trebuchet MS"/>
                <a:cs typeface="Trebuchet MS"/>
              </a:defRPr>
            </a:lvl1pPr>
          </a:lstStyle>
          <a:p>
            <a:pPr marL="1804035">
              <a:lnSpc>
                <a:spcPts val="1505"/>
              </a:lnSpc>
            </a:pPr>
            <a:fld id="{81D60167-4931-47E6-BA6A-407CBD079E47}" type="slidenum">
              <a:rPr spc="-20" dirty="0"/>
              <a:t>‹#›</a:t>
            </a:fld>
            <a:endParaRPr spc="-2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8B5FF-3B72-6772-0604-593DCE3E6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702" y="535259"/>
            <a:ext cx="3061196" cy="70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 sz="14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3" y="0"/>
            <a:ext cx="6858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39F0E3-8C0D-B9FB-C5FC-26F66EBAD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8860" y="2744389"/>
            <a:ext cx="4840224" cy="16004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Robot Operating System(ROS)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2000" b="0" dirty="0"/>
              <a:t>Architecture, </a:t>
            </a:r>
            <a:r>
              <a:rPr lang="en-US" sz="2000" b="0"/>
              <a:t>Communication Flow &amp; </a:t>
            </a:r>
            <a:r>
              <a:rPr lang="en-US" sz="2000" b="0" dirty="0"/>
              <a:t>Advantages</a:t>
            </a:r>
            <a:endParaRPr lang="en-US" sz="2000" b="0" dirty="0">
              <a:solidFill>
                <a:srgbClr val="FF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07C4BB-AF59-5A16-7633-E602C040004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178860" y="5143000"/>
            <a:ext cx="4745140" cy="830997"/>
          </a:xfrm>
        </p:spPr>
        <p:txBody>
          <a:bodyPr/>
          <a:lstStyle/>
          <a:p>
            <a:r>
              <a:rPr lang="en-US" dirty="0"/>
              <a:t>Prof. Dr.-Ing. Sebastian Schlesinger</a:t>
            </a:r>
          </a:p>
          <a:p>
            <a:r>
              <a:rPr lang="en-US" dirty="0"/>
              <a:t>Professor of Business Computer Science </a:t>
            </a:r>
          </a:p>
          <a:p>
            <a:r>
              <a:rPr lang="en-US" dirty="0"/>
              <a:t>Cybersecurity and Embedded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947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this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074" y="1993547"/>
            <a:ext cx="10522292" cy="3693319"/>
          </a:xfrm>
        </p:spPr>
        <p:txBody>
          <a:bodyPr/>
          <a:lstStyle/>
          <a:p>
            <a:r>
              <a:rPr lang="en-US" sz="2400" dirty="0"/>
              <a:t>After completing this lecture, students will be able to: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Understand the concept of Robot Operating System (ROS)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Explain the architecture of 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Describe communication mechanisms in 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advantages of ROS architecture in robotic systems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135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b="0" dirty="0"/>
              <a:t>What is ROS 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2100417"/>
            <a:ext cx="11134614" cy="4062651"/>
          </a:xfrm>
        </p:spPr>
        <p:txBody>
          <a:bodyPr/>
          <a:lstStyle/>
          <a:p>
            <a:pPr algn="just"/>
            <a:r>
              <a:rPr lang="en-US" sz="2400" dirty="0"/>
              <a:t>Robot Operating System (ROS)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set of software libraries and tools that help you building robotic applications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open-source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middleware framework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acting as a software layer on top of a host OS (usually Linux).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provides hardware abstraction, device control and inter process communication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designed for research and prototyping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What it is not?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Realtime 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For production</a:t>
            </a:r>
          </a:p>
        </p:txBody>
      </p:sp>
    </p:spTree>
    <p:extLst>
      <p:ext uri="{BB962C8B-B14F-4D97-AF65-F5344CB8AC3E}">
        <p14:creationId xmlns:p14="http://schemas.microsoft.com/office/powerpoint/2010/main" val="204824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b="0" dirty="0"/>
              <a:t>Why ROS 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2986" y="1289221"/>
            <a:ext cx="5861537" cy="5334318"/>
          </a:xfrm>
        </p:spPr>
        <p:txBody>
          <a:bodyPr/>
          <a:lstStyle/>
          <a:p>
            <a:pPr algn="just"/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Global Community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Proven in Use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Shorten Time to Market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 Multi-platform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 100% Open-source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Commercial Friendly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 Industry Support </a:t>
            </a:r>
          </a:p>
        </p:txBody>
      </p:sp>
    </p:spTree>
    <p:extLst>
      <p:ext uri="{BB962C8B-B14F-4D97-AF65-F5344CB8AC3E}">
        <p14:creationId xmlns:p14="http://schemas.microsoft.com/office/powerpoint/2010/main" val="380176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AAC6F-A47B-34BC-AD63-751031742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430" y="2558542"/>
            <a:ext cx="5323205" cy="5232202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ROS 1 Versions:</a:t>
            </a:r>
          </a:p>
          <a:p>
            <a:pPr algn="just"/>
            <a:endParaRPr lang="en-US" b="1" dirty="0">
              <a:solidFill>
                <a:schemeClr val="accent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Noetic (Latest &amp; last ROS 1, Ubuntu 20.04)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Melodic (Ubuntu 18.04)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Kinetic (Ubuntu 16.04)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Older: Indigo, Jade, Hydro, etc.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b="1" dirty="0">
              <a:solidFill>
                <a:schemeClr val="accent1"/>
              </a:solidFill>
            </a:endParaRPr>
          </a:p>
          <a:p>
            <a:pPr algn="just"/>
            <a:br>
              <a:rPr lang="en-US" dirty="0"/>
            </a:br>
            <a:endParaRPr lang="en-US" u="sng" dirty="0">
              <a:solidFill>
                <a:schemeClr val="tx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30F139-F0E3-A21C-EEC8-55E9CF4E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ROS1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90C5B-CD7F-EA3D-1546-9F5945571C17}"/>
              </a:ext>
            </a:extLst>
          </p:cNvPr>
          <p:cNvSpPr txBox="1"/>
          <p:nvPr/>
        </p:nvSpPr>
        <p:spPr>
          <a:xfrm>
            <a:off x="6096296" y="2764212"/>
            <a:ext cx="61084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Common Use Cases: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Academic research and education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Simulation with Gazebo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Legacy robotic systems</a:t>
            </a:r>
          </a:p>
        </p:txBody>
      </p:sp>
    </p:spTree>
    <p:extLst>
      <p:ext uri="{BB962C8B-B14F-4D97-AF65-F5344CB8AC3E}">
        <p14:creationId xmlns:p14="http://schemas.microsoft.com/office/powerpoint/2010/main" val="19274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BB66-5A4C-4980-C8C4-C1108119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ROS2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3664C-7E57-C174-A015-5C726F719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702555"/>
            <a:ext cx="6469421" cy="8248412"/>
          </a:xfrm>
        </p:spPr>
        <p:txBody>
          <a:bodyPr/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1"/>
                </a:solidFill>
              </a:rPr>
              <a:t>What is ROS 2?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chemeClr val="accent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Next generation ROS built for modern robotics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Based on DDS (Data Distribution Service) for real time, secure, reliable communication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Supports embedded, multi robot and production systems</a:t>
            </a:r>
            <a:endParaRPr lang="en-US" sz="1600" dirty="0">
              <a:solidFill>
                <a:schemeClr val="tx2"/>
              </a:solidFill>
            </a:endParaRP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Common Use Cases:</a:t>
            </a:r>
          </a:p>
          <a:p>
            <a:pPr algn="just"/>
            <a:endParaRPr lang="en-US" b="1" dirty="0">
              <a:solidFill>
                <a:schemeClr val="accent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Physical robots with real time needs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Safety critical and industrial applications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Cross platform deployments (Linux, Windows, macOS)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sz="1600" dirty="0">
              <a:solidFill>
                <a:schemeClr val="tx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sz="1600" dirty="0">
              <a:solidFill>
                <a:schemeClr val="tx2"/>
              </a:solidFill>
            </a:endParaRPr>
          </a:p>
          <a:p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24040-383D-5442-CFD2-B0EDB2A348E8}"/>
              </a:ext>
            </a:extLst>
          </p:cNvPr>
          <p:cNvSpPr txBox="1"/>
          <p:nvPr/>
        </p:nvSpPr>
        <p:spPr>
          <a:xfrm>
            <a:off x="7264697" y="1702555"/>
            <a:ext cx="47394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1"/>
                </a:solidFill>
                <a:latin typeface="+mn-lt"/>
              </a:rPr>
              <a:t>ROS 2 Versions:</a:t>
            </a:r>
          </a:p>
          <a:p>
            <a:pPr algn="just"/>
            <a:endParaRPr lang="en-US" b="1" dirty="0">
              <a:solidFill>
                <a:schemeClr val="accent1"/>
              </a:solidFill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Humble (Latest LTS, Ubuntu 22.04)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Galactic, Foxy (Previous releases)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Rolling (Continuous, non-LTS)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+mn-lt"/>
            </a:endParaRPr>
          </a:p>
          <a:p>
            <a:pPr algn="just"/>
            <a:endParaRPr lang="en-US" u="sng" dirty="0">
              <a:solidFill>
                <a:schemeClr val="tx2"/>
              </a:solidFill>
              <a:latin typeface="+mn-lt"/>
            </a:endParaRPr>
          </a:p>
          <a:p>
            <a:pPr algn="just"/>
            <a:endParaRPr lang="en-US" u="sng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0294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DBF5-9F6D-D8B8-A309-B7442C28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ROS1 vs. ROS2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162FFD-BEB3-08DF-7FD2-4E1251025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715786"/>
              </p:ext>
            </p:extLst>
          </p:nvPr>
        </p:nvGraphicFramePr>
        <p:xfrm>
          <a:off x="678138" y="1744019"/>
          <a:ext cx="10848423" cy="4082742"/>
        </p:xfrm>
        <a:graphic>
          <a:graphicData uri="http://schemas.openxmlformats.org/drawingml/2006/table">
            <a:tbl>
              <a:tblPr/>
              <a:tblGrid>
                <a:gridCol w="3616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6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161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u="sng" dirty="0">
                          <a:effectLst/>
                          <a:latin typeface="+mn-lt"/>
                        </a:rPr>
                        <a:t>Aspect</a:t>
                      </a:r>
                      <a:endParaRPr lang="en-US" sz="1800" b="0" i="0" u="sng" dirty="0">
                        <a:effectLst/>
                        <a:latin typeface="+mn-lt"/>
                      </a:endParaRPr>
                    </a:p>
                  </a:txBody>
                  <a:tcPr marL="53215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effectLst/>
                          <a:latin typeface="+mn-lt"/>
                        </a:rPr>
                        <a:t>ROS 1</a:t>
                      </a:r>
                      <a:endParaRPr lang="en-US" sz="1800" b="0" u="sng" dirty="0">
                        <a:effectLst/>
                        <a:latin typeface="+mn-lt"/>
                      </a:endParaRP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effectLst/>
                          <a:latin typeface="+mn-lt"/>
                        </a:rPr>
                        <a:t>ROS 2</a:t>
                      </a:r>
                      <a:endParaRPr lang="en-US" sz="1800" b="0" u="sng" dirty="0">
                        <a:effectLst/>
                        <a:latin typeface="+mn-lt"/>
                      </a:endParaRP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161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Communication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53215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+mn-lt"/>
                        </a:rPr>
                        <a:t>TCPROS/UDPROS</a:t>
                      </a: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DDS</a:t>
                      </a:r>
                      <a:r>
                        <a:rPr lang="en-US" sz="1800" b="0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based</a:t>
                      </a:r>
                    </a:p>
                  </a:txBody>
                  <a:tcPr marL="88691" marR="53215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3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Real Time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53215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Not designed for real</a:t>
                      </a:r>
                      <a:r>
                        <a:rPr lang="en-US" sz="1800" b="0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time</a:t>
                      </a: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Built</a:t>
                      </a:r>
                      <a:r>
                        <a:rPr lang="en-US" sz="1800" b="0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in real</a:t>
                      </a:r>
                      <a:r>
                        <a:rPr lang="en-US" sz="1800" b="0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time support</a:t>
                      </a:r>
                    </a:p>
                  </a:txBody>
                  <a:tcPr marL="88691" marR="53215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43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Discovery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53215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+mn-lt"/>
                        </a:rPr>
                        <a:t>Centralized (ROS Master)</a:t>
                      </a: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Decentralized (DDS)</a:t>
                      </a:r>
                    </a:p>
                  </a:txBody>
                  <a:tcPr marL="88691" marR="53215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43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Security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53215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+mn-lt"/>
                        </a:rPr>
                        <a:t>Minimal</a:t>
                      </a: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Encryption &amp; authentication</a:t>
                      </a:r>
                    </a:p>
                  </a:txBody>
                  <a:tcPr marL="88691" marR="53215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43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Cross</a:t>
                      </a:r>
                      <a:r>
                        <a:rPr lang="en-US" sz="1800" b="1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1" dirty="0">
                          <a:effectLst/>
                          <a:latin typeface="+mn-lt"/>
                        </a:rPr>
                        <a:t>Platform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53215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Mainly Linux</a:t>
                      </a: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Linux, Windows, </a:t>
                      </a:r>
                      <a:r>
                        <a:rPr lang="en-US" sz="1800" b="0" dirty="0" err="1">
                          <a:effectLst/>
                          <a:latin typeface="+mn-lt"/>
                        </a:rPr>
                        <a:t>macOS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, RTOS</a:t>
                      </a:r>
                    </a:p>
                  </a:txBody>
                  <a:tcPr marL="88691" marR="53215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161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Build System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53215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+mn-lt"/>
                        </a:rPr>
                        <a:t>catkin</a:t>
                      </a: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effectLst/>
                          <a:latin typeface="+mn-lt"/>
                        </a:rPr>
                        <a:t>colcon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 + ament</a:t>
                      </a:r>
                    </a:p>
                  </a:txBody>
                  <a:tcPr marL="88691" marR="53215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43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Parameter Server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53215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+mn-lt"/>
                        </a:rPr>
                        <a:t>Centralized</a:t>
                      </a:r>
                    </a:p>
                  </a:txBody>
                  <a:tcPr marL="88691" marR="88691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Distributed per</a:t>
                      </a:r>
                      <a:r>
                        <a:rPr lang="en-US" sz="1800" b="0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88691" marR="53215" marT="55432" marB="55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E9741F-08BB-3ADD-B9A8-D6A042FCCCD1}"/>
              </a:ext>
            </a:extLst>
          </p:cNvPr>
          <p:cNvSpPr txBox="1"/>
          <p:nvPr/>
        </p:nvSpPr>
        <p:spPr>
          <a:xfrm>
            <a:off x="678138" y="6047098"/>
            <a:ext cx="10677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F1115"/>
                </a:solidFill>
                <a:effectLst/>
                <a:latin typeface="+mn-lt"/>
              </a:rPr>
              <a:t>ROS 2 is not just an update—it’s a re-architecture for modern robotics.</a:t>
            </a:r>
          </a:p>
        </p:txBody>
      </p:sp>
    </p:spTree>
    <p:extLst>
      <p:ext uri="{BB962C8B-B14F-4D97-AF65-F5344CB8AC3E}">
        <p14:creationId xmlns:p14="http://schemas.microsoft.com/office/powerpoint/2010/main" val="4274419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dirty="0"/>
              <a:t>Architecture of 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647" y="3047682"/>
            <a:ext cx="3071445" cy="221599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Master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Nodes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Topics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Messages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Services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Parameter Server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1" y="2123854"/>
            <a:ext cx="7127630" cy="408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dirty="0"/>
              <a:t>Architecture of 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102" y="1600415"/>
            <a:ext cx="5363752" cy="4493538"/>
          </a:xfrm>
        </p:spPr>
        <p:txBody>
          <a:bodyPr/>
          <a:lstStyle/>
          <a:p>
            <a:pPr algn="just"/>
            <a:endParaRPr lang="en-US" sz="2400" dirty="0"/>
          </a:p>
          <a:p>
            <a:pPr algn="just"/>
            <a:r>
              <a:rPr lang="en-US" sz="2400" b="1" u="sng" dirty="0">
                <a:solidFill>
                  <a:schemeClr val="tx2"/>
                </a:solidFill>
              </a:rPr>
              <a:t>ROS Master </a:t>
            </a:r>
          </a:p>
          <a:p>
            <a:pPr algn="just"/>
            <a:endParaRPr lang="en-US" sz="2400" b="1" u="sng" dirty="0">
              <a:solidFill>
                <a:schemeClr val="tx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Acts as a central coordinator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Responsible for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Registering nodes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Managing names and namespaces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Helping nodes discover each other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ROS Master does not handle data transfer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It only establishes connections between nodes</a:t>
            </a:r>
          </a:p>
          <a:p>
            <a:pPr algn="just"/>
            <a:endParaRPr lang="en-US" sz="2000" b="1" dirty="0">
              <a:solidFill>
                <a:schemeClr val="tx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22" y="2064970"/>
            <a:ext cx="6069476" cy="395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12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dirty="0"/>
              <a:t>Architecture of 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638781"/>
            <a:ext cx="5223478" cy="4493538"/>
          </a:xfrm>
        </p:spPr>
        <p:txBody>
          <a:bodyPr/>
          <a:lstStyle/>
          <a:p>
            <a:pPr algn="just"/>
            <a:endParaRPr lang="en-US" sz="2400" dirty="0"/>
          </a:p>
          <a:p>
            <a:pPr algn="just"/>
            <a:r>
              <a:rPr lang="en-US" sz="2400" b="1" u="sng" dirty="0">
                <a:solidFill>
                  <a:schemeClr val="tx2"/>
                </a:solidFill>
              </a:rPr>
              <a:t>Nodes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u="sng" dirty="0">
              <a:solidFill>
                <a:schemeClr val="tx2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 node is an independent executable program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Each node performs one specific function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Examples: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Sensor data processing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Motion control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Mapping and localization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 complete ROS system is built by combining multiple nodes</a:t>
            </a:r>
          </a:p>
          <a:p>
            <a:pPr algn="just"/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7B4EE-A793-7366-6CD3-F30EBF141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920" y="2077081"/>
            <a:ext cx="6050878" cy="394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6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dirty="0"/>
              <a:t>Architecture of 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546" y="1831459"/>
            <a:ext cx="5777916" cy="3908762"/>
          </a:xfrm>
        </p:spPr>
        <p:txBody>
          <a:bodyPr/>
          <a:lstStyle/>
          <a:p>
            <a:pPr algn="just"/>
            <a:endParaRPr lang="en-US" sz="2400" dirty="0"/>
          </a:p>
          <a:p>
            <a:pPr algn="just"/>
            <a:r>
              <a:rPr lang="en-US" sz="2400" b="1" u="sng" dirty="0">
                <a:solidFill>
                  <a:schemeClr val="tx2"/>
                </a:solidFill>
              </a:rPr>
              <a:t>Topics (Publish–Subscribe Communication)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u="sng" dirty="0">
              <a:solidFill>
                <a:schemeClr val="tx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Topics are named channels used for data exchange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Communication model: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Publisher → sends data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Subscriber → receives data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Characteristics: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Asynchronous communication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Many-to-many connections</a:t>
            </a:r>
          </a:p>
          <a:p>
            <a:pPr algn="just"/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0CBFE-FEB7-A08E-1C60-3BEC196FD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106" y="2108458"/>
            <a:ext cx="6002692" cy="390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81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dirty="0"/>
              <a:t>Architecture of 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779459"/>
            <a:ext cx="5108379" cy="4185761"/>
          </a:xfrm>
        </p:spPr>
        <p:txBody>
          <a:bodyPr/>
          <a:lstStyle/>
          <a:p>
            <a:pPr algn="just"/>
            <a:endParaRPr lang="en-US" sz="2400" dirty="0"/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schemeClr val="tx2"/>
                </a:solidFill>
              </a:rPr>
              <a:t>Messages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Messages define the structure of data exchanged between nodes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Standardized data formats ensure compatibility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Examples:</a:t>
            </a:r>
          </a:p>
          <a:p>
            <a:pPr marL="7429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/>
              <a:t>sensor_msgs</a:t>
            </a:r>
            <a:r>
              <a:rPr lang="en-US" altLang="en-US" dirty="0"/>
              <a:t>/</a:t>
            </a:r>
            <a:r>
              <a:rPr lang="en-US" altLang="en-US" dirty="0" err="1"/>
              <a:t>LaserScan</a:t>
            </a:r>
            <a:endParaRPr lang="en-US" altLang="en-US" dirty="0"/>
          </a:p>
          <a:p>
            <a:pPr marL="7429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/>
              <a:t>geometry_msgs</a:t>
            </a:r>
            <a:r>
              <a:rPr lang="en-US" altLang="en-US" dirty="0"/>
              <a:t>/Twist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 Messages allow different nodes to understand shared data</a:t>
            </a:r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92642-BEBD-1C9A-A796-EC52F777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088" y="2167703"/>
            <a:ext cx="5911709" cy="38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01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dirty="0"/>
              <a:t>Architecture of 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930129"/>
            <a:ext cx="5581565" cy="3631763"/>
          </a:xfrm>
        </p:spPr>
        <p:txBody>
          <a:bodyPr/>
          <a:lstStyle/>
          <a:p>
            <a:pPr algn="just"/>
            <a:endParaRPr lang="en-US" sz="2400" dirty="0"/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schemeClr val="tx2"/>
                </a:solidFill>
              </a:rPr>
              <a:t>Services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Services use a request–response communication model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One node requests a service, another provides a response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Used for: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Starting or stopping processes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Resetting robot position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Services are synchronous and blocking</a:t>
            </a:r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B6B67-13BD-C2BD-A8D4-6EB9CD202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088" y="2167703"/>
            <a:ext cx="5911709" cy="38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8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49" y="1031239"/>
            <a:ext cx="4063980" cy="492443"/>
          </a:xfrm>
        </p:spPr>
        <p:txBody>
          <a:bodyPr/>
          <a:lstStyle/>
          <a:p>
            <a:pPr algn="just"/>
            <a:r>
              <a:rPr lang="en-US" dirty="0"/>
              <a:t>Architecture of 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6049" y="1523682"/>
            <a:ext cx="6214611" cy="5478423"/>
          </a:xfrm>
        </p:spPr>
        <p:txBody>
          <a:bodyPr/>
          <a:lstStyle/>
          <a:p>
            <a:pPr algn="just"/>
            <a:endParaRPr lang="en-US" sz="2400" dirty="0"/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schemeClr val="tx2"/>
                </a:solidFill>
              </a:rPr>
              <a:t>Parameter Server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Central storage for configuration parameters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Stores values such as: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Robot dimensions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Sensor limits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Controller parameters</a:t>
            </a:r>
          </a:p>
          <a:p>
            <a:pPr marL="857250" lvl="1" indent="-4000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Advantages: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Parameters can be changed at runtime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Avoids recompiling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u="sng" dirty="0">
              <a:solidFill>
                <a:schemeClr val="tx2"/>
              </a:solidFill>
            </a:endParaRPr>
          </a:p>
          <a:p>
            <a:pPr algn="just"/>
            <a:endParaRPr lang="en-US" sz="2400" b="1" u="sng" dirty="0">
              <a:solidFill>
                <a:schemeClr val="tx2"/>
              </a:solidFill>
            </a:endParaRPr>
          </a:p>
          <a:p>
            <a:pPr algn="just"/>
            <a:endParaRPr lang="en-US" sz="2400" b="1" u="sng" dirty="0">
              <a:solidFill>
                <a:schemeClr val="tx2"/>
              </a:solidFill>
            </a:endParaRPr>
          </a:p>
          <a:p>
            <a:pPr algn="just"/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8D58A-9DAF-3614-2C1E-AF668A3C9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088" y="2167703"/>
            <a:ext cx="5911709" cy="38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09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049" y="1031239"/>
            <a:ext cx="7551042" cy="492443"/>
          </a:xfrm>
        </p:spPr>
        <p:txBody>
          <a:bodyPr/>
          <a:lstStyle/>
          <a:p>
            <a:r>
              <a:rPr lang="en-US" dirty="0"/>
              <a:t>ROS Communication Flow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048" y="2204249"/>
            <a:ext cx="6829873" cy="2643419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ROS Master is launched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Nodes register with the master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Publishers advertise topics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Subscribers connect to publishers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Data flows directly between nodes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Communication is efficient and scalable</a:t>
            </a:r>
          </a:p>
        </p:txBody>
      </p:sp>
    </p:spTree>
    <p:extLst>
      <p:ext uri="{BB962C8B-B14F-4D97-AF65-F5344CB8AC3E}">
        <p14:creationId xmlns:p14="http://schemas.microsoft.com/office/powerpoint/2010/main" val="2373075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049" y="1031239"/>
            <a:ext cx="7551042" cy="492443"/>
          </a:xfrm>
        </p:spPr>
        <p:txBody>
          <a:bodyPr/>
          <a:lstStyle/>
          <a:p>
            <a:r>
              <a:rPr lang="en-US" dirty="0"/>
              <a:t>Advantages of ROS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049" y="1871189"/>
            <a:ext cx="7102376" cy="3975429"/>
          </a:xfrm>
        </p:spPr>
        <p:txBody>
          <a:bodyPr/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Modular and reusable design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Easy debugging and testing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Supports simulation and real hardware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Suitable for multi-robot systems</a:t>
            </a:r>
          </a:p>
        </p:txBody>
      </p:sp>
    </p:spTree>
    <p:extLst>
      <p:ext uri="{BB962C8B-B14F-4D97-AF65-F5344CB8AC3E}">
        <p14:creationId xmlns:p14="http://schemas.microsoft.com/office/powerpoint/2010/main" val="304478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/ Exercise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4816" y="809450"/>
            <a:ext cx="9139576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/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/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/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would you describe the purpose of ROS in modern robotic systems?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How is data exchange realized between different ROS nodes?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/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Why ROS is not a classical operating system?</a:t>
            </a:r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lvl="0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which situations would you prefer topics over services and why?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898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6511950" cy="492443"/>
          </a:xfrm>
        </p:spPr>
        <p:txBody>
          <a:bodyPr/>
          <a:lstStyle/>
          <a:p>
            <a:r>
              <a:rPr lang="en-US" dirty="0"/>
              <a:t>ROS Ecosystem – Gazebo &amp; </a:t>
            </a:r>
            <a:r>
              <a:rPr lang="en-US" dirty="0" err="1"/>
              <a:t>RViz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517" y="1523682"/>
            <a:ext cx="11687327" cy="5386090"/>
          </a:xfrm>
        </p:spPr>
        <p:txBody>
          <a:bodyPr/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accent1"/>
                </a:solidFill>
              </a:rPr>
              <a:t>Gazebo: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solidFill>
                <a:schemeClr val="accent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Physics based robot simulator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ROS 1: Gazebo Classic (tightly integrated)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ROS 2: Gazebo Ignition (now Simulator) with native ROS 2 support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Used in projects for: Simulation before real world deployment</a:t>
            </a:r>
          </a:p>
          <a:p>
            <a:pPr algn="just"/>
            <a:endParaRPr lang="en-US" dirty="0"/>
          </a:p>
          <a:p>
            <a:pPr algn="just"/>
            <a:endParaRPr lang="en-US" sz="2400" u="sng" dirty="0">
              <a:solidFill>
                <a:schemeClr val="tx2"/>
              </a:solidFill>
            </a:endParaRPr>
          </a:p>
          <a:p>
            <a:pPr algn="just"/>
            <a:endParaRPr lang="en-US" sz="2400" u="sng" dirty="0">
              <a:solidFill>
                <a:schemeClr val="tx2"/>
              </a:solidFill>
            </a:endParaRPr>
          </a:p>
          <a:p>
            <a:pPr algn="just"/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698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6511950" cy="492443"/>
          </a:xfrm>
        </p:spPr>
        <p:txBody>
          <a:bodyPr/>
          <a:lstStyle/>
          <a:p>
            <a:r>
              <a:rPr lang="en-US" dirty="0"/>
              <a:t>ROS Ecosystem – Gazebo &amp; </a:t>
            </a:r>
            <a:r>
              <a:rPr lang="en-US" dirty="0" err="1"/>
              <a:t>RViz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5" y="1523682"/>
            <a:ext cx="11759359" cy="5663089"/>
          </a:xfrm>
        </p:spPr>
        <p:txBody>
          <a:bodyPr/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r>
              <a:rPr lang="en-US" sz="2400" b="1" dirty="0" err="1">
                <a:solidFill>
                  <a:schemeClr val="accent1"/>
                </a:solidFill>
              </a:rPr>
              <a:t>RViz</a:t>
            </a:r>
            <a:r>
              <a:rPr lang="en-US" sz="2400" b="1" dirty="0">
                <a:solidFill>
                  <a:schemeClr val="accent1"/>
                </a:solidFill>
              </a:rPr>
              <a:t> (ROS Visualization):</a:t>
            </a:r>
            <a:endParaRPr lang="en-US" sz="2400" dirty="0">
              <a:solidFill>
                <a:schemeClr val="accent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3D visualizer for robot data (sensors, models, paths)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ROS 1: </a:t>
            </a:r>
            <a:r>
              <a:rPr lang="en-US" sz="2400" dirty="0" err="1"/>
              <a:t>RViz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ROS 2: RViz2 (updated version)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Used in projects for: Visualizing LiDAR scans, robot poses, navigation goals</a:t>
            </a:r>
          </a:p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</a:endParaRPr>
          </a:p>
          <a:p>
            <a:pPr algn="just"/>
            <a:endParaRPr lang="en-US" sz="2400" u="sng" dirty="0">
              <a:solidFill>
                <a:schemeClr val="tx2"/>
              </a:solidFill>
            </a:endParaRPr>
          </a:p>
          <a:p>
            <a:pPr algn="just"/>
            <a:endParaRPr lang="en-US" sz="2400" u="sng" dirty="0">
              <a:solidFill>
                <a:schemeClr val="tx2"/>
              </a:solidFill>
            </a:endParaRPr>
          </a:p>
          <a:p>
            <a:pPr algn="just"/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068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5" y="1031239"/>
            <a:ext cx="6996859" cy="492443"/>
          </a:xfrm>
        </p:spPr>
        <p:txBody>
          <a:bodyPr/>
          <a:lstStyle/>
          <a:p>
            <a:r>
              <a:rPr lang="en-US" dirty="0"/>
              <a:t>When to Use Which Version &amp; Tool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44197"/>
              </p:ext>
            </p:extLst>
          </p:nvPr>
        </p:nvGraphicFramePr>
        <p:xfrm>
          <a:off x="304485" y="1839432"/>
          <a:ext cx="11455125" cy="3888709"/>
        </p:xfrm>
        <a:graphic>
          <a:graphicData uri="http://schemas.openxmlformats.org/drawingml/2006/table">
            <a:tbl>
              <a:tblPr/>
              <a:tblGrid>
                <a:gridCol w="381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1018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effectLst/>
                          <a:latin typeface="+mn-lt"/>
                        </a:rPr>
                        <a:t>Scenario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65105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effectLst/>
                          <a:latin typeface="+mn-lt"/>
                        </a:rPr>
                        <a:t>Recommended ROS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108508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effectLst/>
                          <a:latin typeface="+mn-lt"/>
                        </a:rPr>
                        <a:t>Recommended Tool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108508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01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University course / lab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65105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ROS 1 Noetic</a:t>
                      </a:r>
                    </a:p>
                  </a:txBody>
                  <a:tcPr marL="108508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Gazebo Classic + </a:t>
                      </a:r>
                      <a:r>
                        <a:rPr lang="en-US" sz="1800" b="0" dirty="0" err="1">
                          <a:effectLst/>
                          <a:latin typeface="+mn-lt"/>
                        </a:rPr>
                        <a:t>Rviz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108508" marR="65105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01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Physical robot with LiDAR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65105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ROS 2 Humble</a:t>
                      </a:r>
                    </a:p>
                  </a:txBody>
                  <a:tcPr marL="108508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RViz2 + real sensor</a:t>
                      </a:r>
                    </a:p>
                  </a:txBody>
                  <a:tcPr marL="108508" marR="65105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619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Multi</a:t>
                      </a:r>
                      <a:r>
                        <a:rPr lang="en-US" sz="1800" b="1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1" dirty="0">
                          <a:effectLst/>
                          <a:latin typeface="+mn-lt"/>
                        </a:rPr>
                        <a:t>robot system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65105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ROS 2</a:t>
                      </a:r>
                    </a:p>
                  </a:txBody>
                  <a:tcPr marL="108508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Gazebo Simulator</a:t>
                      </a:r>
                    </a:p>
                  </a:txBody>
                  <a:tcPr marL="108508" marR="65105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01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Legacy code migration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65105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ROS 1 → ROS 2</a:t>
                      </a:r>
                    </a:p>
                  </a:txBody>
                  <a:tcPr marL="108508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  <a:latin typeface="+mn-lt"/>
                        </a:rPr>
                        <a:t>Bridge (ros1_bridge)</a:t>
                      </a:r>
                    </a:p>
                  </a:txBody>
                  <a:tcPr marL="108508" marR="65105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018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+mn-lt"/>
                        </a:rPr>
                        <a:t>Embedded / real</a:t>
                      </a:r>
                      <a:r>
                        <a:rPr lang="en-US" sz="1800" b="1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1" dirty="0">
                          <a:effectLst/>
                          <a:latin typeface="+mn-lt"/>
                        </a:rPr>
                        <a:t>time</a:t>
                      </a:r>
                      <a:endParaRPr lang="en-US" sz="1800" b="0" dirty="0">
                        <a:effectLst/>
                        <a:latin typeface="+mn-lt"/>
                      </a:endParaRPr>
                    </a:p>
                  </a:txBody>
                  <a:tcPr marL="65105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ROS 2</a:t>
                      </a:r>
                    </a:p>
                  </a:txBody>
                  <a:tcPr marL="108508" marR="108508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  <a:latin typeface="+mn-lt"/>
                        </a:rPr>
                        <a:t>Micro</a:t>
                      </a:r>
                      <a:r>
                        <a:rPr lang="en-US" sz="1800" b="0" baseline="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ROS</a:t>
                      </a:r>
                    </a:p>
                  </a:txBody>
                  <a:tcPr marL="108508" marR="65105" marT="67818" marB="678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927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/ Exercise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37441"/>
            <a:ext cx="122047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Discussion Questions: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Why would a company choose ROS 2 over ROS 1 for a new product?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What are the risks of using ROS 1 for </a:t>
            </a:r>
            <a:r>
              <a:rPr lang="en-US" sz="2400"/>
              <a:t>a safety critical </a:t>
            </a:r>
            <a:r>
              <a:rPr lang="en-US" sz="2400" dirty="0"/>
              <a:t>robot?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How does DDS improve multi robot communication compared to ROS 1’s TCPROS?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When would you use Gazebo vs a real robot for testing?</a:t>
            </a:r>
          </a:p>
          <a:p>
            <a:pPr algn="just"/>
            <a:endParaRPr lang="en-US" dirty="0"/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006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/ Exercise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77460"/>
            <a:ext cx="122047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Exercise: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Scenario: You are designing a warehouse robot for inventory scanning.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Decide:</a:t>
            </a: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en-US" sz="2400" dirty="0"/>
              <a:t>ROS 1 or ROS 2? Why?</a:t>
            </a: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en-US" sz="2400" dirty="0"/>
              <a:t>Which tools (Gazebo, </a:t>
            </a:r>
            <a:r>
              <a:rPr lang="en-US" sz="2400" dirty="0" err="1"/>
              <a:t>RViz</a:t>
            </a:r>
            <a:r>
              <a:rPr lang="en-US" sz="2400" dirty="0"/>
              <a:t>, </a:t>
            </a:r>
            <a:r>
              <a:rPr lang="en-US" sz="2400" dirty="0" err="1"/>
              <a:t>etc</a:t>
            </a:r>
            <a:r>
              <a:rPr lang="en-US" sz="2400" dirty="0"/>
              <a:t>) would you use in development?</a:t>
            </a:r>
          </a:p>
          <a:p>
            <a:pPr marL="971550" lvl="1" indent="-514350" algn="just">
              <a:buFont typeface="Arial" panose="020B0604020202020204" pitchFamily="34" charset="0"/>
              <a:buChar char="•"/>
            </a:pPr>
            <a:r>
              <a:rPr lang="en-US" sz="2400" dirty="0"/>
              <a:t>How would you test before deployment?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Write a 1-paragraph justification for your choices.</a:t>
            </a:r>
          </a:p>
          <a:p>
            <a:pPr marL="342900" lvl="0" indent="-34290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76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4987950" cy="984885"/>
          </a:xfrm>
        </p:spPr>
        <p:txBody>
          <a:bodyPr/>
          <a:lstStyle/>
          <a:p>
            <a:r>
              <a:rPr lang="en-US" dirty="0"/>
              <a:t>ROS Filesystem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855" y="1523682"/>
            <a:ext cx="11914989" cy="4431983"/>
          </a:xfrm>
        </p:spPr>
        <p:txBody>
          <a:bodyPr/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algn="just"/>
            <a:r>
              <a:rPr lang="en-US" sz="2400" dirty="0"/>
              <a:t>ROS uses an organized structure to manage robot software.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Important elements include: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Nodes</a:t>
            </a:r>
            <a:r>
              <a:rPr lang="en-US" sz="2400" dirty="0"/>
              <a:t>: Programs performing specific tasks like controlling motors or reading sensors.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Packages</a:t>
            </a:r>
            <a:r>
              <a:rPr lang="en-US" sz="2400" dirty="0"/>
              <a:t>: Collections of nodes and configuration files.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Workspaces</a:t>
            </a:r>
            <a:r>
              <a:rPr lang="en-US" sz="2400" dirty="0"/>
              <a:t>: Development environments containing packages.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This structure helps developers organize large robotic systems in manageable parts.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897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4987950" cy="984885"/>
          </a:xfrm>
        </p:spPr>
        <p:txBody>
          <a:bodyPr/>
          <a:lstStyle/>
          <a:p>
            <a:r>
              <a:rPr lang="en-US" dirty="0"/>
              <a:t>ROS Filesystem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385" y="1523682"/>
            <a:ext cx="11872459" cy="4431983"/>
          </a:xfrm>
        </p:spPr>
        <p:txBody>
          <a:bodyPr/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algn="just"/>
            <a:r>
              <a:rPr lang="en-US" sz="2800" dirty="0"/>
              <a:t>Every ROS workspace follows a standard structure:</a:t>
            </a:r>
          </a:p>
          <a:p>
            <a:pPr algn="just"/>
            <a:endParaRPr lang="en-US" sz="2400" dirty="0"/>
          </a:p>
          <a:p>
            <a:pPr algn="just"/>
            <a:br>
              <a:rPr lang="en-US" sz="2400" dirty="0"/>
            </a:br>
            <a:r>
              <a:rPr lang="en-US" sz="2800" dirty="0" err="1"/>
              <a:t>workspace_name</a:t>
            </a:r>
            <a:r>
              <a:rPr lang="en-US" sz="2800" dirty="0"/>
              <a:t>/</a:t>
            </a:r>
          </a:p>
          <a:p>
            <a:pPr algn="just"/>
            <a:r>
              <a:rPr lang="en-US" sz="2800" dirty="0"/>
              <a:t>├── </a:t>
            </a:r>
            <a:r>
              <a:rPr lang="en-US" sz="2800" dirty="0" err="1"/>
              <a:t>src</a:t>
            </a:r>
            <a:r>
              <a:rPr lang="en-US" sz="2800" dirty="0"/>
              <a:t>/                   # Your source code (packages live here)</a:t>
            </a:r>
          </a:p>
          <a:p>
            <a:pPr algn="just"/>
            <a:r>
              <a:rPr lang="en-US" sz="2800" dirty="0"/>
              <a:t>├── build/               # Build artifacts (compiled code, </a:t>
            </a:r>
            <a:r>
              <a:rPr lang="en-US" sz="2800" dirty="0" err="1"/>
              <a:t>CMake</a:t>
            </a:r>
            <a:r>
              <a:rPr lang="en-US" sz="2800" dirty="0"/>
              <a:t> files)</a:t>
            </a:r>
          </a:p>
          <a:p>
            <a:pPr algn="just"/>
            <a:r>
              <a:rPr lang="en-US" sz="2800" dirty="0"/>
              <a:t>├── install/             # Installed executables and libraries</a:t>
            </a:r>
          </a:p>
          <a:p>
            <a:pPr algn="just"/>
            <a:r>
              <a:rPr lang="en-US" sz="2800" dirty="0"/>
              <a:t>└── log/                   # Build logs and runtime logs</a:t>
            </a:r>
          </a:p>
          <a:p>
            <a:pPr algn="just"/>
            <a:br>
              <a:rPr lang="en-US" sz="2400" dirty="0"/>
            </a:br>
            <a:endParaRPr lang="en-US" sz="2400" u="sng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232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4987950" cy="984885"/>
          </a:xfrm>
        </p:spPr>
        <p:txBody>
          <a:bodyPr/>
          <a:lstStyle/>
          <a:p>
            <a:r>
              <a:rPr lang="en-US" dirty="0"/>
              <a:t>ROS Filesystem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5" y="1523682"/>
            <a:ext cx="11759359" cy="4801314"/>
          </a:xfrm>
        </p:spPr>
        <p:txBody>
          <a:bodyPr/>
          <a:lstStyle/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r>
              <a:rPr lang="en-US" sz="2400" dirty="0"/>
              <a:t>Key Files Inside a Package: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package.xml – Package metadata and dependencies (REQUIRED)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CMakeLists.txt – Build instructions for C++ packages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setup.py – Python package configuration (ROS 2)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launch/ – Directory containing launch files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/>
              <a:t>src</a:t>
            </a:r>
            <a:r>
              <a:rPr lang="en-US" sz="2400" dirty="0"/>
              <a:t>/ or scripts/ – Where your source code goes </a:t>
            </a:r>
          </a:p>
          <a:p>
            <a:endParaRPr lang="en-US" sz="2400" dirty="0"/>
          </a:p>
          <a:p>
            <a:pPr algn="l" rtl="0"/>
            <a:r>
              <a:rPr lang="en-US" altLang="en-US" sz="2400" dirty="0">
                <a:solidFill>
                  <a:srgbClr val="0F1115"/>
                </a:solidFill>
              </a:rPr>
              <a:t>Environment Variable:</a:t>
            </a:r>
          </a:p>
          <a:p>
            <a:pPr algn="l" rtl="0"/>
            <a:br>
              <a:rPr lang="en-US" altLang="en-US" sz="2400" dirty="0"/>
            </a:br>
            <a:r>
              <a:rPr lang="en-US" altLang="en-US" sz="2400" dirty="0">
                <a:solidFill>
                  <a:srgbClr val="0F1115"/>
                </a:solidFill>
              </a:rPr>
              <a:t>ROS_PACKAGE_PATH tells ROS where to look for packages.</a:t>
            </a:r>
            <a:r>
              <a:rPr lang="en-US" altLang="en-US" sz="2400" dirty="0"/>
              <a:t> </a:t>
            </a:r>
          </a:p>
          <a:p>
            <a:pPr algn="just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392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5" y="1031239"/>
            <a:ext cx="5916205" cy="492443"/>
          </a:xfrm>
        </p:spPr>
        <p:txBody>
          <a:bodyPr/>
          <a:lstStyle/>
          <a:p>
            <a:r>
              <a:rPr lang="en-US" dirty="0"/>
              <a:t>Workspaces in ROS 1 vs ROS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283" y="1523682"/>
            <a:ext cx="11840561" cy="5170646"/>
          </a:xfrm>
        </p:spPr>
        <p:txBody>
          <a:bodyPr/>
          <a:lstStyle/>
          <a:p>
            <a:pPr algn="just"/>
            <a:endParaRPr lang="en-US" sz="2400" dirty="0"/>
          </a:p>
          <a:p>
            <a:pPr algn="just"/>
            <a:r>
              <a:rPr lang="en-US" sz="2400" dirty="0"/>
              <a:t>A workspace is where developers create and build ROS projects.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ROS 1 Workspace:</a:t>
            </a:r>
          </a:p>
          <a:p>
            <a:pPr algn="l"/>
            <a:endParaRPr lang="en-US" sz="2400" b="1" dirty="0">
              <a:solidFill>
                <a:schemeClr val="accent1"/>
              </a:solidFill>
            </a:endParaRPr>
          </a:p>
          <a:p>
            <a:pPr algn="l"/>
            <a:r>
              <a:rPr lang="en-US" sz="2400" dirty="0"/>
              <a:t>A ROS 1 workspace typically contains: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• </a:t>
            </a:r>
            <a:r>
              <a:rPr lang="en-US" sz="2400" b="1" dirty="0" err="1"/>
              <a:t>src</a:t>
            </a:r>
            <a:r>
              <a:rPr lang="en-US" sz="2400" dirty="0"/>
              <a:t> – Stores package source code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build</a:t>
            </a:r>
            <a:r>
              <a:rPr lang="en-US" sz="2400" dirty="0"/>
              <a:t> – Contains temporary build files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 err="1"/>
              <a:t>devel</a:t>
            </a:r>
            <a:r>
              <a:rPr lang="en-US" sz="2400" dirty="0"/>
              <a:t> – Contains development executables and environment setup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Build tool used: </a:t>
            </a:r>
            <a:r>
              <a:rPr lang="en-US" sz="2400" b="1" dirty="0" err="1"/>
              <a:t>catkin_make</a:t>
            </a:r>
            <a:endParaRPr lang="en-US" sz="2400" dirty="0"/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All packages are usually built together.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70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5" y="1031239"/>
            <a:ext cx="5916205" cy="492443"/>
          </a:xfrm>
        </p:spPr>
        <p:txBody>
          <a:bodyPr/>
          <a:lstStyle/>
          <a:p>
            <a:r>
              <a:rPr lang="en-US" dirty="0"/>
              <a:t>Workspaces in ROS 1 vs ROS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651" y="1523682"/>
            <a:ext cx="11851194" cy="3016210"/>
          </a:xfrm>
        </p:spPr>
        <p:txBody>
          <a:bodyPr/>
          <a:lstStyle/>
          <a:p>
            <a:pPr algn="just"/>
            <a:endParaRPr lang="en-US" sz="2800" dirty="0"/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Creating a ROS 1 Workspace: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pPr algn="just"/>
            <a:r>
              <a:rPr lang="en-US" sz="2800" dirty="0" err="1"/>
              <a:t>mkdir</a:t>
            </a:r>
            <a:r>
              <a:rPr lang="en-US" sz="2800" dirty="0"/>
              <a:t> -p ~/</a:t>
            </a:r>
            <a:r>
              <a:rPr lang="en-US" sz="2800" dirty="0" err="1"/>
              <a:t>catkin_ws</a:t>
            </a:r>
            <a:r>
              <a:rPr lang="en-US" sz="2800" dirty="0"/>
              <a:t>/</a:t>
            </a:r>
            <a:r>
              <a:rPr lang="en-US" sz="2800" dirty="0" err="1"/>
              <a:t>src</a:t>
            </a:r>
            <a:endParaRPr lang="en-US" sz="2800" dirty="0"/>
          </a:p>
          <a:p>
            <a:pPr algn="just"/>
            <a:r>
              <a:rPr lang="en-US" sz="2800" dirty="0"/>
              <a:t>cd ~/</a:t>
            </a:r>
            <a:r>
              <a:rPr lang="en-US" sz="2800" dirty="0" err="1"/>
              <a:t>catkin_ws</a:t>
            </a:r>
            <a:endParaRPr lang="en-US" sz="2800" dirty="0"/>
          </a:p>
          <a:p>
            <a:pPr algn="just"/>
            <a:r>
              <a:rPr lang="en-US" sz="2800" dirty="0" err="1"/>
              <a:t>catkin_make</a:t>
            </a:r>
            <a:endParaRPr lang="en-US" sz="2800" dirty="0"/>
          </a:p>
          <a:p>
            <a:pPr algn="just"/>
            <a:r>
              <a:rPr lang="en-US" sz="2800" dirty="0"/>
              <a:t>source devel/</a:t>
            </a:r>
            <a:r>
              <a:rPr lang="en-US" sz="2800" dirty="0" err="1"/>
              <a:t>setup.bash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585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5" y="1031239"/>
            <a:ext cx="5916205" cy="492443"/>
          </a:xfrm>
        </p:spPr>
        <p:txBody>
          <a:bodyPr/>
          <a:lstStyle/>
          <a:p>
            <a:r>
              <a:rPr lang="en-US" dirty="0"/>
              <a:t>Workspaces in ROS 1 vs ROS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651" y="1523682"/>
            <a:ext cx="11851193" cy="5170646"/>
          </a:xfrm>
        </p:spPr>
        <p:txBody>
          <a:bodyPr/>
          <a:lstStyle/>
          <a:p>
            <a:pPr algn="just"/>
            <a:endParaRPr lang="en-US" sz="2400" dirty="0"/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ROS 2 Workspace:</a:t>
            </a:r>
          </a:p>
          <a:p>
            <a:pPr algn="l"/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dirty="0"/>
              <a:t>Whereas,ROS 2 uses a slightly different structure:</a:t>
            </a:r>
          </a:p>
          <a:p>
            <a:endParaRPr lang="en-US" sz="2400" dirty="0"/>
          </a:p>
          <a:p>
            <a:r>
              <a:rPr lang="en-US" sz="2400" dirty="0"/>
              <a:t>• </a:t>
            </a:r>
            <a:r>
              <a:rPr lang="en-US" sz="2400" b="1" dirty="0" err="1"/>
              <a:t>src</a:t>
            </a:r>
            <a:r>
              <a:rPr lang="en-US" sz="2400" dirty="0"/>
              <a:t> – Contains packages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build</a:t>
            </a:r>
            <a:r>
              <a:rPr lang="en-US" sz="2400" dirty="0"/>
              <a:t> – Compilation files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install</a:t>
            </a:r>
            <a:r>
              <a:rPr lang="en-US" sz="2400" dirty="0"/>
              <a:t> – Final installed executables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log</a:t>
            </a:r>
            <a:r>
              <a:rPr lang="en-US" sz="2400" dirty="0"/>
              <a:t> – Build logs for debugging</a:t>
            </a:r>
          </a:p>
          <a:p>
            <a:endParaRPr lang="en-US" sz="2400" dirty="0"/>
          </a:p>
          <a:p>
            <a:r>
              <a:rPr lang="en-US" sz="2400" dirty="0"/>
              <a:t>Build tool used: </a:t>
            </a:r>
            <a:r>
              <a:rPr lang="en-US" sz="2400" b="1" dirty="0" err="1"/>
              <a:t>colcon</a:t>
            </a:r>
            <a:r>
              <a:rPr lang="en-US" sz="2400" b="1" dirty="0"/>
              <a:t> build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ROS 2 allows packages to be built independently which improves performance in large projects.</a:t>
            </a:r>
          </a:p>
          <a:p>
            <a:pPr algn="just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116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5" y="1031239"/>
            <a:ext cx="5916205" cy="492443"/>
          </a:xfrm>
        </p:spPr>
        <p:txBody>
          <a:bodyPr/>
          <a:lstStyle/>
          <a:p>
            <a:r>
              <a:rPr lang="en-US" dirty="0"/>
              <a:t>Workspaces in ROS 1 vs ROS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5" y="1523682"/>
            <a:ext cx="11759360" cy="3447098"/>
          </a:xfrm>
        </p:spPr>
        <p:txBody>
          <a:bodyPr/>
          <a:lstStyle/>
          <a:p>
            <a:pPr algn="just"/>
            <a:endParaRPr lang="en-US" sz="2800" dirty="0"/>
          </a:p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Creating a ROS 2 Workspace:</a:t>
            </a:r>
          </a:p>
          <a:p>
            <a:pPr algn="l"/>
            <a:endParaRPr lang="en-US" sz="2800" b="1" dirty="0">
              <a:solidFill>
                <a:schemeClr val="accent1"/>
              </a:solidFill>
            </a:endParaRPr>
          </a:p>
          <a:p>
            <a:pPr algn="l"/>
            <a:r>
              <a:rPr lang="en-US" sz="2800" dirty="0" err="1"/>
              <a:t>mkdir</a:t>
            </a:r>
            <a:r>
              <a:rPr lang="en-US" sz="2800" dirty="0"/>
              <a:t> -p ~/ros2_ws/</a:t>
            </a:r>
            <a:r>
              <a:rPr lang="en-US" sz="2800" dirty="0" err="1"/>
              <a:t>src</a:t>
            </a:r>
            <a:endParaRPr lang="en-US" sz="2800" dirty="0"/>
          </a:p>
          <a:p>
            <a:pPr algn="l"/>
            <a:r>
              <a:rPr lang="en-US" sz="2800" dirty="0"/>
              <a:t>cd ~/ros2_ws</a:t>
            </a:r>
          </a:p>
          <a:p>
            <a:pPr algn="l"/>
            <a:r>
              <a:rPr lang="en-US" sz="2800" dirty="0" err="1"/>
              <a:t>colcon</a:t>
            </a:r>
            <a:r>
              <a:rPr lang="en-US" sz="2800" dirty="0"/>
              <a:t> build</a:t>
            </a:r>
          </a:p>
          <a:p>
            <a:pPr algn="l"/>
            <a:r>
              <a:rPr lang="en-US" sz="2800" dirty="0"/>
              <a:t>source install/</a:t>
            </a:r>
            <a:r>
              <a:rPr lang="en-US" sz="2800" dirty="0" err="1"/>
              <a:t>setup.bash</a:t>
            </a:r>
            <a:br>
              <a:rPr lang="en-US" sz="2800" dirty="0"/>
            </a:b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82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5" y="1031239"/>
            <a:ext cx="5916205" cy="492443"/>
          </a:xfrm>
        </p:spPr>
        <p:txBody>
          <a:bodyPr/>
          <a:lstStyle/>
          <a:p>
            <a:r>
              <a:rPr lang="en-US" dirty="0"/>
              <a:t>Workspaces in ROS 1 vs ROS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840" y="1523682"/>
            <a:ext cx="12077700" cy="861774"/>
          </a:xfrm>
        </p:spPr>
        <p:txBody>
          <a:bodyPr/>
          <a:lstStyle/>
          <a:p>
            <a:pPr algn="just"/>
            <a:endParaRPr lang="en-US" sz="2800" dirty="0"/>
          </a:p>
          <a:p>
            <a:r>
              <a:rPr lang="en-US" sz="2800" b="1" dirty="0">
                <a:solidFill>
                  <a:schemeClr val="accent1"/>
                </a:solidFill>
              </a:rPr>
              <a:t>Comparison Table:</a:t>
            </a:r>
            <a:endParaRPr lang="en-US" sz="2800" dirty="0">
              <a:solidFill>
                <a:schemeClr val="tx2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12124"/>
              </p:ext>
            </p:extLst>
          </p:nvPr>
        </p:nvGraphicFramePr>
        <p:xfrm>
          <a:off x="434687" y="2480931"/>
          <a:ext cx="11180616" cy="3637066"/>
        </p:xfrm>
        <a:graphic>
          <a:graphicData uri="http://schemas.openxmlformats.org/drawingml/2006/table">
            <a:tbl>
              <a:tblPr/>
              <a:tblGrid>
                <a:gridCol w="372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532"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effectLst/>
                          <a:latin typeface="+mn-lt"/>
                        </a:rPr>
                        <a:t>Aspect</a:t>
                      </a:r>
                    </a:p>
                  </a:txBody>
                  <a:tcPr marL="67952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  <a:latin typeface="+mn-lt"/>
                        </a:rPr>
                        <a:t>ROS 1 (catkin)</a:t>
                      </a:r>
                    </a:p>
                  </a:txBody>
                  <a:tcPr marL="113253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  <a:latin typeface="+mn-lt"/>
                        </a:rPr>
                        <a:t>ROS 2 (</a:t>
                      </a:r>
                      <a:r>
                        <a:rPr lang="en-US" sz="2400" b="1" dirty="0" err="1">
                          <a:effectLst/>
                          <a:latin typeface="+mn-lt"/>
                        </a:rPr>
                        <a:t>colcon</a:t>
                      </a:r>
                      <a:r>
                        <a:rPr lang="en-US" sz="2400" b="1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113253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532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+mn-lt"/>
                        </a:rPr>
                        <a:t>Build Command</a:t>
                      </a:r>
                    </a:p>
                  </a:txBody>
                  <a:tcPr marL="67952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catkin_make</a:t>
                      </a:r>
                    </a:p>
                  </a:txBody>
                  <a:tcPr marL="113253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colcon build</a:t>
                      </a:r>
                    </a:p>
                  </a:txBody>
                  <a:tcPr marL="113253" marR="67952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532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  <a:latin typeface="+mn-lt"/>
                        </a:rPr>
                        <a:t>Source Location</a:t>
                      </a:r>
                    </a:p>
                  </a:txBody>
                  <a:tcPr marL="67952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devel/setup.bash</a:t>
                      </a:r>
                    </a:p>
                  </a:txBody>
                  <a:tcPr marL="113253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install/setup.bash</a:t>
                      </a:r>
                    </a:p>
                  </a:txBody>
                  <a:tcPr marL="113253" marR="67952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532"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  <a:latin typeface="+mn-lt"/>
                        </a:rPr>
                        <a:t>Build System</a:t>
                      </a:r>
                    </a:p>
                  </a:txBody>
                  <a:tcPr marL="67952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catkin</a:t>
                      </a:r>
                    </a:p>
                  </a:txBody>
                  <a:tcPr marL="113253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colcon + ament</a:t>
                      </a:r>
                    </a:p>
                  </a:txBody>
                  <a:tcPr marL="113253" marR="67952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881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+mn-lt"/>
                        </a:rPr>
                        <a:t>Python Support</a:t>
                      </a:r>
                    </a:p>
                  </a:txBody>
                  <a:tcPr marL="67952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via catkin</a:t>
                      </a:r>
                    </a:p>
                  </a:txBody>
                  <a:tcPr marL="113253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native (ament_python)</a:t>
                      </a:r>
                    </a:p>
                  </a:txBody>
                  <a:tcPr marL="113253" marR="67952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881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+mn-lt"/>
                        </a:rPr>
                        <a:t>Default Workspace Name</a:t>
                      </a:r>
                    </a:p>
                  </a:txBody>
                  <a:tcPr marL="67952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catkin_ws</a:t>
                      </a:r>
                    </a:p>
                  </a:txBody>
                  <a:tcPr marL="113253" marR="113253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+mn-lt"/>
                        </a:rPr>
                        <a:t>ros2_ws</a:t>
                      </a:r>
                    </a:p>
                  </a:txBody>
                  <a:tcPr marL="113253" marR="67952" marT="70783" marB="70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433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4063980" cy="492443"/>
          </a:xfrm>
        </p:spPr>
        <p:txBody>
          <a:bodyPr/>
          <a:lstStyle/>
          <a:p>
            <a:r>
              <a:rPr lang="en-US" dirty="0"/>
              <a:t>Creating Packages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119" y="1683171"/>
            <a:ext cx="11125514" cy="3693319"/>
          </a:xfrm>
        </p:spPr>
        <p:txBody>
          <a:bodyPr/>
          <a:lstStyle/>
          <a:p>
            <a:pPr algn="l"/>
            <a:endParaRPr lang="en-US" sz="2400" dirty="0"/>
          </a:p>
          <a:p>
            <a:pPr algn="l"/>
            <a:r>
              <a:rPr lang="en-US" sz="2400" dirty="0"/>
              <a:t>A package is created to organize related robot software.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When creating a package, developers define: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• Package name</a:t>
            </a:r>
            <a:br>
              <a:rPr lang="en-US" sz="2400" dirty="0"/>
            </a:br>
            <a:endParaRPr lang="en-US" sz="2400" dirty="0"/>
          </a:p>
          <a:p>
            <a:pPr algn="l"/>
            <a:r>
              <a:rPr lang="en-US" sz="2400" dirty="0"/>
              <a:t>• Dependencies (required libraries or packages)</a:t>
            </a:r>
            <a:br>
              <a:rPr lang="en-US" sz="2400" dirty="0"/>
            </a:br>
            <a:endParaRPr lang="en-US" sz="2400" dirty="0"/>
          </a:p>
          <a:p>
            <a:pPr algn="l"/>
            <a:r>
              <a:rPr lang="en-US" sz="2400" dirty="0"/>
              <a:t>• Build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667472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4063980" cy="492443"/>
          </a:xfrm>
        </p:spPr>
        <p:txBody>
          <a:bodyPr/>
          <a:lstStyle/>
          <a:p>
            <a:r>
              <a:rPr lang="en-US" dirty="0"/>
              <a:t>Creating Packages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016" y="1523682"/>
            <a:ext cx="10264277" cy="4431983"/>
          </a:xfrm>
        </p:spPr>
        <p:txBody>
          <a:bodyPr/>
          <a:lstStyle/>
          <a:p>
            <a:pPr algn="l"/>
            <a:endParaRPr lang="en-US" sz="2400" dirty="0"/>
          </a:p>
          <a:p>
            <a:pPr algn="l"/>
            <a:r>
              <a:rPr lang="en-US" sz="2400" dirty="0"/>
              <a:t>Inside a package, developers usually add:</a:t>
            </a:r>
          </a:p>
          <a:p>
            <a:pPr algn="l"/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Node source code</a:t>
            </a:r>
          </a:p>
          <a:p>
            <a:pPr algn="l"/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Launch files</a:t>
            </a:r>
          </a:p>
          <a:p>
            <a:pPr algn="l"/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Parameter configurations</a:t>
            </a:r>
          </a:p>
          <a:p>
            <a:pPr algn="l"/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Resource files</a:t>
            </a:r>
          </a:p>
          <a:p>
            <a:pPr algn="l"/>
            <a:endParaRPr lang="en-US" sz="2400" dirty="0"/>
          </a:p>
          <a:p>
            <a:pPr algn="l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5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4063980" cy="492443"/>
          </a:xfrm>
        </p:spPr>
        <p:txBody>
          <a:bodyPr/>
          <a:lstStyle/>
          <a:p>
            <a:r>
              <a:rPr lang="en-US" dirty="0"/>
              <a:t>Creating Packages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81" y="1523682"/>
            <a:ext cx="10902231" cy="3693319"/>
          </a:xfrm>
        </p:spPr>
        <p:txBody>
          <a:bodyPr/>
          <a:lstStyle/>
          <a:p>
            <a:pPr algn="l"/>
            <a:endParaRPr lang="en-US" sz="2400" dirty="0"/>
          </a:p>
          <a:p>
            <a:pPr algn="l"/>
            <a:r>
              <a:rPr lang="en-US" sz="2400" dirty="0"/>
              <a:t>Good package design makes projects modular and reusable.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For example:</a:t>
            </a:r>
          </a:p>
          <a:p>
            <a:pPr algn="l"/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One package controls sensors</a:t>
            </a:r>
          </a:p>
          <a:p>
            <a:pPr algn="l"/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Another controls robot motion</a:t>
            </a:r>
          </a:p>
          <a:p>
            <a:pPr algn="l"/>
            <a:endParaRPr lang="en-US" sz="2400" u="sng" dirty="0">
              <a:solidFill>
                <a:schemeClr val="tx2"/>
              </a:solidFill>
            </a:endParaRPr>
          </a:p>
          <a:p>
            <a:pPr algn="l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364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4063980" cy="492443"/>
          </a:xfrm>
        </p:spPr>
        <p:txBody>
          <a:bodyPr/>
          <a:lstStyle/>
          <a:p>
            <a:r>
              <a:rPr lang="en-US" dirty="0"/>
              <a:t>Creating Packages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751" y="1672861"/>
            <a:ext cx="10785272" cy="3693319"/>
          </a:xfrm>
        </p:spPr>
        <p:txBody>
          <a:bodyPr/>
          <a:lstStyle/>
          <a:p>
            <a:pPr algn="l"/>
            <a:endParaRPr lang="en-US" sz="2400" dirty="0"/>
          </a:p>
          <a:p>
            <a:r>
              <a:rPr lang="en-US" sz="2400" b="1" dirty="0">
                <a:solidFill>
                  <a:schemeClr val="accent1"/>
                </a:solidFill>
              </a:rPr>
              <a:t>ROS 1 Package: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/>
              <a:t>cd ~/</a:t>
            </a:r>
            <a:r>
              <a:rPr lang="en-US" sz="2400" dirty="0" err="1"/>
              <a:t>catkin_ws</a:t>
            </a:r>
            <a:r>
              <a:rPr lang="en-US" sz="2400" dirty="0"/>
              <a:t>/</a:t>
            </a:r>
            <a:r>
              <a:rPr lang="en-US" sz="2400" dirty="0" err="1"/>
              <a:t>src</a:t>
            </a:r>
            <a:endParaRPr lang="en-US" sz="2400" dirty="0"/>
          </a:p>
          <a:p>
            <a:r>
              <a:rPr lang="en-US" sz="2400" dirty="0" err="1"/>
              <a:t>catkin_create_pkg</a:t>
            </a:r>
            <a:r>
              <a:rPr lang="en-US" sz="2400" dirty="0"/>
              <a:t> </a:t>
            </a:r>
            <a:r>
              <a:rPr lang="en-US" sz="2400" dirty="0" err="1"/>
              <a:t>my_pkg</a:t>
            </a:r>
            <a:r>
              <a:rPr lang="en-US" sz="2400" dirty="0"/>
              <a:t> </a:t>
            </a:r>
            <a:r>
              <a:rPr lang="en-US" sz="2400" dirty="0" err="1"/>
              <a:t>rospy</a:t>
            </a:r>
            <a:r>
              <a:rPr lang="en-US" sz="2400" dirty="0"/>
              <a:t> </a:t>
            </a:r>
            <a:r>
              <a:rPr lang="en-US" sz="2400" dirty="0" err="1"/>
              <a:t>std_msgs</a:t>
            </a:r>
            <a:r>
              <a:rPr lang="en-US" sz="2400" dirty="0"/>
              <a:t> </a:t>
            </a:r>
            <a:r>
              <a:rPr lang="en-US" sz="2400" dirty="0" err="1"/>
              <a:t>geometry_msgs</a:t>
            </a:r>
            <a:endParaRPr lang="en-US" sz="2400" dirty="0"/>
          </a:p>
          <a:p>
            <a:endParaRPr lang="en-US" sz="2400" u="sng" dirty="0">
              <a:solidFill>
                <a:schemeClr val="tx2"/>
              </a:solidFill>
            </a:endParaRPr>
          </a:p>
          <a:p>
            <a:pPr algn="l" rtl="0"/>
            <a:r>
              <a:rPr lang="en-US" altLang="en-US" sz="2400" dirty="0">
                <a:solidFill>
                  <a:srgbClr val="0F1115"/>
                </a:solidFill>
              </a:rPr>
              <a:t>This creates: package.xml, CMakeLists.txt and basic directories.</a:t>
            </a:r>
            <a:endParaRPr lang="en-US" altLang="en-US" sz="2400" dirty="0"/>
          </a:p>
          <a:p>
            <a:endParaRPr lang="en-US" sz="2400" u="sng" dirty="0">
              <a:solidFill>
                <a:schemeClr val="tx2"/>
              </a:solidFill>
            </a:endParaRPr>
          </a:p>
          <a:p>
            <a:pPr algn="l"/>
            <a:endParaRPr lang="en-US" sz="2400" u="sng" dirty="0">
              <a:solidFill>
                <a:schemeClr val="tx2"/>
              </a:solidFill>
            </a:endParaRPr>
          </a:p>
          <a:p>
            <a:pPr algn="l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985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4063980" cy="492443"/>
          </a:xfrm>
        </p:spPr>
        <p:txBody>
          <a:bodyPr/>
          <a:lstStyle/>
          <a:p>
            <a:r>
              <a:rPr lang="en-US" dirty="0"/>
              <a:t>Creating Packages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6" y="1651596"/>
            <a:ext cx="11593347" cy="5170646"/>
          </a:xfrm>
        </p:spPr>
        <p:txBody>
          <a:bodyPr/>
          <a:lstStyle/>
          <a:p>
            <a:pPr algn="l"/>
            <a:endParaRPr lang="en-US" sz="2400" dirty="0">
              <a:latin typeface="+mj-lt"/>
            </a:endParaRPr>
          </a:p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ROS 2 Package:</a:t>
            </a:r>
          </a:p>
          <a:p>
            <a:endParaRPr lang="en-US" sz="2400" b="1" dirty="0">
              <a:solidFill>
                <a:schemeClr val="accent1"/>
              </a:solidFill>
              <a:latin typeface="+mj-lt"/>
            </a:endParaRPr>
          </a:p>
          <a:p>
            <a:r>
              <a:rPr lang="en-US" sz="2400" dirty="0">
                <a:latin typeface="+mj-lt"/>
              </a:rPr>
              <a:t>cd ~/ros2_ws/</a:t>
            </a:r>
            <a:r>
              <a:rPr lang="en-US" sz="2400" dirty="0" err="1">
                <a:latin typeface="+mj-lt"/>
              </a:rPr>
              <a:t>src</a:t>
            </a:r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ros2 </a:t>
            </a:r>
            <a:r>
              <a:rPr lang="en-US" sz="2400" dirty="0" err="1">
                <a:latin typeface="+mj-lt"/>
              </a:rPr>
              <a:t>pkg</a:t>
            </a:r>
            <a:r>
              <a:rPr lang="en-US" sz="2400" dirty="0">
                <a:latin typeface="+mj-lt"/>
              </a:rPr>
              <a:t> create </a:t>
            </a:r>
            <a:r>
              <a:rPr lang="en-US" sz="2400" dirty="0" err="1">
                <a:latin typeface="+mj-lt"/>
              </a:rPr>
              <a:t>my_pkg</a:t>
            </a:r>
            <a:r>
              <a:rPr lang="en-US" sz="2400" dirty="0">
                <a:latin typeface="+mj-lt"/>
              </a:rPr>
              <a:t> --build-type </a:t>
            </a:r>
            <a:r>
              <a:rPr lang="en-US" sz="2400" dirty="0" err="1">
                <a:latin typeface="+mj-lt"/>
              </a:rPr>
              <a:t>ament_python</a:t>
            </a:r>
            <a:r>
              <a:rPr lang="en-US" sz="2400" dirty="0">
                <a:latin typeface="+mj-lt"/>
              </a:rPr>
              <a:t> --dependencies </a:t>
            </a:r>
            <a:r>
              <a:rPr lang="en-US" sz="2400" dirty="0" err="1">
                <a:latin typeface="+mj-lt"/>
              </a:rPr>
              <a:t>rclpy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std_msgs</a:t>
            </a:r>
            <a:endParaRPr lang="en-US" sz="2400" dirty="0">
              <a:latin typeface="+mj-lt"/>
            </a:endParaRPr>
          </a:p>
          <a:p>
            <a:endParaRPr lang="en-US" sz="2400" u="sng" dirty="0">
              <a:latin typeface="+mj-lt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+mj-lt"/>
              </a:rPr>
              <a:t>This creates: Full Python package with setup.py, package.xml and module structure.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Available Build Types in ROS 2:</a:t>
            </a:r>
          </a:p>
          <a:p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j-lt"/>
              </a:rPr>
              <a:t>ament_cmake</a:t>
            </a:r>
            <a:r>
              <a:rPr lang="en-US" sz="2400" dirty="0">
                <a:latin typeface="+mj-lt"/>
              </a:rPr>
              <a:t> – For C++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j-lt"/>
              </a:rPr>
              <a:t>ament_python</a:t>
            </a:r>
            <a:r>
              <a:rPr lang="en-US" sz="2400" dirty="0">
                <a:latin typeface="+mj-lt"/>
              </a:rPr>
              <a:t> – For Python packages (recommended)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j-lt"/>
              </a:rPr>
              <a:t>cmake</a:t>
            </a:r>
            <a:r>
              <a:rPr lang="en-US" sz="2400" dirty="0">
                <a:latin typeface="+mj-lt"/>
              </a:rPr>
              <a:t> – Legacy </a:t>
            </a:r>
            <a:r>
              <a:rPr lang="en-US" sz="2400" dirty="0" err="1">
                <a:latin typeface="+mj-lt"/>
              </a:rPr>
              <a:t>CMake</a:t>
            </a:r>
            <a:r>
              <a:rPr lang="en-US" sz="2400" dirty="0">
                <a:latin typeface="+mj-lt"/>
              </a:rPr>
              <a:t> style</a:t>
            </a:r>
          </a:p>
          <a:p>
            <a:pPr algn="l"/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3809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984885"/>
          </a:xfrm>
        </p:spPr>
        <p:txBody>
          <a:bodyPr/>
          <a:lstStyle/>
          <a:p>
            <a:r>
              <a:rPr lang="en-US" dirty="0"/>
              <a:t>Building and Sourcing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234" y="1523681"/>
            <a:ext cx="12077700" cy="4801314"/>
          </a:xfrm>
        </p:spPr>
        <p:txBody>
          <a:bodyPr/>
          <a:lstStyle/>
          <a:p>
            <a:pPr algn="l"/>
            <a:endParaRPr lang="en-US" sz="2400" dirty="0"/>
          </a:p>
          <a:p>
            <a:r>
              <a:rPr lang="en-US" sz="2400" dirty="0"/>
              <a:t>After creating packages, they must be built before they can run.</a:t>
            </a:r>
          </a:p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Building: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Compiles code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Links dependencies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Generates executable nodes</a:t>
            </a:r>
          </a:p>
          <a:p>
            <a:endParaRPr lang="en-US" sz="2400" dirty="0"/>
          </a:p>
          <a:p>
            <a:r>
              <a:rPr lang="en-US" sz="2400" dirty="0"/>
              <a:t>If errors occur, they must be fixed before running nodes.</a:t>
            </a:r>
          </a:p>
          <a:p>
            <a:pPr algn="l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126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984885"/>
          </a:xfrm>
        </p:spPr>
        <p:txBody>
          <a:bodyPr/>
          <a:lstStyle/>
          <a:p>
            <a:r>
              <a:rPr lang="en-US" dirty="0"/>
              <a:t>Building and Sourcing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751" y="1523681"/>
            <a:ext cx="10742742" cy="4062651"/>
          </a:xfrm>
        </p:spPr>
        <p:txBody>
          <a:bodyPr/>
          <a:lstStyle/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Building Specific Packages: </a:t>
            </a:r>
          </a:p>
          <a:p>
            <a:endParaRPr lang="en-US" sz="2400" dirty="0"/>
          </a:p>
          <a:p>
            <a:pPr algn="l"/>
            <a:r>
              <a:rPr lang="en-US" sz="2400" dirty="0"/>
              <a:t># ROS 1: Build only one package</a:t>
            </a:r>
          </a:p>
          <a:p>
            <a:pPr algn="l"/>
            <a:r>
              <a:rPr lang="en-US" sz="2400" dirty="0" err="1"/>
              <a:t>catkin_make</a:t>
            </a:r>
            <a:r>
              <a:rPr lang="en-US" sz="2400" dirty="0"/>
              <a:t> --only-</a:t>
            </a:r>
            <a:r>
              <a:rPr lang="en-US" sz="2400" dirty="0" err="1"/>
              <a:t>pkg</a:t>
            </a:r>
            <a:r>
              <a:rPr lang="en-US" sz="2400" dirty="0"/>
              <a:t>-with-deps </a:t>
            </a:r>
            <a:r>
              <a:rPr lang="en-US" sz="2400" dirty="0" err="1"/>
              <a:t>my_package</a:t>
            </a:r>
            <a:endParaRPr lang="en-US" sz="2400" dirty="0"/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# ROS 2: Build selected packages</a:t>
            </a:r>
          </a:p>
          <a:p>
            <a:pPr algn="l"/>
            <a:r>
              <a:rPr lang="en-US" sz="2400" dirty="0" err="1"/>
              <a:t>colcon</a:t>
            </a:r>
            <a:r>
              <a:rPr lang="en-US" sz="2400" dirty="0"/>
              <a:t> build --packages-select </a:t>
            </a:r>
            <a:r>
              <a:rPr lang="en-US" sz="2400" dirty="0" err="1"/>
              <a:t>my_package</a:t>
            </a:r>
            <a:endParaRPr lang="en-US" sz="2400" dirty="0"/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# ROS 2: Build with </a:t>
            </a:r>
            <a:r>
              <a:rPr lang="en-US" sz="2400" dirty="0" err="1"/>
              <a:t>symlinks</a:t>
            </a:r>
            <a:r>
              <a:rPr lang="en-US" sz="2400" dirty="0"/>
              <a:t> (for easier Python development)</a:t>
            </a:r>
          </a:p>
          <a:p>
            <a:pPr algn="l"/>
            <a:r>
              <a:rPr lang="en-US" sz="2400" dirty="0" err="1"/>
              <a:t>colcon</a:t>
            </a:r>
            <a:r>
              <a:rPr lang="en-US" sz="2400" dirty="0"/>
              <a:t> build --</a:t>
            </a:r>
            <a:r>
              <a:rPr lang="en-US" sz="2400" dirty="0" err="1"/>
              <a:t>symlink</a:t>
            </a:r>
            <a:r>
              <a:rPr lang="en-US" sz="2400" dirty="0"/>
              <a:t>-install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268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984885"/>
          </a:xfrm>
        </p:spPr>
        <p:txBody>
          <a:bodyPr/>
          <a:lstStyle/>
          <a:p>
            <a:r>
              <a:rPr lang="en-US" dirty="0"/>
              <a:t>Building and Sourcing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6" y="1661905"/>
            <a:ext cx="10930013" cy="4801314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Sourcing:</a:t>
            </a:r>
          </a:p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dirty="0"/>
              <a:t>Sourcing sets environment variables so ROS can find packages and executables.</a:t>
            </a:r>
          </a:p>
          <a:p>
            <a:endParaRPr lang="en-US" sz="2400" dirty="0"/>
          </a:p>
          <a:p>
            <a:r>
              <a:rPr lang="en-US" sz="2400" dirty="0"/>
              <a:t>It is required: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• After building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• In every new terminal</a:t>
            </a:r>
          </a:p>
          <a:p>
            <a:endParaRPr lang="en-US" sz="2400" dirty="0"/>
          </a:p>
          <a:p>
            <a:r>
              <a:rPr lang="en-US" sz="2400" dirty="0"/>
              <a:t>Without sourcing, ROS cannot locate new packages.</a:t>
            </a:r>
          </a:p>
          <a:p>
            <a:endParaRPr lang="en-US" sz="2400" dirty="0"/>
          </a:p>
          <a:p>
            <a:r>
              <a:rPr lang="en-US" sz="2400" dirty="0"/>
              <a:t>Many developers automatically source workspaces in their terminal configuration.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905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984885"/>
          </a:xfrm>
        </p:spPr>
        <p:txBody>
          <a:bodyPr/>
          <a:lstStyle/>
          <a:p>
            <a:r>
              <a:rPr lang="en-US" dirty="0"/>
              <a:t>Building and Sourcing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6" y="1523681"/>
            <a:ext cx="11595728" cy="4431983"/>
          </a:xfrm>
        </p:spPr>
        <p:txBody>
          <a:bodyPr/>
          <a:lstStyle/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Sourcing – The Most Important Step:</a:t>
            </a:r>
            <a:endParaRPr lang="en-US" sz="2400" dirty="0">
              <a:solidFill>
                <a:schemeClr val="accent1"/>
              </a:solidFill>
            </a:endParaRPr>
          </a:p>
          <a:p>
            <a:endParaRPr lang="en-US" sz="2400" dirty="0"/>
          </a:p>
          <a:p>
            <a:pPr algn="l"/>
            <a:r>
              <a:rPr lang="en-US" sz="2400" dirty="0"/>
              <a:t># ROS 1 – After every build</a:t>
            </a:r>
          </a:p>
          <a:p>
            <a:pPr algn="l"/>
            <a:r>
              <a:rPr lang="en-US" sz="2400" dirty="0"/>
              <a:t>source ~/</a:t>
            </a:r>
            <a:r>
              <a:rPr lang="en-US" sz="2400" dirty="0" err="1"/>
              <a:t>catkin_ws</a:t>
            </a:r>
            <a:r>
              <a:rPr lang="en-US" sz="2400" dirty="0"/>
              <a:t>/</a:t>
            </a:r>
            <a:r>
              <a:rPr lang="en-US" sz="2400" dirty="0" err="1"/>
              <a:t>devel</a:t>
            </a:r>
            <a:r>
              <a:rPr lang="en-US" sz="2400" dirty="0"/>
              <a:t>/</a:t>
            </a:r>
            <a:r>
              <a:rPr lang="en-US" sz="2400" dirty="0" err="1"/>
              <a:t>setup.bash</a:t>
            </a:r>
            <a:endParaRPr lang="en-US" sz="2400" dirty="0"/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# ROS 2 – After every build  </a:t>
            </a:r>
          </a:p>
          <a:p>
            <a:pPr algn="l"/>
            <a:r>
              <a:rPr lang="en-US" sz="2400" dirty="0"/>
              <a:t>source ~/ros2_ws/install/</a:t>
            </a:r>
            <a:r>
              <a:rPr lang="en-US" sz="2400" dirty="0" err="1"/>
              <a:t>setup.bash</a:t>
            </a:r>
            <a:endParaRPr lang="en-US" sz="2400" dirty="0"/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# Make it permanent (add to ~/.</a:t>
            </a:r>
            <a:r>
              <a:rPr lang="en-US" sz="2400" dirty="0" err="1"/>
              <a:t>bashrc</a:t>
            </a:r>
            <a:r>
              <a:rPr lang="en-US" sz="2400" dirty="0"/>
              <a:t>)</a:t>
            </a:r>
          </a:p>
          <a:p>
            <a:pPr algn="l"/>
            <a:r>
              <a:rPr lang="en-US" sz="2400" dirty="0"/>
              <a:t>echo "source ~/ros2_ws/install/</a:t>
            </a:r>
            <a:r>
              <a:rPr lang="en-US" sz="2400" dirty="0" err="1"/>
              <a:t>setup.bash</a:t>
            </a:r>
            <a:r>
              <a:rPr lang="en-US" sz="2400" dirty="0"/>
              <a:t>" &gt;&gt; ~/.</a:t>
            </a:r>
            <a:r>
              <a:rPr lang="en-US" sz="2400" dirty="0" err="1"/>
              <a:t>bashrc</a:t>
            </a:r>
            <a:endParaRPr lang="en-US" sz="2400" dirty="0"/>
          </a:p>
          <a:p>
            <a:pPr algn="l"/>
            <a:endParaRPr lang="en-US" sz="2400" u="sng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4761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492443"/>
          </a:xfrm>
        </p:spPr>
        <p:txBody>
          <a:bodyPr/>
          <a:lstStyle/>
          <a:p>
            <a:r>
              <a:rPr lang="en-US" dirty="0"/>
              <a:t>Launch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234" y="2133442"/>
            <a:ext cx="11227724" cy="3693319"/>
          </a:xfrm>
        </p:spPr>
        <p:txBody>
          <a:bodyPr/>
          <a:lstStyle/>
          <a:p>
            <a:r>
              <a:rPr lang="en-US" sz="2400" dirty="0"/>
              <a:t>Launch files help run multiple ROS nodes automatically.</a:t>
            </a:r>
          </a:p>
          <a:p>
            <a:endParaRPr lang="en-US" sz="2400" dirty="0"/>
          </a:p>
          <a:p>
            <a:r>
              <a:rPr lang="en-US" sz="2400" dirty="0"/>
              <a:t>Instead of manually running many commands, a launch file: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Starts several nodes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Sets parameters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Configures system settings</a:t>
            </a:r>
          </a:p>
          <a:p>
            <a:pPr algn="l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6171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492443"/>
          </a:xfrm>
        </p:spPr>
        <p:txBody>
          <a:bodyPr/>
          <a:lstStyle/>
          <a:p>
            <a:r>
              <a:rPr lang="en-US" dirty="0"/>
              <a:t>Launch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5" y="1523682"/>
            <a:ext cx="10466295" cy="4801314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Example robot launch: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 sensors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 navigation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 controllers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 visualization tools</a:t>
            </a:r>
          </a:p>
          <a:p>
            <a:endParaRPr lang="en-US" sz="2400" dirty="0"/>
          </a:p>
          <a:p>
            <a:r>
              <a:rPr lang="en-US" sz="2400" dirty="0"/>
              <a:t>This saves time and avoids mistakes.</a:t>
            </a:r>
          </a:p>
          <a:p>
            <a:pPr algn="l"/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5065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492443"/>
          </a:xfrm>
        </p:spPr>
        <p:txBody>
          <a:bodyPr/>
          <a:lstStyle/>
          <a:p>
            <a:r>
              <a:rPr lang="en-US" dirty="0"/>
              <a:t>ROS 1 vs ROS 2 Launch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5106" y="1948776"/>
            <a:ext cx="11454488" cy="301621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 u="sng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ROS 1 launch files are written in XML.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Whereas, ROS 2 launch files are written in Python, allowing more flexibility and logic control</a:t>
            </a:r>
            <a:endParaRPr lang="en-US" sz="2800" u="sng" dirty="0">
              <a:solidFill>
                <a:schemeClr val="tx2"/>
              </a:solidFill>
            </a:endParaRPr>
          </a:p>
          <a:p>
            <a:pPr algn="l"/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391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492443"/>
          </a:xfrm>
        </p:spPr>
        <p:txBody>
          <a:bodyPr/>
          <a:lstStyle/>
          <a:p>
            <a:r>
              <a:rPr lang="en-US" dirty="0"/>
              <a:t>ROS 1 vs ROS 2 Launch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5" y="1523682"/>
            <a:ext cx="11595729" cy="486287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 u="sng" dirty="0">
              <a:solidFill>
                <a:schemeClr val="tx2"/>
              </a:solidFill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accent1"/>
                </a:solidFill>
              </a:rPr>
              <a:t>ROS 1 Launch File (XML format) – </a:t>
            </a:r>
            <a:r>
              <a:rPr lang="en-US" altLang="en-US" sz="2400" b="1" dirty="0" err="1">
                <a:solidFill>
                  <a:schemeClr val="accent1"/>
                </a:solidFill>
              </a:rPr>
              <a:t>demo.launch</a:t>
            </a:r>
            <a:r>
              <a:rPr lang="en-US" altLang="en-US" sz="2400" b="1" dirty="0">
                <a:solidFill>
                  <a:schemeClr val="accent1"/>
                </a:solidFill>
              </a:rPr>
              <a:t>:</a:t>
            </a:r>
          </a:p>
          <a:p>
            <a:pPr algn="l"/>
            <a:r>
              <a:rPr lang="en-US" sz="2400" dirty="0"/>
              <a:t>&lt;launch&gt;</a:t>
            </a:r>
          </a:p>
          <a:p>
            <a:pPr algn="l"/>
            <a:r>
              <a:rPr lang="en-US" sz="2400" dirty="0"/>
              <a:t>  &lt;node </a:t>
            </a:r>
            <a:r>
              <a:rPr lang="en-US" sz="2400" dirty="0" err="1"/>
              <a:t>pkg</a:t>
            </a:r>
            <a:r>
              <a:rPr lang="en-US" sz="2400" dirty="0"/>
              <a:t>="</a:t>
            </a:r>
            <a:r>
              <a:rPr lang="en-US" sz="2400" dirty="0" err="1"/>
              <a:t>my_package</a:t>
            </a:r>
            <a:r>
              <a:rPr lang="en-US" sz="2400" dirty="0"/>
              <a:t>" </a:t>
            </a:r>
          </a:p>
          <a:p>
            <a:pPr algn="l"/>
            <a:r>
              <a:rPr lang="en-US" sz="2400" dirty="0"/>
              <a:t>        type="my_node.py" </a:t>
            </a:r>
          </a:p>
          <a:p>
            <a:pPr algn="l"/>
            <a:r>
              <a:rPr lang="en-US" sz="2400" dirty="0"/>
              <a:t>        name="</a:t>
            </a:r>
            <a:r>
              <a:rPr lang="en-US" sz="2400" dirty="0" err="1"/>
              <a:t>my_node</a:t>
            </a:r>
            <a:r>
              <a:rPr lang="en-US" sz="2400" dirty="0"/>
              <a:t>" </a:t>
            </a:r>
          </a:p>
          <a:p>
            <a:pPr algn="l"/>
            <a:r>
              <a:rPr lang="en-US" sz="2400" dirty="0"/>
              <a:t>        output="screen"/&gt;</a:t>
            </a:r>
          </a:p>
          <a:p>
            <a:pPr algn="l"/>
            <a:r>
              <a:rPr lang="en-US" sz="2400" dirty="0"/>
              <a:t>        </a:t>
            </a:r>
          </a:p>
          <a:p>
            <a:pPr algn="l"/>
            <a:r>
              <a:rPr lang="en-US" sz="2400" dirty="0"/>
              <a:t>  &lt;node </a:t>
            </a:r>
            <a:r>
              <a:rPr lang="en-US" sz="2400" dirty="0" err="1"/>
              <a:t>pkg</a:t>
            </a:r>
            <a:r>
              <a:rPr lang="en-US" sz="2400" dirty="0"/>
              <a:t>="</a:t>
            </a:r>
            <a:r>
              <a:rPr lang="en-US" sz="2400" dirty="0" err="1"/>
              <a:t>another_package</a:t>
            </a:r>
            <a:r>
              <a:rPr lang="en-US" sz="2400" dirty="0"/>
              <a:t>"</a:t>
            </a:r>
          </a:p>
          <a:p>
            <a:pPr algn="l"/>
            <a:r>
              <a:rPr lang="en-US" sz="2400" dirty="0"/>
              <a:t>        type="</a:t>
            </a:r>
            <a:r>
              <a:rPr lang="en-US" sz="2400" dirty="0" err="1"/>
              <a:t>another_node</a:t>
            </a:r>
            <a:r>
              <a:rPr lang="en-US" sz="2400" dirty="0"/>
              <a:t>"</a:t>
            </a:r>
          </a:p>
          <a:p>
            <a:pPr algn="l"/>
            <a:r>
              <a:rPr lang="en-US" sz="2400" dirty="0"/>
              <a:t>        name="</a:t>
            </a:r>
            <a:r>
              <a:rPr lang="en-US" sz="2400" dirty="0" err="1"/>
              <a:t>another_node</a:t>
            </a:r>
            <a:r>
              <a:rPr lang="en-US" sz="2400" dirty="0"/>
              <a:t>"</a:t>
            </a:r>
          </a:p>
          <a:p>
            <a:pPr algn="l"/>
            <a:r>
              <a:rPr lang="en-US" sz="2400" dirty="0"/>
              <a:t>        respawn="true"/&gt;</a:t>
            </a:r>
          </a:p>
          <a:p>
            <a:pPr algn="l"/>
            <a:r>
              <a:rPr lang="en-US" sz="2400" dirty="0"/>
              <a:t>&lt;/launch&gt;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2585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CA55-0E6D-078D-5291-612E99B7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86" y="1031239"/>
            <a:ext cx="5542132" cy="492443"/>
          </a:xfrm>
        </p:spPr>
        <p:txBody>
          <a:bodyPr/>
          <a:lstStyle/>
          <a:p>
            <a:r>
              <a:rPr lang="en-US" dirty="0"/>
              <a:t>ROS 1 vs ROS 2 Launch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8211-B0C4-F61F-AC88-78E767B2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86" y="1730452"/>
            <a:ext cx="11773214" cy="4801314"/>
          </a:xfrm>
        </p:spPr>
        <p:txBody>
          <a:bodyPr/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accent1"/>
                </a:solidFill>
              </a:rPr>
              <a:t>ROS 2 Launch File (Python format) – demo.launch.py:</a:t>
            </a:r>
          </a:p>
          <a:p>
            <a:pPr algn="l"/>
            <a:r>
              <a:rPr lang="en-US" sz="1600" dirty="0"/>
              <a:t>from launch import </a:t>
            </a:r>
            <a:r>
              <a:rPr lang="en-US" sz="1600" dirty="0" err="1"/>
              <a:t>LaunchDescription</a:t>
            </a:r>
            <a:endParaRPr lang="en-US" sz="1600" dirty="0"/>
          </a:p>
          <a:p>
            <a:pPr algn="l"/>
            <a:r>
              <a:rPr lang="en-US" sz="1600" dirty="0"/>
              <a:t>from </a:t>
            </a:r>
            <a:r>
              <a:rPr lang="en-US" sz="1600" dirty="0" err="1"/>
              <a:t>launch_ros.actions</a:t>
            </a:r>
            <a:r>
              <a:rPr lang="en-US" sz="1600" dirty="0"/>
              <a:t> import Node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 err="1"/>
              <a:t>def</a:t>
            </a:r>
            <a:r>
              <a:rPr lang="en-US" sz="1600" dirty="0"/>
              <a:t> </a:t>
            </a:r>
            <a:r>
              <a:rPr lang="en-US" sz="1600" dirty="0" err="1"/>
              <a:t>generate_launch_description</a:t>
            </a:r>
            <a:r>
              <a:rPr lang="en-US" sz="1600" dirty="0"/>
              <a:t>():</a:t>
            </a:r>
          </a:p>
          <a:p>
            <a:pPr algn="l"/>
            <a:r>
              <a:rPr lang="en-US" sz="1600" dirty="0"/>
              <a:t>    return </a:t>
            </a:r>
            <a:r>
              <a:rPr lang="en-US" sz="1600" dirty="0" err="1"/>
              <a:t>LaunchDescription</a:t>
            </a:r>
            <a:r>
              <a:rPr lang="en-US" sz="1600" dirty="0"/>
              <a:t>([</a:t>
            </a:r>
          </a:p>
          <a:p>
            <a:pPr algn="l"/>
            <a:r>
              <a:rPr lang="en-US" sz="1600" dirty="0"/>
              <a:t>        Node(</a:t>
            </a:r>
          </a:p>
          <a:p>
            <a:pPr algn="l"/>
            <a:r>
              <a:rPr lang="en-US" sz="1600" dirty="0"/>
              <a:t>            package='</a:t>
            </a:r>
            <a:r>
              <a:rPr lang="en-US" sz="1600" dirty="0" err="1"/>
              <a:t>my_package</a:t>
            </a:r>
            <a:r>
              <a:rPr lang="en-US" sz="1600" dirty="0"/>
              <a:t>',</a:t>
            </a:r>
          </a:p>
          <a:p>
            <a:pPr algn="l"/>
            <a:r>
              <a:rPr lang="en-US" sz="1600" dirty="0"/>
              <a:t>            executable='</a:t>
            </a:r>
            <a:r>
              <a:rPr lang="en-US" sz="1600" dirty="0" err="1"/>
              <a:t>my_node</a:t>
            </a:r>
            <a:r>
              <a:rPr lang="en-US" sz="1600" dirty="0"/>
              <a:t>',</a:t>
            </a:r>
          </a:p>
          <a:p>
            <a:pPr algn="l"/>
            <a:r>
              <a:rPr lang="en-US" sz="1600" dirty="0"/>
              <a:t>            name='</a:t>
            </a:r>
            <a:r>
              <a:rPr lang="en-US" sz="1600" dirty="0" err="1"/>
              <a:t>my_node</a:t>
            </a:r>
            <a:r>
              <a:rPr lang="en-US" sz="1600" dirty="0"/>
              <a:t>',</a:t>
            </a:r>
          </a:p>
          <a:p>
            <a:pPr algn="l"/>
            <a:r>
              <a:rPr lang="en-US" sz="1600" dirty="0"/>
              <a:t>            output='screen'</a:t>
            </a:r>
          </a:p>
          <a:p>
            <a:pPr algn="l"/>
            <a:r>
              <a:rPr lang="en-US" sz="1600" dirty="0"/>
              <a:t>        ),</a:t>
            </a:r>
          </a:p>
          <a:p>
            <a:pPr algn="l"/>
            <a:r>
              <a:rPr lang="en-US" sz="1600" dirty="0"/>
              <a:t>        Node(</a:t>
            </a:r>
          </a:p>
          <a:p>
            <a:pPr algn="l"/>
            <a:r>
              <a:rPr lang="en-US" sz="1600" dirty="0"/>
              <a:t>            package='</a:t>
            </a:r>
            <a:r>
              <a:rPr lang="en-US" sz="1600" dirty="0" err="1"/>
              <a:t>another_package</a:t>
            </a:r>
            <a:r>
              <a:rPr lang="en-US" sz="1600" dirty="0"/>
              <a:t>',</a:t>
            </a:r>
          </a:p>
          <a:p>
            <a:pPr algn="l"/>
            <a:r>
              <a:rPr lang="en-US" sz="1600" dirty="0"/>
              <a:t>            executable='</a:t>
            </a:r>
            <a:r>
              <a:rPr lang="en-US" sz="1600" dirty="0" err="1"/>
              <a:t>another_node</a:t>
            </a:r>
            <a:r>
              <a:rPr lang="en-US" sz="1600" dirty="0"/>
              <a:t>',</a:t>
            </a:r>
          </a:p>
          <a:p>
            <a:pPr algn="l"/>
            <a:r>
              <a:rPr lang="en-US" sz="1600" dirty="0"/>
              <a:t>            name='</a:t>
            </a:r>
            <a:r>
              <a:rPr lang="en-US" sz="1600" dirty="0" err="1"/>
              <a:t>another_node</a:t>
            </a:r>
            <a:r>
              <a:rPr lang="en-US" sz="1600" dirty="0"/>
              <a:t>',</a:t>
            </a:r>
          </a:p>
          <a:p>
            <a:pPr algn="l"/>
            <a:r>
              <a:rPr lang="en-US" sz="1600" dirty="0"/>
              <a:t>            respawn=True</a:t>
            </a:r>
          </a:p>
          <a:p>
            <a:pPr algn="l"/>
            <a:r>
              <a:rPr lang="en-US" sz="1600" dirty="0"/>
              <a:t>        )</a:t>
            </a:r>
          </a:p>
          <a:p>
            <a:pPr algn="l"/>
            <a:r>
              <a:rPr lang="en-US" sz="1600" dirty="0"/>
              <a:t>    ])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580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/ Exercise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4816" y="2316413"/>
            <a:ext cx="112502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Discussion Questions: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F1115"/>
                </a:solidFill>
              </a:rPr>
              <a:t>Why did ROS 2 switch from catkin to </a:t>
            </a:r>
            <a:r>
              <a:rPr lang="en-US" altLang="en-US" sz="2400" dirty="0" err="1">
                <a:solidFill>
                  <a:srgbClr val="0F1115"/>
                </a:solidFill>
              </a:rPr>
              <a:t>colcon</a:t>
            </a:r>
            <a:r>
              <a:rPr lang="en-US" altLang="en-US" sz="2400" dirty="0">
                <a:solidFill>
                  <a:srgbClr val="0F1115"/>
                </a:solidFill>
              </a:rPr>
              <a:t>?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F1115"/>
                </a:solidFill>
              </a:rPr>
              <a:t>What are the advantages of Python based launch files?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F1115"/>
                </a:solidFill>
              </a:rPr>
              <a:t>How does ROS 2's package.xml format improve dependency management?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F1115"/>
                </a:solidFill>
              </a:rPr>
              <a:t>Why is it important to keep ROS 1 and ROS 2 workspaces separate?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936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/ Exercise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4816" y="2333684"/>
            <a:ext cx="1165428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Exercise: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F1115"/>
                </a:solidFill>
              </a:rPr>
              <a:t>Create a ROS 2 package called </a:t>
            </a:r>
            <a:r>
              <a:rPr lang="en-US" altLang="en-US" sz="2400" dirty="0" err="1">
                <a:solidFill>
                  <a:srgbClr val="0F1115"/>
                </a:solidFill>
              </a:rPr>
              <a:t>student_pkg</a:t>
            </a:r>
            <a:endParaRPr lang="en-US" altLang="en-US" sz="2400" dirty="0">
              <a:solidFill>
                <a:srgbClr val="0F1115"/>
              </a:solidFill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F1115"/>
                </a:solidFill>
              </a:rPr>
              <a:t>Add two nodes: a publisher and a subscriber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F1115"/>
                </a:solidFill>
              </a:rPr>
              <a:t>Create a launch file that starts both nodes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0F1115"/>
              </a:solidFill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F1115"/>
                </a:solidFill>
              </a:rPr>
              <a:t>Build your package and </a:t>
            </a:r>
            <a:r>
              <a:rPr lang="en-US" altLang="en-US" sz="2400">
                <a:solidFill>
                  <a:srgbClr val="0F1115"/>
                </a:solidFill>
              </a:rPr>
              <a:t>test it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82724"/>
            <a:ext cx="65" cy="56544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42830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25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3888</TotalTime>
  <Words>2222</Words>
  <Application>Microsoft Macintosh PowerPoint</Application>
  <PresentationFormat>Custom</PresentationFormat>
  <Paragraphs>606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Trebuchet MS</vt:lpstr>
      <vt:lpstr>Office Theme</vt:lpstr>
      <vt:lpstr>Robot Operating System(ROS)  Architecture, Communication Flow &amp; Advantages</vt:lpstr>
      <vt:lpstr>Goals of this lecture</vt:lpstr>
      <vt:lpstr>What is ROS ?</vt:lpstr>
      <vt:lpstr>Why ROS ?</vt:lpstr>
      <vt:lpstr>ROS1</vt:lpstr>
      <vt:lpstr>ROS2</vt:lpstr>
      <vt:lpstr>ROS1 vs. ROS2</vt:lpstr>
      <vt:lpstr>Architecture of ROS</vt:lpstr>
      <vt:lpstr>Architecture of ROS</vt:lpstr>
      <vt:lpstr>Architecture of ROS</vt:lpstr>
      <vt:lpstr>Architecture of ROS</vt:lpstr>
      <vt:lpstr>Architecture of ROS</vt:lpstr>
      <vt:lpstr>Architecture of ROS</vt:lpstr>
      <vt:lpstr>Architecture of ROS</vt:lpstr>
      <vt:lpstr>ROS Communication Flow </vt:lpstr>
      <vt:lpstr>Advantages of ROS Architecture</vt:lpstr>
      <vt:lpstr>Reflection / Exercise</vt:lpstr>
      <vt:lpstr>ROS Ecosystem – Gazebo &amp; RViz</vt:lpstr>
      <vt:lpstr>ROS Ecosystem – Gazebo &amp; RViz</vt:lpstr>
      <vt:lpstr>When to Use Which Version &amp; Tool</vt:lpstr>
      <vt:lpstr>Reflection / Exercise</vt:lpstr>
      <vt:lpstr>Reflection / Exercise</vt:lpstr>
      <vt:lpstr>ROS Filesystem Concepts</vt:lpstr>
      <vt:lpstr>ROS Filesystem Concepts</vt:lpstr>
      <vt:lpstr>ROS Filesystem Concepts</vt:lpstr>
      <vt:lpstr>Workspaces in ROS 1 vs ROS 2</vt:lpstr>
      <vt:lpstr>Workspaces in ROS 1 vs ROS 2</vt:lpstr>
      <vt:lpstr>Workspaces in ROS 1 vs ROS 2</vt:lpstr>
      <vt:lpstr>Workspaces in ROS 1 vs ROS 2</vt:lpstr>
      <vt:lpstr>Workspaces in ROS 1 vs ROS 2</vt:lpstr>
      <vt:lpstr>Creating Packages</vt:lpstr>
      <vt:lpstr>Creating Packages</vt:lpstr>
      <vt:lpstr>Creating Packages</vt:lpstr>
      <vt:lpstr>Creating Packages</vt:lpstr>
      <vt:lpstr>Creating Packages</vt:lpstr>
      <vt:lpstr>Building and Sourcing</vt:lpstr>
      <vt:lpstr>Building and Sourcing</vt:lpstr>
      <vt:lpstr>Building and Sourcing</vt:lpstr>
      <vt:lpstr>Building and Sourcing</vt:lpstr>
      <vt:lpstr>Launch Files</vt:lpstr>
      <vt:lpstr>Launch Files</vt:lpstr>
      <vt:lpstr>ROS 1 vs ROS 2 Launch Files</vt:lpstr>
      <vt:lpstr>ROS 1 vs ROS 2 Launch Files</vt:lpstr>
      <vt:lpstr>ROS 1 vs ROS 2 Launch Files</vt:lpstr>
      <vt:lpstr>Reflection / Exercise</vt:lpstr>
      <vt:lpstr>Reflection /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</dc:title>
  <dc:creator>Thomas Hupperich</dc:creator>
  <cp:lastModifiedBy>Schlesinger, Sebastian</cp:lastModifiedBy>
  <cp:revision>87</cp:revision>
  <dcterms:created xsi:type="dcterms:W3CDTF">2023-01-30T17:03:51Z</dcterms:created>
  <dcterms:modified xsi:type="dcterms:W3CDTF">2026-03-02T14:25:10Z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2023-01-30T00:00:00Z</vt:filetime>
  </property>
  <property fmtid="{D5CDD505-2E9C-101B-9397-08002B2CF9AE}" pid="3" name="Creator">
    <vt:lpwstr>Adobe Acrobat Pro (64-bit) 22.3.20314</vt:lpwstr>
  </property>
  <property fmtid="{D5CDD505-2E9C-101B-9397-08002B2CF9AE}" pid="4" name="LastSaved">
    <vt:filetime>2023-01-30T00:00:00Z</vt:filetime>
  </property>
  <property fmtid="{D5CDD505-2E9C-101B-9397-08002B2CF9AE}" pid="5" name="Producer">
    <vt:lpwstr>Adobe Acrobat Pro (64-bit) 22.3.20314</vt:lpwstr>
  </property>
</Properties>
</file>