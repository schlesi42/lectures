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785" r:id="rId2"/>
    <p:sldId id="792" r:id="rId3"/>
    <p:sldId id="504" r:id="rId4"/>
    <p:sldId id="658" r:id="rId5"/>
    <p:sldId id="563" r:id="rId6"/>
    <p:sldId id="565" r:id="rId7"/>
    <p:sldId id="786" r:id="rId8"/>
    <p:sldId id="659" r:id="rId9"/>
    <p:sldId id="318" r:id="rId10"/>
    <p:sldId id="320" r:id="rId11"/>
    <p:sldId id="661" r:id="rId12"/>
    <p:sldId id="321" r:id="rId13"/>
    <p:sldId id="322" r:id="rId14"/>
    <p:sldId id="323" r:id="rId15"/>
    <p:sldId id="324" r:id="rId16"/>
    <p:sldId id="325" r:id="rId17"/>
    <p:sldId id="662" r:id="rId18"/>
    <p:sldId id="672" r:id="rId19"/>
    <p:sldId id="787" r:id="rId20"/>
    <p:sldId id="664" r:id="rId21"/>
    <p:sldId id="665" r:id="rId22"/>
    <p:sldId id="329" r:id="rId23"/>
    <p:sldId id="330" r:id="rId24"/>
    <p:sldId id="674" r:id="rId25"/>
    <p:sldId id="331" r:id="rId26"/>
    <p:sldId id="333" r:id="rId27"/>
    <p:sldId id="334" r:id="rId28"/>
    <p:sldId id="335" r:id="rId29"/>
    <p:sldId id="336" r:id="rId30"/>
    <p:sldId id="257" r:id="rId31"/>
    <p:sldId id="258" r:id="rId32"/>
    <p:sldId id="259" r:id="rId33"/>
    <p:sldId id="261" r:id="rId34"/>
    <p:sldId id="260" r:id="rId35"/>
    <p:sldId id="673" r:id="rId36"/>
    <p:sldId id="262" r:id="rId37"/>
    <p:sldId id="265" r:id="rId38"/>
    <p:sldId id="267" r:id="rId39"/>
    <p:sldId id="270" r:id="rId40"/>
    <p:sldId id="271" r:id="rId41"/>
    <p:sldId id="272" r:id="rId42"/>
    <p:sldId id="273" r:id="rId43"/>
    <p:sldId id="274" r:id="rId44"/>
    <p:sldId id="275" r:id="rId45"/>
    <p:sldId id="788" r:id="rId46"/>
    <p:sldId id="279" r:id="rId47"/>
    <p:sldId id="281" r:id="rId48"/>
    <p:sldId id="282" r:id="rId49"/>
    <p:sldId id="283" r:id="rId50"/>
    <p:sldId id="284" r:id="rId51"/>
    <p:sldId id="285" r:id="rId52"/>
    <p:sldId id="286" r:id="rId53"/>
    <p:sldId id="789" r:id="rId54"/>
    <p:sldId id="290" r:id="rId55"/>
    <p:sldId id="675" r:id="rId56"/>
    <p:sldId id="676" r:id="rId57"/>
    <p:sldId id="790" r:id="rId58"/>
    <p:sldId id="292" r:id="rId59"/>
    <p:sldId id="293" r:id="rId60"/>
    <p:sldId id="294" r:id="rId61"/>
    <p:sldId id="295" r:id="rId62"/>
    <p:sldId id="296" r:id="rId63"/>
    <p:sldId id="297" r:id="rId64"/>
    <p:sldId id="300" r:id="rId65"/>
    <p:sldId id="301" r:id="rId66"/>
    <p:sldId id="302" r:id="rId67"/>
    <p:sldId id="791" r:id="rId68"/>
    <p:sldId id="306" r:id="rId69"/>
    <p:sldId id="307" r:id="rId70"/>
    <p:sldId id="309" r:id="rId71"/>
    <p:sldId id="310" r:id="rId72"/>
    <p:sldId id="311" r:id="rId73"/>
    <p:sldId id="677" r:id="rId74"/>
  </p:sldIdLst>
  <p:sldSz cx="12204700" cy="6858000"/>
  <p:notesSz cx="122047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D48285-A9F2-4E49-A877-6535CF28E4DF}" v="126" dt="2026-02-03T13:40:31.977"/>
    <p1510:client id="{E5C15730-DF0D-D143-AF39-B1EB2E2C1AB2}" v="136" dt="2026-02-02T14:33:00.28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6"/>
    <p:restoredTop sz="94499"/>
  </p:normalViewPr>
  <p:slideViewPr>
    <p:cSldViewPr snapToGrid="0">
      <p:cViewPr varScale="1">
        <p:scale>
          <a:sx n="118" d="100"/>
          <a:sy n="118" d="100"/>
        </p:scale>
        <p:origin x="768" y="19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lesinger, Sebastian" userId="d814e6c9-e9fb-4b77-84f7-ccd8aa3529bb" providerId="ADAL" clId="{814D90CD-D400-5612-B49E-CD4DF6BF7C8B}"/>
    <pc:docChg chg="undo custSel addSld delSld modSld sldOrd">
      <pc:chgData name="Schlesinger, Sebastian" userId="d814e6c9-e9fb-4b77-84f7-ccd8aa3529bb" providerId="ADAL" clId="{814D90CD-D400-5612-B49E-CD4DF6BF7C8B}" dt="2026-02-03T13:40:31.976" v="5563"/>
      <pc:docMkLst>
        <pc:docMk/>
      </pc:docMkLst>
      <pc:sldChg chg="modSp add del mod">
        <pc:chgData name="Schlesinger, Sebastian" userId="d814e6c9-e9fb-4b77-84f7-ccd8aa3529bb" providerId="ADAL" clId="{814D90CD-D400-5612-B49E-CD4DF6BF7C8B}" dt="2026-02-02T17:23:42.676" v="5104" actId="2696"/>
        <pc:sldMkLst>
          <pc:docMk/>
          <pc:sldMk cId="0" sldId="257"/>
        </pc:sldMkLst>
        <pc:spChg chg="mod">
          <ac:chgData name="Schlesinger, Sebastian" userId="d814e6c9-e9fb-4b77-84f7-ccd8aa3529bb" providerId="ADAL" clId="{814D90CD-D400-5612-B49E-CD4DF6BF7C8B}" dt="2026-02-02T12:56:49.360" v="4382"/>
          <ac:spMkLst>
            <pc:docMk/>
            <pc:sldMk cId="0" sldId="257"/>
            <ac:spMk id="2" creationId="{00000000-0000-0000-0000-000000000000}"/>
          </ac:spMkLst>
        </pc:spChg>
        <pc:spChg chg="mod">
          <ac:chgData name="Schlesinger, Sebastian" userId="d814e6c9-e9fb-4b77-84f7-ccd8aa3529bb" providerId="ADAL" clId="{814D90CD-D400-5612-B49E-CD4DF6BF7C8B}" dt="2026-02-02T12:56:49.360" v="4382"/>
          <ac:spMkLst>
            <pc:docMk/>
            <pc:sldMk cId="0" sldId="257"/>
            <ac:spMk id="3" creationId="{00000000-0000-0000-0000-000000000000}"/>
          </ac:spMkLst>
        </pc:spChg>
        <pc:spChg chg="mod">
          <ac:chgData name="Schlesinger, Sebastian" userId="d814e6c9-e9fb-4b77-84f7-ccd8aa3529bb" providerId="ADAL" clId="{814D90CD-D400-5612-B49E-CD4DF6BF7C8B}" dt="2026-02-02T13:00:09.172" v="4412" actId="14100"/>
          <ac:spMkLst>
            <pc:docMk/>
            <pc:sldMk cId="0" sldId="257"/>
            <ac:spMk id="5125" creationId="{00000000-0000-0000-0000-000000000000}"/>
          </ac:spMkLst>
        </pc:spChg>
        <pc:spChg chg="mod">
          <ac:chgData name="Schlesinger, Sebastian" userId="d814e6c9-e9fb-4b77-84f7-ccd8aa3529bb" providerId="ADAL" clId="{814D90CD-D400-5612-B49E-CD4DF6BF7C8B}" dt="2026-02-02T13:00:44.138" v="4422" actId="1076"/>
          <ac:spMkLst>
            <pc:docMk/>
            <pc:sldMk cId="0" sldId="257"/>
            <ac:spMk id="5126" creationId="{00000000-0000-0000-0000-000000000000}"/>
          </ac:spMkLst>
        </pc:spChg>
      </pc:sldChg>
      <pc:sldChg chg="modSp add mod modAnim modNotes">
        <pc:chgData name="Schlesinger, Sebastian" userId="d814e6c9-e9fb-4b77-84f7-ccd8aa3529bb" providerId="ADAL" clId="{814D90CD-D400-5612-B49E-CD4DF6BF7C8B}" dt="2026-02-03T11:07:31.534" v="5285" actId="403"/>
        <pc:sldMkLst>
          <pc:docMk/>
          <pc:sldMk cId="3436761576" sldId="257"/>
        </pc:sldMkLst>
        <pc:spChg chg="mod">
          <ac:chgData name="Schlesinger, Sebastian" userId="d814e6c9-e9fb-4b77-84f7-ccd8aa3529bb" providerId="ADAL" clId="{814D90CD-D400-5612-B49E-CD4DF6BF7C8B}" dt="2026-02-03T11:07:31.534" v="5285" actId="403"/>
          <ac:spMkLst>
            <pc:docMk/>
            <pc:sldMk cId="3436761576" sldId="257"/>
            <ac:spMk id="3" creationId="{00000000-0000-0000-0000-000000000000}"/>
          </ac:spMkLst>
        </pc:spChg>
        <pc:spChg chg="mod">
          <ac:chgData name="Schlesinger, Sebastian" userId="d814e6c9-e9fb-4b77-84f7-ccd8aa3529bb" providerId="ADAL" clId="{814D90CD-D400-5612-B49E-CD4DF6BF7C8B}" dt="2026-02-02T17:24:05.211" v="5125"/>
          <ac:spMkLst>
            <pc:docMk/>
            <pc:sldMk cId="3436761576" sldId="257"/>
            <ac:spMk id="4" creationId="{00000000-0000-0000-0000-000000000000}"/>
          </ac:spMkLst>
        </pc:spChg>
        <pc:spChg chg="mod">
          <ac:chgData name="Schlesinger, Sebastian" userId="d814e6c9-e9fb-4b77-84f7-ccd8aa3529bb" providerId="ADAL" clId="{814D90CD-D400-5612-B49E-CD4DF6BF7C8B}" dt="2026-02-02T17:24:05.211" v="5125"/>
          <ac:spMkLst>
            <pc:docMk/>
            <pc:sldMk cId="3436761576" sldId="257"/>
            <ac:spMk id="5" creationId="{00000000-0000-0000-0000-000000000000}"/>
          </ac:spMkLst>
        </pc:spChg>
      </pc:sldChg>
      <pc:sldChg chg="modSp add mod">
        <pc:chgData name="Schlesinger, Sebastian" userId="d814e6c9-e9fb-4b77-84f7-ccd8aa3529bb" providerId="ADAL" clId="{814D90CD-D400-5612-B49E-CD4DF6BF7C8B}" dt="2026-02-03T11:07:51.736" v="5290" actId="403"/>
        <pc:sldMkLst>
          <pc:docMk/>
          <pc:sldMk cId="2166100445" sldId="258"/>
        </pc:sldMkLst>
        <pc:spChg chg="mod">
          <ac:chgData name="Schlesinger, Sebastian" userId="d814e6c9-e9fb-4b77-84f7-ccd8aa3529bb" providerId="ADAL" clId="{814D90CD-D400-5612-B49E-CD4DF6BF7C8B}" dt="2026-02-03T11:07:48.814" v="5289" actId="14100"/>
          <ac:spMkLst>
            <pc:docMk/>
            <pc:sldMk cId="2166100445" sldId="258"/>
            <ac:spMk id="2" creationId="{00000000-0000-0000-0000-000000000000}"/>
          </ac:spMkLst>
        </pc:spChg>
        <pc:spChg chg="mod">
          <ac:chgData name="Schlesinger, Sebastian" userId="d814e6c9-e9fb-4b77-84f7-ccd8aa3529bb" providerId="ADAL" clId="{814D90CD-D400-5612-B49E-CD4DF6BF7C8B}" dt="2026-02-03T11:07:51.736" v="5290" actId="403"/>
          <ac:spMkLst>
            <pc:docMk/>
            <pc:sldMk cId="2166100445" sldId="258"/>
            <ac:spMk id="3" creationId="{00000000-0000-0000-0000-000000000000}"/>
          </ac:spMkLst>
        </pc:spChg>
        <pc:spChg chg="mod">
          <ac:chgData name="Schlesinger, Sebastian" userId="d814e6c9-e9fb-4b77-84f7-ccd8aa3529bb" providerId="ADAL" clId="{814D90CD-D400-5612-B49E-CD4DF6BF7C8B}" dt="2026-02-02T17:24:05.211" v="5125"/>
          <ac:spMkLst>
            <pc:docMk/>
            <pc:sldMk cId="2166100445" sldId="258"/>
            <ac:spMk id="4" creationId="{00000000-0000-0000-0000-000000000000}"/>
          </ac:spMkLst>
        </pc:spChg>
        <pc:spChg chg="mod">
          <ac:chgData name="Schlesinger, Sebastian" userId="d814e6c9-e9fb-4b77-84f7-ccd8aa3529bb" providerId="ADAL" clId="{814D90CD-D400-5612-B49E-CD4DF6BF7C8B}" dt="2026-02-02T17:24:05.211" v="5125"/>
          <ac:spMkLst>
            <pc:docMk/>
            <pc:sldMk cId="2166100445" sldId="258"/>
            <ac:spMk id="5" creationId="{00000000-0000-0000-0000-000000000000}"/>
          </ac:spMkLst>
        </pc:spChg>
      </pc:sldChg>
      <pc:sldChg chg="modSp add mod">
        <pc:chgData name="Schlesinger, Sebastian" userId="d814e6c9-e9fb-4b77-84f7-ccd8aa3529bb" providerId="ADAL" clId="{814D90CD-D400-5612-B49E-CD4DF6BF7C8B}" dt="2026-02-03T11:08:09.256" v="5297" actId="12"/>
        <pc:sldMkLst>
          <pc:docMk/>
          <pc:sldMk cId="718215917" sldId="259"/>
        </pc:sldMkLst>
        <pc:spChg chg="mod">
          <ac:chgData name="Schlesinger, Sebastian" userId="d814e6c9-e9fb-4b77-84f7-ccd8aa3529bb" providerId="ADAL" clId="{814D90CD-D400-5612-B49E-CD4DF6BF7C8B}" dt="2026-02-03T11:08:09.256" v="5297" actId="12"/>
          <ac:spMkLst>
            <pc:docMk/>
            <pc:sldMk cId="718215917" sldId="259"/>
            <ac:spMk id="3" creationId="{00000000-0000-0000-0000-000000000000}"/>
          </ac:spMkLst>
        </pc:spChg>
        <pc:spChg chg="mod">
          <ac:chgData name="Schlesinger, Sebastian" userId="d814e6c9-e9fb-4b77-84f7-ccd8aa3529bb" providerId="ADAL" clId="{814D90CD-D400-5612-B49E-CD4DF6BF7C8B}" dt="2026-02-02T17:24:05.211" v="5125"/>
          <ac:spMkLst>
            <pc:docMk/>
            <pc:sldMk cId="718215917" sldId="259"/>
            <ac:spMk id="5" creationId="{00000000-0000-0000-0000-000000000000}"/>
          </ac:spMkLst>
        </pc:spChg>
        <pc:spChg chg="mod">
          <ac:chgData name="Schlesinger, Sebastian" userId="d814e6c9-e9fb-4b77-84f7-ccd8aa3529bb" providerId="ADAL" clId="{814D90CD-D400-5612-B49E-CD4DF6BF7C8B}" dt="2026-02-02T17:24:05.211" v="5125"/>
          <ac:spMkLst>
            <pc:docMk/>
            <pc:sldMk cId="718215917" sldId="259"/>
            <ac:spMk id="6" creationId="{00000000-0000-0000-0000-000000000000}"/>
          </ac:spMkLst>
        </pc:spChg>
      </pc:sldChg>
      <pc:sldChg chg="modSp add mod modNotes">
        <pc:chgData name="Schlesinger, Sebastian" userId="d814e6c9-e9fb-4b77-84f7-ccd8aa3529bb" providerId="ADAL" clId="{814D90CD-D400-5612-B49E-CD4DF6BF7C8B}" dt="2026-02-03T11:08:49.517" v="5311" actId="403"/>
        <pc:sldMkLst>
          <pc:docMk/>
          <pc:sldMk cId="1636610001" sldId="260"/>
        </pc:sldMkLst>
        <pc:spChg chg="mod">
          <ac:chgData name="Schlesinger, Sebastian" userId="d814e6c9-e9fb-4b77-84f7-ccd8aa3529bb" providerId="ADAL" clId="{814D90CD-D400-5612-B49E-CD4DF6BF7C8B}" dt="2026-02-03T11:08:38.817" v="5308" actId="14100"/>
          <ac:spMkLst>
            <pc:docMk/>
            <pc:sldMk cId="1636610001" sldId="260"/>
            <ac:spMk id="2" creationId="{00000000-0000-0000-0000-000000000000}"/>
          </ac:spMkLst>
        </pc:spChg>
        <pc:spChg chg="mod">
          <ac:chgData name="Schlesinger, Sebastian" userId="d814e6c9-e9fb-4b77-84f7-ccd8aa3529bb" providerId="ADAL" clId="{814D90CD-D400-5612-B49E-CD4DF6BF7C8B}" dt="2026-02-02T17:24:05.211" v="5125"/>
          <ac:spMkLst>
            <pc:docMk/>
            <pc:sldMk cId="1636610001" sldId="260"/>
            <ac:spMk id="5" creationId="{00000000-0000-0000-0000-000000000000}"/>
          </ac:spMkLst>
        </pc:spChg>
        <pc:spChg chg="mod">
          <ac:chgData name="Schlesinger, Sebastian" userId="d814e6c9-e9fb-4b77-84f7-ccd8aa3529bb" providerId="ADAL" clId="{814D90CD-D400-5612-B49E-CD4DF6BF7C8B}" dt="2026-02-02T17:24:05.211" v="5125"/>
          <ac:spMkLst>
            <pc:docMk/>
            <pc:sldMk cId="1636610001" sldId="260"/>
            <ac:spMk id="6" creationId="{00000000-0000-0000-0000-000000000000}"/>
          </ac:spMkLst>
        </pc:spChg>
        <pc:spChg chg="mod">
          <ac:chgData name="Schlesinger, Sebastian" userId="d814e6c9-e9fb-4b77-84f7-ccd8aa3529bb" providerId="ADAL" clId="{814D90CD-D400-5612-B49E-CD4DF6BF7C8B}" dt="2026-02-03T11:08:34.170" v="5306" actId="1076"/>
          <ac:spMkLst>
            <pc:docMk/>
            <pc:sldMk cId="1636610001" sldId="260"/>
            <ac:spMk id="10" creationId="{00000000-0000-0000-0000-000000000000}"/>
          </ac:spMkLst>
        </pc:spChg>
        <pc:spChg chg="mod">
          <ac:chgData name="Schlesinger, Sebastian" userId="d814e6c9-e9fb-4b77-84f7-ccd8aa3529bb" providerId="ADAL" clId="{814D90CD-D400-5612-B49E-CD4DF6BF7C8B}" dt="2026-02-03T11:08:34.170" v="5306" actId="1076"/>
          <ac:spMkLst>
            <pc:docMk/>
            <pc:sldMk cId="1636610001" sldId="260"/>
            <ac:spMk id="11" creationId="{00000000-0000-0000-0000-000000000000}"/>
          </ac:spMkLst>
        </pc:spChg>
        <pc:spChg chg="mod">
          <ac:chgData name="Schlesinger, Sebastian" userId="d814e6c9-e9fb-4b77-84f7-ccd8aa3529bb" providerId="ADAL" clId="{814D90CD-D400-5612-B49E-CD4DF6BF7C8B}" dt="2026-02-03T11:08:34.170" v="5306" actId="1076"/>
          <ac:spMkLst>
            <pc:docMk/>
            <pc:sldMk cId="1636610001" sldId="260"/>
            <ac:spMk id="12" creationId="{00000000-0000-0000-0000-000000000000}"/>
          </ac:spMkLst>
        </pc:spChg>
        <pc:spChg chg="mod">
          <ac:chgData name="Schlesinger, Sebastian" userId="d814e6c9-e9fb-4b77-84f7-ccd8aa3529bb" providerId="ADAL" clId="{814D90CD-D400-5612-B49E-CD4DF6BF7C8B}" dt="2026-02-03T11:08:49.517" v="5311" actId="403"/>
          <ac:spMkLst>
            <pc:docMk/>
            <pc:sldMk cId="1636610001" sldId="260"/>
            <ac:spMk id="39" creationId="{00000000-0000-0000-0000-000000000000}"/>
          </ac:spMkLst>
        </pc:spChg>
        <pc:picChg chg="mod">
          <ac:chgData name="Schlesinger, Sebastian" userId="d814e6c9-e9fb-4b77-84f7-ccd8aa3529bb" providerId="ADAL" clId="{814D90CD-D400-5612-B49E-CD4DF6BF7C8B}" dt="2026-02-03T11:08:34.170" v="5306" actId="1076"/>
          <ac:picMkLst>
            <pc:docMk/>
            <pc:sldMk cId="1636610001" sldId="260"/>
            <ac:picMk id="3074" creationId="{00000000-0000-0000-0000-000000000000}"/>
          </ac:picMkLst>
        </pc:picChg>
        <pc:cxnChg chg="mod">
          <ac:chgData name="Schlesinger, Sebastian" userId="d814e6c9-e9fb-4b77-84f7-ccd8aa3529bb" providerId="ADAL" clId="{814D90CD-D400-5612-B49E-CD4DF6BF7C8B}" dt="2026-02-03T11:08:34.170" v="5306" actId="1076"/>
          <ac:cxnSpMkLst>
            <pc:docMk/>
            <pc:sldMk cId="1636610001" sldId="260"/>
            <ac:cxnSpMk id="16" creationId="{00000000-0000-0000-0000-000000000000}"/>
          </ac:cxnSpMkLst>
        </pc:cxnChg>
        <pc:cxnChg chg="mod">
          <ac:chgData name="Schlesinger, Sebastian" userId="d814e6c9-e9fb-4b77-84f7-ccd8aa3529bb" providerId="ADAL" clId="{814D90CD-D400-5612-B49E-CD4DF6BF7C8B}" dt="2026-02-03T11:08:34.170" v="5306" actId="1076"/>
          <ac:cxnSpMkLst>
            <pc:docMk/>
            <pc:sldMk cId="1636610001" sldId="260"/>
            <ac:cxnSpMk id="17" creationId="{00000000-0000-0000-0000-000000000000}"/>
          </ac:cxnSpMkLst>
        </pc:cxnChg>
        <pc:cxnChg chg="mod">
          <ac:chgData name="Schlesinger, Sebastian" userId="d814e6c9-e9fb-4b77-84f7-ccd8aa3529bb" providerId="ADAL" clId="{814D90CD-D400-5612-B49E-CD4DF6BF7C8B}" dt="2026-02-03T11:08:34.170" v="5306" actId="1076"/>
          <ac:cxnSpMkLst>
            <pc:docMk/>
            <pc:sldMk cId="1636610001" sldId="260"/>
            <ac:cxnSpMk id="18" creationId="{00000000-0000-0000-0000-000000000000}"/>
          </ac:cxnSpMkLst>
        </pc:cxnChg>
        <pc:cxnChg chg="mod">
          <ac:chgData name="Schlesinger, Sebastian" userId="d814e6c9-e9fb-4b77-84f7-ccd8aa3529bb" providerId="ADAL" clId="{814D90CD-D400-5612-B49E-CD4DF6BF7C8B}" dt="2026-02-03T11:08:34.170" v="5306" actId="1076"/>
          <ac:cxnSpMkLst>
            <pc:docMk/>
            <pc:sldMk cId="1636610001" sldId="260"/>
            <ac:cxnSpMk id="19" creationId="{00000000-0000-0000-0000-000000000000}"/>
          </ac:cxnSpMkLst>
        </pc:cxnChg>
        <pc:cxnChg chg="mod">
          <ac:chgData name="Schlesinger, Sebastian" userId="d814e6c9-e9fb-4b77-84f7-ccd8aa3529bb" providerId="ADAL" clId="{814D90CD-D400-5612-B49E-CD4DF6BF7C8B}" dt="2026-02-03T11:08:34.170" v="5306" actId="1076"/>
          <ac:cxnSpMkLst>
            <pc:docMk/>
            <pc:sldMk cId="1636610001" sldId="260"/>
            <ac:cxnSpMk id="20" creationId="{00000000-0000-0000-0000-000000000000}"/>
          </ac:cxnSpMkLst>
        </pc:cxnChg>
        <pc:cxnChg chg="mod">
          <ac:chgData name="Schlesinger, Sebastian" userId="d814e6c9-e9fb-4b77-84f7-ccd8aa3529bb" providerId="ADAL" clId="{814D90CD-D400-5612-B49E-CD4DF6BF7C8B}" dt="2026-02-03T11:08:34.170" v="5306" actId="1076"/>
          <ac:cxnSpMkLst>
            <pc:docMk/>
            <pc:sldMk cId="1636610001" sldId="260"/>
            <ac:cxnSpMk id="21" creationId="{00000000-0000-0000-0000-000000000000}"/>
          </ac:cxnSpMkLst>
        </pc:cxnChg>
      </pc:sldChg>
      <pc:sldChg chg="modSp add mod modNotes">
        <pc:chgData name="Schlesinger, Sebastian" userId="d814e6c9-e9fb-4b77-84f7-ccd8aa3529bb" providerId="ADAL" clId="{814D90CD-D400-5612-B49E-CD4DF6BF7C8B}" dt="2026-02-03T11:08:27.999" v="5305" actId="1076"/>
        <pc:sldMkLst>
          <pc:docMk/>
          <pc:sldMk cId="1648512284" sldId="261"/>
        </pc:sldMkLst>
        <pc:spChg chg="mod">
          <ac:chgData name="Schlesinger, Sebastian" userId="d814e6c9-e9fb-4b77-84f7-ccd8aa3529bb" providerId="ADAL" clId="{814D90CD-D400-5612-B49E-CD4DF6BF7C8B}" dt="2026-02-03T11:08:13.038" v="5298" actId="14100"/>
          <ac:spMkLst>
            <pc:docMk/>
            <pc:sldMk cId="1648512284" sldId="261"/>
            <ac:spMk id="2" creationId="{00000000-0000-0000-0000-000000000000}"/>
          </ac:spMkLst>
        </pc:spChg>
        <pc:spChg chg="mod">
          <ac:chgData name="Schlesinger, Sebastian" userId="d814e6c9-e9fb-4b77-84f7-ccd8aa3529bb" providerId="ADAL" clId="{814D90CD-D400-5612-B49E-CD4DF6BF7C8B}" dt="2026-02-03T11:08:27.999" v="5305" actId="1076"/>
          <ac:spMkLst>
            <pc:docMk/>
            <pc:sldMk cId="1648512284" sldId="261"/>
            <ac:spMk id="3" creationId="{00000000-0000-0000-0000-000000000000}"/>
          </ac:spMkLst>
        </pc:spChg>
        <pc:spChg chg="mod">
          <ac:chgData name="Schlesinger, Sebastian" userId="d814e6c9-e9fb-4b77-84f7-ccd8aa3529bb" providerId="ADAL" clId="{814D90CD-D400-5612-B49E-CD4DF6BF7C8B}" dt="2026-02-02T17:24:05.211" v="5125"/>
          <ac:spMkLst>
            <pc:docMk/>
            <pc:sldMk cId="1648512284" sldId="261"/>
            <ac:spMk id="5" creationId="{00000000-0000-0000-0000-000000000000}"/>
          </ac:spMkLst>
        </pc:spChg>
        <pc:spChg chg="mod">
          <ac:chgData name="Schlesinger, Sebastian" userId="d814e6c9-e9fb-4b77-84f7-ccd8aa3529bb" providerId="ADAL" clId="{814D90CD-D400-5612-B49E-CD4DF6BF7C8B}" dt="2026-02-02T17:24:05.211" v="5125"/>
          <ac:spMkLst>
            <pc:docMk/>
            <pc:sldMk cId="1648512284" sldId="261"/>
            <ac:spMk id="6" creationId="{00000000-0000-0000-0000-000000000000}"/>
          </ac:spMkLst>
        </pc:spChg>
      </pc:sldChg>
      <pc:sldChg chg="modSp add mod">
        <pc:chgData name="Schlesinger, Sebastian" userId="d814e6c9-e9fb-4b77-84f7-ccd8aa3529bb" providerId="ADAL" clId="{814D90CD-D400-5612-B49E-CD4DF6BF7C8B}" dt="2026-02-03T11:09:25.627" v="5317" actId="1076"/>
        <pc:sldMkLst>
          <pc:docMk/>
          <pc:sldMk cId="4097779391" sldId="262"/>
        </pc:sldMkLst>
        <pc:spChg chg="mod">
          <ac:chgData name="Schlesinger, Sebastian" userId="d814e6c9-e9fb-4b77-84f7-ccd8aa3529bb" providerId="ADAL" clId="{814D90CD-D400-5612-B49E-CD4DF6BF7C8B}" dt="2026-02-02T17:24:05.211" v="5125"/>
          <ac:spMkLst>
            <pc:docMk/>
            <pc:sldMk cId="4097779391" sldId="262"/>
            <ac:spMk id="5" creationId="{00000000-0000-0000-0000-000000000000}"/>
          </ac:spMkLst>
        </pc:spChg>
        <pc:spChg chg="mod">
          <ac:chgData name="Schlesinger, Sebastian" userId="d814e6c9-e9fb-4b77-84f7-ccd8aa3529bb" providerId="ADAL" clId="{814D90CD-D400-5612-B49E-CD4DF6BF7C8B}" dt="2026-02-02T17:24:05.211" v="5125"/>
          <ac:spMkLst>
            <pc:docMk/>
            <pc:sldMk cId="4097779391" sldId="262"/>
            <ac:spMk id="6"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7"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8"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9"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12"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13"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24"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31"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32"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51" creationId="{00000000-0000-0000-0000-000000000000}"/>
          </ac:spMkLst>
        </pc:spChg>
        <pc:spChg chg="mod">
          <ac:chgData name="Schlesinger, Sebastian" userId="d814e6c9-e9fb-4b77-84f7-ccd8aa3529bb" providerId="ADAL" clId="{814D90CD-D400-5612-B49E-CD4DF6BF7C8B}" dt="2026-02-03T11:09:25.627" v="5317" actId="1076"/>
          <ac:spMkLst>
            <pc:docMk/>
            <pc:sldMk cId="4097779391" sldId="262"/>
            <ac:spMk id="52" creationId="{00000000-0000-0000-0000-000000000000}"/>
          </ac:spMkLst>
        </pc:spChg>
      </pc:sldChg>
      <pc:sldChg chg="modSp add mod modNotes">
        <pc:chgData name="Schlesinger, Sebastian" userId="d814e6c9-e9fb-4b77-84f7-ccd8aa3529bb" providerId="ADAL" clId="{814D90CD-D400-5612-B49E-CD4DF6BF7C8B}" dt="2026-02-03T11:09:44.078" v="5325" actId="1076"/>
        <pc:sldMkLst>
          <pc:docMk/>
          <pc:sldMk cId="3949021849" sldId="265"/>
        </pc:sldMkLst>
        <pc:spChg chg="mod">
          <ac:chgData name="Schlesinger, Sebastian" userId="d814e6c9-e9fb-4b77-84f7-ccd8aa3529bb" providerId="ADAL" clId="{814D90CD-D400-5612-B49E-CD4DF6BF7C8B}" dt="2026-02-03T11:09:38.711" v="5324" actId="5793"/>
          <ac:spMkLst>
            <pc:docMk/>
            <pc:sldMk cId="3949021849" sldId="265"/>
            <ac:spMk id="3" creationId="{00000000-0000-0000-0000-000000000000}"/>
          </ac:spMkLst>
        </pc:spChg>
        <pc:spChg chg="mod">
          <ac:chgData name="Schlesinger, Sebastian" userId="d814e6c9-e9fb-4b77-84f7-ccd8aa3529bb" providerId="ADAL" clId="{814D90CD-D400-5612-B49E-CD4DF6BF7C8B}" dt="2026-02-02T17:24:05.211" v="5125"/>
          <ac:spMkLst>
            <pc:docMk/>
            <pc:sldMk cId="3949021849" sldId="265"/>
            <ac:spMk id="4" creationId="{00000000-0000-0000-0000-000000000000}"/>
          </ac:spMkLst>
        </pc:spChg>
        <pc:spChg chg="mod">
          <ac:chgData name="Schlesinger, Sebastian" userId="d814e6c9-e9fb-4b77-84f7-ccd8aa3529bb" providerId="ADAL" clId="{814D90CD-D400-5612-B49E-CD4DF6BF7C8B}" dt="2026-02-02T17:24:05.211" v="5125"/>
          <ac:spMkLst>
            <pc:docMk/>
            <pc:sldMk cId="3949021849" sldId="265"/>
            <ac:spMk id="5"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15"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25"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26"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30"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65"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68"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91"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93"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101" creationId="{00000000-0000-0000-0000-000000000000}"/>
          </ac:spMkLst>
        </pc:spChg>
        <pc:spChg chg="mod">
          <ac:chgData name="Schlesinger, Sebastian" userId="d814e6c9-e9fb-4b77-84f7-ccd8aa3529bb" providerId="ADAL" clId="{814D90CD-D400-5612-B49E-CD4DF6BF7C8B}" dt="2026-02-03T11:09:44.078" v="5325" actId="1076"/>
          <ac:spMkLst>
            <pc:docMk/>
            <pc:sldMk cId="3949021849" sldId="265"/>
            <ac:spMk id="102" creationId="{00000000-0000-0000-0000-000000000000}"/>
          </ac:spMkLst>
        </pc:spChg>
      </pc:sldChg>
      <pc:sldChg chg="modSp add mod">
        <pc:chgData name="Schlesinger, Sebastian" userId="d814e6c9-e9fb-4b77-84f7-ccd8aa3529bb" providerId="ADAL" clId="{814D90CD-D400-5612-B49E-CD4DF6BF7C8B}" dt="2026-02-03T11:10:11.985" v="5332" actId="1076"/>
        <pc:sldMkLst>
          <pc:docMk/>
          <pc:sldMk cId="3344784793" sldId="267"/>
        </pc:sldMkLst>
        <pc:spChg chg="mod">
          <ac:chgData name="Schlesinger, Sebastian" userId="d814e6c9-e9fb-4b77-84f7-ccd8aa3529bb" providerId="ADAL" clId="{814D90CD-D400-5612-B49E-CD4DF6BF7C8B}" dt="2026-02-03T11:10:11.985" v="5332" actId="1076"/>
          <ac:spMkLst>
            <pc:docMk/>
            <pc:sldMk cId="3344784793" sldId="267"/>
            <ac:spMk id="3" creationId="{00000000-0000-0000-0000-000000000000}"/>
          </ac:spMkLst>
        </pc:spChg>
        <pc:spChg chg="mod">
          <ac:chgData name="Schlesinger, Sebastian" userId="d814e6c9-e9fb-4b77-84f7-ccd8aa3529bb" providerId="ADAL" clId="{814D90CD-D400-5612-B49E-CD4DF6BF7C8B}" dt="2026-02-02T17:24:05.211" v="5125"/>
          <ac:spMkLst>
            <pc:docMk/>
            <pc:sldMk cId="3344784793" sldId="267"/>
            <ac:spMk id="5" creationId="{00000000-0000-0000-0000-000000000000}"/>
          </ac:spMkLst>
        </pc:spChg>
        <pc:spChg chg="mod">
          <ac:chgData name="Schlesinger, Sebastian" userId="d814e6c9-e9fb-4b77-84f7-ccd8aa3529bb" providerId="ADAL" clId="{814D90CD-D400-5612-B49E-CD4DF6BF7C8B}" dt="2026-02-02T17:24:05.211" v="5125"/>
          <ac:spMkLst>
            <pc:docMk/>
            <pc:sldMk cId="3344784793" sldId="267"/>
            <ac:spMk id="6" creationId="{00000000-0000-0000-0000-000000000000}"/>
          </ac:spMkLst>
        </pc:spChg>
      </pc:sldChg>
      <pc:sldChg chg="modSp add mod modNotes">
        <pc:chgData name="Schlesinger, Sebastian" userId="d814e6c9-e9fb-4b77-84f7-ccd8aa3529bb" providerId="ADAL" clId="{814D90CD-D400-5612-B49E-CD4DF6BF7C8B}" dt="2026-02-03T11:15:01.913" v="5347" actId="1076"/>
        <pc:sldMkLst>
          <pc:docMk/>
          <pc:sldMk cId="404286248" sldId="270"/>
        </pc:sldMkLst>
        <pc:spChg chg="mod">
          <ac:chgData name="Schlesinger, Sebastian" userId="d814e6c9-e9fb-4b77-84f7-ccd8aa3529bb" providerId="ADAL" clId="{814D90CD-D400-5612-B49E-CD4DF6BF7C8B}" dt="2026-02-03T11:10:21.821" v="5334" actId="14100"/>
          <ac:spMkLst>
            <pc:docMk/>
            <pc:sldMk cId="404286248" sldId="270"/>
            <ac:spMk id="2" creationId="{00000000-0000-0000-0000-000000000000}"/>
          </ac:spMkLst>
        </pc:spChg>
        <pc:spChg chg="mod">
          <ac:chgData name="Schlesinger, Sebastian" userId="d814e6c9-e9fb-4b77-84f7-ccd8aa3529bb" providerId="ADAL" clId="{814D90CD-D400-5612-B49E-CD4DF6BF7C8B}" dt="2026-02-03T11:15:01.913" v="5347" actId="1076"/>
          <ac:spMkLst>
            <pc:docMk/>
            <pc:sldMk cId="404286248" sldId="270"/>
            <ac:spMk id="3" creationId="{00000000-0000-0000-0000-000000000000}"/>
          </ac:spMkLst>
        </pc:spChg>
        <pc:spChg chg="mod">
          <ac:chgData name="Schlesinger, Sebastian" userId="d814e6c9-e9fb-4b77-84f7-ccd8aa3529bb" providerId="ADAL" clId="{814D90CD-D400-5612-B49E-CD4DF6BF7C8B}" dt="2026-02-02T17:24:05.211" v="5125"/>
          <ac:spMkLst>
            <pc:docMk/>
            <pc:sldMk cId="404286248" sldId="270"/>
            <ac:spMk id="4" creationId="{00000000-0000-0000-0000-000000000000}"/>
          </ac:spMkLst>
        </pc:spChg>
        <pc:spChg chg="mod">
          <ac:chgData name="Schlesinger, Sebastian" userId="d814e6c9-e9fb-4b77-84f7-ccd8aa3529bb" providerId="ADAL" clId="{814D90CD-D400-5612-B49E-CD4DF6BF7C8B}" dt="2026-02-02T17:24:05.211" v="5125"/>
          <ac:spMkLst>
            <pc:docMk/>
            <pc:sldMk cId="404286248" sldId="270"/>
            <ac:spMk id="5" creationId="{00000000-0000-0000-0000-000000000000}"/>
          </ac:spMkLst>
        </pc:spChg>
        <pc:spChg chg="mod">
          <ac:chgData name="Schlesinger, Sebastian" userId="d814e6c9-e9fb-4b77-84f7-ccd8aa3529bb" providerId="ADAL" clId="{814D90CD-D400-5612-B49E-CD4DF6BF7C8B}" dt="2026-02-03T11:14:41.855" v="5338" actId="1076"/>
          <ac:spMkLst>
            <pc:docMk/>
            <pc:sldMk cId="404286248" sldId="270"/>
            <ac:spMk id="7" creationId="{00000000-0000-0000-0000-000000000000}"/>
          </ac:spMkLst>
        </pc:spChg>
        <pc:spChg chg="mod">
          <ac:chgData name="Schlesinger, Sebastian" userId="d814e6c9-e9fb-4b77-84f7-ccd8aa3529bb" providerId="ADAL" clId="{814D90CD-D400-5612-B49E-CD4DF6BF7C8B}" dt="2026-02-03T11:14:41.855" v="5338" actId="1076"/>
          <ac:spMkLst>
            <pc:docMk/>
            <pc:sldMk cId="404286248" sldId="270"/>
            <ac:spMk id="8" creationId="{00000000-0000-0000-0000-000000000000}"/>
          </ac:spMkLst>
        </pc:spChg>
        <pc:spChg chg="mod">
          <ac:chgData name="Schlesinger, Sebastian" userId="d814e6c9-e9fb-4b77-84f7-ccd8aa3529bb" providerId="ADAL" clId="{814D90CD-D400-5612-B49E-CD4DF6BF7C8B}" dt="2026-02-03T11:14:41.855" v="5338" actId="1076"/>
          <ac:spMkLst>
            <pc:docMk/>
            <pc:sldMk cId="404286248" sldId="270"/>
            <ac:spMk id="9" creationId="{00000000-0000-0000-0000-000000000000}"/>
          </ac:spMkLst>
        </pc:spChg>
        <pc:spChg chg="mod">
          <ac:chgData name="Schlesinger, Sebastian" userId="d814e6c9-e9fb-4b77-84f7-ccd8aa3529bb" providerId="ADAL" clId="{814D90CD-D400-5612-B49E-CD4DF6BF7C8B}" dt="2026-02-03T11:14:37.030" v="5337" actId="1076"/>
          <ac:spMkLst>
            <pc:docMk/>
            <pc:sldMk cId="404286248" sldId="270"/>
            <ac:spMk id="11" creationId="{00000000-0000-0000-0000-000000000000}"/>
          </ac:spMkLst>
        </pc:spChg>
        <pc:spChg chg="mod">
          <ac:chgData name="Schlesinger, Sebastian" userId="d814e6c9-e9fb-4b77-84f7-ccd8aa3529bb" providerId="ADAL" clId="{814D90CD-D400-5612-B49E-CD4DF6BF7C8B}" dt="2026-02-03T11:14:37.030" v="5337" actId="1076"/>
          <ac:spMkLst>
            <pc:docMk/>
            <pc:sldMk cId="404286248" sldId="270"/>
            <ac:spMk id="12" creationId="{00000000-0000-0000-0000-000000000000}"/>
          </ac:spMkLst>
        </pc:spChg>
        <pc:picChg chg="mod">
          <ac:chgData name="Schlesinger, Sebastian" userId="d814e6c9-e9fb-4b77-84f7-ccd8aa3529bb" providerId="ADAL" clId="{814D90CD-D400-5612-B49E-CD4DF6BF7C8B}" dt="2026-02-03T11:14:41.855" v="5338" actId="1076"/>
          <ac:picMkLst>
            <pc:docMk/>
            <pc:sldMk cId="404286248" sldId="270"/>
            <ac:picMk id="6" creationId="{00000000-0000-0000-0000-000000000000}"/>
          </ac:picMkLst>
        </pc:picChg>
        <pc:picChg chg="mod">
          <ac:chgData name="Schlesinger, Sebastian" userId="d814e6c9-e9fb-4b77-84f7-ccd8aa3529bb" providerId="ADAL" clId="{814D90CD-D400-5612-B49E-CD4DF6BF7C8B}" dt="2026-02-03T11:14:37.030" v="5337" actId="1076"/>
          <ac:picMkLst>
            <pc:docMk/>
            <pc:sldMk cId="404286248" sldId="270"/>
            <ac:picMk id="10" creationId="{00000000-0000-0000-0000-000000000000}"/>
          </ac:picMkLst>
        </pc:picChg>
      </pc:sldChg>
      <pc:sldChg chg="modSp add mod modNotes">
        <pc:chgData name="Schlesinger, Sebastian" userId="d814e6c9-e9fb-4b77-84f7-ccd8aa3529bb" providerId="ADAL" clId="{814D90CD-D400-5612-B49E-CD4DF6BF7C8B}" dt="2026-02-03T11:15:40.761" v="5366" actId="20577"/>
        <pc:sldMkLst>
          <pc:docMk/>
          <pc:sldMk cId="2122143928" sldId="271"/>
        </pc:sldMkLst>
        <pc:spChg chg="mod">
          <ac:chgData name="Schlesinger, Sebastian" userId="d814e6c9-e9fb-4b77-84f7-ccd8aa3529bb" providerId="ADAL" clId="{814D90CD-D400-5612-B49E-CD4DF6BF7C8B}" dt="2026-02-03T11:15:09.443" v="5350" actId="1076"/>
          <ac:spMkLst>
            <pc:docMk/>
            <pc:sldMk cId="2122143928" sldId="271"/>
            <ac:spMk id="2" creationId="{00000000-0000-0000-0000-000000000000}"/>
          </ac:spMkLst>
        </pc:spChg>
        <pc:spChg chg="mod">
          <ac:chgData name="Schlesinger, Sebastian" userId="d814e6c9-e9fb-4b77-84f7-ccd8aa3529bb" providerId="ADAL" clId="{814D90CD-D400-5612-B49E-CD4DF6BF7C8B}" dt="2026-02-03T11:15:40.761" v="5366" actId="20577"/>
          <ac:spMkLst>
            <pc:docMk/>
            <pc:sldMk cId="2122143928" sldId="271"/>
            <ac:spMk id="3" creationId="{00000000-0000-0000-0000-000000000000}"/>
          </ac:spMkLst>
        </pc:spChg>
        <pc:spChg chg="mod">
          <ac:chgData name="Schlesinger, Sebastian" userId="d814e6c9-e9fb-4b77-84f7-ccd8aa3529bb" providerId="ADAL" clId="{814D90CD-D400-5612-B49E-CD4DF6BF7C8B}" dt="2026-02-02T17:24:05.211" v="5125"/>
          <ac:spMkLst>
            <pc:docMk/>
            <pc:sldMk cId="2122143928" sldId="271"/>
            <ac:spMk id="4" creationId="{00000000-0000-0000-0000-000000000000}"/>
          </ac:spMkLst>
        </pc:spChg>
        <pc:spChg chg="mod">
          <ac:chgData name="Schlesinger, Sebastian" userId="d814e6c9-e9fb-4b77-84f7-ccd8aa3529bb" providerId="ADAL" clId="{814D90CD-D400-5612-B49E-CD4DF6BF7C8B}" dt="2026-02-02T17:24:05.211" v="5125"/>
          <ac:spMkLst>
            <pc:docMk/>
            <pc:sldMk cId="2122143928" sldId="271"/>
            <ac:spMk id="5" creationId="{00000000-0000-0000-0000-000000000000}"/>
          </ac:spMkLst>
        </pc:spChg>
      </pc:sldChg>
      <pc:sldChg chg="modSp add mod modNotes">
        <pc:chgData name="Schlesinger, Sebastian" userId="d814e6c9-e9fb-4b77-84f7-ccd8aa3529bb" providerId="ADAL" clId="{814D90CD-D400-5612-B49E-CD4DF6BF7C8B}" dt="2026-02-03T11:16:17.957" v="5379" actId="14100"/>
        <pc:sldMkLst>
          <pc:docMk/>
          <pc:sldMk cId="2368782280" sldId="272"/>
        </pc:sldMkLst>
        <pc:spChg chg="mod">
          <ac:chgData name="Schlesinger, Sebastian" userId="d814e6c9-e9fb-4b77-84f7-ccd8aa3529bb" providerId="ADAL" clId="{814D90CD-D400-5612-B49E-CD4DF6BF7C8B}" dt="2026-02-03T11:16:17.957" v="5379" actId="14100"/>
          <ac:spMkLst>
            <pc:docMk/>
            <pc:sldMk cId="2368782280" sldId="272"/>
            <ac:spMk id="3" creationId="{00000000-0000-0000-0000-000000000000}"/>
          </ac:spMkLst>
        </pc:spChg>
        <pc:spChg chg="mod">
          <ac:chgData name="Schlesinger, Sebastian" userId="d814e6c9-e9fb-4b77-84f7-ccd8aa3529bb" providerId="ADAL" clId="{814D90CD-D400-5612-B49E-CD4DF6BF7C8B}" dt="2026-02-02T17:24:05.211" v="5125"/>
          <ac:spMkLst>
            <pc:docMk/>
            <pc:sldMk cId="2368782280" sldId="272"/>
            <ac:spMk id="4" creationId="{00000000-0000-0000-0000-000000000000}"/>
          </ac:spMkLst>
        </pc:spChg>
        <pc:spChg chg="mod">
          <ac:chgData name="Schlesinger, Sebastian" userId="d814e6c9-e9fb-4b77-84f7-ccd8aa3529bb" providerId="ADAL" clId="{814D90CD-D400-5612-B49E-CD4DF6BF7C8B}" dt="2026-02-02T17:24:05.211" v="5125"/>
          <ac:spMkLst>
            <pc:docMk/>
            <pc:sldMk cId="2368782280" sldId="272"/>
            <ac:spMk id="5" creationId="{00000000-0000-0000-0000-000000000000}"/>
          </ac:spMkLst>
        </pc:spChg>
        <pc:spChg chg="mod">
          <ac:chgData name="Schlesinger, Sebastian" userId="d814e6c9-e9fb-4b77-84f7-ccd8aa3529bb" providerId="ADAL" clId="{814D90CD-D400-5612-B49E-CD4DF6BF7C8B}" dt="2026-02-03T11:16:10.461" v="5376" actId="1076"/>
          <ac:spMkLst>
            <pc:docMk/>
            <pc:sldMk cId="2368782280" sldId="272"/>
            <ac:spMk id="6" creationId="{00000000-0000-0000-0000-000000000000}"/>
          </ac:spMkLst>
        </pc:spChg>
        <pc:grpChg chg="mod">
          <ac:chgData name="Schlesinger, Sebastian" userId="d814e6c9-e9fb-4b77-84f7-ccd8aa3529bb" providerId="ADAL" clId="{814D90CD-D400-5612-B49E-CD4DF6BF7C8B}" dt="2026-02-03T11:16:08.297" v="5375" actId="1076"/>
          <ac:grpSpMkLst>
            <pc:docMk/>
            <pc:sldMk cId="2368782280" sldId="272"/>
            <ac:grpSpMk id="10" creationId="{00000000-0000-0000-0000-000000000000}"/>
          </ac:grpSpMkLst>
        </pc:grpChg>
      </pc:sldChg>
      <pc:sldChg chg="modSp add mod modNotes">
        <pc:chgData name="Schlesinger, Sebastian" userId="d814e6c9-e9fb-4b77-84f7-ccd8aa3529bb" providerId="ADAL" clId="{814D90CD-D400-5612-B49E-CD4DF6BF7C8B}" dt="2026-02-03T11:17:00.452" v="5393" actId="1076"/>
        <pc:sldMkLst>
          <pc:docMk/>
          <pc:sldMk cId="2245163039" sldId="273"/>
        </pc:sldMkLst>
        <pc:spChg chg="mod">
          <ac:chgData name="Schlesinger, Sebastian" userId="d814e6c9-e9fb-4b77-84f7-ccd8aa3529bb" providerId="ADAL" clId="{814D90CD-D400-5612-B49E-CD4DF6BF7C8B}" dt="2026-02-03T11:17:00.452" v="5393" actId="1076"/>
          <ac:spMkLst>
            <pc:docMk/>
            <pc:sldMk cId="2245163039" sldId="273"/>
            <ac:spMk id="2" creationId="{00000000-0000-0000-0000-000000000000}"/>
          </ac:spMkLst>
        </pc:spChg>
        <pc:spChg chg="mod">
          <ac:chgData name="Schlesinger, Sebastian" userId="d814e6c9-e9fb-4b77-84f7-ccd8aa3529bb" providerId="ADAL" clId="{814D90CD-D400-5612-B49E-CD4DF6BF7C8B}" dt="2026-02-02T17:24:05.211" v="5125"/>
          <ac:spMkLst>
            <pc:docMk/>
            <pc:sldMk cId="2245163039" sldId="273"/>
            <ac:spMk id="4" creationId="{00000000-0000-0000-0000-000000000000}"/>
          </ac:spMkLst>
        </pc:spChg>
        <pc:spChg chg="mod">
          <ac:chgData name="Schlesinger, Sebastian" userId="d814e6c9-e9fb-4b77-84f7-ccd8aa3529bb" providerId="ADAL" clId="{814D90CD-D400-5612-B49E-CD4DF6BF7C8B}" dt="2026-02-02T17:24:05.211" v="5125"/>
          <ac:spMkLst>
            <pc:docMk/>
            <pc:sldMk cId="2245163039" sldId="273"/>
            <ac:spMk id="5" creationId="{00000000-0000-0000-0000-000000000000}"/>
          </ac:spMkLst>
        </pc:spChg>
        <pc:spChg chg="mod">
          <ac:chgData name="Schlesinger, Sebastian" userId="d814e6c9-e9fb-4b77-84f7-ccd8aa3529bb" providerId="ADAL" clId="{814D90CD-D400-5612-B49E-CD4DF6BF7C8B}" dt="2026-02-03T11:16:28.718" v="5382" actId="1076"/>
          <ac:spMkLst>
            <pc:docMk/>
            <pc:sldMk cId="2245163039" sldId="273"/>
            <ac:spMk id="20" creationId="{00000000-0000-0000-0000-000000000000}"/>
          </ac:spMkLst>
        </pc:spChg>
        <pc:spChg chg="mod">
          <ac:chgData name="Schlesinger, Sebastian" userId="d814e6c9-e9fb-4b77-84f7-ccd8aa3529bb" providerId="ADAL" clId="{814D90CD-D400-5612-B49E-CD4DF6BF7C8B}" dt="2026-02-03T11:16:28.718" v="5382" actId="1076"/>
          <ac:spMkLst>
            <pc:docMk/>
            <pc:sldMk cId="2245163039" sldId="273"/>
            <ac:spMk id="21" creationId="{00000000-0000-0000-0000-000000000000}"/>
          </ac:spMkLst>
        </pc:spChg>
        <pc:spChg chg="mod">
          <ac:chgData name="Schlesinger, Sebastian" userId="d814e6c9-e9fb-4b77-84f7-ccd8aa3529bb" providerId="ADAL" clId="{814D90CD-D400-5612-B49E-CD4DF6BF7C8B}" dt="2026-02-03T11:16:28.718" v="5382" actId="1076"/>
          <ac:spMkLst>
            <pc:docMk/>
            <pc:sldMk cId="2245163039" sldId="273"/>
            <ac:spMk id="22" creationId="{00000000-0000-0000-0000-000000000000}"/>
          </ac:spMkLst>
        </pc:spChg>
        <pc:spChg chg="mod">
          <ac:chgData name="Schlesinger, Sebastian" userId="d814e6c9-e9fb-4b77-84f7-ccd8aa3529bb" providerId="ADAL" clId="{814D90CD-D400-5612-B49E-CD4DF6BF7C8B}" dt="2026-02-03T11:16:40.015" v="5386" actId="14100"/>
          <ac:spMkLst>
            <pc:docMk/>
            <pc:sldMk cId="2245163039" sldId="273"/>
            <ac:spMk id="23" creationId="{00000000-0000-0000-0000-000000000000}"/>
          </ac:spMkLst>
        </pc:spChg>
        <pc:spChg chg="mod">
          <ac:chgData name="Schlesinger, Sebastian" userId="d814e6c9-e9fb-4b77-84f7-ccd8aa3529bb" providerId="ADAL" clId="{814D90CD-D400-5612-B49E-CD4DF6BF7C8B}" dt="2026-02-03T11:16:43.231" v="5387" actId="1076"/>
          <ac:spMkLst>
            <pc:docMk/>
            <pc:sldMk cId="2245163039" sldId="273"/>
            <ac:spMk id="25" creationId="{00000000-0000-0000-0000-000000000000}"/>
          </ac:spMkLst>
        </pc:spChg>
        <pc:picChg chg="mod">
          <ac:chgData name="Schlesinger, Sebastian" userId="d814e6c9-e9fb-4b77-84f7-ccd8aa3529bb" providerId="ADAL" clId="{814D90CD-D400-5612-B49E-CD4DF6BF7C8B}" dt="2026-02-03T11:16:28.718" v="5382" actId="1076"/>
          <ac:picMkLst>
            <pc:docMk/>
            <pc:sldMk cId="2245163039" sldId="273"/>
            <ac:picMk id="19" creationId="{00000000-0000-0000-0000-000000000000}"/>
          </ac:picMkLst>
        </pc:picChg>
      </pc:sldChg>
      <pc:sldChg chg="modSp add mod modNotes">
        <pc:chgData name="Schlesinger, Sebastian" userId="d814e6c9-e9fb-4b77-84f7-ccd8aa3529bb" providerId="ADAL" clId="{814D90CD-D400-5612-B49E-CD4DF6BF7C8B}" dt="2026-02-03T11:16:52.867" v="5390" actId="1076"/>
        <pc:sldMkLst>
          <pc:docMk/>
          <pc:sldMk cId="2124043125" sldId="274"/>
        </pc:sldMkLst>
        <pc:spChg chg="mod">
          <ac:chgData name="Schlesinger, Sebastian" userId="d814e6c9-e9fb-4b77-84f7-ccd8aa3529bb" providerId="ADAL" clId="{814D90CD-D400-5612-B49E-CD4DF6BF7C8B}" dt="2026-02-03T11:16:52.867" v="5390" actId="1076"/>
          <ac:spMkLst>
            <pc:docMk/>
            <pc:sldMk cId="2124043125" sldId="274"/>
            <ac:spMk id="2" creationId="{00000000-0000-0000-0000-000000000000}"/>
          </ac:spMkLst>
        </pc:spChg>
        <pc:spChg chg="mod">
          <ac:chgData name="Schlesinger, Sebastian" userId="d814e6c9-e9fb-4b77-84f7-ccd8aa3529bb" providerId="ADAL" clId="{814D90CD-D400-5612-B49E-CD4DF6BF7C8B}" dt="2026-02-02T17:24:05.211" v="5125"/>
          <ac:spMkLst>
            <pc:docMk/>
            <pc:sldMk cId="2124043125" sldId="274"/>
            <ac:spMk id="4" creationId="{00000000-0000-0000-0000-000000000000}"/>
          </ac:spMkLst>
        </pc:spChg>
        <pc:spChg chg="mod">
          <ac:chgData name="Schlesinger, Sebastian" userId="d814e6c9-e9fb-4b77-84f7-ccd8aa3529bb" providerId="ADAL" clId="{814D90CD-D400-5612-B49E-CD4DF6BF7C8B}" dt="2026-02-02T17:24:05.211" v="5125"/>
          <ac:spMkLst>
            <pc:docMk/>
            <pc:sldMk cId="2124043125" sldId="274"/>
            <ac:spMk id="5" creationId="{00000000-0000-0000-0000-000000000000}"/>
          </ac:spMkLst>
        </pc:spChg>
        <pc:spChg chg="mod">
          <ac:chgData name="Schlesinger, Sebastian" userId="d814e6c9-e9fb-4b77-84f7-ccd8aa3529bb" providerId="ADAL" clId="{814D90CD-D400-5612-B49E-CD4DF6BF7C8B}" dt="2026-02-03T11:16:49.985" v="5389" actId="1076"/>
          <ac:spMkLst>
            <pc:docMk/>
            <pc:sldMk cId="2124043125" sldId="274"/>
            <ac:spMk id="8" creationId="{00000000-0000-0000-0000-000000000000}"/>
          </ac:spMkLst>
        </pc:spChg>
        <pc:picChg chg="mod">
          <ac:chgData name="Schlesinger, Sebastian" userId="d814e6c9-e9fb-4b77-84f7-ccd8aa3529bb" providerId="ADAL" clId="{814D90CD-D400-5612-B49E-CD4DF6BF7C8B}" dt="2026-02-03T11:16:47.065" v="5388" actId="1076"/>
          <ac:picMkLst>
            <pc:docMk/>
            <pc:sldMk cId="2124043125" sldId="274"/>
            <ac:picMk id="7" creationId="{00000000-0000-0000-0000-000000000000}"/>
          </ac:picMkLst>
        </pc:picChg>
      </pc:sldChg>
      <pc:sldChg chg="modSp add mod modNotes">
        <pc:chgData name="Schlesinger, Sebastian" userId="d814e6c9-e9fb-4b77-84f7-ccd8aa3529bb" providerId="ADAL" clId="{814D90CD-D400-5612-B49E-CD4DF6BF7C8B}" dt="2026-02-03T11:19:53.990" v="5399" actId="5793"/>
        <pc:sldMkLst>
          <pc:docMk/>
          <pc:sldMk cId="1809095836" sldId="275"/>
        </pc:sldMkLst>
        <pc:spChg chg="mod">
          <ac:chgData name="Schlesinger, Sebastian" userId="d814e6c9-e9fb-4b77-84f7-ccd8aa3529bb" providerId="ADAL" clId="{814D90CD-D400-5612-B49E-CD4DF6BF7C8B}" dt="2026-02-03T11:17:10.811" v="5395" actId="14100"/>
          <ac:spMkLst>
            <pc:docMk/>
            <pc:sldMk cId="1809095836" sldId="275"/>
            <ac:spMk id="2" creationId="{00000000-0000-0000-0000-000000000000}"/>
          </ac:spMkLst>
        </pc:spChg>
        <pc:spChg chg="mod">
          <ac:chgData name="Schlesinger, Sebastian" userId="d814e6c9-e9fb-4b77-84f7-ccd8aa3529bb" providerId="ADAL" clId="{814D90CD-D400-5612-B49E-CD4DF6BF7C8B}" dt="2026-02-02T17:24:05.211" v="5125"/>
          <ac:spMkLst>
            <pc:docMk/>
            <pc:sldMk cId="1809095836" sldId="275"/>
            <ac:spMk id="4" creationId="{00000000-0000-0000-0000-000000000000}"/>
          </ac:spMkLst>
        </pc:spChg>
        <pc:spChg chg="mod">
          <ac:chgData name="Schlesinger, Sebastian" userId="d814e6c9-e9fb-4b77-84f7-ccd8aa3529bb" providerId="ADAL" clId="{814D90CD-D400-5612-B49E-CD4DF6BF7C8B}" dt="2026-02-02T17:24:05.211" v="5125"/>
          <ac:spMkLst>
            <pc:docMk/>
            <pc:sldMk cId="1809095836" sldId="275"/>
            <ac:spMk id="5" creationId="{00000000-0000-0000-0000-000000000000}"/>
          </ac:spMkLst>
        </pc:spChg>
        <pc:spChg chg="mod">
          <ac:chgData name="Schlesinger, Sebastian" userId="d814e6c9-e9fb-4b77-84f7-ccd8aa3529bb" providerId="ADAL" clId="{814D90CD-D400-5612-B49E-CD4DF6BF7C8B}" dt="2026-02-03T11:19:53.990" v="5399" actId="5793"/>
          <ac:spMkLst>
            <pc:docMk/>
            <pc:sldMk cId="1809095836" sldId="275"/>
            <ac:spMk id="6" creationId="{00000000-0000-0000-0000-000000000000}"/>
          </ac:spMkLst>
        </pc:spChg>
      </pc:sldChg>
      <pc:sldChg chg="modSp add del mod">
        <pc:chgData name="Schlesinger, Sebastian" userId="d814e6c9-e9fb-4b77-84f7-ccd8aa3529bb" providerId="ADAL" clId="{814D90CD-D400-5612-B49E-CD4DF6BF7C8B}" dt="2026-02-02T17:23:42.664" v="5093" actId="2696"/>
        <pc:sldMkLst>
          <pc:docMk/>
          <pc:sldMk cId="0" sldId="277"/>
        </pc:sldMkLst>
        <pc:spChg chg="mod">
          <ac:chgData name="Schlesinger, Sebastian" userId="d814e6c9-e9fb-4b77-84f7-ccd8aa3529bb" providerId="ADAL" clId="{814D90CD-D400-5612-B49E-CD4DF6BF7C8B}" dt="2026-02-02T12:56:49.360" v="4382"/>
          <ac:spMkLst>
            <pc:docMk/>
            <pc:sldMk cId="0" sldId="277"/>
            <ac:spMk id="2" creationId="{00000000-0000-0000-0000-000000000000}"/>
          </ac:spMkLst>
        </pc:spChg>
        <pc:spChg chg="mod">
          <ac:chgData name="Schlesinger, Sebastian" userId="d814e6c9-e9fb-4b77-84f7-ccd8aa3529bb" providerId="ADAL" clId="{814D90CD-D400-5612-B49E-CD4DF6BF7C8B}" dt="2026-02-02T12:56:49.360" v="4382"/>
          <ac:spMkLst>
            <pc:docMk/>
            <pc:sldMk cId="0" sldId="277"/>
            <ac:spMk id="3" creationId="{00000000-0000-0000-0000-000000000000}"/>
          </ac:spMkLst>
        </pc:spChg>
        <pc:spChg chg="mod">
          <ac:chgData name="Schlesinger, Sebastian" userId="d814e6c9-e9fb-4b77-84f7-ccd8aa3529bb" providerId="ADAL" clId="{814D90CD-D400-5612-B49E-CD4DF6BF7C8B}" dt="2026-02-02T13:01:35.061" v="4437" actId="12"/>
          <ac:spMkLst>
            <pc:docMk/>
            <pc:sldMk cId="0" sldId="277"/>
            <ac:spMk id="7174" creationId="{00000000-0000-0000-0000-000000000000}"/>
          </ac:spMkLst>
        </pc:spChg>
      </pc:sldChg>
      <pc:sldChg chg="modSp add del mod">
        <pc:chgData name="Schlesinger, Sebastian" userId="d814e6c9-e9fb-4b77-84f7-ccd8aa3529bb" providerId="ADAL" clId="{814D90CD-D400-5612-B49E-CD4DF6BF7C8B}" dt="2026-02-02T17:23:42.685" v="5112" actId="2696"/>
        <pc:sldMkLst>
          <pc:docMk/>
          <pc:sldMk cId="0" sldId="278"/>
        </pc:sldMkLst>
        <pc:spChg chg="mod">
          <ac:chgData name="Schlesinger, Sebastian" userId="d814e6c9-e9fb-4b77-84f7-ccd8aa3529bb" providerId="ADAL" clId="{814D90CD-D400-5612-B49E-CD4DF6BF7C8B}" dt="2026-02-02T12:56:49.360" v="4382"/>
          <ac:spMkLst>
            <pc:docMk/>
            <pc:sldMk cId="0" sldId="278"/>
            <ac:spMk id="3" creationId="{00000000-0000-0000-0000-000000000000}"/>
          </ac:spMkLst>
        </pc:spChg>
        <pc:spChg chg="mod">
          <ac:chgData name="Schlesinger, Sebastian" userId="d814e6c9-e9fb-4b77-84f7-ccd8aa3529bb" providerId="ADAL" clId="{814D90CD-D400-5612-B49E-CD4DF6BF7C8B}" dt="2026-02-02T12:56:49.360" v="4382"/>
          <ac:spMkLst>
            <pc:docMk/>
            <pc:sldMk cId="0" sldId="278"/>
            <ac:spMk id="4" creationId="{00000000-0000-0000-0000-000000000000}"/>
          </ac:spMkLst>
        </pc:spChg>
        <pc:spChg chg="mod">
          <ac:chgData name="Schlesinger, Sebastian" userId="d814e6c9-e9fb-4b77-84f7-ccd8aa3529bb" providerId="ADAL" clId="{814D90CD-D400-5612-B49E-CD4DF6BF7C8B}" dt="2026-02-02T13:02:55.472" v="4452" actId="1076"/>
          <ac:spMkLst>
            <pc:docMk/>
            <pc:sldMk cId="0" sldId="278"/>
            <ac:spMk id="13" creationId="{00000000-0000-0000-0000-000000000000}"/>
          </ac:spMkLst>
        </pc:spChg>
        <pc:spChg chg="mod">
          <ac:chgData name="Schlesinger, Sebastian" userId="d814e6c9-e9fb-4b77-84f7-ccd8aa3529bb" providerId="ADAL" clId="{814D90CD-D400-5612-B49E-CD4DF6BF7C8B}" dt="2026-02-02T13:02:18.736" v="4445" actId="14100"/>
          <ac:spMkLst>
            <pc:docMk/>
            <pc:sldMk cId="0" sldId="278"/>
            <ac:spMk id="9221" creationId="{00000000-0000-0000-0000-000000000000}"/>
          </ac:spMkLst>
        </pc:spChg>
        <pc:spChg chg="mod">
          <ac:chgData name="Schlesinger, Sebastian" userId="d814e6c9-e9fb-4b77-84f7-ccd8aa3529bb" providerId="ADAL" clId="{814D90CD-D400-5612-B49E-CD4DF6BF7C8B}" dt="2026-02-02T13:02:47.828" v="4451" actId="12"/>
          <ac:spMkLst>
            <pc:docMk/>
            <pc:sldMk cId="0" sldId="278"/>
            <ac:spMk id="9222" creationId="{00000000-0000-0000-0000-000000000000}"/>
          </ac:spMkLst>
        </pc:spChg>
        <pc:grpChg chg="mod">
          <ac:chgData name="Schlesinger, Sebastian" userId="d814e6c9-e9fb-4b77-84f7-ccd8aa3529bb" providerId="ADAL" clId="{814D90CD-D400-5612-B49E-CD4DF6BF7C8B}" dt="2026-02-02T13:02:55.472" v="4452" actId="1076"/>
          <ac:grpSpMkLst>
            <pc:docMk/>
            <pc:sldMk cId="0" sldId="278"/>
            <ac:grpSpMk id="2" creationId="{00000000-0000-0000-0000-000000000000}"/>
          </ac:grpSpMkLst>
        </pc:grpChg>
      </pc:sldChg>
      <pc:sldChg chg="modSp add del mod">
        <pc:chgData name="Schlesinger, Sebastian" userId="d814e6c9-e9fb-4b77-84f7-ccd8aa3529bb" providerId="ADAL" clId="{814D90CD-D400-5612-B49E-CD4DF6BF7C8B}" dt="2026-02-02T17:23:42.689" v="5116" actId="2696"/>
        <pc:sldMkLst>
          <pc:docMk/>
          <pc:sldMk cId="0" sldId="279"/>
        </pc:sldMkLst>
        <pc:spChg chg="mod">
          <ac:chgData name="Schlesinger, Sebastian" userId="d814e6c9-e9fb-4b77-84f7-ccd8aa3529bb" providerId="ADAL" clId="{814D90CD-D400-5612-B49E-CD4DF6BF7C8B}" dt="2026-02-02T12:56:49.360" v="4382"/>
          <ac:spMkLst>
            <pc:docMk/>
            <pc:sldMk cId="0" sldId="279"/>
            <ac:spMk id="2" creationId="{00000000-0000-0000-0000-000000000000}"/>
          </ac:spMkLst>
        </pc:spChg>
        <pc:spChg chg="mod">
          <ac:chgData name="Schlesinger, Sebastian" userId="d814e6c9-e9fb-4b77-84f7-ccd8aa3529bb" providerId="ADAL" clId="{814D90CD-D400-5612-B49E-CD4DF6BF7C8B}" dt="2026-02-02T12:56:49.360" v="4382"/>
          <ac:spMkLst>
            <pc:docMk/>
            <pc:sldMk cId="0" sldId="279"/>
            <ac:spMk id="3" creationId="{00000000-0000-0000-0000-000000000000}"/>
          </ac:spMkLst>
        </pc:spChg>
        <pc:spChg chg="mod">
          <ac:chgData name="Schlesinger, Sebastian" userId="d814e6c9-e9fb-4b77-84f7-ccd8aa3529bb" providerId="ADAL" clId="{814D90CD-D400-5612-B49E-CD4DF6BF7C8B}" dt="2026-02-02T13:03:21.653" v="4456" actId="1076"/>
          <ac:spMkLst>
            <pc:docMk/>
            <pc:sldMk cId="0" sldId="279"/>
            <ac:spMk id="10246" creationId="{00000000-0000-0000-0000-000000000000}"/>
          </ac:spMkLst>
        </pc:spChg>
      </pc:sldChg>
      <pc:sldChg chg="modSp add mod modNotes">
        <pc:chgData name="Schlesinger, Sebastian" userId="d814e6c9-e9fb-4b77-84f7-ccd8aa3529bb" providerId="ADAL" clId="{814D90CD-D400-5612-B49E-CD4DF6BF7C8B}" dt="2026-02-03T11:20:32.282" v="5405" actId="20577"/>
        <pc:sldMkLst>
          <pc:docMk/>
          <pc:sldMk cId="384763539" sldId="279"/>
        </pc:sldMkLst>
        <pc:spChg chg="mod">
          <ac:chgData name="Schlesinger, Sebastian" userId="d814e6c9-e9fb-4b77-84f7-ccd8aa3529bb" providerId="ADAL" clId="{814D90CD-D400-5612-B49E-CD4DF6BF7C8B}" dt="2026-02-02T17:24:05.211" v="5125"/>
          <ac:spMkLst>
            <pc:docMk/>
            <pc:sldMk cId="384763539" sldId="279"/>
            <ac:spMk id="3" creationId="{00000000-0000-0000-0000-000000000000}"/>
          </ac:spMkLst>
        </pc:spChg>
        <pc:spChg chg="mod">
          <ac:chgData name="Schlesinger, Sebastian" userId="d814e6c9-e9fb-4b77-84f7-ccd8aa3529bb" providerId="ADAL" clId="{814D90CD-D400-5612-B49E-CD4DF6BF7C8B}" dt="2026-02-02T17:24:05.211" v="5125"/>
          <ac:spMkLst>
            <pc:docMk/>
            <pc:sldMk cId="384763539" sldId="279"/>
            <ac:spMk id="4" creationId="{00000000-0000-0000-0000-000000000000}"/>
          </ac:spMkLst>
        </pc:spChg>
        <pc:spChg chg="mod">
          <ac:chgData name="Schlesinger, Sebastian" userId="d814e6c9-e9fb-4b77-84f7-ccd8aa3529bb" providerId="ADAL" clId="{814D90CD-D400-5612-B49E-CD4DF6BF7C8B}" dt="2026-02-03T11:20:32.282" v="5405" actId="20577"/>
          <ac:spMkLst>
            <pc:docMk/>
            <pc:sldMk cId="384763539" sldId="279"/>
            <ac:spMk id="22" creationId="{00000000-0000-0000-0000-000000000000}"/>
          </ac:spMkLst>
        </pc:spChg>
        <pc:spChg chg="mod">
          <ac:chgData name="Schlesinger, Sebastian" userId="d814e6c9-e9fb-4b77-84f7-ccd8aa3529bb" providerId="ADAL" clId="{814D90CD-D400-5612-B49E-CD4DF6BF7C8B}" dt="2026-02-03T11:20:30.302" v="5404" actId="1076"/>
          <ac:spMkLst>
            <pc:docMk/>
            <pc:sldMk cId="384763539" sldId="279"/>
            <ac:spMk id="27" creationId="{00000000-0000-0000-0000-000000000000}"/>
          </ac:spMkLst>
        </pc:spChg>
        <pc:spChg chg="mod">
          <ac:chgData name="Schlesinger, Sebastian" userId="d814e6c9-e9fb-4b77-84f7-ccd8aa3529bb" providerId="ADAL" clId="{814D90CD-D400-5612-B49E-CD4DF6BF7C8B}" dt="2026-02-03T11:20:30.302" v="5404" actId="1076"/>
          <ac:spMkLst>
            <pc:docMk/>
            <pc:sldMk cId="384763539" sldId="279"/>
            <ac:spMk id="28" creationId="{00000000-0000-0000-0000-000000000000}"/>
          </ac:spMkLst>
        </pc:spChg>
        <pc:grpChg chg="mod">
          <ac:chgData name="Schlesinger, Sebastian" userId="d814e6c9-e9fb-4b77-84f7-ccd8aa3529bb" providerId="ADAL" clId="{814D90CD-D400-5612-B49E-CD4DF6BF7C8B}" dt="2026-02-03T11:20:30.302" v="5404" actId="1076"/>
          <ac:grpSpMkLst>
            <pc:docMk/>
            <pc:sldMk cId="384763539" sldId="279"/>
            <ac:grpSpMk id="6" creationId="{00000000-0000-0000-0000-000000000000}"/>
          </ac:grpSpMkLst>
        </pc:grpChg>
      </pc:sldChg>
      <pc:sldChg chg="modSp add del mod">
        <pc:chgData name="Schlesinger, Sebastian" userId="d814e6c9-e9fb-4b77-84f7-ccd8aa3529bb" providerId="ADAL" clId="{814D90CD-D400-5612-B49E-CD4DF6BF7C8B}" dt="2026-02-02T17:23:42.659" v="5089" actId="2696"/>
        <pc:sldMkLst>
          <pc:docMk/>
          <pc:sldMk cId="0" sldId="281"/>
        </pc:sldMkLst>
        <pc:spChg chg="mod">
          <ac:chgData name="Schlesinger, Sebastian" userId="d814e6c9-e9fb-4b77-84f7-ccd8aa3529bb" providerId="ADAL" clId="{814D90CD-D400-5612-B49E-CD4DF6BF7C8B}" dt="2026-02-02T12:56:49.360" v="4382"/>
          <ac:spMkLst>
            <pc:docMk/>
            <pc:sldMk cId="0" sldId="281"/>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1"/>
            <ac:spMk id="3" creationId="{00000000-0000-0000-0000-000000000000}"/>
          </ac:spMkLst>
        </pc:spChg>
        <pc:spChg chg="mod">
          <ac:chgData name="Schlesinger, Sebastian" userId="d814e6c9-e9fb-4b77-84f7-ccd8aa3529bb" providerId="ADAL" clId="{814D90CD-D400-5612-B49E-CD4DF6BF7C8B}" dt="2026-02-02T14:06:45.115" v="4489" actId="12"/>
          <ac:spMkLst>
            <pc:docMk/>
            <pc:sldMk cId="0" sldId="281"/>
            <ac:spMk id="11270" creationId="{00000000-0000-0000-0000-000000000000}"/>
          </ac:spMkLst>
        </pc:spChg>
      </pc:sldChg>
      <pc:sldChg chg="modSp add mod">
        <pc:chgData name="Schlesinger, Sebastian" userId="d814e6c9-e9fb-4b77-84f7-ccd8aa3529bb" providerId="ADAL" clId="{814D90CD-D400-5612-B49E-CD4DF6BF7C8B}" dt="2026-02-03T11:21:00.984" v="5413" actId="1076"/>
        <pc:sldMkLst>
          <pc:docMk/>
          <pc:sldMk cId="466418485" sldId="281"/>
        </pc:sldMkLst>
        <pc:spChg chg="mod">
          <ac:chgData name="Schlesinger, Sebastian" userId="d814e6c9-e9fb-4b77-84f7-ccd8aa3529bb" providerId="ADAL" clId="{814D90CD-D400-5612-B49E-CD4DF6BF7C8B}" dt="2026-02-03T11:20:40.809" v="5407" actId="14100"/>
          <ac:spMkLst>
            <pc:docMk/>
            <pc:sldMk cId="466418485" sldId="281"/>
            <ac:spMk id="2" creationId="{00000000-0000-0000-0000-000000000000}"/>
          </ac:spMkLst>
        </pc:spChg>
        <pc:spChg chg="mod">
          <ac:chgData name="Schlesinger, Sebastian" userId="d814e6c9-e9fb-4b77-84f7-ccd8aa3529bb" providerId="ADAL" clId="{814D90CD-D400-5612-B49E-CD4DF6BF7C8B}" dt="2026-02-02T17:24:05.211" v="5125"/>
          <ac:spMkLst>
            <pc:docMk/>
            <pc:sldMk cId="466418485" sldId="281"/>
            <ac:spMk id="3" creationId="{00000000-0000-0000-0000-000000000000}"/>
          </ac:spMkLst>
        </pc:spChg>
        <pc:spChg chg="mod">
          <ac:chgData name="Schlesinger, Sebastian" userId="d814e6c9-e9fb-4b77-84f7-ccd8aa3529bb" providerId="ADAL" clId="{814D90CD-D400-5612-B49E-CD4DF6BF7C8B}" dt="2026-02-03T11:21:00.984" v="5413" actId="1076"/>
          <ac:spMkLst>
            <pc:docMk/>
            <pc:sldMk cId="466418485" sldId="281"/>
            <ac:spMk id="15" creationId="{00000000-0000-0000-0000-000000000000}"/>
          </ac:spMkLst>
        </pc:spChg>
        <pc:spChg chg="mod">
          <ac:chgData name="Schlesinger, Sebastian" userId="d814e6c9-e9fb-4b77-84f7-ccd8aa3529bb" providerId="ADAL" clId="{814D90CD-D400-5612-B49E-CD4DF6BF7C8B}" dt="2026-02-02T17:24:05.211" v="5125"/>
          <ac:spMkLst>
            <pc:docMk/>
            <pc:sldMk cId="466418485" sldId="281"/>
            <ac:spMk id="16" creationId="{00000000-0000-0000-0000-000000000000}"/>
          </ac:spMkLst>
        </pc:spChg>
        <pc:spChg chg="mod">
          <ac:chgData name="Schlesinger, Sebastian" userId="d814e6c9-e9fb-4b77-84f7-ccd8aa3529bb" providerId="ADAL" clId="{814D90CD-D400-5612-B49E-CD4DF6BF7C8B}" dt="2026-02-03T11:21:00.984" v="5413" actId="1076"/>
          <ac:spMkLst>
            <pc:docMk/>
            <pc:sldMk cId="466418485" sldId="281"/>
            <ac:spMk id="18" creationId="{00000000-0000-0000-0000-000000000000}"/>
          </ac:spMkLst>
        </pc:spChg>
        <pc:spChg chg="mod">
          <ac:chgData name="Schlesinger, Sebastian" userId="d814e6c9-e9fb-4b77-84f7-ccd8aa3529bb" providerId="ADAL" clId="{814D90CD-D400-5612-B49E-CD4DF6BF7C8B}" dt="2026-02-03T11:20:54.715" v="5412" actId="5793"/>
          <ac:spMkLst>
            <pc:docMk/>
            <pc:sldMk cId="466418485" sldId="281"/>
            <ac:spMk id="32" creationId="{00000000-0000-0000-0000-000000000000}"/>
          </ac:spMkLst>
        </pc:spChg>
        <pc:picChg chg="mod">
          <ac:chgData name="Schlesinger, Sebastian" userId="d814e6c9-e9fb-4b77-84f7-ccd8aa3529bb" providerId="ADAL" clId="{814D90CD-D400-5612-B49E-CD4DF6BF7C8B}" dt="2026-02-03T11:21:00.984" v="5413" actId="1076"/>
          <ac:picMkLst>
            <pc:docMk/>
            <pc:sldMk cId="466418485" sldId="281"/>
            <ac:picMk id="1028" creationId="{00000000-0000-0000-0000-000000000000}"/>
          </ac:picMkLst>
        </pc:picChg>
        <pc:cxnChg chg="mod">
          <ac:chgData name="Schlesinger, Sebastian" userId="d814e6c9-e9fb-4b77-84f7-ccd8aa3529bb" providerId="ADAL" clId="{814D90CD-D400-5612-B49E-CD4DF6BF7C8B}" dt="2026-02-03T11:21:00.984" v="5413" actId="1076"/>
          <ac:cxnSpMkLst>
            <pc:docMk/>
            <pc:sldMk cId="466418485" sldId="281"/>
            <ac:cxnSpMk id="14" creationId="{00000000-0000-0000-0000-000000000000}"/>
          </ac:cxnSpMkLst>
        </pc:cxnChg>
        <pc:cxnChg chg="mod">
          <ac:chgData name="Schlesinger, Sebastian" userId="d814e6c9-e9fb-4b77-84f7-ccd8aa3529bb" providerId="ADAL" clId="{814D90CD-D400-5612-B49E-CD4DF6BF7C8B}" dt="2026-02-03T11:21:00.984" v="5413" actId="1076"/>
          <ac:cxnSpMkLst>
            <pc:docMk/>
            <pc:sldMk cId="466418485" sldId="281"/>
            <ac:cxnSpMk id="17" creationId="{00000000-0000-0000-0000-000000000000}"/>
          </ac:cxnSpMkLst>
        </pc:cxnChg>
        <pc:cxnChg chg="mod">
          <ac:chgData name="Schlesinger, Sebastian" userId="d814e6c9-e9fb-4b77-84f7-ccd8aa3529bb" providerId="ADAL" clId="{814D90CD-D400-5612-B49E-CD4DF6BF7C8B}" dt="2026-02-03T11:21:00.984" v="5413" actId="1076"/>
          <ac:cxnSpMkLst>
            <pc:docMk/>
            <pc:sldMk cId="466418485" sldId="281"/>
            <ac:cxnSpMk id="20" creationId="{00000000-0000-0000-0000-000000000000}"/>
          </ac:cxnSpMkLst>
        </pc:cxnChg>
      </pc:sldChg>
      <pc:sldChg chg="modSp add del mod">
        <pc:chgData name="Schlesinger, Sebastian" userId="d814e6c9-e9fb-4b77-84f7-ccd8aa3529bb" providerId="ADAL" clId="{814D90CD-D400-5612-B49E-CD4DF6BF7C8B}" dt="2026-02-02T17:23:42.643" v="5079" actId="2696"/>
        <pc:sldMkLst>
          <pc:docMk/>
          <pc:sldMk cId="0" sldId="282"/>
        </pc:sldMkLst>
        <pc:spChg chg="mod">
          <ac:chgData name="Schlesinger, Sebastian" userId="d814e6c9-e9fb-4b77-84f7-ccd8aa3529bb" providerId="ADAL" clId="{814D90CD-D400-5612-B49E-CD4DF6BF7C8B}" dt="2026-02-02T12:56:49.360" v="4382"/>
          <ac:spMkLst>
            <pc:docMk/>
            <pc:sldMk cId="0" sldId="282"/>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2"/>
            <ac:spMk id="3" creationId="{00000000-0000-0000-0000-000000000000}"/>
          </ac:spMkLst>
        </pc:spChg>
        <pc:spChg chg="mod">
          <ac:chgData name="Schlesinger, Sebastian" userId="d814e6c9-e9fb-4b77-84f7-ccd8aa3529bb" providerId="ADAL" clId="{814D90CD-D400-5612-B49E-CD4DF6BF7C8B}" dt="2026-02-02T14:07:05.909" v="4491" actId="14100"/>
          <ac:spMkLst>
            <pc:docMk/>
            <pc:sldMk cId="0" sldId="282"/>
            <ac:spMk id="13317" creationId="{00000000-0000-0000-0000-000000000000}"/>
          </ac:spMkLst>
        </pc:spChg>
        <pc:spChg chg="mod">
          <ac:chgData name="Schlesinger, Sebastian" userId="d814e6c9-e9fb-4b77-84f7-ccd8aa3529bb" providerId="ADAL" clId="{814D90CD-D400-5612-B49E-CD4DF6BF7C8B}" dt="2026-02-02T14:07:18.252" v="4495" actId="12"/>
          <ac:spMkLst>
            <pc:docMk/>
            <pc:sldMk cId="0" sldId="282"/>
            <ac:spMk id="13318" creationId="{00000000-0000-0000-0000-000000000000}"/>
          </ac:spMkLst>
        </pc:spChg>
      </pc:sldChg>
      <pc:sldChg chg="modSp add mod">
        <pc:chgData name="Schlesinger, Sebastian" userId="d814e6c9-e9fb-4b77-84f7-ccd8aa3529bb" providerId="ADAL" clId="{814D90CD-D400-5612-B49E-CD4DF6BF7C8B}" dt="2026-02-03T11:21:30.630" v="5432" actId="1076"/>
        <pc:sldMkLst>
          <pc:docMk/>
          <pc:sldMk cId="2514654928" sldId="282"/>
        </pc:sldMkLst>
        <pc:spChg chg="mod">
          <ac:chgData name="Schlesinger, Sebastian" userId="d814e6c9-e9fb-4b77-84f7-ccd8aa3529bb" providerId="ADAL" clId="{814D90CD-D400-5612-B49E-CD4DF6BF7C8B}" dt="2026-02-03T11:21:04.573" v="5414" actId="14100"/>
          <ac:spMkLst>
            <pc:docMk/>
            <pc:sldMk cId="2514654928" sldId="282"/>
            <ac:spMk id="2" creationId="{00000000-0000-0000-0000-000000000000}"/>
          </ac:spMkLst>
        </pc:spChg>
        <pc:spChg chg="mod">
          <ac:chgData name="Schlesinger, Sebastian" userId="d814e6c9-e9fb-4b77-84f7-ccd8aa3529bb" providerId="ADAL" clId="{814D90CD-D400-5612-B49E-CD4DF6BF7C8B}" dt="2026-02-03T11:21:27.332" v="5431" actId="20577"/>
          <ac:spMkLst>
            <pc:docMk/>
            <pc:sldMk cId="2514654928" sldId="282"/>
            <ac:spMk id="3" creationId="{00000000-0000-0000-0000-000000000000}"/>
          </ac:spMkLst>
        </pc:spChg>
        <pc:spChg chg="mod">
          <ac:chgData name="Schlesinger, Sebastian" userId="d814e6c9-e9fb-4b77-84f7-ccd8aa3529bb" providerId="ADAL" clId="{814D90CD-D400-5612-B49E-CD4DF6BF7C8B}" dt="2026-02-02T17:24:05.211" v="5125"/>
          <ac:spMkLst>
            <pc:docMk/>
            <pc:sldMk cId="2514654928" sldId="282"/>
            <ac:spMk id="4" creationId="{00000000-0000-0000-0000-000000000000}"/>
          </ac:spMkLst>
        </pc:spChg>
        <pc:spChg chg="mod">
          <ac:chgData name="Schlesinger, Sebastian" userId="d814e6c9-e9fb-4b77-84f7-ccd8aa3529bb" providerId="ADAL" clId="{814D90CD-D400-5612-B49E-CD4DF6BF7C8B}" dt="2026-02-02T17:24:05.211" v="5125"/>
          <ac:spMkLst>
            <pc:docMk/>
            <pc:sldMk cId="2514654928" sldId="282"/>
            <ac:spMk id="6" creationId="{00000000-0000-0000-0000-000000000000}"/>
          </ac:spMkLst>
        </pc:spChg>
        <pc:graphicFrameChg chg="mod">
          <ac:chgData name="Schlesinger, Sebastian" userId="d814e6c9-e9fb-4b77-84f7-ccd8aa3529bb" providerId="ADAL" clId="{814D90CD-D400-5612-B49E-CD4DF6BF7C8B}" dt="2026-02-03T11:21:30.630" v="5432" actId="1076"/>
          <ac:graphicFrameMkLst>
            <pc:docMk/>
            <pc:sldMk cId="2514654928" sldId="282"/>
            <ac:graphicFrameMk id="20482" creationId="{00000000-0000-0000-0000-000000000000}"/>
          </ac:graphicFrameMkLst>
        </pc:graphicFrameChg>
      </pc:sldChg>
      <pc:sldChg chg="modSp add del mod">
        <pc:chgData name="Schlesinger, Sebastian" userId="d814e6c9-e9fb-4b77-84f7-ccd8aa3529bb" providerId="ADAL" clId="{814D90CD-D400-5612-B49E-CD4DF6BF7C8B}" dt="2026-02-02T17:23:42.661" v="5091" actId="2696"/>
        <pc:sldMkLst>
          <pc:docMk/>
          <pc:sldMk cId="0" sldId="283"/>
        </pc:sldMkLst>
        <pc:spChg chg="mod">
          <ac:chgData name="Schlesinger, Sebastian" userId="d814e6c9-e9fb-4b77-84f7-ccd8aa3529bb" providerId="ADAL" clId="{814D90CD-D400-5612-B49E-CD4DF6BF7C8B}" dt="2026-02-02T12:56:49.360" v="4382"/>
          <ac:spMkLst>
            <pc:docMk/>
            <pc:sldMk cId="0" sldId="283"/>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3"/>
            <ac:spMk id="3" creationId="{00000000-0000-0000-0000-000000000000}"/>
          </ac:spMkLst>
        </pc:spChg>
        <pc:spChg chg="mod">
          <ac:chgData name="Schlesinger, Sebastian" userId="d814e6c9-e9fb-4b77-84f7-ccd8aa3529bb" providerId="ADAL" clId="{814D90CD-D400-5612-B49E-CD4DF6BF7C8B}" dt="2026-02-02T14:08:06.306" v="4501" actId="403"/>
          <ac:spMkLst>
            <pc:docMk/>
            <pc:sldMk cId="0" sldId="283"/>
            <ac:spMk id="4" creationId="{00000000-0000-0000-0000-000000000000}"/>
          </ac:spMkLst>
        </pc:spChg>
        <pc:spChg chg="mod">
          <ac:chgData name="Schlesinger, Sebastian" userId="d814e6c9-e9fb-4b77-84f7-ccd8aa3529bb" providerId="ADAL" clId="{814D90CD-D400-5612-B49E-CD4DF6BF7C8B}" dt="2026-02-02T14:08:00.392" v="4498" actId="1076"/>
          <ac:spMkLst>
            <pc:docMk/>
            <pc:sldMk cId="0" sldId="283"/>
            <ac:spMk id="49" creationId="{00000000-0000-0000-0000-000000000000}"/>
          </ac:spMkLst>
        </pc:spChg>
        <pc:spChg chg="mod">
          <ac:chgData name="Schlesinger, Sebastian" userId="d814e6c9-e9fb-4b77-84f7-ccd8aa3529bb" providerId="ADAL" clId="{814D90CD-D400-5612-B49E-CD4DF6BF7C8B}" dt="2026-02-02T14:08:08.918" v="4502" actId="14100"/>
          <ac:spMkLst>
            <pc:docMk/>
            <pc:sldMk cId="0" sldId="283"/>
            <ac:spMk id="15365" creationId="{00000000-0000-0000-0000-000000000000}"/>
          </ac:spMkLst>
        </pc:spChg>
        <pc:grpChg chg="mod">
          <ac:chgData name="Schlesinger, Sebastian" userId="d814e6c9-e9fb-4b77-84f7-ccd8aa3529bb" providerId="ADAL" clId="{814D90CD-D400-5612-B49E-CD4DF6BF7C8B}" dt="2026-02-02T14:08:00.392" v="4498" actId="1076"/>
          <ac:grpSpMkLst>
            <pc:docMk/>
            <pc:sldMk cId="0" sldId="283"/>
            <ac:grpSpMk id="28" creationId="{00000000-0000-0000-0000-000000000000}"/>
          </ac:grpSpMkLst>
        </pc:grpChg>
        <pc:grpChg chg="mod">
          <ac:chgData name="Schlesinger, Sebastian" userId="d814e6c9-e9fb-4b77-84f7-ccd8aa3529bb" providerId="ADAL" clId="{814D90CD-D400-5612-B49E-CD4DF6BF7C8B}" dt="2026-02-02T14:08:00.392" v="4498" actId="1076"/>
          <ac:grpSpMkLst>
            <pc:docMk/>
            <pc:sldMk cId="0" sldId="283"/>
            <ac:grpSpMk id="35" creationId="{00000000-0000-0000-0000-000000000000}"/>
          </ac:grpSpMkLst>
        </pc:grpChg>
        <pc:grpChg chg="mod">
          <ac:chgData name="Schlesinger, Sebastian" userId="d814e6c9-e9fb-4b77-84f7-ccd8aa3529bb" providerId="ADAL" clId="{814D90CD-D400-5612-B49E-CD4DF6BF7C8B}" dt="2026-02-02T14:08:00.392" v="4498" actId="1076"/>
          <ac:grpSpMkLst>
            <pc:docMk/>
            <pc:sldMk cId="0" sldId="283"/>
            <ac:grpSpMk id="44" creationId="{00000000-0000-0000-0000-000000000000}"/>
          </ac:grpSpMkLst>
        </pc:grpChg>
        <pc:cxnChg chg="mod">
          <ac:chgData name="Schlesinger, Sebastian" userId="d814e6c9-e9fb-4b77-84f7-ccd8aa3529bb" providerId="ADAL" clId="{814D90CD-D400-5612-B49E-CD4DF6BF7C8B}" dt="2026-02-02T14:08:00.392" v="4498" actId="1076"/>
          <ac:cxnSpMkLst>
            <pc:docMk/>
            <pc:sldMk cId="0" sldId="283"/>
            <ac:cxnSpMk id="38" creationId="{00000000-0000-0000-0000-000000000000}"/>
          </ac:cxnSpMkLst>
        </pc:cxnChg>
      </pc:sldChg>
      <pc:sldChg chg="modSp add mod">
        <pc:chgData name="Schlesinger, Sebastian" userId="d814e6c9-e9fb-4b77-84f7-ccd8aa3529bb" providerId="ADAL" clId="{814D90CD-D400-5612-B49E-CD4DF6BF7C8B}" dt="2026-02-03T11:21:58.271" v="5436" actId="1076"/>
        <pc:sldMkLst>
          <pc:docMk/>
          <pc:sldMk cId="427156739" sldId="283"/>
        </pc:sldMkLst>
        <pc:spChg chg="mod">
          <ac:chgData name="Schlesinger, Sebastian" userId="d814e6c9-e9fb-4b77-84f7-ccd8aa3529bb" providerId="ADAL" clId="{814D90CD-D400-5612-B49E-CD4DF6BF7C8B}" dt="2026-02-03T11:21:52.607" v="5433" actId="14100"/>
          <ac:spMkLst>
            <pc:docMk/>
            <pc:sldMk cId="427156739" sldId="283"/>
            <ac:spMk id="2" creationId="{00000000-0000-0000-0000-000000000000}"/>
          </ac:spMkLst>
        </pc:spChg>
        <pc:spChg chg="mod">
          <ac:chgData name="Schlesinger, Sebastian" userId="d814e6c9-e9fb-4b77-84f7-ccd8aa3529bb" providerId="ADAL" clId="{814D90CD-D400-5612-B49E-CD4DF6BF7C8B}" dt="2026-02-03T11:21:58.271" v="5436" actId="1076"/>
          <ac:spMkLst>
            <pc:docMk/>
            <pc:sldMk cId="427156739" sldId="283"/>
            <ac:spMk id="3" creationId="{00000000-0000-0000-0000-000000000000}"/>
          </ac:spMkLst>
        </pc:spChg>
        <pc:spChg chg="mod">
          <ac:chgData name="Schlesinger, Sebastian" userId="d814e6c9-e9fb-4b77-84f7-ccd8aa3529bb" providerId="ADAL" clId="{814D90CD-D400-5612-B49E-CD4DF6BF7C8B}" dt="2026-02-02T17:24:05.211" v="5125"/>
          <ac:spMkLst>
            <pc:docMk/>
            <pc:sldMk cId="427156739" sldId="283"/>
            <ac:spMk id="4" creationId="{00000000-0000-0000-0000-000000000000}"/>
          </ac:spMkLst>
        </pc:spChg>
        <pc:spChg chg="mod">
          <ac:chgData name="Schlesinger, Sebastian" userId="d814e6c9-e9fb-4b77-84f7-ccd8aa3529bb" providerId="ADAL" clId="{814D90CD-D400-5612-B49E-CD4DF6BF7C8B}" dt="2026-02-02T17:24:05.211" v="5125"/>
          <ac:spMkLst>
            <pc:docMk/>
            <pc:sldMk cId="427156739" sldId="283"/>
            <ac:spMk id="22" creationId="{00000000-0000-0000-0000-000000000000}"/>
          </ac:spMkLst>
        </pc:spChg>
      </pc:sldChg>
      <pc:sldChg chg="modSp add del mod">
        <pc:chgData name="Schlesinger, Sebastian" userId="d814e6c9-e9fb-4b77-84f7-ccd8aa3529bb" providerId="ADAL" clId="{814D90CD-D400-5612-B49E-CD4DF6BF7C8B}" dt="2026-02-02T17:23:42.645" v="5081" actId="2696"/>
        <pc:sldMkLst>
          <pc:docMk/>
          <pc:sldMk cId="0" sldId="284"/>
        </pc:sldMkLst>
        <pc:spChg chg="mod">
          <ac:chgData name="Schlesinger, Sebastian" userId="d814e6c9-e9fb-4b77-84f7-ccd8aa3529bb" providerId="ADAL" clId="{814D90CD-D400-5612-B49E-CD4DF6BF7C8B}" dt="2026-02-02T12:56:49.360" v="4382"/>
          <ac:spMkLst>
            <pc:docMk/>
            <pc:sldMk cId="0" sldId="284"/>
            <ac:spMk id="3" creationId="{00000000-0000-0000-0000-000000000000}"/>
          </ac:spMkLst>
        </pc:spChg>
        <pc:spChg chg="mod">
          <ac:chgData name="Schlesinger, Sebastian" userId="d814e6c9-e9fb-4b77-84f7-ccd8aa3529bb" providerId="ADAL" clId="{814D90CD-D400-5612-B49E-CD4DF6BF7C8B}" dt="2026-02-02T12:56:49.360" v="4382"/>
          <ac:spMkLst>
            <pc:docMk/>
            <pc:sldMk cId="0" sldId="284"/>
            <ac:spMk id="4" creationId="{00000000-0000-0000-0000-000000000000}"/>
          </ac:spMkLst>
        </pc:spChg>
        <pc:spChg chg="mod">
          <ac:chgData name="Schlesinger, Sebastian" userId="d814e6c9-e9fb-4b77-84f7-ccd8aa3529bb" providerId="ADAL" clId="{814D90CD-D400-5612-B49E-CD4DF6BF7C8B}" dt="2026-02-02T14:06:06.957" v="4483" actId="1076"/>
          <ac:spMkLst>
            <pc:docMk/>
            <pc:sldMk cId="0" sldId="284"/>
            <ac:spMk id="20" creationId="{00000000-0000-0000-0000-000000000000}"/>
          </ac:spMkLst>
        </pc:spChg>
        <pc:spChg chg="mod">
          <ac:chgData name="Schlesinger, Sebastian" userId="d814e6c9-e9fb-4b77-84f7-ccd8aa3529bb" providerId="ADAL" clId="{814D90CD-D400-5612-B49E-CD4DF6BF7C8B}" dt="2026-02-02T14:05:59.141" v="4482" actId="403"/>
          <ac:spMkLst>
            <pc:docMk/>
            <pc:sldMk cId="0" sldId="284"/>
            <ac:spMk id="12294" creationId="{00000000-0000-0000-0000-000000000000}"/>
          </ac:spMkLst>
        </pc:spChg>
        <pc:grpChg chg="mod">
          <ac:chgData name="Schlesinger, Sebastian" userId="d814e6c9-e9fb-4b77-84f7-ccd8aa3529bb" providerId="ADAL" clId="{814D90CD-D400-5612-B49E-CD4DF6BF7C8B}" dt="2026-02-02T14:06:06.957" v="4483" actId="1076"/>
          <ac:grpSpMkLst>
            <pc:docMk/>
            <pc:sldMk cId="0" sldId="284"/>
            <ac:grpSpMk id="13" creationId="{00000000-0000-0000-0000-000000000000}"/>
          </ac:grpSpMkLst>
        </pc:grpChg>
      </pc:sldChg>
      <pc:sldChg chg="modSp add mod modNotes">
        <pc:chgData name="Schlesinger, Sebastian" userId="d814e6c9-e9fb-4b77-84f7-ccd8aa3529bb" providerId="ADAL" clId="{814D90CD-D400-5612-B49E-CD4DF6BF7C8B}" dt="2026-02-03T11:22:10.225" v="5437" actId="1076"/>
        <pc:sldMkLst>
          <pc:docMk/>
          <pc:sldMk cId="4258950339" sldId="284"/>
        </pc:sldMkLst>
        <pc:spChg chg="mod">
          <ac:chgData name="Schlesinger, Sebastian" userId="d814e6c9-e9fb-4b77-84f7-ccd8aa3529bb" providerId="ADAL" clId="{814D90CD-D400-5612-B49E-CD4DF6BF7C8B}" dt="2026-02-02T17:24:05.211" v="5125"/>
          <ac:spMkLst>
            <pc:docMk/>
            <pc:sldMk cId="4258950339" sldId="284"/>
            <ac:spMk id="3" creationId="{00000000-0000-0000-0000-000000000000}"/>
          </ac:spMkLst>
        </pc:spChg>
        <pc:spChg chg="mod">
          <ac:chgData name="Schlesinger, Sebastian" userId="d814e6c9-e9fb-4b77-84f7-ccd8aa3529bb" providerId="ADAL" clId="{814D90CD-D400-5612-B49E-CD4DF6BF7C8B}" dt="2026-02-02T17:24:05.211" v="5125"/>
          <ac:spMkLst>
            <pc:docMk/>
            <pc:sldMk cId="4258950339" sldId="284"/>
            <ac:spMk id="5" creationId="{00000000-0000-0000-0000-000000000000}"/>
          </ac:spMkLst>
        </pc:spChg>
        <pc:picChg chg="mod">
          <ac:chgData name="Schlesinger, Sebastian" userId="d814e6c9-e9fb-4b77-84f7-ccd8aa3529bb" providerId="ADAL" clId="{814D90CD-D400-5612-B49E-CD4DF6BF7C8B}" dt="2026-02-03T11:22:10.225" v="5437" actId="1076"/>
          <ac:picMkLst>
            <pc:docMk/>
            <pc:sldMk cId="4258950339" sldId="284"/>
            <ac:picMk id="3074" creationId="{00000000-0000-0000-0000-000000000000}"/>
          </ac:picMkLst>
        </pc:picChg>
      </pc:sldChg>
      <pc:sldChg chg="modSp add del mod">
        <pc:chgData name="Schlesinger, Sebastian" userId="d814e6c9-e9fb-4b77-84f7-ccd8aa3529bb" providerId="ADAL" clId="{814D90CD-D400-5612-B49E-CD4DF6BF7C8B}" dt="2026-02-02T17:23:42.687" v="5114" actId="2696"/>
        <pc:sldMkLst>
          <pc:docMk/>
          <pc:sldMk cId="0" sldId="285"/>
        </pc:sldMkLst>
        <pc:spChg chg="mod">
          <ac:chgData name="Schlesinger, Sebastian" userId="d814e6c9-e9fb-4b77-84f7-ccd8aa3529bb" providerId="ADAL" clId="{814D90CD-D400-5612-B49E-CD4DF6BF7C8B}" dt="2026-02-02T12:56:49.360" v="4382"/>
          <ac:spMkLst>
            <pc:docMk/>
            <pc:sldMk cId="0" sldId="285"/>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5"/>
            <ac:spMk id="3" creationId="{00000000-0000-0000-0000-000000000000}"/>
          </ac:spMkLst>
        </pc:spChg>
        <pc:spChg chg="mod">
          <ac:chgData name="Schlesinger, Sebastian" userId="d814e6c9-e9fb-4b77-84f7-ccd8aa3529bb" providerId="ADAL" clId="{814D90CD-D400-5612-B49E-CD4DF6BF7C8B}" dt="2026-02-02T14:09:24.206" v="4514" actId="14100"/>
          <ac:spMkLst>
            <pc:docMk/>
            <pc:sldMk cId="0" sldId="285"/>
            <ac:spMk id="16389" creationId="{00000000-0000-0000-0000-000000000000}"/>
          </ac:spMkLst>
        </pc:spChg>
        <pc:spChg chg="mod">
          <ac:chgData name="Schlesinger, Sebastian" userId="d814e6c9-e9fb-4b77-84f7-ccd8aa3529bb" providerId="ADAL" clId="{814D90CD-D400-5612-B49E-CD4DF6BF7C8B}" dt="2026-02-02T14:11:44.180" v="4542" actId="12"/>
          <ac:spMkLst>
            <pc:docMk/>
            <pc:sldMk cId="0" sldId="285"/>
            <ac:spMk id="16390" creationId="{00000000-0000-0000-0000-000000000000}"/>
          </ac:spMkLst>
        </pc:spChg>
      </pc:sldChg>
      <pc:sldChg chg="modSp add mod modNotes">
        <pc:chgData name="Schlesinger, Sebastian" userId="d814e6c9-e9fb-4b77-84f7-ccd8aa3529bb" providerId="ADAL" clId="{814D90CD-D400-5612-B49E-CD4DF6BF7C8B}" dt="2026-02-03T11:34:43.440" v="5448" actId="1076"/>
        <pc:sldMkLst>
          <pc:docMk/>
          <pc:sldMk cId="772366863" sldId="285"/>
        </pc:sldMkLst>
        <pc:spChg chg="mod">
          <ac:chgData name="Schlesinger, Sebastian" userId="d814e6c9-e9fb-4b77-84f7-ccd8aa3529bb" providerId="ADAL" clId="{814D90CD-D400-5612-B49E-CD4DF6BF7C8B}" dt="2026-02-03T11:22:31.995" v="5441" actId="1076"/>
          <ac:spMkLst>
            <pc:docMk/>
            <pc:sldMk cId="772366863" sldId="285"/>
            <ac:spMk id="2" creationId="{00000000-0000-0000-0000-000000000000}"/>
          </ac:spMkLst>
        </pc:spChg>
        <pc:spChg chg="mod">
          <ac:chgData name="Schlesinger, Sebastian" userId="d814e6c9-e9fb-4b77-84f7-ccd8aa3529bb" providerId="ADAL" clId="{814D90CD-D400-5612-B49E-CD4DF6BF7C8B}" dt="2026-02-03T11:34:43.440" v="5448" actId="1076"/>
          <ac:spMkLst>
            <pc:docMk/>
            <pc:sldMk cId="772366863" sldId="285"/>
            <ac:spMk id="3" creationId="{00000000-0000-0000-0000-000000000000}"/>
          </ac:spMkLst>
        </pc:spChg>
        <pc:spChg chg="mod">
          <ac:chgData name="Schlesinger, Sebastian" userId="d814e6c9-e9fb-4b77-84f7-ccd8aa3529bb" providerId="ADAL" clId="{814D90CD-D400-5612-B49E-CD4DF6BF7C8B}" dt="2026-02-03T11:22:37.520" v="5442" actId="1076"/>
          <ac:spMkLst>
            <pc:docMk/>
            <pc:sldMk cId="772366863" sldId="285"/>
            <ac:spMk id="5" creationId="{00000000-0000-0000-0000-000000000000}"/>
          </ac:spMkLst>
        </pc:spChg>
        <pc:spChg chg="mod">
          <ac:chgData name="Schlesinger, Sebastian" userId="d814e6c9-e9fb-4b77-84f7-ccd8aa3529bb" providerId="ADAL" clId="{814D90CD-D400-5612-B49E-CD4DF6BF7C8B}" dt="2026-02-03T11:22:40.679" v="5443" actId="1076"/>
          <ac:spMkLst>
            <pc:docMk/>
            <pc:sldMk cId="772366863" sldId="285"/>
            <ac:spMk id="6" creationId="{00000000-0000-0000-0000-000000000000}"/>
          </ac:spMkLst>
        </pc:spChg>
        <pc:spChg chg="mod">
          <ac:chgData name="Schlesinger, Sebastian" userId="d814e6c9-e9fb-4b77-84f7-ccd8aa3529bb" providerId="ADAL" clId="{814D90CD-D400-5612-B49E-CD4DF6BF7C8B}" dt="2026-02-03T11:22:37.520" v="5442" actId="1076"/>
          <ac:spMkLst>
            <pc:docMk/>
            <pc:sldMk cId="772366863" sldId="285"/>
            <ac:spMk id="7" creationId="{00000000-0000-0000-0000-000000000000}"/>
          </ac:spMkLst>
        </pc:spChg>
        <pc:spChg chg="mod">
          <ac:chgData name="Schlesinger, Sebastian" userId="d814e6c9-e9fb-4b77-84f7-ccd8aa3529bb" providerId="ADAL" clId="{814D90CD-D400-5612-B49E-CD4DF6BF7C8B}" dt="2026-02-03T11:22:37.520" v="5442" actId="1076"/>
          <ac:spMkLst>
            <pc:docMk/>
            <pc:sldMk cId="772366863" sldId="285"/>
            <ac:spMk id="18" creationId="{00000000-0000-0000-0000-000000000000}"/>
          </ac:spMkLst>
        </pc:spChg>
        <pc:spChg chg="mod">
          <ac:chgData name="Schlesinger, Sebastian" userId="d814e6c9-e9fb-4b77-84f7-ccd8aa3529bb" providerId="ADAL" clId="{814D90CD-D400-5612-B49E-CD4DF6BF7C8B}" dt="2026-02-02T17:24:05.211" v="5125"/>
          <ac:spMkLst>
            <pc:docMk/>
            <pc:sldMk cId="772366863" sldId="285"/>
            <ac:spMk id="19" creationId="{00000000-0000-0000-0000-000000000000}"/>
          </ac:spMkLst>
        </pc:spChg>
        <pc:spChg chg="mod">
          <ac:chgData name="Schlesinger, Sebastian" userId="d814e6c9-e9fb-4b77-84f7-ccd8aa3529bb" providerId="ADAL" clId="{814D90CD-D400-5612-B49E-CD4DF6BF7C8B}" dt="2026-02-03T11:22:37.520" v="5442" actId="1076"/>
          <ac:spMkLst>
            <pc:docMk/>
            <pc:sldMk cId="772366863" sldId="285"/>
            <ac:spMk id="45" creationId="{00000000-0000-0000-0000-000000000000}"/>
          </ac:spMkLst>
        </pc:spChg>
        <pc:picChg chg="mod">
          <ac:chgData name="Schlesinger, Sebastian" userId="d814e6c9-e9fb-4b77-84f7-ccd8aa3529bb" providerId="ADAL" clId="{814D90CD-D400-5612-B49E-CD4DF6BF7C8B}" dt="2026-02-03T11:22:37.520" v="5442" actId="1076"/>
          <ac:picMkLst>
            <pc:docMk/>
            <pc:sldMk cId="772366863" sldId="285"/>
            <ac:picMk id="4098" creationId="{00000000-0000-0000-0000-000000000000}"/>
          </ac:picMkLst>
        </pc:picChg>
        <pc:picChg chg="mod">
          <ac:chgData name="Schlesinger, Sebastian" userId="d814e6c9-e9fb-4b77-84f7-ccd8aa3529bb" providerId="ADAL" clId="{814D90CD-D400-5612-B49E-CD4DF6BF7C8B}" dt="2026-02-03T11:22:37.520" v="5442" actId="1076"/>
          <ac:picMkLst>
            <pc:docMk/>
            <pc:sldMk cId="772366863" sldId="285"/>
            <ac:picMk id="4101" creationId="{00000000-0000-0000-0000-000000000000}"/>
          </ac:picMkLst>
        </pc:picChg>
        <pc:picChg chg="mod">
          <ac:chgData name="Schlesinger, Sebastian" userId="d814e6c9-e9fb-4b77-84f7-ccd8aa3529bb" providerId="ADAL" clId="{814D90CD-D400-5612-B49E-CD4DF6BF7C8B}" dt="2026-02-03T11:22:37.520" v="5442" actId="1076"/>
          <ac:picMkLst>
            <pc:docMk/>
            <pc:sldMk cId="772366863" sldId="285"/>
            <ac:picMk id="21507" creationId="{00000000-0000-0000-0000-000000000000}"/>
          </ac:picMkLst>
        </pc:picChg>
        <pc:picChg chg="mod">
          <ac:chgData name="Schlesinger, Sebastian" userId="d814e6c9-e9fb-4b77-84f7-ccd8aa3529bb" providerId="ADAL" clId="{814D90CD-D400-5612-B49E-CD4DF6BF7C8B}" dt="2026-02-03T11:22:37.520" v="5442" actId="1076"/>
          <ac:picMkLst>
            <pc:docMk/>
            <pc:sldMk cId="772366863" sldId="285"/>
            <ac:picMk id="40963" creationId="{00000000-0000-0000-0000-000000000000}"/>
          </ac:picMkLst>
        </pc:picChg>
        <pc:cxnChg chg="mod">
          <ac:chgData name="Schlesinger, Sebastian" userId="d814e6c9-e9fb-4b77-84f7-ccd8aa3529bb" providerId="ADAL" clId="{814D90CD-D400-5612-B49E-CD4DF6BF7C8B}" dt="2026-02-03T11:22:37.520" v="5442" actId="1076"/>
          <ac:cxnSpMkLst>
            <pc:docMk/>
            <pc:sldMk cId="772366863" sldId="285"/>
            <ac:cxnSpMk id="24" creationId="{00000000-0000-0000-0000-000000000000}"/>
          </ac:cxnSpMkLst>
        </pc:cxnChg>
      </pc:sldChg>
      <pc:sldChg chg="modSp add mod">
        <pc:chgData name="Schlesinger, Sebastian" userId="d814e6c9-e9fb-4b77-84f7-ccd8aa3529bb" providerId="ADAL" clId="{814D90CD-D400-5612-B49E-CD4DF6BF7C8B}" dt="2026-02-03T11:34:48.680" v="5449" actId="12"/>
        <pc:sldMkLst>
          <pc:docMk/>
          <pc:sldMk cId="3350554379" sldId="286"/>
        </pc:sldMkLst>
        <pc:spChg chg="mod">
          <ac:chgData name="Schlesinger, Sebastian" userId="d814e6c9-e9fb-4b77-84f7-ccd8aa3529bb" providerId="ADAL" clId="{814D90CD-D400-5612-B49E-CD4DF6BF7C8B}" dt="2026-02-03T11:22:49.913" v="5445" actId="14100"/>
          <ac:spMkLst>
            <pc:docMk/>
            <pc:sldMk cId="3350554379" sldId="286"/>
            <ac:spMk id="2" creationId="{00000000-0000-0000-0000-000000000000}"/>
          </ac:spMkLst>
        </pc:spChg>
        <pc:spChg chg="mod">
          <ac:chgData name="Schlesinger, Sebastian" userId="d814e6c9-e9fb-4b77-84f7-ccd8aa3529bb" providerId="ADAL" clId="{814D90CD-D400-5612-B49E-CD4DF6BF7C8B}" dt="2026-02-03T11:34:48.680" v="5449" actId="12"/>
          <ac:spMkLst>
            <pc:docMk/>
            <pc:sldMk cId="3350554379" sldId="286"/>
            <ac:spMk id="3" creationId="{00000000-0000-0000-0000-000000000000}"/>
          </ac:spMkLst>
        </pc:spChg>
        <pc:spChg chg="mod">
          <ac:chgData name="Schlesinger, Sebastian" userId="d814e6c9-e9fb-4b77-84f7-ccd8aa3529bb" providerId="ADAL" clId="{814D90CD-D400-5612-B49E-CD4DF6BF7C8B}" dt="2026-02-02T17:24:05.211" v="5125"/>
          <ac:spMkLst>
            <pc:docMk/>
            <pc:sldMk cId="3350554379" sldId="286"/>
            <ac:spMk id="4" creationId="{00000000-0000-0000-0000-000000000000}"/>
          </ac:spMkLst>
        </pc:spChg>
        <pc:spChg chg="mod">
          <ac:chgData name="Schlesinger, Sebastian" userId="d814e6c9-e9fb-4b77-84f7-ccd8aa3529bb" providerId="ADAL" clId="{814D90CD-D400-5612-B49E-CD4DF6BF7C8B}" dt="2026-02-02T17:24:05.211" v="5125"/>
          <ac:spMkLst>
            <pc:docMk/>
            <pc:sldMk cId="3350554379" sldId="286"/>
            <ac:spMk id="7" creationId="{00000000-0000-0000-0000-000000000000}"/>
          </ac:spMkLst>
        </pc:spChg>
        <pc:picChg chg="mod">
          <ac:chgData name="Schlesinger, Sebastian" userId="d814e6c9-e9fb-4b77-84f7-ccd8aa3529bb" providerId="ADAL" clId="{814D90CD-D400-5612-B49E-CD4DF6BF7C8B}" dt="2026-02-03T11:22:54.501" v="5446" actId="1076"/>
          <ac:picMkLst>
            <pc:docMk/>
            <pc:sldMk cId="3350554379" sldId="286"/>
            <ac:picMk id="5122" creationId="{00000000-0000-0000-0000-000000000000}"/>
          </ac:picMkLst>
        </pc:picChg>
        <pc:picChg chg="mod">
          <ac:chgData name="Schlesinger, Sebastian" userId="d814e6c9-e9fb-4b77-84f7-ccd8aa3529bb" providerId="ADAL" clId="{814D90CD-D400-5612-B49E-CD4DF6BF7C8B}" dt="2026-02-03T11:22:54.501" v="5446" actId="1076"/>
          <ac:picMkLst>
            <pc:docMk/>
            <pc:sldMk cId="3350554379" sldId="286"/>
            <ac:picMk id="5123" creationId="{00000000-0000-0000-0000-000000000000}"/>
          </ac:picMkLst>
        </pc:picChg>
      </pc:sldChg>
      <pc:sldChg chg="modSp add del mod">
        <pc:chgData name="Schlesinger, Sebastian" userId="d814e6c9-e9fb-4b77-84f7-ccd8aa3529bb" providerId="ADAL" clId="{814D90CD-D400-5612-B49E-CD4DF6BF7C8B}" dt="2026-02-02T17:23:42.684" v="5111" actId="2696"/>
        <pc:sldMkLst>
          <pc:docMk/>
          <pc:sldMk cId="0" sldId="287"/>
        </pc:sldMkLst>
        <pc:spChg chg="mod">
          <ac:chgData name="Schlesinger, Sebastian" userId="d814e6c9-e9fb-4b77-84f7-ccd8aa3529bb" providerId="ADAL" clId="{814D90CD-D400-5612-B49E-CD4DF6BF7C8B}" dt="2026-02-02T12:56:49.360" v="4382"/>
          <ac:spMkLst>
            <pc:docMk/>
            <pc:sldMk cId="0" sldId="287"/>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7"/>
            <ac:spMk id="3" creationId="{00000000-0000-0000-0000-000000000000}"/>
          </ac:spMkLst>
        </pc:spChg>
        <pc:spChg chg="mod">
          <ac:chgData name="Schlesinger, Sebastian" userId="d814e6c9-e9fb-4b77-84f7-ccd8aa3529bb" providerId="ADAL" clId="{814D90CD-D400-5612-B49E-CD4DF6BF7C8B}" dt="2026-02-02T14:07:34.301" v="4497" actId="12"/>
          <ac:spMkLst>
            <pc:docMk/>
            <pc:sldMk cId="0" sldId="287"/>
            <ac:spMk id="14342" creationId="{00000000-0000-0000-0000-000000000000}"/>
          </ac:spMkLst>
        </pc:spChg>
      </pc:sldChg>
      <pc:sldChg chg="modSp add del mod">
        <pc:chgData name="Schlesinger, Sebastian" userId="d814e6c9-e9fb-4b77-84f7-ccd8aa3529bb" providerId="ADAL" clId="{814D90CD-D400-5612-B49E-CD4DF6BF7C8B}" dt="2026-02-02T17:23:42.641" v="5078" actId="2696"/>
        <pc:sldMkLst>
          <pc:docMk/>
          <pc:sldMk cId="0" sldId="288"/>
        </pc:sldMkLst>
        <pc:spChg chg="mod">
          <ac:chgData name="Schlesinger, Sebastian" userId="d814e6c9-e9fb-4b77-84f7-ccd8aa3529bb" providerId="ADAL" clId="{814D90CD-D400-5612-B49E-CD4DF6BF7C8B}" dt="2026-02-02T12:56:49.360" v="4382"/>
          <ac:spMkLst>
            <pc:docMk/>
            <pc:sldMk cId="0" sldId="288"/>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8"/>
            <ac:spMk id="3" creationId="{00000000-0000-0000-0000-000000000000}"/>
          </ac:spMkLst>
        </pc:spChg>
        <pc:spChg chg="mod">
          <ac:chgData name="Schlesinger, Sebastian" userId="d814e6c9-e9fb-4b77-84f7-ccd8aa3529bb" providerId="ADAL" clId="{814D90CD-D400-5612-B49E-CD4DF6BF7C8B}" dt="2026-02-02T14:26:59.829" v="4749" actId="14100"/>
          <ac:spMkLst>
            <pc:docMk/>
            <pc:sldMk cId="0" sldId="288"/>
            <ac:spMk id="40966" creationId="{00000000-0000-0000-0000-000000000000}"/>
          </ac:spMkLst>
        </pc:spChg>
      </pc:sldChg>
      <pc:sldChg chg="modSp add del mod">
        <pc:chgData name="Schlesinger, Sebastian" userId="d814e6c9-e9fb-4b77-84f7-ccd8aa3529bb" providerId="ADAL" clId="{814D90CD-D400-5612-B49E-CD4DF6BF7C8B}" dt="2026-02-02T17:23:42.660" v="5090" actId="2696"/>
        <pc:sldMkLst>
          <pc:docMk/>
          <pc:sldMk cId="0" sldId="289"/>
        </pc:sldMkLst>
        <pc:spChg chg="mod">
          <ac:chgData name="Schlesinger, Sebastian" userId="d814e6c9-e9fb-4b77-84f7-ccd8aa3529bb" providerId="ADAL" clId="{814D90CD-D400-5612-B49E-CD4DF6BF7C8B}" dt="2026-02-02T12:56:49.360" v="4382"/>
          <ac:spMkLst>
            <pc:docMk/>
            <pc:sldMk cId="0" sldId="289"/>
            <ac:spMk id="2" creationId="{00000000-0000-0000-0000-000000000000}"/>
          </ac:spMkLst>
        </pc:spChg>
        <pc:spChg chg="mod">
          <ac:chgData name="Schlesinger, Sebastian" userId="d814e6c9-e9fb-4b77-84f7-ccd8aa3529bb" providerId="ADAL" clId="{814D90CD-D400-5612-B49E-CD4DF6BF7C8B}" dt="2026-02-02T12:56:49.360" v="4382"/>
          <ac:spMkLst>
            <pc:docMk/>
            <pc:sldMk cId="0" sldId="289"/>
            <ac:spMk id="3" creationId="{00000000-0000-0000-0000-000000000000}"/>
          </ac:spMkLst>
        </pc:spChg>
        <pc:spChg chg="mod">
          <ac:chgData name="Schlesinger, Sebastian" userId="d814e6c9-e9fb-4b77-84f7-ccd8aa3529bb" providerId="ADAL" clId="{814D90CD-D400-5612-B49E-CD4DF6BF7C8B}" dt="2026-02-02T14:13:16.694" v="4559" actId="14100"/>
          <ac:spMkLst>
            <pc:docMk/>
            <pc:sldMk cId="0" sldId="289"/>
            <ac:spMk id="20485" creationId="{00000000-0000-0000-0000-000000000000}"/>
          </ac:spMkLst>
        </pc:spChg>
        <pc:spChg chg="mod">
          <ac:chgData name="Schlesinger, Sebastian" userId="d814e6c9-e9fb-4b77-84f7-ccd8aa3529bb" providerId="ADAL" clId="{814D90CD-D400-5612-B49E-CD4DF6BF7C8B}" dt="2026-02-02T14:13:58.969" v="4569" actId="14100"/>
          <ac:spMkLst>
            <pc:docMk/>
            <pc:sldMk cId="0" sldId="289"/>
            <ac:spMk id="20486" creationId="{00000000-0000-0000-0000-000000000000}"/>
          </ac:spMkLst>
        </pc:spChg>
        <pc:spChg chg="mod">
          <ac:chgData name="Schlesinger, Sebastian" userId="d814e6c9-e9fb-4b77-84f7-ccd8aa3529bb" providerId="ADAL" clId="{814D90CD-D400-5612-B49E-CD4DF6BF7C8B}" dt="2026-02-02T14:13:56.470" v="4568" actId="1076"/>
          <ac:spMkLst>
            <pc:docMk/>
            <pc:sldMk cId="0" sldId="289"/>
            <ac:spMk id="20488" creationId="{00000000-0000-0000-0000-000000000000}"/>
          </ac:spMkLst>
        </pc:spChg>
        <pc:picChg chg="mod">
          <ac:chgData name="Schlesinger, Sebastian" userId="d814e6c9-e9fb-4b77-84f7-ccd8aa3529bb" providerId="ADAL" clId="{814D90CD-D400-5612-B49E-CD4DF6BF7C8B}" dt="2026-02-02T14:13:28.574" v="4564" actId="1076"/>
          <ac:picMkLst>
            <pc:docMk/>
            <pc:sldMk cId="0" sldId="289"/>
            <ac:picMk id="20487" creationId="{00000000-0000-0000-0000-000000000000}"/>
          </ac:picMkLst>
        </pc:picChg>
      </pc:sldChg>
      <pc:sldChg chg="modSp add del mod">
        <pc:chgData name="Schlesinger, Sebastian" userId="d814e6c9-e9fb-4b77-84f7-ccd8aa3529bb" providerId="ADAL" clId="{814D90CD-D400-5612-B49E-CD4DF6BF7C8B}" dt="2026-02-02T17:23:42.665" v="5094" actId="2696"/>
        <pc:sldMkLst>
          <pc:docMk/>
          <pc:sldMk cId="0" sldId="290"/>
        </pc:sldMkLst>
        <pc:spChg chg="mod">
          <ac:chgData name="Schlesinger, Sebastian" userId="d814e6c9-e9fb-4b77-84f7-ccd8aa3529bb" providerId="ADAL" clId="{814D90CD-D400-5612-B49E-CD4DF6BF7C8B}" dt="2026-02-02T12:56:49.360" v="4382"/>
          <ac:spMkLst>
            <pc:docMk/>
            <pc:sldMk cId="0" sldId="290"/>
            <ac:spMk id="2" creationId="{00000000-0000-0000-0000-000000000000}"/>
          </ac:spMkLst>
        </pc:spChg>
        <pc:spChg chg="mod">
          <ac:chgData name="Schlesinger, Sebastian" userId="d814e6c9-e9fb-4b77-84f7-ccd8aa3529bb" providerId="ADAL" clId="{814D90CD-D400-5612-B49E-CD4DF6BF7C8B}" dt="2026-02-02T12:56:49.360" v="4382"/>
          <ac:spMkLst>
            <pc:docMk/>
            <pc:sldMk cId="0" sldId="290"/>
            <ac:spMk id="3"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8"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11"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12"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13" creationId="{00000000-0000-0000-0000-000000000000}"/>
          </ac:spMkLst>
        </pc:spChg>
        <pc:spChg chg="mod">
          <ac:chgData name="Schlesinger, Sebastian" userId="d814e6c9-e9fb-4b77-84f7-ccd8aa3529bb" providerId="ADAL" clId="{814D90CD-D400-5612-B49E-CD4DF6BF7C8B}" dt="2026-02-02T14:14:14.007" v="4572" actId="1076"/>
          <ac:spMkLst>
            <pc:docMk/>
            <pc:sldMk cId="0" sldId="290"/>
            <ac:spMk id="21510"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21520"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21521"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21522"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21523" creationId="{00000000-0000-0000-0000-000000000000}"/>
          </ac:spMkLst>
        </pc:spChg>
        <pc:spChg chg="mod">
          <ac:chgData name="Schlesinger, Sebastian" userId="d814e6c9-e9fb-4b77-84f7-ccd8aa3529bb" providerId="ADAL" clId="{814D90CD-D400-5612-B49E-CD4DF6BF7C8B}" dt="2026-02-02T14:14:08.735" v="4570" actId="1076"/>
          <ac:spMkLst>
            <pc:docMk/>
            <pc:sldMk cId="0" sldId="290"/>
            <ac:spMk id="21524" creationId="{00000000-0000-0000-0000-000000000000}"/>
          </ac:spMkLst>
        </pc:spChg>
        <pc:cxnChg chg="mod">
          <ac:chgData name="Schlesinger, Sebastian" userId="d814e6c9-e9fb-4b77-84f7-ccd8aa3529bb" providerId="ADAL" clId="{814D90CD-D400-5612-B49E-CD4DF6BF7C8B}" dt="2026-02-02T14:14:08.735" v="4570" actId="1076"/>
          <ac:cxnSpMkLst>
            <pc:docMk/>
            <pc:sldMk cId="0" sldId="290"/>
            <ac:cxnSpMk id="19" creationId="{00000000-0000-0000-0000-000000000000}"/>
          </ac:cxnSpMkLst>
        </pc:cxnChg>
      </pc:sldChg>
      <pc:sldChg chg="modSp add mod modNotes">
        <pc:chgData name="Schlesinger, Sebastian" userId="d814e6c9-e9fb-4b77-84f7-ccd8aa3529bb" providerId="ADAL" clId="{814D90CD-D400-5612-B49E-CD4DF6BF7C8B}" dt="2026-02-03T11:35:30.032" v="5456" actId="1076"/>
        <pc:sldMkLst>
          <pc:docMk/>
          <pc:sldMk cId="2170652245" sldId="290"/>
        </pc:sldMkLst>
        <pc:spChg chg="mod">
          <ac:chgData name="Schlesinger, Sebastian" userId="d814e6c9-e9fb-4b77-84f7-ccd8aa3529bb" providerId="ADAL" clId="{814D90CD-D400-5612-B49E-CD4DF6BF7C8B}" dt="2026-02-03T11:35:17.748" v="5455" actId="1076"/>
          <ac:spMkLst>
            <pc:docMk/>
            <pc:sldMk cId="2170652245" sldId="290"/>
            <ac:spMk id="2" creationId="{00000000-0000-0000-0000-000000000000}"/>
          </ac:spMkLst>
        </pc:spChg>
        <pc:spChg chg="mod">
          <ac:chgData name="Schlesinger, Sebastian" userId="d814e6c9-e9fb-4b77-84f7-ccd8aa3529bb" providerId="ADAL" clId="{814D90CD-D400-5612-B49E-CD4DF6BF7C8B}" dt="2026-02-02T17:24:05.211" v="5125"/>
          <ac:spMkLst>
            <pc:docMk/>
            <pc:sldMk cId="2170652245" sldId="290"/>
            <ac:spMk id="5" creationId="{00000000-0000-0000-0000-000000000000}"/>
          </ac:spMkLst>
        </pc:spChg>
        <pc:spChg chg="mod">
          <ac:chgData name="Schlesinger, Sebastian" userId="d814e6c9-e9fb-4b77-84f7-ccd8aa3529bb" providerId="ADAL" clId="{814D90CD-D400-5612-B49E-CD4DF6BF7C8B}" dt="2026-02-02T17:24:05.211" v="5125"/>
          <ac:spMkLst>
            <pc:docMk/>
            <pc:sldMk cId="2170652245" sldId="290"/>
            <ac:spMk id="6" creationId="{00000000-0000-0000-0000-000000000000}"/>
          </ac:spMkLst>
        </pc:spChg>
        <pc:spChg chg="mod">
          <ac:chgData name="Schlesinger, Sebastian" userId="d814e6c9-e9fb-4b77-84f7-ccd8aa3529bb" providerId="ADAL" clId="{814D90CD-D400-5612-B49E-CD4DF6BF7C8B}" dt="2026-02-03T11:35:30.032" v="5456" actId="1076"/>
          <ac:spMkLst>
            <pc:docMk/>
            <pc:sldMk cId="2170652245" sldId="290"/>
            <ac:spMk id="9" creationId="{00000000-0000-0000-0000-000000000000}"/>
          </ac:spMkLst>
        </pc:spChg>
        <pc:spChg chg="mod">
          <ac:chgData name="Schlesinger, Sebastian" userId="d814e6c9-e9fb-4b77-84f7-ccd8aa3529bb" providerId="ADAL" clId="{814D90CD-D400-5612-B49E-CD4DF6BF7C8B}" dt="2026-02-03T11:35:30.032" v="5456" actId="1076"/>
          <ac:spMkLst>
            <pc:docMk/>
            <pc:sldMk cId="2170652245" sldId="290"/>
            <ac:spMk id="11" creationId="{00000000-0000-0000-0000-000000000000}"/>
          </ac:spMkLst>
        </pc:spChg>
        <pc:spChg chg="mod">
          <ac:chgData name="Schlesinger, Sebastian" userId="d814e6c9-e9fb-4b77-84f7-ccd8aa3529bb" providerId="ADAL" clId="{814D90CD-D400-5612-B49E-CD4DF6BF7C8B}" dt="2026-02-03T11:35:30.032" v="5456" actId="1076"/>
          <ac:spMkLst>
            <pc:docMk/>
            <pc:sldMk cId="2170652245" sldId="290"/>
            <ac:spMk id="16" creationId="{00000000-0000-0000-0000-000000000000}"/>
          </ac:spMkLst>
        </pc:spChg>
        <pc:spChg chg="mod">
          <ac:chgData name="Schlesinger, Sebastian" userId="d814e6c9-e9fb-4b77-84f7-ccd8aa3529bb" providerId="ADAL" clId="{814D90CD-D400-5612-B49E-CD4DF6BF7C8B}" dt="2026-02-03T11:35:30.032" v="5456" actId="1076"/>
          <ac:spMkLst>
            <pc:docMk/>
            <pc:sldMk cId="2170652245" sldId="290"/>
            <ac:spMk id="17" creationId="{00000000-0000-0000-0000-000000000000}"/>
          </ac:spMkLst>
        </pc:spChg>
        <pc:spChg chg="mod">
          <ac:chgData name="Schlesinger, Sebastian" userId="d814e6c9-e9fb-4b77-84f7-ccd8aa3529bb" providerId="ADAL" clId="{814D90CD-D400-5612-B49E-CD4DF6BF7C8B}" dt="2026-02-03T11:35:30.032" v="5456" actId="1076"/>
          <ac:spMkLst>
            <pc:docMk/>
            <pc:sldMk cId="2170652245" sldId="290"/>
            <ac:spMk id="18" creationId="{00000000-0000-0000-0000-000000000000}"/>
          </ac:spMkLst>
        </pc:spChg>
        <pc:spChg chg="mod">
          <ac:chgData name="Schlesinger, Sebastian" userId="d814e6c9-e9fb-4b77-84f7-ccd8aa3529bb" providerId="ADAL" clId="{814D90CD-D400-5612-B49E-CD4DF6BF7C8B}" dt="2026-02-03T11:35:30.032" v="5456" actId="1076"/>
          <ac:spMkLst>
            <pc:docMk/>
            <pc:sldMk cId="2170652245" sldId="290"/>
            <ac:spMk id="4100" creationId="{00000000-0000-0000-0000-000000000000}"/>
          </ac:spMkLst>
        </pc:spChg>
        <pc:picChg chg="mod">
          <ac:chgData name="Schlesinger, Sebastian" userId="d814e6c9-e9fb-4b77-84f7-ccd8aa3529bb" providerId="ADAL" clId="{814D90CD-D400-5612-B49E-CD4DF6BF7C8B}" dt="2026-02-03T11:35:30.032" v="5456" actId="1076"/>
          <ac:picMkLst>
            <pc:docMk/>
            <pc:sldMk cId="2170652245" sldId="290"/>
            <ac:picMk id="4098" creationId="{00000000-0000-0000-0000-000000000000}"/>
          </ac:picMkLst>
        </pc:picChg>
        <pc:picChg chg="mod">
          <ac:chgData name="Schlesinger, Sebastian" userId="d814e6c9-e9fb-4b77-84f7-ccd8aa3529bb" providerId="ADAL" clId="{814D90CD-D400-5612-B49E-CD4DF6BF7C8B}" dt="2026-02-03T11:35:30.032" v="5456" actId="1076"/>
          <ac:picMkLst>
            <pc:docMk/>
            <pc:sldMk cId="2170652245" sldId="290"/>
            <ac:picMk id="5123" creationId="{00000000-0000-0000-0000-000000000000}"/>
          </ac:picMkLst>
        </pc:picChg>
        <pc:cxnChg chg="mod">
          <ac:chgData name="Schlesinger, Sebastian" userId="d814e6c9-e9fb-4b77-84f7-ccd8aa3529bb" providerId="ADAL" clId="{814D90CD-D400-5612-B49E-CD4DF6BF7C8B}" dt="2026-02-03T11:35:30.032" v="5456" actId="1076"/>
          <ac:cxnSpMkLst>
            <pc:docMk/>
            <pc:sldMk cId="2170652245" sldId="290"/>
            <ac:cxnSpMk id="13" creationId="{00000000-0000-0000-0000-000000000000}"/>
          </ac:cxnSpMkLst>
        </pc:cxnChg>
        <pc:cxnChg chg="mod">
          <ac:chgData name="Schlesinger, Sebastian" userId="d814e6c9-e9fb-4b77-84f7-ccd8aa3529bb" providerId="ADAL" clId="{814D90CD-D400-5612-B49E-CD4DF6BF7C8B}" dt="2026-02-03T11:35:30.032" v="5456" actId="1076"/>
          <ac:cxnSpMkLst>
            <pc:docMk/>
            <pc:sldMk cId="2170652245" sldId="290"/>
            <ac:cxnSpMk id="29" creationId="{00000000-0000-0000-0000-000000000000}"/>
          </ac:cxnSpMkLst>
        </pc:cxnChg>
      </pc:sldChg>
      <pc:sldChg chg="modSp add del mod">
        <pc:chgData name="Schlesinger, Sebastian" userId="d814e6c9-e9fb-4b77-84f7-ccd8aa3529bb" providerId="ADAL" clId="{814D90CD-D400-5612-B49E-CD4DF6BF7C8B}" dt="2026-02-02T17:23:42.637" v="5075" actId="2696"/>
        <pc:sldMkLst>
          <pc:docMk/>
          <pc:sldMk cId="0" sldId="291"/>
        </pc:sldMkLst>
        <pc:spChg chg="mod">
          <ac:chgData name="Schlesinger, Sebastian" userId="d814e6c9-e9fb-4b77-84f7-ccd8aa3529bb" providerId="ADAL" clId="{814D90CD-D400-5612-B49E-CD4DF6BF7C8B}" dt="2026-02-02T12:56:49.360" v="4382"/>
          <ac:spMkLst>
            <pc:docMk/>
            <pc:sldMk cId="0" sldId="291"/>
            <ac:spMk id="3" creationId="{00000000-0000-0000-0000-000000000000}"/>
          </ac:spMkLst>
        </pc:spChg>
        <pc:spChg chg="mod">
          <ac:chgData name="Schlesinger, Sebastian" userId="d814e6c9-e9fb-4b77-84f7-ccd8aa3529bb" providerId="ADAL" clId="{814D90CD-D400-5612-B49E-CD4DF6BF7C8B}" dt="2026-02-02T12:56:49.360" v="4382"/>
          <ac:spMkLst>
            <pc:docMk/>
            <pc:sldMk cId="0" sldId="291"/>
            <ac:spMk id="4" creationId="{00000000-0000-0000-0000-000000000000}"/>
          </ac:spMkLst>
        </pc:spChg>
        <pc:grpChg chg="mod">
          <ac:chgData name="Schlesinger, Sebastian" userId="d814e6c9-e9fb-4b77-84f7-ccd8aa3529bb" providerId="ADAL" clId="{814D90CD-D400-5612-B49E-CD4DF6BF7C8B}" dt="2026-02-02T14:15:14.163" v="4583" actId="1076"/>
          <ac:grpSpMkLst>
            <pc:docMk/>
            <pc:sldMk cId="0" sldId="291"/>
            <ac:grpSpMk id="24582" creationId="{00000000-0000-0000-0000-000000000000}"/>
          </ac:grpSpMkLst>
        </pc:grpChg>
        <pc:grpChg chg="mod">
          <ac:chgData name="Schlesinger, Sebastian" userId="d814e6c9-e9fb-4b77-84f7-ccd8aa3529bb" providerId="ADAL" clId="{814D90CD-D400-5612-B49E-CD4DF6BF7C8B}" dt="2026-02-02T14:15:14.163" v="4583" actId="1076"/>
          <ac:grpSpMkLst>
            <pc:docMk/>
            <pc:sldMk cId="0" sldId="291"/>
            <ac:grpSpMk id="24583" creationId="{00000000-0000-0000-0000-000000000000}"/>
          </ac:grpSpMkLst>
        </pc:grpChg>
        <pc:grpChg chg="mod">
          <ac:chgData name="Schlesinger, Sebastian" userId="d814e6c9-e9fb-4b77-84f7-ccd8aa3529bb" providerId="ADAL" clId="{814D90CD-D400-5612-B49E-CD4DF6BF7C8B}" dt="2026-02-02T14:15:14.163" v="4583" actId="1076"/>
          <ac:grpSpMkLst>
            <pc:docMk/>
            <pc:sldMk cId="0" sldId="291"/>
            <ac:grpSpMk id="24584" creationId="{00000000-0000-0000-0000-000000000000}"/>
          </ac:grpSpMkLst>
        </pc:grpChg>
      </pc:sldChg>
      <pc:sldChg chg="modSp add mod">
        <pc:chgData name="Schlesinger, Sebastian" userId="d814e6c9-e9fb-4b77-84f7-ccd8aa3529bb" providerId="ADAL" clId="{814D90CD-D400-5612-B49E-CD4DF6BF7C8B}" dt="2026-02-03T11:57:06.663" v="5483" actId="12"/>
        <pc:sldMkLst>
          <pc:docMk/>
          <pc:sldMk cId="3040342169" sldId="292"/>
        </pc:sldMkLst>
        <pc:spChg chg="mod">
          <ac:chgData name="Schlesinger, Sebastian" userId="d814e6c9-e9fb-4b77-84f7-ccd8aa3529bb" providerId="ADAL" clId="{814D90CD-D400-5612-B49E-CD4DF6BF7C8B}" dt="2026-02-03T11:56:46.049" v="5477" actId="1076"/>
          <ac:spMkLst>
            <pc:docMk/>
            <pc:sldMk cId="3040342169" sldId="292"/>
            <ac:spMk id="2" creationId="{00000000-0000-0000-0000-000000000000}"/>
          </ac:spMkLst>
        </pc:spChg>
        <pc:spChg chg="mod">
          <ac:chgData name="Schlesinger, Sebastian" userId="d814e6c9-e9fb-4b77-84f7-ccd8aa3529bb" providerId="ADAL" clId="{814D90CD-D400-5612-B49E-CD4DF6BF7C8B}" dt="2026-02-02T17:24:05.211" v="5125"/>
          <ac:spMkLst>
            <pc:docMk/>
            <pc:sldMk cId="3040342169" sldId="292"/>
            <ac:spMk id="5" creationId="{00000000-0000-0000-0000-000000000000}"/>
          </ac:spMkLst>
        </pc:spChg>
        <pc:spChg chg="mod">
          <ac:chgData name="Schlesinger, Sebastian" userId="d814e6c9-e9fb-4b77-84f7-ccd8aa3529bb" providerId="ADAL" clId="{814D90CD-D400-5612-B49E-CD4DF6BF7C8B}" dt="2026-02-02T17:24:05.211" v="5125"/>
          <ac:spMkLst>
            <pc:docMk/>
            <pc:sldMk cId="3040342169" sldId="292"/>
            <ac:spMk id="6" creationId="{00000000-0000-0000-0000-000000000000}"/>
          </ac:spMkLst>
        </pc:spChg>
        <pc:spChg chg="mod">
          <ac:chgData name="Schlesinger, Sebastian" userId="d814e6c9-e9fb-4b77-84f7-ccd8aa3529bb" providerId="ADAL" clId="{814D90CD-D400-5612-B49E-CD4DF6BF7C8B}" dt="2026-02-03T11:57:06.663" v="5483" actId="12"/>
          <ac:spMkLst>
            <pc:docMk/>
            <pc:sldMk cId="3040342169" sldId="292"/>
            <ac:spMk id="38" creationId="{00000000-0000-0000-0000-000000000000}"/>
          </ac:spMkLst>
        </pc:spChg>
      </pc:sldChg>
      <pc:sldChg chg="modSp add del mod modNotes">
        <pc:chgData name="Schlesinger, Sebastian" userId="d814e6c9-e9fb-4b77-84f7-ccd8aa3529bb" providerId="ADAL" clId="{814D90CD-D400-5612-B49E-CD4DF6BF7C8B}" dt="2026-02-02T17:23:42.723" v="5117" actId="2696"/>
        <pc:sldMkLst>
          <pc:docMk/>
          <pc:sldMk cId="0" sldId="293"/>
        </pc:sldMkLst>
        <pc:spChg chg="mod">
          <ac:chgData name="Schlesinger, Sebastian" userId="d814e6c9-e9fb-4b77-84f7-ccd8aa3529bb" providerId="ADAL" clId="{814D90CD-D400-5612-B49E-CD4DF6BF7C8B}" dt="2026-02-02T12:56:49.360" v="4382"/>
          <ac:spMkLst>
            <pc:docMk/>
            <pc:sldMk cId="0" sldId="293"/>
            <ac:spMk id="2" creationId="{00000000-0000-0000-0000-000000000000}"/>
          </ac:spMkLst>
        </pc:spChg>
        <pc:spChg chg="mod">
          <ac:chgData name="Schlesinger, Sebastian" userId="d814e6c9-e9fb-4b77-84f7-ccd8aa3529bb" providerId="ADAL" clId="{814D90CD-D400-5612-B49E-CD4DF6BF7C8B}" dt="2026-02-02T12:56:49.360" v="4382"/>
          <ac:spMkLst>
            <pc:docMk/>
            <pc:sldMk cId="0" sldId="293"/>
            <ac:spMk id="3" creationId="{00000000-0000-0000-0000-000000000000}"/>
          </ac:spMkLst>
        </pc:spChg>
        <pc:spChg chg="mod">
          <ac:chgData name="Schlesinger, Sebastian" userId="d814e6c9-e9fb-4b77-84f7-ccd8aa3529bb" providerId="ADAL" clId="{814D90CD-D400-5612-B49E-CD4DF6BF7C8B}" dt="2026-02-02T12:57:55.405" v="4391" actId="14100"/>
          <ac:spMkLst>
            <pc:docMk/>
            <pc:sldMk cId="0" sldId="293"/>
            <ac:spMk id="4101" creationId="{00000000-0000-0000-0000-000000000000}"/>
          </ac:spMkLst>
        </pc:spChg>
        <pc:spChg chg="mod">
          <ac:chgData name="Schlesinger, Sebastian" userId="d814e6c9-e9fb-4b77-84f7-ccd8aa3529bb" providerId="ADAL" clId="{814D90CD-D400-5612-B49E-CD4DF6BF7C8B}" dt="2026-02-02T12:58:17.359" v="4394" actId="12"/>
          <ac:spMkLst>
            <pc:docMk/>
            <pc:sldMk cId="0" sldId="293"/>
            <ac:spMk id="4102" creationId="{00000000-0000-0000-0000-000000000000}"/>
          </ac:spMkLst>
        </pc:spChg>
      </pc:sldChg>
      <pc:sldChg chg="modSp add mod">
        <pc:chgData name="Schlesinger, Sebastian" userId="d814e6c9-e9fb-4b77-84f7-ccd8aa3529bb" providerId="ADAL" clId="{814D90CD-D400-5612-B49E-CD4DF6BF7C8B}" dt="2026-02-03T11:58:24.304" v="5487" actId="1076"/>
        <pc:sldMkLst>
          <pc:docMk/>
          <pc:sldMk cId="3730356808" sldId="293"/>
        </pc:sldMkLst>
        <pc:spChg chg="mod">
          <ac:chgData name="Schlesinger, Sebastian" userId="d814e6c9-e9fb-4b77-84f7-ccd8aa3529bb" providerId="ADAL" clId="{814D90CD-D400-5612-B49E-CD4DF6BF7C8B}" dt="2026-02-03T11:58:15.445" v="5485" actId="1076"/>
          <ac:spMkLst>
            <pc:docMk/>
            <pc:sldMk cId="3730356808" sldId="293"/>
            <ac:spMk id="2" creationId="{00000000-0000-0000-0000-000000000000}"/>
          </ac:spMkLst>
        </pc:spChg>
        <pc:spChg chg="mod">
          <ac:chgData name="Schlesinger, Sebastian" userId="d814e6c9-e9fb-4b77-84f7-ccd8aa3529bb" providerId="ADAL" clId="{814D90CD-D400-5612-B49E-CD4DF6BF7C8B}" dt="2026-02-03T11:58:22.267" v="5486" actId="1076"/>
          <ac:spMkLst>
            <pc:docMk/>
            <pc:sldMk cId="3730356808" sldId="293"/>
            <ac:spMk id="4" creationId="{00000000-0000-0000-0000-000000000000}"/>
          </ac:spMkLst>
        </pc:spChg>
        <pc:spChg chg="mod">
          <ac:chgData name="Schlesinger, Sebastian" userId="d814e6c9-e9fb-4b77-84f7-ccd8aa3529bb" providerId="ADAL" clId="{814D90CD-D400-5612-B49E-CD4DF6BF7C8B}" dt="2026-02-02T17:24:05.211" v="5125"/>
          <ac:spMkLst>
            <pc:docMk/>
            <pc:sldMk cId="3730356808" sldId="293"/>
            <ac:spMk id="5" creationId="{00000000-0000-0000-0000-000000000000}"/>
          </ac:spMkLst>
        </pc:spChg>
        <pc:spChg chg="mod">
          <ac:chgData name="Schlesinger, Sebastian" userId="d814e6c9-e9fb-4b77-84f7-ccd8aa3529bb" providerId="ADAL" clId="{814D90CD-D400-5612-B49E-CD4DF6BF7C8B}" dt="2026-02-02T17:24:05.211" v="5125"/>
          <ac:spMkLst>
            <pc:docMk/>
            <pc:sldMk cId="3730356808" sldId="293"/>
            <ac:spMk id="6" creationId="{00000000-0000-0000-0000-000000000000}"/>
          </ac:spMkLst>
        </pc:spChg>
        <pc:spChg chg="mod">
          <ac:chgData name="Schlesinger, Sebastian" userId="d814e6c9-e9fb-4b77-84f7-ccd8aa3529bb" providerId="ADAL" clId="{814D90CD-D400-5612-B49E-CD4DF6BF7C8B}" dt="2026-02-03T11:58:22.267" v="5486" actId="1076"/>
          <ac:spMkLst>
            <pc:docMk/>
            <pc:sldMk cId="3730356808" sldId="293"/>
            <ac:spMk id="8" creationId="{00000000-0000-0000-0000-000000000000}"/>
          </ac:spMkLst>
        </pc:spChg>
        <pc:spChg chg="mod">
          <ac:chgData name="Schlesinger, Sebastian" userId="d814e6c9-e9fb-4b77-84f7-ccd8aa3529bb" providerId="ADAL" clId="{814D90CD-D400-5612-B49E-CD4DF6BF7C8B}" dt="2026-02-03T11:58:22.267" v="5486" actId="1076"/>
          <ac:spMkLst>
            <pc:docMk/>
            <pc:sldMk cId="3730356808" sldId="293"/>
            <ac:spMk id="14" creationId="{00000000-0000-0000-0000-000000000000}"/>
          </ac:spMkLst>
        </pc:spChg>
        <pc:spChg chg="mod">
          <ac:chgData name="Schlesinger, Sebastian" userId="d814e6c9-e9fb-4b77-84f7-ccd8aa3529bb" providerId="ADAL" clId="{814D90CD-D400-5612-B49E-CD4DF6BF7C8B}" dt="2026-02-03T11:58:22.267" v="5486" actId="1076"/>
          <ac:spMkLst>
            <pc:docMk/>
            <pc:sldMk cId="3730356808" sldId="293"/>
            <ac:spMk id="18" creationId="{00000000-0000-0000-0000-000000000000}"/>
          </ac:spMkLst>
        </pc:spChg>
        <pc:spChg chg="mod">
          <ac:chgData name="Schlesinger, Sebastian" userId="d814e6c9-e9fb-4b77-84f7-ccd8aa3529bb" providerId="ADAL" clId="{814D90CD-D400-5612-B49E-CD4DF6BF7C8B}" dt="2026-02-03T11:58:24.304" v="5487" actId="1076"/>
          <ac:spMkLst>
            <pc:docMk/>
            <pc:sldMk cId="3730356808" sldId="293"/>
            <ac:spMk id="28" creationId="{00000000-0000-0000-0000-000000000000}"/>
          </ac:spMkLst>
        </pc:spChg>
        <pc:picChg chg="mod">
          <ac:chgData name="Schlesinger, Sebastian" userId="d814e6c9-e9fb-4b77-84f7-ccd8aa3529bb" providerId="ADAL" clId="{814D90CD-D400-5612-B49E-CD4DF6BF7C8B}" dt="2026-02-03T11:58:22.267" v="5486" actId="1076"/>
          <ac:picMkLst>
            <pc:docMk/>
            <pc:sldMk cId="3730356808" sldId="293"/>
            <ac:picMk id="1026" creationId="{00000000-0000-0000-0000-000000000000}"/>
          </ac:picMkLst>
        </pc:picChg>
        <pc:cxnChg chg="mod">
          <ac:chgData name="Schlesinger, Sebastian" userId="d814e6c9-e9fb-4b77-84f7-ccd8aa3529bb" providerId="ADAL" clId="{814D90CD-D400-5612-B49E-CD4DF6BF7C8B}" dt="2026-02-03T11:58:22.267" v="5486" actId="1076"/>
          <ac:cxnSpMkLst>
            <pc:docMk/>
            <pc:sldMk cId="3730356808" sldId="293"/>
            <ac:cxnSpMk id="9" creationId="{00000000-0000-0000-0000-000000000000}"/>
          </ac:cxnSpMkLst>
        </pc:cxnChg>
        <pc:cxnChg chg="mod">
          <ac:chgData name="Schlesinger, Sebastian" userId="d814e6c9-e9fb-4b77-84f7-ccd8aa3529bb" providerId="ADAL" clId="{814D90CD-D400-5612-B49E-CD4DF6BF7C8B}" dt="2026-02-03T11:58:22.267" v="5486" actId="1076"/>
          <ac:cxnSpMkLst>
            <pc:docMk/>
            <pc:sldMk cId="3730356808" sldId="293"/>
            <ac:cxnSpMk id="15" creationId="{00000000-0000-0000-0000-000000000000}"/>
          </ac:cxnSpMkLst>
        </pc:cxnChg>
        <pc:cxnChg chg="mod">
          <ac:chgData name="Schlesinger, Sebastian" userId="d814e6c9-e9fb-4b77-84f7-ccd8aa3529bb" providerId="ADAL" clId="{814D90CD-D400-5612-B49E-CD4DF6BF7C8B}" dt="2026-02-03T11:58:22.267" v="5486" actId="1076"/>
          <ac:cxnSpMkLst>
            <pc:docMk/>
            <pc:sldMk cId="3730356808" sldId="293"/>
            <ac:cxnSpMk id="19" creationId="{00000000-0000-0000-0000-000000000000}"/>
          </ac:cxnSpMkLst>
        </pc:cxnChg>
      </pc:sldChg>
      <pc:sldChg chg="modSp add mod">
        <pc:chgData name="Schlesinger, Sebastian" userId="d814e6c9-e9fb-4b77-84f7-ccd8aa3529bb" providerId="ADAL" clId="{814D90CD-D400-5612-B49E-CD4DF6BF7C8B}" dt="2026-02-03T11:58:47.330" v="5494" actId="1076"/>
        <pc:sldMkLst>
          <pc:docMk/>
          <pc:sldMk cId="3602297389" sldId="294"/>
        </pc:sldMkLst>
        <pc:spChg chg="mod">
          <ac:chgData name="Schlesinger, Sebastian" userId="d814e6c9-e9fb-4b77-84f7-ccd8aa3529bb" providerId="ADAL" clId="{814D90CD-D400-5612-B49E-CD4DF6BF7C8B}" dt="2026-02-02T17:24:05.211" v="5125"/>
          <ac:spMkLst>
            <pc:docMk/>
            <pc:sldMk cId="3602297389" sldId="294"/>
            <ac:spMk id="5" creationId="{00000000-0000-0000-0000-000000000000}"/>
          </ac:spMkLst>
        </pc:spChg>
        <pc:spChg chg="mod">
          <ac:chgData name="Schlesinger, Sebastian" userId="d814e6c9-e9fb-4b77-84f7-ccd8aa3529bb" providerId="ADAL" clId="{814D90CD-D400-5612-B49E-CD4DF6BF7C8B}" dt="2026-02-02T17:24:05.211" v="5125"/>
          <ac:spMkLst>
            <pc:docMk/>
            <pc:sldMk cId="3602297389" sldId="294"/>
            <ac:spMk id="6" creationId="{00000000-0000-0000-0000-000000000000}"/>
          </ac:spMkLst>
        </pc:spChg>
        <pc:spChg chg="mod">
          <ac:chgData name="Schlesinger, Sebastian" userId="d814e6c9-e9fb-4b77-84f7-ccd8aa3529bb" providerId="ADAL" clId="{814D90CD-D400-5612-B49E-CD4DF6BF7C8B}" dt="2026-02-03T11:58:47.330" v="5494" actId="1076"/>
          <ac:spMkLst>
            <pc:docMk/>
            <pc:sldMk cId="3602297389" sldId="294"/>
            <ac:spMk id="38" creationId="{00000000-0000-0000-0000-000000000000}"/>
          </ac:spMkLst>
        </pc:spChg>
      </pc:sldChg>
      <pc:sldChg chg="modSp add mod modNotes">
        <pc:chgData name="Schlesinger, Sebastian" userId="d814e6c9-e9fb-4b77-84f7-ccd8aa3529bb" providerId="ADAL" clId="{814D90CD-D400-5612-B49E-CD4DF6BF7C8B}" dt="2026-02-03T11:59:10.674" v="5499" actId="14100"/>
        <pc:sldMkLst>
          <pc:docMk/>
          <pc:sldMk cId="3765841763" sldId="295"/>
        </pc:sldMkLst>
        <pc:spChg chg="mod">
          <ac:chgData name="Schlesinger, Sebastian" userId="d814e6c9-e9fb-4b77-84f7-ccd8aa3529bb" providerId="ADAL" clId="{814D90CD-D400-5612-B49E-CD4DF6BF7C8B}" dt="2026-02-03T11:59:10.674" v="5499" actId="14100"/>
          <ac:spMkLst>
            <pc:docMk/>
            <pc:sldMk cId="3765841763" sldId="295"/>
            <ac:spMk id="2" creationId="{00000000-0000-0000-0000-000000000000}"/>
          </ac:spMkLst>
        </pc:spChg>
        <pc:spChg chg="mod">
          <ac:chgData name="Schlesinger, Sebastian" userId="d814e6c9-e9fb-4b77-84f7-ccd8aa3529bb" providerId="ADAL" clId="{814D90CD-D400-5612-B49E-CD4DF6BF7C8B}" dt="2026-02-03T11:58:58.384" v="5495" actId="1076"/>
          <ac:spMkLst>
            <pc:docMk/>
            <pc:sldMk cId="3765841763" sldId="295"/>
            <ac:spMk id="4" creationId="{00000000-0000-0000-0000-000000000000}"/>
          </ac:spMkLst>
        </pc:spChg>
        <pc:spChg chg="mod">
          <ac:chgData name="Schlesinger, Sebastian" userId="d814e6c9-e9fb-4b77-84f7-ccd8aa3529bb" providerId="ADAL" clId="{814D90CD-D400-5612-B49E-CD4DF6BF7C8B}" dt="2026-02-02T17:24:05.211" v="5125"/>
          <ac:spMkLst>
            <pc:docMk/>
            <pc:sldMk cId="3765841763" sldId="295"/>
            <ac:spMk id="5" creationId="{00000000-0000-0000-0000-000000000000}"/>
          </ac:spMkLst>
        </pc:spChg>
        <pc:spChg chg="mod">
          <ac:chgData name="Schlesinger, Sebastian" userId="d814e6c9-e9fb-4b77-84f7-ccd8aa3529bb" providerId="ADAL" clId="{814D90CD-D400-5612-B49E-CD4DF6BF7C8B}" dt="2026-02-02T17:24:05.211" v="5125"/>
          <ac:spMkLst>
            <pc:docMk/>
            <pc:sldMk cId="3765841763" sldId="295"/>
            <ac:spMk id="6" creationId="{00000000-0000-0000-0000-000000000000}"/>
          </ac:spMkLst>
        </pc:spChg>
        <pc:spChg chg="mod">
          <ac:chgData name="Schlesinger, Sebastian" userId="d814e6c9-e9fb-4b77-84f7-ccd8aa3529bb" providerId="ADAL" clId="{814D90CD-D400-5612-B49E-CD4DF6BF7C8B}" dt="2026-02-03T11:58:58.384" v="5495" actId="1076"/>
          <ac:spMkLst>
            <pc:docMk/>
            <pc:sldMk cId="3765841763" sldId="295"/>
            <ac:spMk id="10" creationId="{00000000-0000-0000-0000-000000000000}"/>
          </ac:spMkLst>
        </pc:spChg>
        <pc:spChg chg="mod">
          <ac:chgData name="Schlesinger, Sebastian" userId="d814e6c9-e9fb-4b77-84f7-ccd8aa3529bb" providerId="ADAL" clId="{814D90CD-D400-5612-B49E-CD4DF6BF7C8B}" dt="2026-02-03T11:59:07.796" v="5498" actId="1076"/>
          <ac:spMkLst>
            <pc:docMk/>
            <pc:sldMk cId="3765841763" sldId="295"/>
            <ac:spMk id="13" creationId="{00000000-0000-0000-0000-000000000000}"/>
          </ac:spMkLst>
        </pc:spChg>
        <pc:spChg chg="mod">
          <ac:chgData name="Schlesinger, Sebastian" userId="d814e6c9-e9fb-4b77-84f7-ccd8aa3529bb" providerId="ADAL" clId="{814D90CD-D400-5612-B49E-CD4DF6BF7C8B}" dt="2026-02-03T11:58:58.384" v="5495" actId="1076"/>
          <ac:spMkLst>
            <pc:docMk/>
            <pc:sldMk cId="3765841763" sldId="295"/>
            <ac:spMk id="16" creationId="{00000000-0000-0000-0000-000000000000}"/>
          </ac:spMkLst>
        </pc:spChg>
        <pc:spChg chg="mod">
          <ac:chgData name="Schlesinger, Sebastian" userId="d814e6c9-e9fb-4b77-84f7-ccd8aa3529bb" providerId="ADAL" clId="{814D90CD-D400-5612-B49E-CD4DF6BF7C8B}" dt="2026-02-03T11:59:01.411" v="5496" actId="1076"/>
          <ac:spMkLst>
            <pc:docMk/>
            <pc:sldMk cId="3765841763" sldId="295"/>
            <ac:spMk id="18" creationId="{00000000-0000-0000-0000-000000000000}"/>
          </ac:spMkLst>
        </pc:spChg>
        <pc:picChg chg="mod">
          <ac:chgData name="Schlesinger, Sebastian" userId="d814e6c9-e9fb-4b77-84f7-ccd8aa3529bb" providerId="ADAL" clId="{814D90CD-D400-5612-B49E-CD4DF6BF7C8B}" dt="2026-02-03T11:58:58.384" v="5495" actId="1076"/>
          <ac:picMkLst>
            <pc:docMk/>
            <pc:sldMk cId="3765841763" sldId="295"/>
            <ac:picMk id="3074" creationId="{00000000-0000-0000-0000-000000000000}"/>
          </ac:picMkLst>
        </pc:picChg>
        <pc:cxnChg chg="mod">
          <ac:chgData name="Schlesinger, Sebastian" userId="d814e6c9-e9fb-4b77-84f7-ccd8aa3529bb" providerId="ADAL" clId="{814D90CD-D400-5612-B49E-CD4DF6BF7C8B}" dt="2026-02-03T11:58:58.384" v="5495" actId="1076"/>
          <ac:cxnSpMkLst>
            <pc:docMk/>
            <pc:sldMk cId="3765841763" sldId="295"/>
            <ac:cxnSpMk id="11" creationId="{00000000-0000-0000-0000-000000000000}"/>
          </ac:cxnSpMkLst>
        </pc:cxnChg>
        <pc:cxnChg chg="mod">
          <ac:chgData name="Schlesinger, Sebastian" userId="d814e6c9-e9fb-4b77-84f7-ccd8aa3529bb" providerId="ADAL" clId="{814D90CD-D400-5612-B49E-CD4DF6BF7C8B}" dt="2026-02-03T11:58:58.384" v="5495" actId="1076"/>
          <ac:cxnSpMkLst>
            <pc:docMk/>
            <pc:sldMk cId="3765841763" sldId="295"/>
            <ac:cxnSpMk id="14" creationId="{00000000-0000-0000-0000-000000000000}"/>
          </ac:cxnSpMkLst>
        </pc:cxnChg>
        <pc:cxnChg chg="mod">
          <ac:chgData name="Schlesinger, Sebastian" userId="d814e6c9-e9fb-4b77-84f7-ccd8aa3529bb" providerId="ADAL" clId="{814D90CD-D400-5612-B49E-CD4DF6BF7C8B}" dt="2026-02-03T11:59:04.738" v="5497" actId="14100"/>
          <ac:cxnSpMkLst>
            <pc:docMk/>
            <pc:sldMk cId="3765841763" sldId="295"/>
            <ac:cxnSpMk id="15" creationId="{00000000-0000-0000-0000-000000000000}"/>
          </ac:cxnSpMkLst>
        </pc:cxnChg>
        <pc:cxnChg chg="mod">
          <ac:chgData name="Schlesinger, Sebastian" userId="d814e6c9-e9fb-4b77-84f7-ccd8aa3529bb" providerId="ADAL" clId="{814D90CD-D400-5612-B49E-CD4DF6BF7C8B}" dt="2026-02-03T11:58:58.384" v="5495" actId="1076"/>
          <ac:cxnSpMkLst>
            <pc:docMk/>
            <pc:sldMk cId="3765841763" sldId="295"/>
            <ac:cxnSpMk id="17" creationId="{00000000-0000-0000-0000-000000000000}"/>
          </ac:cxnSpMkLst>
        </pc:cxnChg>
      </pc:sldChg>
      <pc:sldChg chg="modSp add del mod">
        <pc:chgData name="Schlesinger, Sebastian" userId="d814e6c9-e9fb-4b77-84f7-ccd8aa3529bb" providerId="ADAL" clId="{814D90CD-D400-5612-B49E-CD4DF6BF7C8B}" dt="2026-02-02T17:23:42.725" v="5118" actId="2696"/>
        <pc:sldMkLst>
          <pc:docMk/>
          <pc:sldMk cId="0" sldId="296"/>
        </pc:sldMkLst>
        <pc:spChg chg="mod">
          <ac:chgData name="Schlesinger, Sebastian" userId="d814e6c9-e9fb-4b77-84f7-ccd8aa3529bb" providerId="ADAL" clId="{814D90CD-D400-5612-B49E-CD4DF6BF7C8B}" dt="2026-02-02T12:56:49.360" v="4382"/>
          <ac:spMkLst>
            <pc:docMk/>
            <pc:sldMk cId="0" sldId="296"/>
            <ac:spMk id="2" creationId="{00000000-0000-0000-0000-000000000000}"/>
          </ac:spMkLst>
        </pc:spChg>
        <pc:spChg chg="mod">
          <ac:chgData name="Schlesinger, Sebastian" userId="d814e6c9-e9fb-4b77-84f7-ccd8aa3529bb" providerId="ADAL" clId="{814D90CD-D400-5612-B49E-CD4DF6BF7C8B}" dt="2026-02-02T12:56:49.360" v="4382"/>
          <ac:spMkLst>
            <pc:docMk/>
            <pc:sldMk cId="0" sldId="296"/>
            <ac:spMk id="3" creationId="{00000000-0000-0000-0000-000000000000}"/>
          </ac:spMkLst>
        </pc:spChg>
        <pc:spChg chg="mod">
          <ac:chgData name="Schlesinger, Sebastian" userId="d814e6c9-e9fb-4b77-84f7-ccd8aa3529bb" providerId="ADAL" clId="{814D90CD-D400-5612-B49E-CD4DF6BF7C8B}" dt="2026-02-02T14:14:47.753" v="4578" actId="1076"/>
          <ac:spMkLst>
            <pc:docMk/>
            <pc:sldMk cId="0" sldId="296"/>
            <ac:spMk id="22534" creationId="{00000000-0000-0000-0000-000000000000}"/>
          </ac:spMkLst>
        </pc:spChg>
        <pc:grpChg chg="mod">
          <ac:chgData name="Schlesinger, Sebastian" userId="d814e6c9-e9fb-4b77-84f7-ccd8aa3529bb" providerId="ADAL" clId="{814D90CD-D400-5612-B49E-CD4DF6BF7C8B}" dt="2026-02-02T14:14:38.092" v="4576" actId="1076"/>
          <ac:grpSpMkLst>
            <pc:docMk/>
            <pc:sldMk cId="0" sldId="296"/>
            <ac:grpSpMk id="20" creationId="{00000000-0000-0000-0000-000000000000}"/>
          </ac:grpSpMkLst>
        </pc:grpChg>
        <pc:grpChg chg="mod">
          <ac:chgData name="Schlesinger, Sebastian" userId="d814e6c9-e9fb-4b77-84f7-ccd8aa3529bb" providerId="ADAL" clId="{814D90CD-D400-5612-B49E-CD4DF6BF7C8B}" dt="2026-02-02T14:14:38.092" v="4576" actId="1076"/>
          <ac:grpSpMkLst>
            <pc:docMk/>
            <pc:sldMk cId="0" sldId="296"/>
            <ac:grpSpMk id="35" creationId="{00000000-0000-0000-0000-000000000000}"/>
          </ac:grpSpMkLst>
        </pc:grpChg>
      </pc:sldChg>
      <pc:sldChg chg="modSp add mod">
        <pc:chgData name="Schlesinger, Sebastian" userId="d814e6c9-e9fb-4b77-84f7-ccd8aa3529bb" providerId="ADAL" clId="{814D90CD-D400-5612-B49E-CD4DF6BF7C8B}" dt="2026-02-03T11:59:21.479" v="5501" actId="1076"/>
        <pc:sldMkLst>
          <pc:docMk/>
          <pc:sldMk cId="3148096559" sldId="296"/>
        </pc:sldMkLst>
        <pc:spChg chg="mod">
          <ac:chgData name="Schlesinger, Sebastian" userId="d814e6c9-e9fb-4b77-84f7-ccd8aa3529bb" providerId="ADAL" clId="{814D90CD-D400-5612-B49E-CD4DF6BF7C8B}" dt="2026-02-03T11:59:15.490" v="5500" actId="14100"/>
          <ac:spMkLst>
            <pc:docMk/>
            <pc:sldMk cId="3148096559" sldId="296"/>
            <ac:spMk id="2" creationId="{00000000-0000-0000-0000-000000000000}"/>
          </ac:spMkLst>
        </pc:spChg>
        <pc:spChg chg="mod">
          <ac:chgData name="Schlesinger, Sebastian" userId="d814e6c9-e9fb-4b77-84f7-ccd8aa3529bb" providerId="ADAL" clId="{814D90CD-D400-5612-B49E-CD4DF6BF7C8B}" dt="2026-02-02T17:24:05.211" v="5125"/>
          <ac:spMkLst>
            <pc:docMk/>
            <pc:sldMk cId="3148096559" sldId="296"/>
            <ac:spMk id="5" creationId="{00000000-0000-0000-0000-000000000000}"/>
          </ac:spMkLst>
        </pc:spChg>
        <pc:spChg chg="mod">
          <ac:chgData name="Schlesinger, Sebastian" userId="d814e6c9-e9fb-4b77-84f7-ccd8aa3529bb" providerId="ADAL" clId="{814D90CD-D400-5612-B49E-CD4DF6BF7C8B}" dt="2026-02-02T17:24:05.211" v="5125"/>
          <ac:spMkLst>
            <pc:docMk/>
            <pc:sldMk cId="3148096559" sldId="296"/>
            <ac:spMk id="6" creationId="{00000000-0000-0000-0000-000000000000}"/>
          </ac:spMkLst>
        </pc:spChg>
        <pc:spChg chg="mod">
          <ac:chgData name="Schlesinger, Sebastian" userId="d814e6c9-e9fb-4b77-84f7-ccd8aa3529bb" providerId="ADAL" clId="{814D90CD-D400-5612-B49E-CD4DF6BF7C8B}" dt="2026-02-03T11:59:21.479" v="5501" actId="1076"/>
          <ac:spMkLst>
            <pc:docMk/>
            <pc:sldMk cId="3148096559" sldId="296"/>
            <ac:spMk id="22" creationId="{00000000-0000-0000-0000-000000000000}"/>
          </ac:spMkLst>
        </pc:spChg>
        <pc:spChg chg="mod">
          <ac:chgData name="Schlesinger, Sebastian" userId="d814e6c9-e9fb-4b77-84f7-ccd8aa3529bb" providerId="ADAL" clId="{814D90CD-D400-5612-B49E-CD4DF6BF7C8B}" dt="2026-02-03T11:59:21.479" v="5501" actId="1076"/>
          <ac:spMkLst>
            <pc:docMk/>
            <pc:sldMk cId="3148096559" sldId="296"/>
            <ac:spMk id="28" creationId="{00000000-0000-0000-0000-000000000000}"/>
          </ac:spMkLst>
        </pc:spChg>
        <pc:spChg chg="mod">
          <ac:chgData name="Schlesinger, Sebastian" userId="d814e6c9-e9fb-4b77-84f7-ccd8aa3529bb" providerId="ADAL" clId="{814D90CD-D400-5612-B49E-CD4DF6BF7C8B}" dt="2026-02-03T11:59:21.479" v="5501" actId="1076"/>
          <ac:spMkLst>
            <pc:docMk/>
            <pc:sldMk cId="3148096559" sldId="296"/>
            <ac:spMk id="55" creationId="{00000000-0000-0000-0000-000000000000}"/>
          </ac:spMkLst>
        </pc:spChg>
        <pc:picChg chg="mod">
          <ac:chgData name="Schlesinger, Sebastian" userId="d814e6c9-e9fb-4b77-84f7-ccd8aa3529bb" providerId="ADAL" clId="{814D90CD-D400-5612-B49E-CD4DF6BF7C8B}" dt="2026-02-03T11:59:21.479" v="5501" actId="1076"/>
          <ac:picMkLst>
            <pc:docMk/>
            <pc:sldMk cId="3148096559" sldId="296"/>
            <ac:picMk id="1026" creationId="{00000000-0000-0000-0000-000000000000}"/>
          </ac:picMkLst>
        </pc:picChg>
        <pc:cxnChg chg="mod">
          <ac:chgData name="Schlesinger, Sebastian" userId="d814e6c9-e9fb-4b77-84f7-ccd8aa3529bb" providerId="ADAL" clId="{814D90CD-D400-5612-B49E-CD4DF6BF7C8B}" dt="2026-02-03T11:59:21.479" v="5501" actId="1076"/>
          <ac:cxnSpMkLst>
            <pc:docMk/>
            <pc:sldMk cId="3148096559" sldId="296"/>
            <ac:cxnSpMk id="23" creationId="{00000000-0000-0000-0000-000000000000}"/>
          </ac:cxnSpMkLst>
        </pc:cxnChg>
        <pc:cxnChg chg="mod">
          <ac:chgData name="Schlesinger, Sebastian" userId="d814e6c9-e9fb-4b77-84f7-ccd8aa3529bb" providerId="ADAL" clId="{814D90CD-D400-5612-B49E-CD4DF6BF7C8B}" dt="2026-02-03T11:59:21.479" v="5501" actId="1076"/>
          <ac:cxnSpMkLst>
            <pc:docMk/>
            <pc:sldMk cId="3148096559" sldId="296"/>
            <ac:cxnSpMk id="56" creationId="{00000000-0000-0000-0000-000000000000}"/>
          </ac:cxnSpMkLst>
        </pc:cxnChg>
      </pc:sldChg>
      <pc:sldChg chg="modSp add del mod">
        <pc:chgData name="Schlesinger, Sebastian" userId="d814e6c9-e9fb-4b77-84f7-ccd8aa3529bb" providerId="ADAL" clId="{814D90CD-D400-5612-B49E-CD4DF6BF7C8B}" dt="2026-02-02T17:23:42.674" v="5102" actId="2696"/>
        <pc:sldMkLst>
          <pc:docMk/>
          <pc:sldMk cId="0" sldId="297"/>
        </pc:sldMkLst>
        <pc:spChg chg="mod">
          <ac:chgData name="Schlesinger, Sebastian" userId="d814e6c9-e9fb-4b77-84f7-ccd8aa3529bb" providerId="ADAL" clId="{814D90CD-D400-5612-B49E-CD4DF6BF7C8B}" dt="2026-02-02T12:56:49.360" v="4382"/>
          <ac:spMkLst>
            <pc:docMk/>
            <pc:sldMk cId="0" sldId="297"/>
            <ac:spMk id="2" creationId="{00000000-0000-0000-0000-000000000000}"/>
          </ac:spMkLst>
        </pc:spChg>
        <pc:spChg chg="mod">
          <ac:chgData name="Schlesinger, Sebastian" userId="d814e6c9-e9fb-4b77-84f7-ccd8aa3529bb" providerId="ADAL" clId="{814D90CD-D400-5612-B49E-CD4DF6BF7C8B}" dt="2026-02-02T12:56:49.360" v="4382"/>
          <ac:spMkLst>
            <pc:docMk/>
            <pc:sldMk cId="0" sldId="297"/>
            <ac:spMk id="3"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7"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8"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9"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10" creationId="{00000000-0000-0000-0000-000000000000}"/>
          </ac:spMkLst>
        </pc:spChg>
        <pc:spChg chg="mod">
          <ac:chgData name="Schlesinger, Sebastian" userId="d814e6c9-e9fb-4b77-84f7-ccd8aa3529bb" providerId="ADAL" clId="{814D90CD-D400-5612-B49E-CD4DF6BF7C8B}" dt="2026-02-02T14:14:25.815" v="4575" actId="1076"/>
          <ac:spMkLst>
            <pc:docMk/>
            <pc:sldMk cId="0" sldId="297"/>
            <ac:spMk id="23558"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23568"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23569"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23570"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23571" creationId="{00000000-0000-0000-0000-000000000000}"/>
          </ac:spMkLst>
        </pc:spChg>
        <pc:spChg chg="mod">
          <ac:chgData name="Schlesinger, Sebastian" userId="d814e6c9-e9fb-4b77-84f7-ccd8aa3529bb" providerId="ADAL" clId="{814D90CD-D400-5612-B49E-CD4DF6BF7C8B}" dt="2026-02-02T14:14:21.569" v="4573" actId="1076"/>
          <ac:spMkLst>
            <pc:docMk/>
            <pc:sldMk cId="0" sldId="297"/>
            <ac:spMk id="23572" creationId="{00000000-0000-0000-0000-000000000000}"/>
          </ac:spMkLst>
        </pc:spChg>
        <pc:cxnChg chg="mod">
          <ac:chgData name="Schlesinger, Sebastian" userId="d814e6c9-e9fb-4b77-84f7-ccd8aa3529bb" providerId="ADAL" clId="{814D90CD-D400-5612-B49E-CD4DF6BF7C8B}" dt="2026-02-02T14:14:21.569" v="4573" actId="1076"/>
          <ac:cxnSpMkLst>
            <pc:docMk/>
            <pc:sldMk cId="0" sldId="297"/>
            <ac:cxnSpMk id="11" creationId="{00000000-0000-0000-0000-000000000000}"/>
          </ac:cxnSpMkLst>
        </pc:cxnChg>
      </pc:sldChg>
      <pc:sldChg chg="modSp add mod">
        <pc:chgData name="Schlesinger, Sebastian" userId="d814e6c9-e9fb-4b77-84f7-ccd8aa3529bb" providerId="ADAL" clId="{814D90CD-D400-5612-B49E-CD4DF6BF7C8B}" dt="2026-02-03T11:59:51.593" v="5510" actId="1076"/>
        <pc:sldMkLst>
          <pc:docMk/>
          <pc:sldMk cId="2303549242" sldId="297"/>
        </pc:sldMkLst>
        <pc:spChg chg="mod">
          <ac:chgData name="Schlesinger, Sebastian" userId="d814e6c9-e9fb-4b77-84f7-ccd8aa3529bb" providerId="ADAL" clId="{814D90CD-D400-5612-B49E-CD4DF6BF7C8B}" dt="2026-02-03T11:59:27.167" v="5503" actId="1076"/>
          <ac:spMkLst>
            <pc:docMk/>
            <pc:sldMk cId="2303549242" sldId="297"/>
            <ac:spMk id="2" creationId="{00000000-0000-0000-0000-000000000000}"/>
          </ac:spMkLst>
        </pc:spChg>
        <pc:spChg chg="mod">
          <ac:chgData name="Schlesinger, Sebastian" userId="d814e6c9-e9fb-4b77-84f7-ccd8aa3529bb" providerId="ADAL" clId="{814D90CD-D400-5612-B49E-CD4DF6BF7C8B}" dt="2026-02-03T11:59:51.593" v="5510" actId="1076"/>
          <ac:spMkLst>
            <pc:docMk/>
            <pc:sldMk cId="2303549242" sldId="297"/>
            <ac:spMk id="3" creationId="{00000000-0000-0000-0000-000000000000}"/>
          </ac:spMkLst>
        </pc:spChg>
        <pc:spChg chg="mod">
          <ac:chgData name="Schlesinger, Sebastian" userId="d814e6c9-e9fb-4b77-84f7-ccd8aa3529bb" providerId="ADAL" clId="{814D90CD-D400-5612-B49E-CD4DF6BF7C8B}" dt="2026-02-02T17:24:05.211" v="5125"/>
          <ac:spMkLst>
            <pc:docMk/>
            <pc:sldMk cId="2303549242" sldId="297"/>
            <ac:spMk id="5" creationId="{00000000-0000-0000-0000-000000000000}"/>
          </ac:spMkLst>
        </pc:spChg>
        <pc:spChg chg="mod">
          <ac:chgData name="Schlesinger, Sebastian" userId="d814e6c9-e9fb-4b77-84f7-ccd8aa3529bb" providerId="ADAL" clId="{814D90CD-D400-5612-B49E-CD4DF6BF7C8B}" dt="2026-02-02T17:24:05.211" v="5125"/>
          <ac:spMkLst>
            <pc:docMk/>
            <pc:sldMk cId="2303549242" sldId="297"/>
            <ac:spMk id="6" creationId="{00000000-0000-0000-0000-000000000000}"/>
          </ac:spMkLst>
        </pc:spChg>
        <pc:spChg chg="mod">
          <ac:chgData name="Schlesinger, Sebastian" userId="d814e6c9-e9fb-4b77-84f7-ccd8aa3529bb" providerId="ADAL" clId="{814D90CD-D400-5612-B49E-CD4DF6BF7C8B}" dt="2026-02-03T11:59:32.666" v="5504" actId="1076"/>
          <ac:spMkLst>
            <pc:docMk/>
            <pc:sldMk cId="2303549242" sldId="297"/>
            <ac:spMk id="8" creationId="{00000000-0000-0000-0000-000000000000}"/>
          </ac:spMkLst>
        </pc:spChg>
        <pc:picChg chg="mod">
          <ac:chgData name="Schlesinger, Sebastian" userId="d814e6c9-e9fb-4b77-84f7-ccd8aa3529bb" providerId="ADAL" clId="{814D90CD-D400-5612-B49E-CD4DF6BF7C8B}" dt="2026-02-03T11:59:32.666" v="5504" actId="1076"/>
          <ac:picMkLst>
            <pc:docMk/>
            <pc:sldMk cId="2303549242" sldId="297"/>
            <ac:picMk id="7" creationId="{00000000-0000-0000-0000-000000000000}"/>
          </ac:picMkLst>
        </pc:picChg>
      </pc:sldChg>
      <pc:sldChg chg="modSp add mod modNotes">
        <pc:chgData name="Schlesinger, Sebastian" userId="d814e6c9-e9fb-4b77-84f7-ccd8aa3529bb" providerId="ADAL" clId="{814D90CD-D400-5612-B49E-CD4DF6BF7C8B}" dt="2026-02-03T12:00:09.655" v="5512" actId="14100"/>
        <pc:sldMkLst>
          <pc:docMk/>
          <pc:sldMk cId="984134327" sldId="300"/>
        </pc:sldMkLst>
        <pc:spChg chg="mod">
          <ac:chgData name="Schlesinger, Sebastian" userId="d814e6c9-e9fb-4b77-84f7-ccd8aa3529bb" providerId="ADAL" clId="{814D90CD-D400-5612-B49E-CD4DF6BF7C8B}" dt="2026-02-03T12:00:09.655" v="5512" actId="14100"/>
          <ac:spMkLst>
            <pc:docMk/>
            <pc:sldMk cId="984134327" sldId="300"/>
            <ac:spMk id="2" creationId="{00000000-0000-0000-0000-000000000000}"/>
          </ac:spMkLst>
        </pc:spChg>
        <pc:spChg chg="mod">
          <ac:chgData name="Schlesinger, Sebastian" userId="d814e6c9-e9fb-4b77-84f7-ccd8aa3529bb" providerId="ADAL" clId="{814D90CD-D400-5612-B49E-CD4DF6BF7C8B}" dt="2026-02-02T17:24:05.211" v="5125"/>
          <ac:spMkLst>
            <pc:docMk/>
            <pc:sldMk cId="984134327" sldId="300"/>
            <ac:spMk id="5" creationId="{00000000-0000-0000-0000-000000000000}"/>
          </ac:spMkLst>
        </pc:spChg>
        <pc:spChg chg="mod">
          <ac:chgData name="Schlesinger, Sebastian" userId="d814e6c9-e9fb-4b77-84f7-ccd8aa3529bb" providerId="ADAL" clId="{814D90CD-D400-5612-B49E-CD4DF6BF7C8B}" dt="2026-02-02T17:24:05.211" v="5125"/>
          <ac:spMkLst>
            <pc:docMk/>
            <pc:sldMk cId="984134327" sldId="300"/>
            <ac:spMk id="6" creationId="{00000000-0000-0000-0000-000000000000}"/>
          </ac:spMkLst>
        </pc:spChg>
        <pc:spChg chg="mod">
          <ac:chgData name="Schlesinger, Sebastian" userId="d814e6c9-e9fb-4b77-84f7-ccd8aa3529bb" providerId="ADAL" clId="{814D90CD-D400-5612-B49E-CD4DF6BF7C8B}" dt="2026-02-03T12:00:07.457" v="5511" actId="1076"/>
          <ac:spMkLst>
            <pc:docMk/>
            <pc:sldMk cId="984134327" sldId="300"/>
            <ac:spMk id="7" creationId="{00000000-0000-0000-0000-000000000000}"/>
          </ac:spMkLst>
        </pc:spChg>
        <pc:spChg chg="mod">
          <ac:chgData name="Schlesinger, Sebastian" userId="d814e6c9-e9fb-4b77-84f7-ccd8aa3529bb" providerId="ADAL" clId="{814D90CD-D400-5612-B49E-CD4DF6BF7C8B}" dt="2026-02-03T12:00:07.457" v="5511" actId="1076"/>
          <ac:spMkLst>
            <pc:docMk/>
            <pc:sldMk cId="984134327" sldId="300"/>
            <ac:spMk id="10" creationId="{00000000-0000-0000-0000-000000000000}"/>
          </ac:spMkLst>
        </pc:spChg>
        <pc:spChg chg="mod">
          <ac:chgData name="Schlesinger, Sebastian" userId="d814e6c9-e9fb-4b77-84f7-ccd8aa3529bb" providerId="ADAL" clId="{814D90CD-D400-5612-B49E-CD4DF6BF7C8B}" dt="2026-02-03T12:00:07.457" v="5511" actId="1076"/>
          <ac:spMkLst>
            <pc:docMk/>
            <pc:sldMk cId="984134327" sldId="300"/>
            <ac:spMk id="11" creationId="{00000000-0000-0000-0000-000000000000}"/>
          </ac:spMkLst>
        </pc:spChg>
        <pc:cxnChg chg="mod">
          <ac:chgData name="Schlesinger, Sebastian" userId="d814e6c9-e9fb-4b77-84f7-ccd8aa3529bb" providerId="ADAL" clId="{814D90CD-D400-5612-B49E-CD4DF6BF7C8B}" dt="2026-02-03T12:00:07.457" v="5511" actId="1076"/>
          <ac:cxnSpMkLst>
            <pc:docMk/>
            <pc:sldMk cId="984134327" sldId="300"/>
            <ac:cxnSpMk id="13" creationId="{00000000-0000-0000-0000-000000000000}"/>
          </ac:cxnSpMkLst>
        </pc:cxnChg>
        <pc:cxnChg chg="mod">
          <ac:chgData name="Schlesinger, Sebastian" userId="d814e6c9-e9fb-4b77-84f7-ccd8aa3529bb" providerId="ADAL" clId="{814D90CD-D400-5612-B49E-CD4DF6BF7C8B}" dt="2026-02-03T12:00:07.457" v="5511" actId="1076"/>
          <ac:cxnSpMkLst>
            <pc:docMk/>
            <pc:sldMk cId="984134327" sldId="300"/>
            <ac:cxnSpMk id="17" creationId="{00000000-0000-0000-0000-000000000000}"/>
          </ac:cxnSpMkLst>
        </pc:cxnChg>
        <pc:cxnChg chg="mod">
          <ac:chgData name="Schlesinger, Sebastian" userId="d814e6c9-e9fb-4b77-84f7-ccd8aa3529bb" providerId="ADAL" clId="{814D90CD-D400-5612-B49E-CD4DF6BF7C8B}" dt="2026-02-03T12:00:07.457" v="5511" actId="1076"/>
          <ac:cxnSpMkLst>
            <pc:docMk/>
            <pc:sldMk cId="984134327" sldId="300"/>
            <ac:cxnSpMk id="19" creationId="{00000000-0000-0000-0000-000000000000}"/>
          </ac:cxnSpMkLst>
        </pc:cxnChg>
      </pc:sldChg>
      <pc:sldChg chg="modSp add mod">
        <pc:chgData name="Schlesinger, Sebastian" userId="d814e6c9-e9fb-4b77-84f7-ccd8aa3529bb" providerId="ADAL" clId="{814D90CD-D400-5612-B49E-CD4DF6BF7C8B}" dt="2026-02-03T13:12:39.370" v="5521" actId="404"/>
        <pc:sldMkLst>
          <pc:docMk/>
          <pc:sldMk cId="337592500" sldId="301"/>
        </pc:sldMkLst>
        <pc:spChg chg="mod">
          <ac:chgData name="Schlesinger, Sebastian" userId="d814e6c9-e9fb-4b77-84f7-ccd8aa3529bb" providerId="ADAL" clId="{814D90CD-D400-5612-B49E-CD4DF6BF7C8B}" dt="2026-02-03T12:00:52.822" v="5514" actId="14100"/>
          <ac:spMkLst>
            <pc:docMk/>
            <pc:sldMk cId="337592500" sldId="301"/>
            <ac:spMk id="2" creationId="{00000000-0000-0000-0000-000000000000}"/>
          </ac:spMkLst>
        </pc:spChg>
        <pc:spChg chg="mod">
          <ac:chgData name="Schlesinger, Sebastian" userId="d814e6c9-e9fb-4b77-84f7-ccd8aa3529bb" providerId="ADAL" clId="{814D90CD-D400-5612-B49E-CD4DF6BF7C8B}" dt="2026-02-03T13:12:39.370" v="5521" actId="404"/>
          <ac:spMkLst>
            <pc:docMk/>
            <pc:sldMk cId="337592500" sldId="301"/>
            <ac:spMk id="3" creationId="{00000000-0000-0000-0000-000000000000}"/>
          </ac:spMkLst>
        </pc:spChg>
        <pc:spChg chg="mod">
          <ac:chgData name="Schlesinger, Sebastian" userId="d814e6c9-e9fb-4b77-84f7-ccd8aa3529bb" providerId="ADAL" clId="{814D90CD-D400-5612-B49E-CD4DF6BF7C8B}" dt="2026-02-02T17:24:05.211" v="5125"/>
          <ac:spMkLst>
            <pc:docMk/>
            <pc:sldMk cId="337592500" sldId="301"/>
            <ac:spMk id="5" creationId="{00000000-0000-0000-0000-000000000000}"/>
          </ac:spMkLst>
        </pc:spChg>
        <pc:spChg chg="mod">
          <ac:chgData name="Schlesinger, Sebastian" userId="d814e6c9-e9fb-4b77-84f7-ccd8aa3529bb" providerId="ADAL" clId="{814D90CD-D400-5612-B49E-CD4DF6BF7C8B}" dt="2026-02-02T17:24:05.211" v="5125"/>
          <ac:spMkLst>
            <pc:docMk/>
            <pc:sldMk cId="337592500" sldId="301"/>
            <ac:spMk id="6" creationId="{00000000-0000-0000-0000-000000000000}"/>
          </ac:spMkLst>
        </pc:spChg>
        <pc:grpChg chg="mod">
          <ac:chgData name="Schlesinger, Sebastian" userId="d814e6c9-e9fb-4b77-84f7-ccd8aa3529bb" providerId="ADAL" clId="{814D90CD-D400-5612-B49E-CD4DF6BF7C8B}" dt="2026-02-03T12:00:50.314" v="5513" actId="1076"/>
          <ac:grpSpMkLst>
            <pc:docMk/>
            <pc:sldMk cId="337592500" sldId="301"/>
            <ac:grpSpMk id="7" creationId="{00000000-0000-0000-0000-000000000000}"/>
          </ac:grpSpMkLst>
        </pc:grpChg>
      </pc:sldChg>
      <pc:sldChg chg="modSp add mod">
        <pc:chgData name="Schlesinger, Sebastian" userId="d814e6c9-e9fb-4b77-84f7-ccd8aa3529bb" providerId="ADAL" clId="{814D90CD-D400-5612-B49E-CD4DF6BF7C8B}" dt="2026-02-03T13:12:49.145" v="5523" actId="14100"/>
        <pc:sldMkLst>
          <pc:docMk/>
          <pc:sldMk cId="3734317981" sldId="302"/>
        </pc:sldMkLst>
        <pc:spChg chg="mod">
          <ac:chgData name="Schlesinger, Sebastian" userId="d814e6c9-e9fb-4b77-84f7-ccd8aa3529bb" providerId="ADAL" clId="{814D90CD-D400-5612-B49E-CD4DF6BF7C8B}" dt="2026-02-03T13:12:49.145" v="5523" actId="14100"/>
          <ac:spMkLst>
            <pc:docMk/>
            <pc:sldMk cId="3734317981" sldId="302"/>
            <ac:spMk id="2" creationId="{00000000-0000-0000-0000-000000000000}"/>
          </ac:spMkLst>
        </pc:spChg>
        <pc:spChg chg="mod">
          <ac:chgData name="Schlesinger, Sebastian" userId="d814e6c9-e9fb-4b77-84f7-ccd8aa3529bb" providerId="ADAL" clId="{814D90CD-D400-5612-B49E-CD4DF6BF7C8B}" dt="2026-02-02T17:24:05.211" v="5125"/>
          <ac:spMkLst>
            <pc:docMk/>
            <pc:sldMk cId="3734317981" sldId="302"/>
            <ac:spMk id="5" creationId="{00000000-0000-0000-0000-000000000000}"/>
          </ac:spMkLst>
        </pc:spChg>
        <pc:spChg chg="mod">
          <ac:chgData name="Schlesinger, Sebastian" userId="d814e6c9-e9fb-4b77-84f7-ccd8aa3529bb" providerId="ADAL" clId="{814D90CD-D400-5612-B49E-CD4DF6BF7C8B}" dt="2026-02-02T17:24:05.211" v="5125"/>
          <ac:spMkLst>
            <pc:docMk/>
            <pc:sldMk cId="3734317981" sldId="302"/>
            <ac:spMk id="6" creationId="{00000000-0000-0000-0000-000000000000}"/>
          </ac:spMkLst>
        </pc:spChg>
        <pc:spChg chg="mod">
          <ac:chgData name="Schlesinger, Sebastian" userId="d814e6c9-e9fb-4b77-84f7-ccd8aa3529bb" providerId="ADAL" clId="{814D90CD-D400-5612-B49E-CD4DF6BF7C8B}" dt="2026-02-03T13:12:46.639" v="5522" actId="1076"/>
          <ac:spMkLst>
            <pc:docMk/>
            <pc:sldMk cId="3734317981" sldId="302"/>
            <ac:spMk id="11" creationId="{00000000-0000-0000-0000-000000000000}"/>
          </ac:spMkLst>
        </pc:spChg>
        <pc:spChg chg="mod">
          <ac:chgData name="Schlesinger, Sebastian" userId="d814e6c9-e9fb-4b77-84f7-ccd8aa3529bb" providerId="ADAL" clId="{814D90CD-D400-5612-B49E-CD4DF6BF7C8B}" dt="2026-02-03T13:12:46.639" v="5522" actId="1076"/>
          <ac:spMkLst>
            <pc:docMk/>
            <pc:sldMk cId="3734317981" sldId="302"/>
            <ac:spMk id="20" creationId="{00000000-0000-0000-0000-000000000000}"/>
          </ac:spMkLst>
        </pc:spChg>
        <pc:spChg chg="mod">
          <ac:chgData name="Schlesinger, Sebastian" userId="d814e6c9-e9fb-4b77-84f7-ccd8aa3529bb" providerId="ADAL" clId="{814D90CD-D400-5612-B49E-CD4DF6BF7C8B}" dt="2026-02-03T13:12:46.639" v="5522" actId="1076"/>
          <ac:spMkLst>
            <pc:docMk/>
            <pc:sldMk cId="3734317981" sldId="302"/>
            <ac:spMk id="22" creationId="{00000000-0000-0000-0000-000000000000}"/>
          </ac:spMkLst>
        </pc:spChg>
        <pc:spChg chg="mod">
          <ac:chgData name="Schlesinger, Sebastian" userId="d814e6c9-e9fb-4b77-84f7-ccd8aa3529bb" providerId="ADAL" clId="{814D90CD-D400-5612-B49E-CD4DF6BF7C8B}" dt="2026-02-03T13:12:46.639" v="5522" actId="1076"/>
          <ac:spMkLst>
            <pc:docMk/>
            <pc:sldMk cId="3734317981" sldId="302"/>
            <ac:spMk id="24" creationId="{00000000-0000-0000-0000-000000000000}"/>
          </ac:spMkLst>
        </pc:spChg>
        <pc:spChg chg="mod">
          <ac:chgData name="Schlesinger, Sebastian" userId="d814e6c9-e9fb-4b77-84f7-ccd8aa3529bb" providerId="ADAL" clId="{814D90CD-D400-5612-B49E-CD4DF6BF7C8B}" dt="2026-02-03T13:12:46.639" v="5522" actId="1076"/>
          <ac:spMkLst>
            <pc:docMk/>
            <pc:sldMk cId="3734317981" sldId="302"/>
            <ac:spMk id="26" creationId="{00000000-0000-0000-0000-000000000000}"/>
          </ac:spMkLst>
        </pc:spChg>
        <pc:picChg chg="mod">
          <ac:chgData name="Schlesinger, Sebastian" userId="d814e6c9-e9fb-4b77-84f7-ccd8aa3529bb" providerId="ADAL" clId="{814D90CD-D400-5612-B49E-CD4DF6BF7C8B}" dt="2026-02-03T13:12:46.639" v="5522" actId="1076"/>
          <ac:picMkLst>
            <pc:docMk/>
            <pc:sldMk cId="3734317981" sldId="302"/>
            <ac:picMk id="3074" creationId="{00000000-0000-0000-0000-000000000000}"/>
          </ac:picMkLst>
        </pc:picChg>
        <pc:cxnChg chg="mod">
          <ac:chgData name="Schlesinger, Sebastian" userId="d814e6c9-e9fb-4b77-84f7-ccd8aa3529bb" providerId="ADAL" clId="{814D90CD-D400-5612-B49E-CD4DF6BF7C8B}" dt="2026-02-03T13:12:46.639" v="5522" actId="1076"/>
          <ac:cxnSpMkLst>
            <pc:docMk/>
            <pc:sldMk cId="3734317981" sldId="302"/>
            <ac:cxnSpMk id="21" creationId="{00000000-0000-0000-0000-000000000000}"/>
          </ac:cxnSpMkLst>
        </pc:cxnChg>
        <pc:cxnChg chg="mod">
          <ac:chgData name="Schlesinger, Sebastian" userId="d814e6c9-e9fb-4b77-84f7-ccd8aa3529bb" providerId="ADAL" clId="{814D90CD-D400-5612-B49E-CD4DF6BF7C8B}" dt="2026-02-03T13:12:46.639" v="5522" actId="1076"/>
          <ac:cxnSpMkLst>
            <pc:docMk/>
            <pc:sldMk cId="3734317981" sldId="302"/>
            <ac:cxnSpMk id="23" creationId="{00000000-0000-0000-0000-000000000000}"/>
          </ac:cxnSpMkLst>
        </pc:cxnChg>
        <pc:cxnChg chg="mod">
          <ac:chgData name="Schlesinger, Sebastian" userId="d814e6c9-e9fb-4b77-84f7-ccd8aa3529bb" providerId="ADAL" clId="{814D90CD-D400-5612-B49E-CD4DF6BF7C8B}" dt="2026-02-03T13:12:46.639" v="5522" actId="1076"/>
          <ac:cxnSpMkLst>
            <pc:docMk/>
            <pc:sldMk cId="3734317981" sldId="302"/>
            <ac:cxnSpMk id="25" creationId="{00000000-0000-0000-0000-000000000000}"/>
          </ac:cxnSpMkLst>
        </pc:cxnChg>
        <pc:cxnChg chg="mod">
          <ac:chgData name="Schlesinger, Sebastian" userId="d814e6c9-e9fb-4b77-84f7-ccd8aa3529bb" providerId="ADAL" clId="{814D90CD-D400-5612-B49E-CD4DF6BF7C8B}" dt="2026-02-03T13:12:46.639" v="5522" actId="1076"/>
          <ac:cxnSpMkLst>
            <pc:docMk/>
            <pc:sldMk cId="3734317981" sldId="302"/>
            <ac:cxnSpMk id="27" creationId="{00000000-0000-0000-0000-000000000000}"/>
          </ac:cxnSpMkLst>
        </pc:cxnChg>
      </pc:sldChg>
      <pc:sldChg chg="modSp add del mod">
        <pc:chgData name="Schlesinger, Sebastian" userId="d814e6c9-e9fb-4b77-84f7-ccd8aa3529bb" providerId="ADAL" clId="{814D90CD-D400-5612-B49E-CD4DF6BF7C8B}" dt="2026-02-02T17:23:42.663" v="5092" actId="2696"/>
        <pc:sldMkLst>
          <pc:docMk/>
          <pc:sldMk cId="0" sldId="303"/>
        </pc:sldMkLst>
        <pc:spChg chg="mod">
          <ac:chgData name="Schlesinger, Sebastian" userId="d814e6c9-e9fb-4b77-84f7-ccd8aa3529bb" providerId="ADAL" clId="{814D90CD-D400-5612-B49E-CD4DF6BF7C8B}" dt="2026-02-02T12:56:49.360" v="4382"/>
          <ac:spMkLst>
            <pc:docMk/>
            <pc:sldMk cId="0" sldId="303"/>
            <ac:spMk id="2" creationId="{00000000-0000-0000-0000-000000000000}"/>
          </ac:spMkLst>
        </pc:spChg>
        <pc:spChg chg="mod">
          <ac:chgData name="Schlesinger, Sebastian" userId="d814e6c9-e9fb-4b77-84f7-ccd8aa3529bb" providerId="ADAL" clId="{814D90CD-D400-5612-B49E-CD4DF6BF7C8B}" dt="2026-02-02T12:56:49.360" v="4382"/>
          <ac:spMkLst>
            <pc:docMk/>
            <pc:sldMk cId="0" sldId="303"/>
            <ac:spMk id="3" creationId="{00000000-0000-0000-0000-000000000000}"/>
          </ac:spMkLst>
        </pc:spChg>
        <pc:spChg chg="mod">
          <ac:chgData name="Schlesinger, Sebastian" userId="d814e6c9-e9fb-4b77-84f7-ccd8aa3529bb" providerId="ADAL" clId="{814D90CD-D400-5612-B49E-CD4DF6BF7C8B}" dt="2026-02-02T14:12:12.121" v="4549" actId="403"/>
          <ac:spMkLst>
            <pc:docMk/>
            <pc:sldMk cId="0" sldId="303"/>
            <ac:spMk id="343043" creationId="{00000000-0000-0000-0000-000000000000}"/>
          </ac:spMkLst>
        </pc:spChg>
      </pc:sldChg>
      <pc:sldChg chg="modSp add del mod">
        <pc:chgData name="Schlesinger, Sebastian" userId="d814e6c9-e9fb-4b77-84f7-ccd8aa3529bb" providerId="ADAL" clId="{814D90CD-D400-5612-B49E-CD4DF6BF7C8B}" dt="2026-02-02T12:56:48.059" v="4333" actId="2696"/>
        <pc:sldMkLst>
          <pc:docMk/>
          <pc:sldMk cId="0" sldId="304"/>
        </pc:sldMkLst>
      </pc:sldChg>
      <pc:sldChg chg="modSp add mod modNotes">
        <pc:chgData name="Schlesinger, Sebastian" userId="d814e6c9-e9fb-4b77-84f7-ccd8aa3529bb" providerId="ADAL" clId="{814D90CD-D400-5612-B49E-CD4DF6BF7C8B}" dt="2026-02-03T13:13:16.971" v="5535" actId="1076"/>
        <pc:sldMkLst>
          <pc:docMk/>
          <pc:sldMk cId="2772155255" sldId="306"/>
        </pc:sldMkLst>
        <pc:spChg chg="mod">
          <ac:chgData name="Schlesinger, Sebastian" userId="d814e6c9-e9fb-4b77-84f7-ccd8aa3529bb" providerId="ADAL" clId="{814D90CD-D400-5612-B49E-CD4DF6BF7C8B}" dt="2026-02-03T13:13:07.479" v="5528" actId="1076"/>
          <ac:spMkLst>
            <pc:docMk/>
            <pc:sldMk cId="2772155255" sldId="306"/>
            <ac:spMk id="2" creationId="{00000000-0000-0000-0000-000000000000}"/>
          </ac:spMkLst>
        </pc:spChg>
        <pc:spChg chg="mod">
          <ac:chgData name="Schlesinger, Sebastian" userId="d814e6c9-e9fb-4b77-84f7-ccd8aa3529bb" providerId="ADAL" clId="{814D90CD-D400-5612-B49E-CD4DF6BF7C8B}" dt="2026-02-03T13:13:16.971" v="5535" actId="1076"/>
          <ac:spMkLst>
            <pc:docMk/>
            <pc:sldMk cId="2772155255" sldId="306"/>
            <ac:spMk id="3" creationId="{00000000-0000-0000-0000-000000000000}"/>
          </ac:spMkLst>
        </pc:spChg>
        <pc:spChg chg="mod">
          <ac:chgData name="Schlesinger, Sebastian" userId="d814e6c9-e9fb-4b77-84f7-ccd8aa3529bb" providerId="ADAL" clId="{814D90CD-D400-5612-B49E-CD4DF6BF7C8B}" dt="2026-02-02T17:24:05.211" v="5125"/>
          <ac:spMkLst>
            <pc:docMk/>
            <pc:sldMk cId="2772155255" sldId="306"/>
            <ac:spMk id="5" creationId="{00000000-0000-0000-0000-000000000000}"/>
          </ac:spMkLst>
        </pc:spChg>
        <pc:spChg chg="mod">
          <ac:chgData name="Schlesinger, Sebastian" userId="d814e6c9-e9fb-4b77-84f7-ccd8aa3529bb" providerId="ADAL" clId="{814D90CD-D400-5612-B49E-CD4DF6BF7C8B}" dt="2026-02-02T17:24:05.211" v="5125"/>
          <ac:spMkLst>
            <pc:docMk/>
            <pc:sldMk cId="2772155255" sldId="306"/>
            <ac:spMk id="6" creationId="{00000000-0000-0000-0000-000000000000}"/>
          </ac:spMkLst>
        </pc:spChg>
      </pc:sldChg>
      <pc:sldChg chg="modSp add mod">
        <pc:chgData name="Schlesinger, Sebastian" userId="d814e6c9-e9fb-4b77-84f7-ccd8aa3529bb" providerId="ADAL" clId="{814D90CD-D400-5612-B49E-CD4DF6BF7C8B}" dt="2026-02-03T13:13:38.316" v="5544" actId="403"/>
        <pc:sldMkLst>
          <pc:docMk/>
          <pc:sldMk cId="3352483973" sldId="307"/>
        </pc:sldMkLst>
        <pc:spChg chg="mod">
          <ac:chgData name="Schlesinger, Sebastian" userId="d814e6c9-e9fb-4b77-84f7-ccd8aa3529bb" providerId="ADAL" clId="{814D90CD-D400-5612-B49E-CD4DF6BF7C8B}" dt="2026-02-03T13:13:22.498" v="5537" actId="1076"/>
          <ac:spMkLst>
            <pc:docMk/>
            <pc:sldMk cId="3352483973" sldId="307"/>
            <ac:spMk id="2" creationId="{00000000-0000-0000-0000-000000000000}"/>
          </ac:spMkLst>
        </pc:spChg>
        <pc:spChg chg="mod">
          <ac:chgData name="Schlesinger, Sebastian" userId="d814e6c9-e9fb-4b77-84f7-ccd8aa3529bb" providerId="ADAL" clId="{814D90CD-D400-5612-B49E-CD4DF6BF7C8B}" dt="2026-02-03T13:13:38.316" v="5544" actId="403"/>
          <ac:spMkLst>
            <pc:docMk/>
            <pc:sldMk cId="3352483973" sldId="307"/>
            <ac:spMk id="3" creationId="{00000000-0000-0000-0000-000000000000}"/>
          </ac:spMkLst>
        </pc:spChg>
        <pc:spChg chg="mod">
          <ac:chgData name="Schlesinger, Sebastian" userId="d814e6c9-e9fb-4b77-84f7-ccd8aa3529bb" providerId="ADAL" clId="{814D90CD-D400-5612-B49E-CD4DF6BF7C8B}" dt="2026-02-02T17:24:05.211" v="5125"/>
          <ac:spMkLst>
            <pc:docMk/>
            <pc:sldMk cId="3352483973" sldId="307"/>
            <ac:spMk id="5" creationId="{00000000-0000-0000-0000-000000000000}"/>
          </ac:spMkLst>
        </pc:spChg>
        <pc:spChg chg="mod">
          <ac:chgData name="Schlesinger, Sebastian" userId="d814e6c9-e9fb-4b77-84f7-ccd8aa3529bb" providerId="ADAL" clId="{814D90CD-D400-5612-B49E-CD4DF6BF7C8B}" dt="2026-02-02T17:24:05.211" v="5125"/>
          <ac:spMkLst>
            <pc:docMk/>
            <pc:sldMk cId="3352483973" sldId="307"/>
            <ac:spMk id="6" creationId="{00000000-0000-0000-0000-000000000000}"/>
          </ac:spMkLst>
        </pc:spChg>
      </pc:sldChg>
      <pc:sldChg chg="modSp add del mod">
        <pc:chgData name="Schlesinger, Sebastian" userId="d814e6c9-e9fb-4b77-84f7-ccd8aa3529bb" providerId="ADAL" clId="{814D90CD-D400-5612-B49E-CD4DF6BF7C8B}" dt="2026-02-02T12:56:48.052" v="4328" actId="2696"/>
        <pc:sldMkLst>
          <pc:docMk/>
          <pc:sldMk cId="0" sldId="308"/>
        </pc:sldMkLst>
      </pc:sldChg>
      <pc:sldChg chg="modSp add del mod">
        <pc:chgData name="Schlesinger, Sebastian" userId="d814e6c9-e9fb-4b77-84f7-ccd8aa3529bb" providerId="ADAL" clId="{814D90CD-D400-5612-B49E-CD4DF6BF7C8B}" dt="2026-02-02T12:56:48.055" v="4330" actId="2696"/>
        <pc:sldMkLst>
          <pc:docMk/>
          <pc:sldMk cId="0" sldId="309"/>
        </pc:sldMkLst>
      </pc:sldChg>
      <pc:sldChg chg="modSp add mod">
        <pc:chgData name="Schlesinger, Sebastian" userId="d814e6c9-e9fb-4b77-84f7-ccd8aa3529bb" providerId="ADAL" clId="{814D90CD-D400-5612-B49E-CD4DF6BF7C8B}" dt="2026-02-03T13:13:51.604" v="5547" actId="1076"/>
        <pc:sldMkLst>
          <pc:docMk/>
          <pc:sldMk cId="1532343274" sldId="309"/>
        </pc:sldMkLst>
        <pc:spChg chg="mod">
          <ac:chgData name="Schlesinger, Sebastian" userId="d814e6c9-e9fb-4b77-84f7-ccd8aa3529bb" providerId="ADAL" clId="{814D90CD-D400-5612-B49E-CD4DF6BF7C8B}" dt="2026-02-03T13:13:51.604" v="5547" actId="1076"/>
          <ac:spMkLst>
            <pc:docMk/>
            <pc:sldMk cId="1532343274" sldId="309"/>
            <ac:spMk id="2" creationId="{00000000-0000-0000-0000-000000000000}"/>
          </ac:spMkLst>
        </pc:spChg>
        <pc:spChg chg="mod">
          <ac:chgData name="Schlesinger, Sebastian" userId="d814e6c9-e9fb-4b77-84f7-ccd8aa3529bb" providerId="ADAL" clId="{814D90CD-D400-5612-B49E-CD4DF6BF7C8B}" dt="2026-02-02T17:24:05.211" v="5125"/>
          <ac:spMkLst>
            <pc:docMk/>
            <pc:sldMk cId="1532343274" sldId="309"/>
            <ac:spMk id="5" creationId="{00000000-0000-0000-0000-000000000000}"/>
          </ac:spMkLst>
        </pc:spChg>
        <pc:spChg chg="mod">
          <ac:chgData name="Schlesinger, Sebastian" userId="d814e6c9-e9fb-4b77-84f7-ccd8aa3529bb" providerId="ADAL" clId="{814D90CD-D400-5612-B49E-CD4DF6BF7C8B}" dt="2026-02-02T17:24:05.211" v="5125"/>
          <ac:spMkLst>
            <pc:docMk/>
            <pc:sldMk cId="1532343274" sldId="309"/>
            <ac:spMk id="6" creationId="{00000000-0000-0000-0000-000000000000}"/>
          </ac:spMkLst>
        </pc:spChg>
        <pc:spChg chg="mod">
          <ac:chgData name="Schlesinger, Sebastian" userId="d814e6c9-e9fb-4b77-84f7-ccd8aa3529bb" providerId="ADAL" clId="{814D90CD-D400-5612-B49E-CD4DF6BF7C8B}" dt="2026-02-03T13:13:47.400" v="5545" actId="1076"/>
          <ac:spMkLst>
            <pc:docMk/>
            <pc:sldMk cId="1532343274" sldId="309"/>
            <ac:spMk id="11" creationId="{00000000-0000-0000-0000-000000000000}"/>
          </ac:spMkLst>
        </pc:spChg>
        <pc:spChg chg="mod">
          <ac:chgData name="Schlesinger, Sebastian" userId="d814e6c9-e9fb-4b77-84f7-ccd8aa3529bb" providerId="ADAL" clId="{814D90CD-D400-5612-B49E-CD4DF6BF7C8B}" dt="2026-02-03T13:13:47.400" v="5545" actId="1076"/>
          <ac:spMkLst>
            <pc:docMk/>
            <pc:sldMk cId="1532343274" sldId="309"/>
            <ac:spMk id="38" creationId="{00000000-0000-0000-0000-000000000000}"/>
          </ac:spMkLst>
        </pc:spChg>
        <pc:spChg chg="mod">
          <ac:chgData name="Schlesinger, Sebastian" userId="d814e6c9-e9fb-4b77-84f7-ccd8aa3529bb" providerId="ADAL" clId="{814D90CD-D400-5612-B49E-CD4DF6BF7C8B}" dt="2026-02-03T13:13:47.400" v="5545" actId="1076"/>
          <ac:spMkLst>
            <pc:docMk/>
            <pc:sldMk cId="1532343274" sldId="309"/>
            <ac:spMk id="39" creationId="{00000000-0000-0000-0000-000000000000}"/>
          </ac:spMkLst>
        </pc:spChg>
        <pc:spChg chg="mod">
          <ac:chgData name="Schlesinger, Sebastian" userId="d814e6c9-e9fb-4b77-84f7-ccd8aa3529bb" providerId="ADAL" clId="{814D90CD-D400-5612-B49E-CD4DF6BF7C8B}" dt="2026-02-03T13:13:47.400" v="5545" actId="1076"/>
          <ac:spMkLst>
            <pc:docMk/>
            <pc:sldMk cId="1532343274" sldId="309"/>
            <ac:spMk id="40" creationId="{00000000-0000-0000-0000-000000000000}"/>
          </ac:spMkLst>
        </pc:spChg>
        <pc:spChg chg="mod">
          <ac:chgData name="Schlesinger, Sebastian" userId="d814e6c9-e9fb-4b77-84f7-ccd8aa3529bb" providerId="ADAL" clId="{814D90CD-D400-5612-B49E-CD4DF6BF7C8B}" dt="2026-02-03T13:13:47.400" v="5545" actId="1076"/>
          <ac:spMkLst>
            <pc:docMk/>
            <pc:sldMk cId="1532343274" sldId="309"/>
            <ac:spMk id="41" creationId="{00000000-0000-0000-0000-000000000000}"/>
          </ac:spMkLst>
        </pc:spChg>
        <pc:spChg chg="mod">
          <ac:chgData name="Schlesinger, Sebastian" userId="d814e6c9-e9fb-4b77-84f7-ccd8aa3529bb" providerId="ADAL" clId="{814D90CD-D400-5612-B49E-CD4DF6BF7C8B}" dt="2026-02-03T13:13:47.400" v="5545" actId="1076"/>
          <ac:spMkLst>
            <pc:docMk/>
            <pc:sldMk cId="1532343274" sldId="309"/>
            <ac:spMk id="42" creationId="{00000000-0000-0000-0000-000000000000}"/>
          </ac:spMkLst>
        </pc:spChg>
        <pc:grpChg chg="mod">
          <ac:chgData name="Schlesinger, Sebastian" userId="d814e6c9-e9fb-4b77-84f7-ccd8aa3529bb" providerId="ADAL" clId="{814D90CD-D400-5612-B49E-CD4DF6BF7C8B}" dt="2026-02-03T13:13:47.400" v="5545" actId="1076"/>
          <ac:grpSpMkLst>
            <pc:docMk/>
            <pc:sldMk cId="1532343274" sldId="309"/>
            <ac:grpSpMk id="4104" creationId="{00000000-0000-0000-0000-000000000000}"/>
          </ac:grpSpMkLst>
        </pc:grpChg>
        <pc:picChg chg="mod">
          <ac:chgData name="Schlesinger, Sebastian" userId="d814e6c9-e9fb-4b77-84f7-ccd8aa3529bb" providerId="ADAL" clId="{814D90CD-D400-5612-B49E-CD4DF6BF7C8B}" dt="2026-02-03T13:13:47.400" v="5545" actId="1076"/>
          <ac:picMkLst>
            <pc:docMk/>
            <pc:sldMk cId="1532343274" sldId="309"/>
            <ac:picMk id="4098" creationId="{00000000-0000-0000-0000-000000000000}"/>
          </ac:picMkLst>
        </pc:picChg>
        <pc:picChg chg="mod">
          <ac:chgData name="Schlesinger, Sebastian" userId="d814e6c9-e9fb-4b77-84f7-ccd8aa3529bb" providerId="ADAL" clId="{814D90CD-D400-5612-B49E-CD4DF6BF7C8B}" dt="2026-02-03T13:13:47.400" v="5545" actId="1076"/>
          <ac:picMkLst>
            <pc:docMk/>
            <pc:sldMk cId="1532343274" sldId="309"/>
            <ac:picMk id="4099" creationId="{00000000-0000-0000-0000-000000000000}"/>
          </ac:picMkLst>
        </pc:picChg>
        <pc:picChg chg="mod">
          <ac:chgData name="Schlesinger, Sebastian" userId="d814e6c9-e9fb-4b77-84f7-ccd8aa3529bb" providerId="ADAL" clId="{814D90CD-D400-5612-B49E-CD4DF6BF7C8B}" dt="2026-02-03T13:13:47.400" v="5545" actId="1076"/>
          <ac:picMkLst>
            <pc:docMk/>
            <pc:sldMk cId="1532343274" sldId="309"/>
            <ac:picMk id="4129" creationId="{00000000-0000-0000-0000-000000000000}"/>
          </ac:picMkLst>
        </pc:picChg>
      </pc:sldChg>
      <pc:sldChg chg="modSp add del mod">
        <pc:chgData name="Schlesinger, Sebastian" userId="d814e6c9-e9fb-4b77-84f7-ccd8aa3529bb" providerId="ADAL" clId="{814D90CD-D400-5612-B49E-CD4DF6BF7C8B}" dt="2026-02-02T12:56:48.102" v="4345" actId="2696"/>
        <pc:sldMkLst>
          <pc:docMk/>
          <pc:sldMk cId="0" sldId="310"/>
        </pc:sldMkLst>
      </pc:sldChg>
      <pc:sldChg chg="modSp add mod">
        <pc:chgData name="Schlesinger, Sebastian" userId="d814e6c9-e9fb-4b77-84f7-ccd8aa3529bb" providerId="ADAL" clId="{814D90CD-D400-5612-B49E-CD4DF6BF7C8B}" dt="2026-02-03T13:14:02.212" v="5550" actId="1076"/>
        <pc:sldMkLst>
          <pc:docMk/>
          <pc:sldMk cId="860254805" sldId="310"/>
        </pc:sldMkLst>
        <pc:spChg chg="mod">
          <ac:chgData name="Schlesinger, Sebastian" userId="d814e6c9-e9fb-4b77-84f7-ccd8aa3529bb" providerId="ADAL" clId="{814D90CD-D400-5612-B49E-CD4DF6BF7C8B}" dt="2026-02-03T13:13:57.043" v="5549" actId="1076"/>
          <ac:spMkLst>
            <pc:docMk/>
            <pc:sldMk cId="860254805" sldId="310"/>
            <ac:spMk id="2" creationId="{00000000-0000-0000-0000-000000000000}"/>
          </ac:spMkLst>
        </pc:spChg>
        <pc:spChg chg="mod">
          <ac:chgData name="Schlesinger, Sebastian" userId="d814e6c9-e9fb-4b77-84f7-ccd8aa3529bb" providerId="ADAL" clId="{814D90CD-D400-5612-B49E-CD4DF6BF7C8B}" dt="2026-02-02T17:24:05.211" v="5125"/>
          <ac:spMkLst>
            <pc:docMk/>
            <pc:sldMk cId="860254805" sldId="310"/>
            <ac:spMk id="5" creationId="{00000000-0000-0000-0000-000000000000}"/>
          </ac:spMkLst>
        </pc:spChg>
        <pc:spChg chg="mod">
          <ac:chgData name="Schlesinger, Sebastian" userId="d814e6c9-e9fb-4b77-84f7-ccd8aa3529bb" providerId="ADAL" clId="{814D90CD-D400-5612-B49E-CD4DF6BF7C8B}" dt="2026-02-02T17:24:05.211" v="5125"/>
          <ac:spMkLst>
            <pc:docMk/>
            <pc:sldMk cId="860254805" sldId="310"/>
            <ac:spMk id="6" creationId="{00000000-0000-0000-0000-000000000000}"/>
          </ac:spMkLst>
        </pc:spChg>
        <pc:picChg chg="mod">
          <ac:chgData name="Schlesinger, Sebastian" userId="d814e6c9-e9fb-4b77-84f7-ccd8aa3529bb" providerId="ADAL" clId="{814D90CD-D400-5612-B49E-CD4DF6BF7C8B}" dt="2026-02-03T13:14:02.212" v="5550" actId="1076"/>
          <ac:picMkLst>
            <pc:docMk/>
            <pc:sldMk cId="860254805" sldId="310"/>
            <ac:picMk id="3074" creationId="{00000000-0000-0000-0000-000000000000}"/>
          </ac:picMkLst>
        </pc:picChg>
        <pc:picChg chg="mod">
          <ac:chgData name="Schlesinger, Sebastian" userId="d814e6c9-e9fb-4b77-84f7-ccd8aa3529bb" providerId="ADAL" clId="{814D90CD-D400-5612-B49E-CD4DF6BF7C8B}" dt="2026-02-03T13:14:02.212" v="5550" actId="1076"/>
          <ac:picMkLst>
            <pc:docMk/>
            <pc:sldMk cId="860254805" sldId="310"/>
            <ac:picMk id="3075" creationId="{00000000-0000-0000-0000-000000000000}"/>
          </ac:picMkLst>
        </pc:picChg>
        <pc:picChg chg="mod">
          <ac:chgData name="Schlesinger, Sebastian" userId="d814e6c9-e9fb-4b77-84f7-ccd8aa3529bb" providerId="ADAL" clId="{814D90CD-D400-5612-B49E-CD4DF6BF7C8B}" dt="2026-02-03T13:14:02.212" v="5550" actId="1076"/>
          <ac:picMkLst>
            <pc:docMk/>
            <pc:sldMk cId="860254805" sldId="310"/>
            <ac:picMk id="5124" creationId="{00000000-0000-0000-0000-000000000000}"/>
          </ac:picMkLst>
        </pc:picChg>
      </pc:sldChg>
      <pc:sldChg chg="modSp add del mod">
        <pc:chgData name="Schlesinger, Sebastian" userId="d814e6c9-e9fb-4b77-84f7-ccd8aa3529bb" providerId="ADAL" clId="{814D90CD-D400-5612-B49E-CD4DF6BF7C8B}" dt="2026-02-02T12:56:48.067" v="4339" actId="2696"/>
        <pc:sldMkLst>
          <pc:docMk/>
          <pc:sldMk cId="0" sldId="311"/>
        </pc:sldMkLst>
      </pc:sldChg>
      <pc:sldChg chg="modSp add mod">
        <pc:chgData name="Schlesinger, Sebastian" userId="d814e6c9-e9fb-4b77-84f7-ccd8aa3529bb" providerId="ADAL" clId="{814D90CD-D400-5612-B49E-CD4DF6BF7C8B}" dt="2026-02-03T13:14:21.222" v="5558" actId="403"/>
        <pc:sldMkLst>
          <pc:docMk/>
          <pc:sldMk cId="2033306342" sldId="311"/>
        </pc:sldMkLst>
        <pc:spChg chg="mod">
          <ac:chgData name="Schlesinger, Sebastian" userId="d814e6c9-e9fb-4b77-84f7-ccd8aa3529bb" providerId="ADAL" clId="{814D90CD-D400-5612-B49E-CD4DF6BF7C8B}" dt="2026-02-02T17:24:05.211" v="5125"/>
          <ac:spMkLst>
            <pc:docMk/>
            <pc:sldMk cId="2033306342" sldId="311"/>
            <ac:spMk id="5" creationId="{00000000-0000-0000-0000-000000000000}"/>
          </ac:spMkLst>
        </pc:spChg>
        <pc:spChg chg="mod">
          <ac:chgData name="Schlesinger, Sebastian" userId="d814e6c9-e9fb-4b77-84f7-ccd8aa3529bb" providerId="ADAL" clId="{814D90CD-D400-5612-B49E-CD4DF6BF7C8B}" dt="2026-02-02T17:24:05.211" v="5125"/>
          <ac:spMkLst>
            <pc:docMk/>
            <pc:sldMk cId="2033306342" sldId="311"/>
            <ac:spMk id="6" creationId="{00000000-0000-0000-0000-000000000000}"/>
          </ac:spMkLst>
        </pc:spChg>
        <pc:spChg chg="mod">
          <ac:chgData name="Schlesinger, Sebastian" userId="d814e6c9-e9fb-4b77-84f7-ccd8aa3529bb" providerId="ADAL" clId="{814D90CD-D400-5612-B49E-CD4DF6BF7C8B}" dt="2026-02-03T13:14:21.222" v="5558" actId="403"/>
          <ac:spMkLst>
            <pc:docMk/>
            <pc:sldMk cId="2033306342" sldId="311"/>
            <ac:spMk id="38" creationId="{00000000-0000-0000-0000-000000000000}"/>
          </ac:spMkLst>
        </pc:spChg>
      </pc:sldChg>
      <pc:sldChg chg="addSp modSp add del mod">
        <pc:chgData name="Schlesinger, Sebastian" userId="d814e6c9-e9fb-4b77-84f7-ccd8aa3529bb" providerId="ADAL" clId="{814D90CD-D400-5612-B49E-CD4DF6BF7C8B}" dt="2026-02-02T17:23:42.634" v="5074" actId="2696"/>
        <pc:sldMkLst>
          <pc:docMk/>
          <pc:sldMk cId="0" sldId="313"/>
        </pc:sldMkLst>
        <pc:spChg chg="mod">
          <ac:chgData name="Schlesinger, Sebastian" userId="d814e6c9-e9fb-4b77-84f7-ccd8aa3529bb" providerId="ADAL" clId="{814D90CD-D400-5612-B49E-CD4DF6BF7C8B}" dt="2026-02-02T12:56:49.360" v="4382"/>
          <ac:spMkLst>
            <pc:docMk/>
            <pc:sldMk cId="0" sldId="313"/>
            <ac:spMk id="2" creationId="{00000000-0000-0000-0000-000000000000}"/>
          </ac:spMkLst>
        </pc:spChg>
        <pc:spChg chg="mod">
          <ac:chgData name="Schlesinger, Sebastian" userId="d814e6c9-e9fb-4b77-84f7-ccd8aa3529bb" providerId="ADAL" clId="{814D90CD-D400-5612-B49E-CD4DF6BF7C8B}" dt="2026-02-02T12:56:49.360" v="4382"/>
          <ac:spMkLst>
            <pc:docMk/>
            <pc:sldMk cId="0" sldId="313"/>
            <ac:spMk id="3" creationId="{00000000-0000-0000-0000-000000000000}"/>
          </ac:spMkLst>
        </pc:spChg>
        <pc:spChg chg="add mod">
          <ac:chgData name="Schlesinger, Sebastian" userId="d814e6c9-e9fb-4b77-84f7-ccd8aa3529bb" providerId="ADAL" clId="{814D90CD-D400-5612-B49E-CD4DF6BF7C8B}" dt="2026-02-02T12:57:38.634" v="4388"/>
          <ac:spMkLst>
            <pc:docMk/>
            <pc:sldMk cId="0" sldId="313"/>
            <ac:spMk id="4" creationId="{F3AAD5AC-2BC3-2B79-F775-6781DE77FF82}"/>
          </ac:spMkLst>
        </pc:spChg>
        <pc:spChg chg="mod">
          <ac:chgData name="Schlesinger, Sebastian" userId="d814e6c9-e9fb-4b77-84f7-ccd8aa3529bb" providerId="ADAL" clId="{814D90CD-D400-5612-B49E-CD4DF6BF7C8B}" dt="2026-02-02T12:57:03.786" v="4384" actId="14100"/>
          <ac:spMkLst>
            <pc:docMk/>
            <pc:sldMk cId="0" sldId="313"/>
            <ac:spMk id="3077" creationId="{00000000-0000-0000-0000-000000000000}"/>
          </ac:spMkLst>
        </pc:spChg>
        <pc:spChg chg="mod">
          <ac:chgData name="Schlesinger, Sebastian" userId="d814e6c9-e9fb-4b77-84f7-ccd8aa3529bb" providerId="ADAL" clId="{814D90CD-D400-5612-B49E-CD4DF6BF7C8B}" dt="2026-02-02T12:57:08.870" v="4386" actId="1076"/>
          <ac:spMkLst>
            <pc:docMk/>
            <pc:sldMk cId="0" sldId="313"/>
            <ac:spMk id="3078" creationId="{00000000-0000-0000-0000-000000000000}"/>
          </ac:spMkLst>
        </pc:spChg>
      </pc:sldChg>
      <pc:sldChg chg="modSp add del mod">
        <pc:chgData name="Schlesinger, Sebastian" userId="d814e6c9-e9fb-4b77-84f7-ccd8aa3529bb" providerId="ADAL" clId="{814D90CD-D400-5612-B49E-CD4DF6BF7C8B}" dt="2026-02-02T17:23:42.675" v="5103" actId="2696"/>
        <pc:sldMkLst>
          <pc:docMk/>
          <pc:sldMk cId="0" sldId="314"/>
        </pc:sldMkLst>
        <pc:spChg chg="mod">
          <ac:chgData name="Schlesinger, Sebastian" userId="d814e6c9-e9fb-4b77-84f7-ccd8aa3529bb" providerId="ADAL" clId="{814D90CD-D400-5612-B49E-CD4DF6BF7C8B}" dt="2026-02-02T12:56:49.360" v="4382"/>
          <ac:spMkLst>
            <pc:docMk/>
            <pc:sldMk cId="0" sldId="314"/>
            <ac:spMk id="2" creationId="{00000000-0000-0000-0000-000000000000}"/>
          </ac:spMkLst>
        </pc:spChg>
        <pc:spChg chg="mod">
          <ac:chgData name="Schlesinger, Sebastian" userId="d814e6c9-e9fb-4b77-84f7-ccd8aa3529bb" providerId="ADAL" clId="{814D90CD-D400-5612-B49E-CD4DF6BF7C8B}" dt="2026-02-02T12:56:49.360" v="4382"/>
          <ac:spMkLst>
            <pc:docMk/>
            <pc:sldMk cId="0" sldId="314"/>
            <ac:spMk id="3" creationId="{00000000-0000-0000-0000-000000000000}"/>
          </ac:spMkLst>
        </pc:spChg>
        <pc:spChg chg="mod">
          <ac:chgData name="Schlesinger, Sebastian" userId="d814e6c9-e9fb-4b77-84f7-ccd8aa3529bb" providerId="ADAL" clId="{814D90CD-D400-5612-B49E-CD4DF6BF7C8B}" dt="2026-02-02T13:01:58.572" v="4441" actId="1076"/>
          <ac:spMkLst>
            <pc:docMk/>
            <pc:sldMk cId="0" sldId="314"/>
            <ac:spMk id="8197" creationId="{00000000-0000-0000-0000-000000000000}"/>
          </ac:spMkLst>
        </pc:spChg>
        <pc:spChg chg="mod">
          <ac:chgData name="Schlesinger, Sebastian" userId="d814e6c9-e9fb-4b77-84f7-ccd8aa3529bb" providerId="ADAL" clId="{814D90CD-D400-5612-B49E-CD4DF6BF7C8B}" dt="2026-02-02T13:02:08.497" v="4443" actId="12"/>
          <ac:spMkLst>
            <pc:docMk/>
            <pc:sldMk cId="0" sldId="314"/>
            <ac:spMk id="8198" creationId="{00000000-0000-0000-0000-000000000000}"/>
          </ac:spMkLst>
        </pc:spChg>
      </pc:sldChg>
      <pc:sldChg chg="modSp add del mod">
        <pc:chgData name="Schlesinger, Sebastian" userId="d814e6c9-e9fb-4b77-84f7-ccd8aa3529bb" providerId="ADAL" clId="{814D90CD-D400-5612-B49E-CD4DF6BF7C8B}" dt="2026-02-02T12:56:48.153" v="4380" actId="2696"/>
        <pc:sldMkLst>
          <pc:docMk/>
          <pc:sldMk cId="0" sldId="315"/>
        </pc:sldMkLst>
      </pc:sldChg>
      <pc:sldChg chg="modSp add del mod">
        <pc:chgData name="Schlesinger, Sebastian" userId="d814e6c9-e9fb-4b77-84f7-ccd8aa3529bb" providerId="ADAL" clId="{814D90CD-D400-5612-B49E-CD4DF6BF7C8B}" dt="2026-02-02T12:56:48.129" v="4369" actId="2696"/>
        <pc:sldMkLst>
          <pc:docMk/>
          <pc:sldMk cId="0" sldId="316"/>
        </pc:sldMkLst>
      </pc:sldChg>
      <pc:sldChg chg="modSp add del mod">
        <pc:chgData name="Schlesinger, Sebastian" userId="d814e6c9-e9fb-4b77-84f7-ccd8aa3529bb" providerId="ADAL" clId="{814D90CD-D400-5612-B49E-CD4DF6BF7C8B}" dt="2026-02-02T12:56:48.072" v="4343" actId="2696"/>
        <pc:sldMkLst>
          <pc:docMk/>
          <pc:sldMk cId="0" sldId="317"/>
        </pc:sldMkLst>
      </pc:sldChg>
      <pc:sldChg chg="modSp add del mod">
        <pc:chgData name="Schlesinger, Sebastian" userId="d814e6c9-e9fb-4b77-84f7-ccd8aa3529bb" providerId="ADAL" clId="{814D90CD-D400-5612-B49E-CD4DF6BF7C8B}" dt="2026-02-02T12:56:48.137" v="4373" actId="2696"/>
        <pc:sldMkLst>
          <pc:docMk/>
          <pc:sldMk cId="0" sldId="318"/>
        </pc:sldMkLst>
      </pc:sldChg>
      <pc:sldChg chg="modSp add mod">
        <pc:chgData name="Schlesinger, Sebastian" userId="d814e6c9-e9fb-4b77-84f7-ccd8aa3529bb" providerId="ADAL" clId="{814D90CD-D400-5612-B49E-CD4DF6BF7C8B}" dt="2026-02-03T09:55:44.655" v="5185" actId="1076"/>
        <pc:sldMkLst>
          <pc:docMk/>
          <pc:sldMk cId="212931707" sldId="318"/>
        </pc:sldMkLst>
        <pc:spChg chg="mod">
          <ac:chgData name="Schlesinger, Sebastian" userId="d814e6c9-e9fb-4b77-84f7-ccd8aa3529bb" providerId="ADAL" clId="{814D90CD-D400-5612-B49E-CD4DF6BF7C8B}" dt="2026-02-03T09:55:44.655" v="5185" actId="1076"/>
          <ac:spMkLst>
            <pc:docMk/>
            <pc:sldMk cId="212931707" sldId="318"/>
            <ac:spMk id="3" creationId="{00000000-0000-0000-0000-000000000000}"/>
          </ac:spMkLst>
        </pc:spChg>
        <pc:spChg chg="mod">
          <ac:chgData name="Schlesinger, Sebastian" userId="d814e6c9-e9fb-4b77-84f7-ccd8aa3529bb" providerId="ADAL" clId="{814D90CD-D400-5612-B49E-CD4DF6BF7C8B}" dt="2026-02-02T17:24:05.211" v="5125"/>
          <ac:spMkLst>
            <pc:docMk/>
            <pc:sldMk cId="212931707" sldId="318"/>
            <ac:spMk id="5" creationId="{00000000-0000-0000-0000-000000000000}"/>
          </ac:spMkLst>
        </pc:spChg>
        <pc:spChg chg="mod">
          <ac:chgData name="Schlesinger, Sebastian" userId="d814e6c9-e9fb-4b77-84f7-ccd8aa3529bb" providerId="ADAL" clId="{814D90CD-D400-5612-B49E-CD4DF6BF7C8B}" dt="2026-02-02T17:24:05.211" v="5125"/>
          <ac:spMkLst>
            <pc:docMk/>
            <pc:sldMk cId="212931707" sldId="318"/>
            <ac:spMk id="6" creationId="{00000000-0000-0000-0000-000000000000}"/>
          </ac:spMkLst>
        </pc:spChg>
      </pc:sldChg>
      <pc:sldChg chg="modSp add del mod">
        <pc:chgData name="Schlesinger, Sebastian" userId="d814e6c9-e9fb-4b77-84f7-ccd8aa3529bb" providerId="ADAL" clId="{814D90CD-D400-5612-B49E-CD4DF6BF7C8B}" dt="2026-02-02T12:56:48.120" v="4361" actId="2696"/>
        <pc:sldMkLst>
          <pc:docMk/>
          <pc:sldMk cId="0" sldId="319"/>
        </pc:sldMkLst>
      </pc:sldChg>
      <pc:sldChg chg="modSp add del mod">
        <pc:chgData name="Schlesinger, Sebastian" userId="d814e6c9-e9fb-4b77-84f7-ccd8aa3529bb" providerId="ADAL" clId="{814D90CD-D400-5612-B49E-CD4DF6BF7C8B}" dt="2026-02-02T12:56:48.121" v="4362" actId="2696"/>
        <pc:sldMkLst>
          <pc:docMk/>
          <pc:sldMk cId="0" sldId="320"/>
        </pc:sldMkLst>
      </pc:sldChg>
      <pc:sldChg chg="modSp add mod">
        <pc:chgData name="Schlesinger, Sebastian" userId="d814e6c9-e9fb-4b77-84f7-ccd8aa3529bb" providerId="ADAL" clId="{814D90CD-D400-5612-B49E-CD4DF6BF7C8B}" dt="2026-02-03T09:55:57.859" v="5188" actId="12"/>
        <pc:sldMkLst>
          <pc:docMk/>
          <pc:sldMk cId="587601630" sldId="320"/>
        </pc:sldMkLst>
        <pc:spChg chg="mod">
          <ac:chgData name="Schlesinger, Sebastian" userId="d814e6c9-e9fb-4b77-84f7-ccd8aa3529bb" providerId="ADAL" clId="{814D90CD-D400-5612-B49E-CD4DF6BF7C8B}" dt="2026-02-02T17:24:05.211" v="5125"/>
          <ac:spMkLst>
            <pc:docMk/>
            <pc:sldMk cId="587601630" sldId="320"/>
            <ac:spMk id="5" creationId="{00000000-0000-0000-0000-000000000000}"/>
          </ac:spMkLst>
        </pc:spChg>
        <pc:spChg chg="mod">
          <ac:chgData name="Schlesinger, Sebastian" userId="d814e6c9-e9fb-4b77-84f7-ccd8aa3529bb" providerId="ADAL" clId="{814D90CD-D400-5612-B49E-CD4DF6BF7C8B}" dt="2026-02-02T17:24:05.211" v="5125"/>
          <ac:spMkLst>
            <pc:docMk/>
            <pc:sldMk cId="587601630" sldId="320"/>
            <ac:spMk id="6" creationId="{00000000-0000-0000-0000-000000000000}"/>
          </ac:spMkLst>
        </pc:spChg>
        <pc:spChg chg="mod">
          <ac:chgData name="Schlesinger, Sebastian" userId="d814e6c9-e9fb-4b77-84f7-ccd8aa3529bb" providerId="ADAL" clId="{814D90CD-D400-5612-B49E-CD4DF6BF7C8B}" dt="2026-02-03T09:55:57.859" v="5188" actId="12"/>
          <ac:spMkLst>
            <pc:docMk/>
            <pc:sldMk cId="587601630" sldId="320"/>
            <ac:spMk id="38" creationId="{00000000-0000-0000-0000-000000000000}"/>
          </ac:spMkLst>
        </pc:spChg>
      </pc:sldChg>
      <pc:sldChg chg="modSp add del mod">
        <pc:chgData name="Schlesinger, Sebastian" userId="d814e6c9-e9fb-4b77-84f7-ccd8aa3529bb" providerId="ADAL" clId="{814D90CD-D400-5612-B49E-CD4DF6BF7C8B}" dt="2026-02-02T12:56:48.140" v="4375" actId="2696"/>
        <pc:sldMkLst>
          <pc:docMk/>
          <pc:sldMk cId="0" sldId="321"/>
        </pc:sldMkLst>
      </pc:sldChg>
      <pc:sldChg chg="modSp add mod modNotes">
        <pc:chgData name="Schlesinger, Sebastian" userId="d814e6c9-e9fb-4b77-84f7-ccd8aa3529bb" providerId="ADAL" clId="{814D90CD-D400-5612-B49E-CD4DF6BF7C8B}" dt="2026-02-03T09:56:30.857" v="5191" actId="1076"/>
        <pc:sldMkLst>
          <pc:docMk/>
          <pc:sldMk cId="1162866682" sldId="321"/>
        </pc:sldMkLst>
        <pc:spChg chg="mod">
          <ac:chgData name="Schlesinger, Sebastian" userId="d814e6c9-e9fb-4b77-84f7-ccd8aa3529bb" providerId="ADAL" clId="{814D90CD-D400-5612-B49E-CD4DF6BF7C8B}" dt="2026-02-02T17:24:05.211" v="5125"/>
          <ac:spMkLst>
            <pc:docMk/>
            <pc:sldMk cId="1162866682" sldId="321"/>
            <ac:spMk id="4" creationId="{00000000-0000-0000-0000-000000000000}"/>
          </ac:spMkLst>
        </pc:spChg>
        <pc:spChg chg="mod">
          <ac:chgData name="Schlesinger, Sebastian" userId="d814e6c9-e9fb-4b77-84f7-ccd8aa3529bb" providerId="ADAL" clId="{814D90CD-D400-5612-B49E-CD4DF6BF7C8B}" dt="2026-02-02T17:24:05.211" v="5125"/>
          <ac:spMkLst>
            <pc:docMk/>
            <pc:sldMk cId="1162866682" sldId="321"/>
            <ac:spMk id="5" creationId="{00000000-0000-0000-0000-000000000000}"/>
          </ac:spMkLst>
        </pc:spChg>
        <pc:spChg chg="mod">
          <ac:chgData name="Schlesinger, Sebastian" userId="d814e6c9-e9fb-4b77-84f7-ccd8aa3529bb" providerId="ADAL" clId="{814D90CD-D400-5612-B49E-CD4DF6BF7C8B}" dt="2026-02-03T09:56:30.857" v="5191" actId="1076"/>
          <ac:spMkLst>
            <pc:docMk/>
            <pc:sldMk cId="1162866682" sldId="321"/>
            <ac:spMk id="7" creationId="{00000000-0000-0000-0000-000000000000}"/>
          </ac:spMkLst>
        </pc:spChg>
        <pc:spChg chg="mod">
          <ac:chgData name="Schlesinger, Sebastian" userId="d814e6c9-e9fb-4b77-84f7-ccd8aa3529bb" providerId="ADAL" clId="{814D90CD-D400-5612-B49E-CD4DF6BF7C8B}" dt="2026-02-03T09:56:30.857" v="5191" actId="1076"/>
          <ac:spMkLst>
            <pc:docMk/>
            <pc:sldMk cId="1162866682" sldId="321"/>
            <ac:spMk id="9" creationId="{00000000-0000-0000-0000-000000000000}"/>
          </ac:spMkLst>
        </pc:spChg>
        <pc:spChg chg="mod">
          <ac:chgData name="Schlesinger, Sebastian" userId="d814e6c9-e9fb-4b77-84f7-ccd8aa3529bb" providerId="ADAL" clId="{814D90CD-D400-5612-B49E-CD4DF6BF7C8B}" dt="2026-02-03T09:56:30.857" v="5191" actId="1076"/>
          <ac:spMkLst>
            <pc:docMk/>
            <pc:sldMk cId="1162866682" sldId="321"/>
            <ac:spMk id="18" creationId="{00000000-0000-0000-0000-000000000000}"/>
          </ac:spMkLst>
        </pc:spChg>
        <pc:spChg chg="mod">
          <ac:chgData name="Schlesinger, Sebastian" userId="d814e6c9-e9fb-4b77-84f7-ccd8aa3529bb" providerId="ADAL" clId="{814D90CD-D400-5612-B49E-CD4DF6BF7C8B}" dt="2026-02-03T09:56:30.857" v="5191" actId="1076"/>
          <ac:spMkLst>
            <pc:docMk/>
            <pc:sldMk cId="1162866682" sldId="321"/>
            <ac:spMk id="19" creationId="{00000000-0000-0000-0000-000000000000}"/>
          </ac:spMkLst>
        </pc:spChg>
        <pc:picChg chg="mod">
          <ac:chgData name="Schlesinger, Sebastian" userId="d814e6c9-e9fb-4b77-84f7-ccd8aa3529bb" providerId="ADAL" clId="{814D90CD-D400-5612-B49E-CD4DF6BF7C8B}" dt="2026-02-03T09:56:30.857" v="5191" actId="1076"/>
          <ac:picMkLst>
            <pc:docMk/>
            <pc:sldMk cId="1162866682" sldId="321"/>
            <ac:picMk id="6" creationId="{00000000-0000-0000-0000-000000000000}"/>
          </ac:picMkLst>
        </pc:picChg>
        <pc:cxnChg chg="mod">
          <ac:chgData name="Schlesinger, Sebastian" userId="d814e6c9-e9fb-4b77-84f7-ccd8aa3529bb" providerId="ADAL" clId="{814D90CD-D400-5612-B49E-CD4DF6BF7C8B}" dt="2026-02-03T09:56:30.857" v="5191" actId="1076"/>
          <ac:cxnSpMkLst>
            <pc:docMk/>
            <pc:sldMk cId="1162866682" sldId="321"/>
            <ac:cxnSpMk id="10" creationId="{00000000-0000-0000-0000-000000000000}"/>
          </ac:cxnSpMkLst>
        </pc:cxnChg>
        <pc:cxnChg chg="mod">
          <ac:chgData name="Schlesinger, Sebastian" userId="d814e6c9-e9fb-4b77-84f7-ccd8aa3529bb" providerId="ADAL" clId="{814D90CD-D400-5612-B49E-CD4DF6BF7C8B}" dt="2026-02-03T09:56:30.857" v="5191" actId="1076"/>
          <ac:cxnSpMkLst>
            <pc:docMk/>
            <pc:sldMk cId="1162866682" sldId="321"/>
            <ac:cxnSpMk id="12" creationId="{00000000-0000-0000-0000-000000000000}"/>
          </ac:cxnSpMkLst>
        </pc:cxnChg>
        <pc:cxnChg chg="mod">
          <ac:chgData name="Schlesinger, Sebastian" userId="d814e6c9-e9fb-4b77-84f7-ccd8aa3529bb" providerId="ADAL" clId="{814D90CD-D400-5612-B49E-CD4DF6BF7C8B}" dt="2026-02-03T09:56:30.857" v="5191" actId="1076"/>
          <ac:cxnSpMkLst>
            <pc:docMk/>
            <pc:sldMk cId="1162866682" sldId="321"/>
            <ac:cxnSpMk id="14" creationId="{00000000-0000-0000-0000-000000000000}"/>
          </ac:cxnSpMkLst>
        </pc:cxnChg>
        <pc:cxnChg chg="mod">
          <ac:chgData name="Schlesinger, Sebastian" userId="d814e6c9-e9fb-4b77-84f7-ccd8aa3529bb" providerId="ADAL" clId="{814D90CD-D400-5612-B49E-CD4DF6BF7C8B}" dt="2026-02-03T09:56:30.857" v="5191" actId="1076"/>
          <ac:cxnSpMkLst>
            <pc:docMk/>
            <pc:sldMk cId="1162866682" sldId="321"/>
            <ac:cxnSpMk id="15" creationId="{00000000-0000-0000-0000-000000000000}"/>
          </ac:cxnSpMkLst>
        </pc:cxnChg>
        <pc:cxnChg chg="mod">
          <ac:chgData name="Schlesinger, Sebastian" userId="d814e6c9-e9fb-4b77-84f7-ccd8aa3529bb" providerId="ADAL" clId="{814D90CD-D400-5612-B49E-CD4DF6BF7C8B}" dt="2026-02-03T09:56:30.857" v="5191" actId="1076"/>
          <ac:cxnSpMkLst>
            <pc:docMk/>
            <pc:sldMk cId="1162866682" sldId="321"/>
            <ac:cxnSpMk id="16" creationId="{00000000-0000-0000-0000-000000000000}"/>
          </ac:cxnSpMkLst>
        </pc:cxnChg>
      </pc:sldChg>
      <pc:sldChg chg="modSp add del mod">
        <pc:chgData name="Schlesinger, Sebastian" userId="d814e6c9-e9fb-4b77-84f7-ccd8aa3529bb" providerId="ADAL" clId="{814D90CD-D400-5612-B49E-CD4DF6BF7C8B}" dt="2026-02-02T12:56:48.156" v="4381" actId="2696"/>
        <pc:sldMkLst>
          <pc:docMk/>
          <pc:sldMk cId="0" sldId="322"/>
        </pc:sldMkLst>
      </pc:sldChg>
      <pc:sldChg chg="modSp add mod">
        <pc:chgData name="Schlesinger, Sebastian" userId="d814e6c9-e9fb-4b77-84f7-ccd8aa3529bb" providerId="ADAL" clId="{814D90CD-D400-5612-B49E-CD4DF6BF7C8B}" dt="2026-02-03T09:56:46.985" v="5196" actId="1076"/>
        <pc:sldMkLst>
          <pc:docMk/>
          <pc:sldMk cId="3190331377" sldId="322"/>
        </pc:sldMkLst>
        <pc:spChg chg="mod">
          <ac:chgData name="Schlesinger, Sebastian" userId="d814e6c9-e9fb-4b77-84f7-ccd8aa3529bb" providerId="ADAL" clId="{814D90CD-D400-5612-B49E-CD4DF6BF7C8B}" dt="2026-02-03T09:56:46.985" v="5196" actId="1076"/>
          <ac:spMkLst>
            <pc:docMk/>
            <pc:sldMk cId="3190331377" sldId="322"/>
            <ac:spMk id="3" creationId="{00000000-0000-0000-0000-000000000000}"/>
          </ac:spMkLst>
        </pc:spChg>
        <pc:spChg chg="mod">
          <ac:chgData name="Schlesinger, Sebastian" userId="d814e6c9-e9fb-4b77-84f7-ccd8aa3529bb" providerId="ADAL" clId="{814D90CD-D400-5612-B49E-CD4DF6BF7C8B}" dt="2026-02-02T17:24:05.211" v="5125"/>
          <ac:spMkLst>
            <pc:docMk/>
            <pc:sldMk cId="3190331377" sldId="322"/>
            <ac:spMk id="4" creationId="{00000000-0000-0000-0000-000000000000}"/>
          </ac:spMkLst>
        </pc:spChg>
        <pc:spChg chg="mod">
          <ac:chgData name="Schlesinger, Sebastian" userId="d814e6c9-e9fb-4b77-84f7-ccd8aa3529bb" providerId="ADAL" clId="{814D90CD-D400-5612-B49E-CD4DF6BF7C8B}" dt="2026-02-02T17:24:05.211" v="5125"/>
          <ac:spMkLst>
            <pc:docMk/>
            <pc:sldMk cId="3190331377" sldId="322"/>
            <ac:spMk id="5" creationId="{00000000-0000-0000-0000-000000000000}"/>
          </ac:spMkLst>
        </pc:spChg>
      </pc:sldChg>
      <pc:sldChg chg="modSp add mod modNotes">
        <pc:chgData name="Schlesinger, Sebastian" userId="d814e6c9-e9fb-4b77-84f7-ccd8aa3529bb" providerId="ADAL" clId="{814D90CD-D400-5612-B49E-CD4DF6BF7C8B}" dt="2026-02-03T09:57:00.713" v="5199" actId="1076"/>
        <pc:sldMkLst>
          <pc:docMk/>
          <pc:sldMk cId="1139795560" sldId="323"/>
        </pc:sldMkLst>
        <pc:spChg chg="mod">
          <ac:chgData name="Schlesinger, Sebastian" userId="d814e6c9-e9fb-4b77-84f7-ccd8aa3529bb" providerId="ADAL" clId="{814D90CD-D400-5612-B49E-CD4DF6BF7C8B}" dt="2026-02-03T09:56:52.013" v="5198" actId="27636"/>
          <ac:spMkLst>
            <pc:docMk/>
            <pc:sldMk cId="1139795560" sldId="323"/>
            <ac:spMk id="2" creationId="{00000000-0000-0000-0000-000000000000}"/>
          </ac:spMkLst>
        </pc:spChg>
        <pc:spChg chg="mod">
          <ac:chgData name="Schlesinger, Sebastian" userId="d814e6c9-e9fb-4b77-84f7-ccd8aa3529bb" providerId="ADAL" clId="{814D90CD-D400-5612-B49E-CD4DF6BF7C8B}" dt="2026-02-02T17:24:05.211" v="5125"/>
          <ac:spMkLst>
            <pc:docMk/>
            <pc:sldMk cId="1139795560" sldId="323"/>
            <ac:spMk id="4" creationId="{00000000-0000-0000-0000-000000000000}"/>
          </ac:spMkLst>
        </pc:spChg>
        <pc:spChg chg="mod">
          <ac:chgData name="Schlesinger, Sebastian" userId="d814e6c9-e9fb-4b77-84f7-ccd8aa3529bb" providerId="ADAL" clId="{814D90CD-D400-5612-B49E-CD4DF6BF7C8B}" dt="2026-02-02T17:24:05.211" v="5125"/>
          <ac:spMkLst>
            <pc:docMk/>
            <pc:sldMk cId="1139795560" sldId="323"/>
            <ac:spMk id="5" creationId="{00000000-0000-0000-0000-000000000000}"/>
          </ac:spMkLst>
        </pc:spChg>
        <pc:spChg chg="mod">
          <ac:chgData name="Schlesinger, Sebastian" userId="d814e6c9-e9fb-4b77-84f7-ccd8aa3529bb" providerId="ADAL" clId="{814D90CD-D400-5612-B49E-CD4DF6BF7C8B}" dt="2026-02-03T09:57:00.713" v="5199" actId="1076"/>
          <ac:spMkLst>
            <pc:docMk/>
            <pc:sldMk cId="1139795560" sldId="323"/>
            <ac:spMk id="6" creationId="{00000000-0000-0000-0000-000000000000}"/>
          </ac:spMkLst>
        </pc:spChg>
        <pc:spChg chg="mod">
          <ac:chgData name="Schlesinger, Sebastian" userId="d814e6c9-e9fb-4b77-84f7-ccd8aa3529bb" providerId="ADAL" clId="{814D90CD-D400-5612-B49E-CD4DF6BF7C8B}" dt="2026-02-03T09:57:00.713" v="5199" actId="1076"/>
          <ac:spMkLst>
            <pc:docMk/>
            <pc:sldMk cId="1139795560" sldId="323"/>
            <ac:spMk id="14" creationId="{00000000-0000-0000-0000-000000000000}"/>
          </ac:spMkLst>
        </pc:spChg>
        <pc:spChg chg="mod">
          <ac:chgData name="Schlesinger, Sebastian" userId="d814e6c9-e9fb-4b77-84f7-ccd8aa3529bb" providerId="ADAL" clId="{814D90CD-D400-5612-B49E-CD4DF6BF7C8B}" dt="2026-02-03T09:57:00.713" v="5199" actId="1076"/>
          <ac:spMkLst>
            <pc:docMk/>
            <pc:sldMk cId="1139795560" sldId="323"/>
            <ac:spMk id="15" creationId="{00000000-0000-0000-0000-000000000000}"/>
          </ac:spMkLst>
        </pc:spChg>
        <pc:grpChg chg="mod">
          <ac:chgData name="Schlesinger, Sebastian" userId="d814e6c9-e9fb-4b77-84f7-ccd8aa3529bb" providerId="ADAL" clId="{814D90CD-D400-5612-B49E-CD4DF6BF7C8B}" dt="2026-02-03T09:57:00.713" v="5199" actId="1076"/>
          <ac:grpSpMkLst>
            <pc:docMk/>
            <pc:sldMk cId="1139795560" sldId="323"/>
            <ac:grpSpMk id="3" creationId="{00000000-0000-0000-0000-000000000000}"/>
          </ac:grpSpMkLst>
        </pc:grpChg>
        <pc:picChg chg="mod">
          <ac:chgData name="Schlesinger, Sebastian" userId="d814e6c9-e9fb-4b77-84f7-ccd8aa3529bb" providerId="ADAL" clId="{814D90CD-D400-5612-B49E-CD4DF6BF7C8B}" dt="2026-02-03T09:57:00.713" v="5199" actId="1076"/>
          <ac:picMkLst>
            <pc:docMk/>
            <pc:sldMk cId="1139795560" sldId="323"/>
            <ac:picMk id="12" creationId="{00000000-0000-0000-0000-000000000000}"/>
          </ac:picMkLst>
        </pc:picChg>
        <pc:picChg chg="mod">
          <ac:chgData name="Schlesinger, Sebastian" userId="d814e6c9-e9fb-4b77-84f7-ccd8aa3529bb" providerId="ADAL" clId="{814D90CD-D400-5612-B49E-CD4DF6BF7C8B}" dt="2026-02-03T09:57:00.713" v="5199" actId="1076"/>
          <ac:picMkLst>
            <pc:docMk/>
            <pc:sldMk cId="1139795560" sldId="323"/>
            <ac:picMk id="13" creationId="{00000000-0000-0000-0000-000000000000}"/>
          </ac:picMkLst>
        </pc:picChg>
      </pc:sldChg>
      <pc:sldChg chg="modSp add mod modNotes">
        <pc:chgData name="Schlesinger, Sebastian" userId="d814e6c9-e9fb-4b77-84f7-ccd8aa3529bb" providerId="ADAL" clId="{814D90CD-D400-5612-B49E-CD4DF6BF7C8B}" dt="2026-02-03T10:23:47.713" v="5200" actId="1076"/>
        <pc:sldMkLst>
          <pc:docMk/>
          <pc:sldMk cId="1319801020" sldId="324"/>
        </pc:sldMkLst>
        <pc:spChg chg="mod">
          <ac:chgData name="Schlesinger, Sebastian" userId="d814e6c9-e9fb-4b77-84f7-ccd8aa3529bb" providerId="ADAL" clId="{814D90CD-D400-5612-B49E-CD4DF6BF7C8B}" dt="2026-02-02T17:24:05.211" v="5125"/>
          <ac:spMkLst>
            <pc:docMk/>
            <pc:sldMk cId="1319801020" sldId="324"/>
            <ac:spMk id="4" creationId="{00000000-0000-0000-0000-000000000000}"/>
          </ac:spMkLst>
        </pc:spChg>
        <pc:spChg chg="mod">
          <ac:chgData name="Schlesinger, Sebastian" userId="d814e6c9-e9fb-4b77-84f7-ccd8aa3529bb" providerId="ADAL" clId="{814D90CD-D400-5612-B49E-CD4DF6BF7C8B}" dt="2026-02-02T17:24:05.211" v="5125"/>
          <ac:spMkLst>
            <pc:docMk/>
            <pc:sldMk cId="1319801020" sldId="324"/>
            <ac:spMk id="5" creationId="{00000000-0000-0000-0000-000000000000}"/>
          </ac:spMkLst>
        </pc:spChg>
        <pc:spChg chg="mod">
          <ac:chgData name="Schlesinger, Sebastian" userId="d814e6c9-e9fb-4b77-84f7-ccd8aa3529bb" providerId="ADAL" clId="{814D90CD-D400-5612-B49E-CD4DF6BF7C8B}" dt="2026-02-03T10:23:47.713" v="5200" actId="1076"/>
          <ac:spMkLst>
            <pc:docMk/>
            <pc:sldMk cId="1319801020" sldId="324"/>
            <ac:spMk id="8" creationId="{00000000-0000-0000-0000-000000000000}"/>
          </ac:spMkLst>
        </pc:spChg>
        <pc:spChg chg="mod">
          <ac:chgData name="Schlesinger, Sebastian" userId="d814e6c9-e9fb-4b77-84f7-ccd8aa3529bb" providerId="ADAL" clId="{814D90CD-D400-5612-B49E-CD4DF6BF7C8B}" dt="2026-02-03T10:23:47.713" v="5200" actId="1076"/>
          <ac:spMkLst>
            <pc:docMk/>
            <pc:sldMk cId="1319801020" sldId="324"/>
            <ac:spMk id="10" creationId="{00000000-0000-0000-0000-000000000000}"/>
          </ac:spMkLst>
        </pc:spChg>
        <pc:spChg chg="mod">
          <ac:chgData name="Schlesinger, Sebastian" userId="d814e6c9-e9fb-4b77-84f7-ccd8aa3529bb" providerId="ADAL" clId="{814D90CD-D400-5612-B49E-CD4DF6BF7C8B}" dt="2026-02-03T10:23:47.713" v="5200" actId="1076"/>
          <ac:spMkLst>
            <pc:docMk/>
            <pc:sldMk cId="1319801020" sldId="324"/>
            <ac:spMk id="12" creationId="{00000000-0000-0000-0000-000000000000}"/>
          </ac:spMkLst>
        </pc:spChg>
        <pc:grpChg chg="mod">
          <ac:chgData name="Schlesinger, Sebastian" userId="d814e6c9-e9fb-4b77-84f7-ccd8aa3529bb" providerId="ADAL" clId="{814D90CD-D400-5612-B49E-CD4DF6BF7C8B}" dt="2026-02-03T10:23:47.713" v="5200" actId="1076"/>
          <ac:grpSpMkLst>
            <pc:docMk/>
            <pc:sldMk cId="1319801020" sldId="324"/>
            <ac:grpSpMk id="3" creationId="{00000000-0000-0000-0000-000000000000}"/>
          </ac:grpSpMkLst>
        </pc:grpChg>
        <pc:grpChg chg="mod">
          <ac:chgData name="Schlesinger, Sebastian" userId="d814e6c9-e9fb-4b77-84f7-ccd8aa3529bb" providerId="ADAL" clId="{814D90CD-D400-5612-B49E-CD4DF6BF7C8B}" dt="2026-02-03T10:23:47.713" v="5200" actId="1076"/>
          <ac:grpSpMkLst>
            <pc:docMk/>
            <pc:sldMk cId="1319801020" sldId="324"/>
            <ac:grpSpMk id="14" creationId="{00000000-0000-0000-0000-000000000000}"/>
          </ac:grpSpMkLst>
        </pc:grpChg>
        <pc:picChg chg="mod">
          <ac:chgData name="Schlesinger, Sebastian" userId="d814e6c9-e9fb-4b77-84f7-ccd8aa3529bb" providerId="ADAL" clId="{814D90CD-D400-5612-B49E-CD4DF6BF7C8B}" dt="2026-02-03T10:23:47.713" v="5200" actId="1076"/>
          <ac:picMkLst>
            <pc:docMk/>
            <pc:sldMk cId="1319801020" sldId="324"/>
            <ac:picMk id="6" creationId="{00000000-0000-0000-0000-000000000000}"/>
          </ac:picMkLst>
        </pc:picChg>
        <pc:picChg chg="mod">
          <ac:chgData name="Schlesinger, Sebastian" userId="d814e6c9-e9fb-4b77-84f7-ccd8aa3529bb" providerId="ADAL" clId="{814D90CD-D400-5612-B49E-CD4DF6BF7C8B}" dt="2026-02-03T10:23:47.713" v="5200" actId="1076"/>
          <ac:picMkLst>
            <pc:docMk/>
            <pc:sldMk cId="1319801020" sldId="324"/>
            <ac:picMk id="7" creationId="{00000000-0000-0000-0000-000000000000}"/>
          </ac:picMkLst>
        </pc:picChg>
      </pc:sldChg>
      <pc:sldChg chg="modSp add mod modNotes">
        <pc:chgData name="Schlesinger, Sebastian" userId="d814e6c9-e9fb-4b77-84f7-ccd8aa3529bb" providerId="ADAL" clId="{814D90CD-D400-5612-B49E-CD4DF6BF7C8B}" dt="2026-02-03T10:24:02.510" v="5203" actId="27636"/>
        <pc:sldMkLst>
          <pc:docMk/>
          <pc:sldMk cId="2672726241" sldId="325"/>
        </pc:sldMkLst>
        <pc:spChg chg="mod">
          <ac:chgData name="Schlesinger, Sebastian" userId="d814e6c9-e9fb-4b77-84f7-ccd8aa3529bb" providerId="ADAL" clId="{814D90CD-D400-5612-B49E-CD4DF6BF7C8B}" dt="2026-02-03T10:24:02.510" v="5203" actId="27636"/>
          <ac:spMkLst>
            <pc:docMk/>
            <pc:sldMk cId="2672726241" sldId="325"/>
            <ac:spMk id="2" creationId="{00000000-0000-0000-0000-000000000000}"/>
          </ac:spMkLst>
        </pc:spChg>
        <pc:spChg chg="mod">
          <ac:chgData name="Schlesinger, Sebastian" userId="d814e6c9-e9fb-4b77-84f7-ccd8aa3529bb" providerId="ADAL" clId="{814D90CD-D400-5612-B49E-CD4DF6BF7C8B}" dt="2026-02-02T17:24:05.211" v="5125"/>
          <ac:spMkLst>
            <pc:docMk/>
            <pc:sldMk cId="2672726241" sldId="325"/>
            <ac:spMk id="4" creationId="{00000000-0000-0000-0000-000000000000}"/>
          </ac:spMkLst>
        </pc:spChg>
        <pc:spChg chg="mod">
          <ac:chgData name="Schlesinger, Sebastian" userId="d814e6c9-e9fb-4b77-84f7-ccd8aa3529bb" providerId="ADAL" clId="{814D90CD-D400-5612-B49E-CD4DF6BF7C8B}" dt="2026-02-02T17:24:05.211" v="5125"/>
          <ac:spMkLst>
            <pc:docMk/>
            <pc:sldMk cId="2672726241" sldId="325"/>
            <ac:spMk id="5" creationId="{00000000-0000-0000-0000-000000000000}"/>
          </ac:spMkLst>
        </pc:spChg>
        <pc:spChg chg="mod">
          <ac:chgData name="Schlesinger, Sebastian" userId="d814e6c9-e9fb-4b77-84f7-ccd8aa3529bb" providerId="ADAL" clId="{814D90CD-D400-5612-B49E-CD4DF6BF7C8B}" dt="2026-02-03T10:23:59.159" v="5201" actId="1076"/>
          <ac:spMkLst>
            <pc:docMk/>
            <pc:sldMk cId="2672726241" sldId="325"/>
            <ac:spMk id="6" creationId="{00000000-0000-0000-0000-000000000000}"/>
          </ac:spMkLst>
        </pc:spChg>
        <pc:spChg chg="mod">
          <ac:chgData name="Schlesinger, Sebastian" userId="d814e6c9-e9fb-4b77-84f7-ccd8aa3529bb" providerId="ADAL" clId="{814D90CD-D400-5612-B49E-CD4DF6BF7C8B}" dt="2026-02-03T10:23:59.159" v="5201" actId="1076"/>
          <ac:spMkLst>
            <pc:docMk/>
            <pc:sldMk cId="2672726241" sldId="325"/>
            <ac:spMk id="11" creationId="{00000000-0000-0000-0000-000000000000}"/>
          </ac:spMkLst>
        </pc:spChg>
        <pc:spChg chg="mod">
          <ac:chgData name="Schlesinger, Sebastian" userId="d814e6c9-e9fb-4b77-84f7-ccd8aa3529bb" providerId="ADAL" clId="{814D90CD-D400-5612-B49E-CD4DF6BF7C8B}" dt="2026-02-03T10:23:59.159" v="5201" actId="1076"/>
          <ac:spMkLst>
            <pc:docMk/>
            <pc:sldMk cId="2672726241" sldId="325"/>
            <ac:spMk id="12" creationId="{00000000-0000-0000-0000-000000000000}"/>
          </ac:spMkLst>
        </pc:spChg>
        <pc:grpChg chg="mod">
          <ac:chgData name="Schlesinger, Sebastian" userId="d814e6c9-e9fb-4b77-84f7-ccd8aa3529bb" providerId="ADAL" clId="{814D90CD-D400-5612-B49E-CD4DF6BF7C8B}" dt="2026-02-03T10:23:59.159" v="5201" actId="1076"/>
          <ac:grpSpMkLst>
            <pc:docMk/>
            <pc:sldMk cId="2672726241" sldId="325"/>
            <ac:grpSpMk id="10" creationId="{00000000-0000-0000-0000-000000000000}"/>
          </ac:grpSpMkLst>
        </pc:grpChg>
        <pc:picChg chg="mod">
          <ac:chgData name="Schlesinger, Sebastian" userId="d814e6c9-e9fb-4b77-84f7-ccd8aa3529bb" providerId="ADAL" clId="{814D90CD-D400-5612-B49E-CD4DF6BF7C8B}" dt="2026-02-03T10:23:59.159" v="5201" actId="1076"/>
          <ac:picMkLst>
            <pc:docMk/>
            <pc:sldMk cId="2672726241" sldId="325"/>
            <ac:picMk id="8" creationId="{00000000-0000-0000-0000-000000000000}"/>
          </ac:picMkLst>
        </pc:picChg>
        <pc:picChg chg="mod">
          <ac:chgData name="Schlesinger, Sebastian" userId="d814e6c9-e9fb-4b77-84f7-ccd8aa3529bb" providerId="ADAL" clId="{814D90CD-D400-5612-B49E-CD4DF6BF7C8B}" dt="2026-02-03T10:23:59.159" v="5201" actId="1076"/>
          <ac:picMkLst>
            <pc:docMk/>
            <pc:sldMk cId="2672726241" sldId="325"/>
            <ac:picMk id="9" creationId="{00000000-0000-0000-0000-000000000000}"/>
          </ac:picMkLst>
        </pc:picChg>
      </pc:sldChg>
      <pc:sldChg chg="modSp add del mod">
        <pc:chgData name="Schlesinger, Sebastian" userId="d814e6c9-e9fb-4b77-84f7-ccd8aa3529bb" providerId="ADAL" clId="{814D90CD-D400-5612-B49E-CD4DF6BF7C8B}" dt="2026-02-02T17:23:42.650" v="5085" actId="2696"/>
        <pc:sldMkLst>
          <pc:docMk/>
          <pc:sldMk cId="0" sldId="328"/>
        </pc:sldMkLst>
        <pc:spChg chg="mod">
          <ac:chgData name="Schlesinger, Sebastian" userId="d814e6c9-e9fb-4b77-84f7-ccd8aa3529bb" providerId="ADAL" clId="{814D90CD-D400-5612-B49E-CD4DF6BF7C8B}" dt="2026-02-02T12:56:49.360" v="4382"/>
          <ac:spMkLst>
            <pc:docMk/>
            <pc:sldMk cId="0" sldId="328"/>
            <ac:spMk id="2" creationId="{00000000-0000-0000-0000-000000000000}"/>
          </ac:spMkLst>
        </pc:spChg>
        <pc:spChg chg="mod">
          <ac:chgData name="Schlesinger, Sebastian" userId="d814e6c9-e9fb-4b77-84f7-ccd8aa3529bb" providerId="ADAL" clId="{814D90CD-D400-5612-B49E-CD4DF6BF7C8B}" dt="2026-02-02T12:56:49.360" v="4382"/>
          <ac:spMkLst>
            <pc:docMk/>
            <pc:sldMk cId="0" sldId="328"/>
            <ac:spMk id="3" creationId="{00000000-0000-0000-0000-000000000000}"/>
          </ac:spMkLst>
        </pc:spChg>
        <pc:spChg chg="mod">
          <ac:chgData name="Schlesinger, Sebastian" userId="d814e6c9-e9fb-4b77-84f7-ccd8aa3529bb" providerId="ADAL" clId="{814D90CD-D400-5612-B49E-CD4DF6BF7C8B}" dt="2026-02-02T14:26:44.941" v="4743" actId="1076"/>
          <ac:spMkLst>
            <pc:docMk/>
            <pc:sldMk cId="0" sldId="328"/>
            <ac:spMk id="37894" creationId="{00000000-0000-0000-0000-000000000000}"/>
          </ac:spMkLst>
        </pc:spChg>
      </pc:sldChg>
      <pc:sldChg chg="modSp add mod modNotes">
        <pc:chgData name="Schlesinger, Sebastian" userId="d814e6c9-e9fb-4b77-84f7-ccd8aa3529bb" providerId="ADAL" clId="{814D90CD-D400-5612-B49E-CD4DF6BF7C8B}" dt="2026-02-03T10:48:53.610" v="5228" actId="12"/>
        <pc:sldMkLst>
          <pc:docMk/>
          <pc:sldMk cId="3406484815" sldId="329"/>
        </pc:sldMkLst>
        <pc:spChg chg="mod">
          <ac:chgData name="Schlesinger, Sebastian" userId="d814e6c9-e9fb-4b77-84f7-ccd8aa3529bb" providerId="ADAL" clId="{814D90CD-D400-5612-B49E-CD4DF6BF7C8B}" dt="2026-02-02T17:24:05.211" v="5125"/>
          <ac:spMkLst>
            <pc:docMk/>
            <pc:sldMk cId="3406484815" sldId="329"/>
            <ac:spMk id="5" creationId="{00000000-0000-0000-0000-000000000000}"/>
          </ac:spMkLst>
        </pc:spChg>
        <pc:spChg chg="mod">
          <ac:chgData name="Schlesinger, Sebastian" userId="d814e6c9-e9fb-4b77-84f7-ccd8aa3529bb" providerId="ADAL" clId="{814D90CD-D400-5612-B49E-CD4DF6BF7C8B}" dt="2026-02-02T17:24:05.211" v="5125"/>
          <ac:spMkLst>
            <pc:docMk/>
            <pc:sldMk cId="3406484815" sldId="329"/>
            <ac:spMk id="6" creationId="{00000000-0000-0000-0000-000000000000}"/>
          </ac:spMkLst>
        </pc:spChg>
        <pc:spChg chg="mod">
          <ac:chgData name="Schlesinger, Sebastian" userId="d814e6c9-e9fb-4b77-84f7-ccd8aa3529bb" providerId="ADAL" clId="{814D90CD-D400-5612-B49E-CD4DF6BF7C8B}" dt="2026-02-03T10:48:46.261" v="5227" actId="1076"/>
          <ac:spMkLst>
            <pc:docMk/>
            <pc:sldMk cId="3406484815" sldId="329"/>
            <ac:spMk id="12" creationId="{6B6535DF-5F93-49C3-A985-2E3442033160}"/>
          </ac:spMkLst>
        </pc:spChg>
        <pc:spChg chg="mod">
          <ac:chgData name="Schlesinger, Sebastian" userId="d814e6c9-e9fb-4b77-84f7-ccd8aa3529bb" providerId="ADAL" clId="{814D90CD-D400-5612-B49E-CD4DF6BF7C8B}" dt="2026-02-03T10:48:53.610" v="5228" actId="12"/>
          <ac:spMkLst>
            <pc:docMk/>
            <pc:sldMk cId="3406484815" sldId="329"/>
            <ac:spMk id="38" creationId="{00000000-0000-0000-0000-000000000000}"/>
          </ac:spMkLst>
        </pc:spChg>
        <pc:spChg chg="mod">
          <ac:chgData name="Schlesinger, Sebastian" userId="d814e6c9-e9fb-4b77-84f7-ccd8aa3529bb" providerId="ADAL" clId="{814D90CD-D400-5612-B49E-CD4DF6BF7C8B}" dt="2026-02-03T10:47:49.815" v="5221" actId="14100"/>
          <ac:spMkLst>
            <pc:docMk/>
            <pc:sldMk cId="3406484815" sldId="329"/>
            <ac:spMk id="174082" creationId="{00000000-0000-0000-0000-000000000000}"/>
          </ac:spMkLst>
        </pc:spChg>
        <pc:picChg chg="mod">
          <ac:chgData name="Schlesinger, Sebastian" userId="d814e6c9-e9fb-4b77-84f7-ccd8aa3529bb" providerId="ADAL" clId="{814D90CD-D400-5612-B49E-CD4DF6BF7C8B}" dt="2026-02-03T10:47:50.988" v="5222" actId="1076"/>
          <ac:picMkLst>
            <pc:docMk/>
            <pc:sldMk cId="3406484815" sldId="329"/>
            <ac:picMk id="3" creationId="{00000000-0000-0000-0000-000000000000}"/>
          </ac:picMkLst>
        </pc:picChg>
        <pc:picChg chg="mod">
          <ac:chgData name="Schlesinger, Sebastian" userId="d814e6c9-e9fb-4b77-84f7-ccd8aa3529bb" providerId="ADAL" clId="{814D90CD-D400-5612-B49E-CD4DF6BF7C8B}" dt="2026-02-03T10:48:46.261" v="5227" actId="1076"/>
          <ac:picMkLst>
            <pc:docMk/>
            <pc:sldMk cId="3406484815" sldId="329"/>
            <ac:picMk id="7" creationId="{00000000-0000-0000-0000-000000000000}"/>
          </ac:picMkLst>
        </pc:picChg>
        <pc:picChg chg="mod">
          <ac:chgData name="Schlesinger, Sebastian" userId="d814e6c9-e9fb-4b77-84f7-ccd8aa3529bb" providerId="ADAL" clId="{814D90CD-D400-5612-B49E-CD4DF6BF7C8B}" dt="2026-02-03T10:48:46.261" v="5227" actId="1076"/>
          <ac:picMkLst>
            <pc:docMk/>
            <pc:sldMk cId="3406484815" sldId="329"/>
            <ac:picMk id="8" creationId="{00000000-0000-0000-0000-000000000000}"/>
          </ac:picMkLst>
        </pc:picChg>
        <pc:picChg chg="mod">
          <ac:chgData name="Schlesinger, Sebastian" userId="d814e6c9-e9fb-4b77-84f7-ccd8aa3529bb" providerId="ADAL" clId="{814D90CD-D400-5612-B49E-CD4DF6BF7C8B}" dt="2026-02-03T10:48:46.261" v="5227" actId="1076"/>
          <ac:picMkLst>
            <pc:docMk/>
            <pc:sldMk cId="3406484815" sldId="329"/>
            <ac:picMk id="11" creationId="{AD6755AF-D34C-4E1C-90D2-9D24C838647D}"/>
          </ac:picMkLst>
        </pc:picChg>
        <pc:cxnChg chg="mod">
          <ac:chgData name="Schlesinger, Sebastian" userId="d814e6c9-e9fb-4b77-84f7-ccd8aa3529bb" providerId="ADAL" clId="{814D90CD-D400-5612-B49E-CD4DF6BF7C8B}" dt="2026-02-03T10:48:46.261" v="5227" actId="1076"/>
          <ac:cxnSpMkLst>
            <pc:docMk/>
            <pc:sldMk cId="3406484815" sldId="329"/>
            <ac:cxnSpMk id="13" creationId="{2219FDE9-CCDB-4261-B6E4-A8BC4EF1090D}"/>
          </ac:cxnSpMkLst>
        </pc:cxnChg>
      </pc:sldChg>
      <pc:sldChg chg="modSp add del mod modNotes">
        <pc:chgData name="Schlesinger, Sebastian" userId="d814e6c9-e9fb-4b77-84f7-ccd8aa3529bb" providerId="ADAL" clId="{814D90CD-D400-5612-B49E-CD4DF6BF7C8B}" dt="2026-02-02T17:23:42.688" v="5115" actId="2696"/>
        <pc:sldMkLst>
          <pc:docMk/>
          <pc:sldMk cId="0" sldId="330"/>
        </pc:sldMkLst>
        <pc:spChg chg="mod">
          <ac:chgData name="Schlesinger, Sebastian" userId="d814e6c9-e9fb-4b77-84f7-ccd8aa3529bb" providerId="ADAL" clId="{814D90CD-D400-5612-B49E-CD4DF6BF7C8B}" dt="2026-02-02T12:56:49.360" v="4382"/>
          <ac:spMkLst>
            <pc:docMk/>
            <pc:sldMk cId="0" sldId="330"/>
            <ac:spMk id="2" creationId="{00000000-0000-0000-0000-000000000000}"/>
          </ac:spMkLst>
        </pc:spChg>
        <pc:spChg chg="mod">
          <ac:chgData name="Schlesinger, Sebastian" userId="d814e6c9-e9fb-4b77-84f7-ccd8aa3529bb" providerId="ADAL" clId="{814D90CD-D400-5612-B49E-CD4DF6BF7C8B}" dt="2026-02-02T12:56:49.360" v="4382"/>
          <ac:spMkLst>
            <pc:docMk/>
            <pc:sldMk cId="0" sldId="330"/>
            <ac:spMk id="3" creationId="{00000000-0000-0000-0000-000000000000}"/>
          </ac:spMkLst>
        </pc:spChg>
        <pc:spChg chg="mod">
          <ac:chgData name="Schlesinger, Sebastian" userId="d814e6c9-e9fb-4b77-84f7-ccd8aa3529bb" providerId="ADAL" clId="{814D90CD-D400-5612-B49E-CD4DF6BF7C8B}" dt="2026-02-02T14:17:44.551" v="4642" actId="14100"/>
          <ac:spMkLst>
            <pc:docMk/>
            <pc:sldMk cId="0" sldId="330"/>
            <ac:spMk id="37893" creationId="{00000000-0000-0000-0000-000000000000}"/>
          </ac:spMkLst>
        </pc:spChg>
        <pc:spChg chg="mod">
          <ac:chgData name="Schlesinger, Sebastian" userId="d814e6c9-e9fb-4b77-84f7-ccd8aa3529bb" providerId="ADAL" clId="{814D90CD-D400-5612-B49E-CD4DF6BF7C8B}" dt="2026-02-02T14:18:00.288" v="4645" actId="12"/>
          <ac:spMkLst>
            <pc:docMk/>
            <pc:sldMk cId="0" sldId="330"/>
            <ac:spMk id="37894" creationId="{00000000-0000-0000-0000-000000000000}"/>
          </ac:spMkLst>
        </pc:spChg>
      </pc:sldChg>
      <pc:sldChg chg="modSp add mod modNotes">
        <pc:chgData name="Schlesinger, Sebastian" userId="d814e6c9-e9fb-4b77-84f7-ccd8aa3529bb" providerId="ADAL" clId="{814D90CD-D400-5612-B49E-CD4DF6BF7C8B}" dt="2026-02-03T10:49:16.708" v="5231" actId="1076"/>
        <pc:sldMkLst>
          <pc:docMk/>
          <pc:sldMk cId="2408608958" sldId="330"/>
        </pc:sldMkLst>
        <pc:spChg chg="mod">
          <ac:chgData name="Schlesinger, Sebastian" userId="d814e6c9-e9fb-4b77-84f7-ccd8aa3529bb" providerId="ADAL" clId="{814D90CD-D400-5612-B49E-CD4DF6BF7C8B}" dt="2026-02-03T10:49:16.708" v="5231" actId="1076"/>
          <ac:spMkLst>
            <pc:docMk/>
            <pc:sldMk cId="2408608958" sldId="330"/>
            <ac:spMk id="2" creationId="{00000000-0000-0000-0000-000000000000}"/>
          </ac:spMkLst>
        </pc:spChg>
        <pc:spChg chg="mod">
          <ac:chgData name="Schlesinger, Sebastian" userId="d814e6c9-e9fb-4b77-84f7-ccd8aa3529bb" providerId="ADAL" clId="{814D90CD-D400-5612-B49E-CD4DF6BF7C8B}" dt="2026-02-02T17:24:05.211" v="5125"/>
          <ac:spMkLst>
            <pc:docMk/>
            <pc:sldMk cId="2408608958" sldId="330"/>
            <ac:spMk id="4" creationId="{00000000-0000-0000-0000-000000000000}"/>
          </ac:spMkLst>
        </pc:spChg>
        <pc:spChg chg="mod">
          <ac:chgData name="Schlesinger, Sebastian" userId="d814e6c9-e9fb-4b77-84f7-ccd8aa3529bb" providerId="ADAL" clId="{814D90CD-D400-5612-B49E-CD4DF6BF7C8B}" dt="2026-02-02T17:24:05.211" v="5125"/>
          <ac:spMkLst>
            <pc:docMk/>
            <pc:sldMk cId="2408608958" sldId="330"/>
            <ac:spMk id="5"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7"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9"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11"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18"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20"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22" creationId="{00000000-0000-0000-0000-000000000000}"/>
          </ac:spMkLst>
        </pc:spChg>
        <pc:spChg chg="mod">
          <ac:chgData name="Schlesinger, Sebastian" userId="d814e6c9-e9fb-4b77-84f7-ccd8aa3529bb" providerId="ADAL" clId="{814D90CD-D400-5612-B49E-CD4DF6BF7C8B}" dt="2026-02-03T10:49:12.768" v="5230" actId="1076"/>
          <ac:spMkLst>
            <pc:docMk/>
            <pc:sldMk cId="2408608958" sldId="330"/>
            <ac:spMk id="29" creationId="{00000000-0000-0000-0000-000000000000}"/>
          </ac:spMkLst>
        </pc:spChg>
        <pc:picChg chg="mod">
          <ac:chgData name="Schlesinger, Sebastian" userId="d814e6c9-e9fb-4b77-84f7-ccd8aa3529bb" providerId="ADAL" clId="{814D90CD-D400-5612-B49E-CD4DF6BF7C8B}" dt="2026-02-03T10:49:12.768" v="5230" actId="1076"/>
          <ac:picMkLst>
            <pc:docMk/>
            <pc:sldMk cId="2408608958" sldId="330"/>
            <ac:picMk id="6" creationId="{00000000-0000-0000-0000-000000000000}"/>
          </ac:picMkLst>
        </pc:picChg>
        <pc:cxnChg chg="mod">
          <ac:chgData name="Schlesinger, Sebastian" userId="d814e6c9-e9fb-4b77-84f7-ccd8aa3529bb" providerId="ADAL" clId="{814D90CD-D400-5612-B49E-CD4DF6BF7C8B}" dt="2026-02-03T10:49:12.768" v="5230" actId="1076"/>
          <ac:cxnSpMkLst>
            <pc:docMk/>
            <pc:sldMk cId="2408608958" sldId="330"/>
            <ac:cxnSpMk id="13" creationId="{00000000-0000-0000-0000-000000000000}"/>
          </ac:cxnSpMkLst>
        </pc:cxnChg>
      </pc:sldChg>
      <pc:sldChg chg="modSp add mod modNotes">
        <pc:chgData name="Schlesinger, Sebastian" userId="d814e6c9-e9fb-4b77-84f7-ccd8aa3529bb" providerId="ADAL" clId="{814D90CD-D400-5612-B49E-CD4DF6BF7C8B}" dt="2026-02-03T10:50:12.933" v="5239" actId="12"/>
        <pc:sldMkLst>
          <pc:docMk/>
          <pc:sldMk cId="2993694230" sldId="331"/>
        </pc:sldMkLst>
        <pc:spChg chg="mod">
          <ac:chgData name="Schlesinger, Sebastian" userId="d814e6c9-e9fb-4b77-84f7-ccd8aa3529bb" providerId="ADAL" clId="{814D90CD-D400-5612-B49E-CD4DF6BF7C8B}" dt="2026-02-03T10:49:48.994" v="5234" actId="14100"/>
          <ac:spMkLst>
            <pc:docMk/>
            <pc:sldMk cId="2993694230" sldId="331"/>
            <ac:spMk id="2" creationId="{00000000-0000-0000-0000-000000000000}"/>
          </ac:spMkLst>
        </pc:spChg>
        <pc:spChg chg="mod">
          <ac:chgData name="Schlesinger, Sebastian" userId="d814e6c9-e9fb-4b77-84f7-ccd8aa3529bb" providerId="ADAL" clId="{814D90CD-D400-5612-B49E-CD4DF6BF7C8B}" dt="2026-02-03T10:50:12.933" v="5239" actId="12"/>
          <ac:spMkLst>
            <pc:docMk/>
            <pc:sldMk cId="2993694230" sldId="331"/>
            <ac:spMk id="3" creationId="{00000000-0000-0000-0000-000000000000}"/>
          </ac:spMkLst>
        </pc:spChg>
        <pc:spChg chg="mod">
          <ac:chgData name="Schlesinger, Sebastian" userId="d814e6c9-e9fb-4b77-84f7-ccd8aa3529bb" providerId="ADAL" clId="{814D90CD-D400-5612-B49E-CD4DF6BF7C8B}" dt="2026-02-02T17:24:05.211" v="5125"/>
          <ac:spMkLst>
            <pc:docMk/>
            <pc:sldMk cId="2993694230" sldId="331"/>
            <ac:spMk id="5" creationId="{00000000-0000-0000-0000-000000000000}"/>
          </ac:spMkLst>
        </pc:spChg>
        <pc:spChg chg="mod">
          <ac:chgData name="Schlesinger, Sebastian" userId="d814e6c9-e9fb-4b77-84f7-ccd8aa3529bb" providerId="ADAL" clId="{814D90CD-D400-5612-B49E-CD4DF6BF7C8B}" dt="2026-02-02T17:24:05.211" v="5125"/>
          <ac:spMkLst>
            <pc:docMk/>
            <pc:sldMk cId="2993694230" sldId="331"/>
            <ac:spMk id="6" creationId="{00000000-0000-0000-0000-000000000000}"/>
          </ac:spMkLst>
        </pc:spChg>
        <pc:picChg chg="mod">
          <ac:chgData name="Schlesinger, Sebastian" userId="d814e6c9-e9fb-4b77-84f7-ccd8aa3529bb" providerId="ADAL" clId="{814D90CD-D400-5612-B49E-CD4DF6BF7C8B}" dt="2026-02-03T10:50:03.660" v="5237" actId="1076"/>
          <ac:picMkLst>
            <pc:docMk/>
            <pc:sldMk cId="2993694230" sldId="331"/>
            <ac:picMk id="4" creationId="{00000000-0000-0000-0000-000000000000}"/>
          </ac:picMkLst>
        </pc:picChg>
      </pc:sldChg>
      <pc:sldChg chg="modSp add del mod">
        <pc:chgData name="Schlesinger, Sebastian" userId="d814e6c9-e9fb-4b77-84f7-ccd8aa3529bb" providerId="ADAL" clId="{814D90CD-D400-5612-B49E-CD4DF6BF7C8B}" dt="2026-02-02T17:23:42.670" v="5098" actId="2696"/>
        <pc:sldMkLst>
          <pc:docMk/>
          <pc:sldMk cId="0" sldId="332"/>
        </pc:sldMkLst>
        <pc:spChg chg="mod">
          <ac:chgData name="Schlesinger, Sebastian" userId="d814e6c9-e9fb-4b77-84f7-ccd8aa3529bb" providerId="ADAL" clId="{814D90CD-D400-5612-B49E-CD4DF6BF7C8B}" dt="2026-02-02T12:56:49.360" v="4382"/>
          <ac:spMkLst>
            <pc:docMk/>
            <pc:sldMk cId="0" sldId="332"/>
            <ac:spMk id="2" creationId="{00000000-0000-0000-0000-000000000000}"/>
          </ac:spMkLst>
        </pc:spChg>
        <pc:spChg chg="mod">
          <ac:chgData name="Schlesinger, Sebastian" userId="d814e6c9-e9fb-4b77-84f7-ccd8aa3529bb" providerId="ADAL" clId="{814D90CD-D400-5612-B49E-CD4DF6BF7C8B}" dt="2026-02-02T12:56:49.360" v="4382"/>
          <ac:spMkLst>
            <pc:docMk/>
            <pc:sldMk cId="0" sldId="332"/>
            <ac:spMk id="3" creationId="{00000000-0000-0000-0000-000000000000}"/>
          </ac:spMkLst>
        </pc:spChg>
        <pc:spChg chg="mod">
          <ac:chgData name="Schlesinger, Sebastian" userId="d814e6c9-e9fb-4b77-84f7-ccd8aa3529bb" providerId="ADAL" clId="{814D90CD-D400-5612-B49E-CD4DF6BF7C8B}" dt="2026-02-02T14:18:31.083" v="4650" actId="14100"/>
          <ac:spMkLst>
            <pc:docMk/>
            <pc:sldMk cId="0" sldId="332"/>
            <ac:spMk id="37893" creationId="{00000000-0000-0000-0000-000000000000}"/>
          </ac:spMkLst>
        </pc:spChg>
        <pc:spChg chg="mod">
          <ac:chgData name="Schlesinger, Sebastian" userId="d814e6c9-e9fb-4b77-84f7-ccd8aa3529bb" providerId="ADAL" clId="{814D90CD-D400-5612-B49E-CD4DF6BF7C8B}" dt="2026-02-02T14:18:24.747" v="4649" actId="12"/>
          <ac:spMkLst>
            <pc:docMk/>
            <pc:sldMk cId="0" sldId="332"/>
            <ac:spMk id="37894" creationId="{00000000-0000-0000-0000-000000000000}"/>
          </ac:spMkLst>
        </pc:spChg>
      </pc:sldChg>
      <pc:sldChg chg="modSp add del mod modNotes">
        <pc:chgData name="Schlesinger, Sebastian" userId="d814e6c9-e9fb-4b77-84f7-ccd8aa3529bb" providerId="ADAL" clId="{814D90CD-D400-5612-B49E-CD4DF6BF7C8B}" dt="2026-02-02T17:23:42.658" v="5088" actId="2696"/>
        <pc:sldMkLst>
          <pc:docMk/>
          <pc:sldMk cId="0" sldId="333"/>
        </pc:sldMkLst>
        <pc:spChg chg="mod">
          <ac:chgData name="Schlesinger, Sebastian" userId="d814e6c9-e9fb-4b77-84f7-ccd8aa3529bb" providerId="ADAL" clId="{814D90CD-D400-5612-B49E-CD4DF6BF7C8B}" dt="2026-02-02T12:56:49.360" v="4382"/>
          <ac:spMkLst>
            <pc:docMk/>
            <pc:sldMk cId="0" sldId="333"/>
            <ac:spMk id="2" creationId="{00000000-0000-0000-0000-000000000000}"/>
          </ac:spMkLst>
        </pc:spChg>
        <pc:spChg chg="mod">
          <ac:chgData name="Schlesinger, Sebastian" userId="d814e6c9-e9fb-4b77-84f7-ccd8aa3529bb" providerId="ADAL" clId="{814D90CD-D400-5612-B49E-CD4DF6BF7C8B}" dt="2026-02-02T12:56:49.360" v="4382"/>
          <ac:spMkLst>
            <pc:docMk/>
            <pc:sldMk cId="0" sldId="333"/>
            <ac:spMk id="3" creationId="{00000000-0000-0000-0000-000000000000}"/>
          </ac:spMkLst>
        </pc:spChg>
        <pc:spChg chg="mod">
          <ac:chgData name="Schlesinger, Sebastian" userId="d814e6c9-e9fb-4b77-84f7-ccd8aa3529bb" providerId="ADAL" clId="{814D90CD-D400-5612-B49E-CD4DF6BF7C8B}" dt="2026-02-02T14:18:34.631" v="4651" actId="14100"/>
          <ac:spMkLst>
            <pc:docMk/>
            <pc:sldMk cId="0" sldId="333"/>
            <ac:spMk id="37893" creationId="{00000000-0000-0000-0000-000000000000}"/>
          </ac:spMkLst>
        </pc:spChg>
        <pc:spChg chg="mod">
          <ac:chgData name="Schlesinger, Sebastian" userId="d814e6c9-e9fb-4b77-84f7-ccd8aa3529bb" providerId="ADAL" clId="{814D90CD-D400-5612-B49E-CD4DF6BF7C8B}" dt="2026-02-02T14:18:46.587" v="4655" actId="12"/>
          <ac:spMkLst>
            <pc:docMk/>
            <pc:sldMk cId="0" sldId="333"/>
            <ac:spMk id="37894" creationId="{00000000-0000-0000-0000-000000000000}"/>
          </ac:spMkLst>
        </pc:spChg>
      </pc:sldChg>
      <pc:sldChg chg="modSp add mod modNotes">
        <pc:chgData name="Schlesinger, Sebastian" userId="d814e6c9-e9fb-4b77-84f7-ccd8aa3529bb" providerId="ADAL" clId="{814D90CD-D400-5612-B49E-CD4DF6BF7C8B}" dt="2026-02-03T10:50:26.834" v="5241" actId="1076"/>
        <pc:sldMkLst>
          <pc:docMk/>
          <pc:sldMk cId="4104347451" sldId="333"/>
        </pc:sldMkLst>
        <pc:spChg chg="mod">
          <ac:chgData name="Schlesinger, Sebastian" userId="d814e6c9-e9fb-4b77-84f7-ccd8aa3529bb" providerId="ADAL" clId="{814D90CD-D400-5612-B49E-CD4DF6BF7C8B}" dt="2026-02-02T17:24:05.211" v="5125"/>
          <ac:spMkLst>
            <pc:docMk/>
            <pc:sldMk cId="4104347451" sldId="333"/>
            <ac:spMk id="5" creationId="{00000000-0000-0000-0000-000000000000}"/>
          </ac:spMkLst>
        </pc:spChg>
        <pc:spChg chg="mod">
          <ac:chgData name="Schlesinger, Sebastian" userId="d814e6c9-e9fb-4b77-84f7-ccd8aa3529bb" providerId="ADAL" clId="{814D90CD-D400-5612-B49E-CD4DF6BF7C8B}" dt="2026-02-02T17:24:05.211" v="5125"/>
          <ac:spMkLst>
            <pc:docMk/>
            <pc:sldMk cId="4104347451" sldId="333"/>
            <ac:spMk id="6" creationId="{00000000-0000-0000-0000-000000000000}"/>
          </ac:spMkLst>
        </pc:spChg>
        <pc:spChg chg="mod">
          <ac:chgData name="Schlesinger, Sebastian" userId="d814e6c9-e9fb-4b77-84f7-ccd8aa3529bb" providerId="ADAL" clId="{814D90CD-D400-5612-B49E-CD4DF6BF7C8B}" dt="2026-02-03T10:50:21.617" v="5240" actId="1076"/>
          <ac:spMkLst>
            <pc:docMk/>
            <pc:sldMk cId="4104347451" sldId="333"/>
            <ac:spMk id="29" creationId="{00000000-0000-0000-0000-000000000000}"/>
          </ac:spMkLst>
        </pc:spChg>
        <pc:spChg chg="mod">
          <ac:chgData name="Schlesinger, Sebastian" userId="d814e6c9-e9fb-4b77-84f7-ccd8aa3529bb" providerId="ADAL" clId="{814D90CD-D400-5612-B49E-CD4DF6BF7C8B}" dt="2026-02-03T10:50:26.834" v="5241" actId="1076"/>
          <ac:spMkLst>
            <pc:docMk/>
            <pc:sldMk cId="4104347451" sldId="333"/>
            <ac:spMk id="30" creationId="{00000000-0000-0000-0000-000000000000}"/>
          </ac:spMkLst>
        </pc:spChg>
        <pc:picChg chg="mod">
          <ac:chgData name="Schlesinger, Sebastian" userId="d814e6c9-e9fb-4b77-84f7-ccd8aa3529bb" providerId="ADAL" clId="{814D90CD-D400-5612-B49E-CD4DF6BF7C8B}" dt="2026-02-03T10:50:21.617" v="5240" actId="1076"/>
          <ac:picMkLst>
            <pc:docMk/>
            <pc:sldMk cId="4104347451" sldId="333"/>
            <ac:picMk id="2054" creationId="{00000000-0000-0000-0000-000000000000}"/>
          </ac:picMkLst>
        </pc:picChg>
        <pc:picChg chg="mod">
          <ac:chgData name="Schlesinger, Sebastian" userId="d814e6c9-e9fb-4b77-84f7-ccd8aa3529bb" providerId="ADAL" clId="{814D90CD-D400-5612-B49E-CD4DF6BF7C8B}" dt="2026-02-03T10:50:21.617" v="5240" actId="1076"/>
          <ac:picMkLst>
            <pc:docMk/>
            <pc:sldMk cId="4104347451" sldId="333"/>
            <ac:picMk id="2056" creationId="{00000000-0000-0000-0000-000000000000}"/>
          </ac:picMkLst>
        </pc:picChg>
      </pc:sldChg>
      <pc:sldChg chg="modSp add mod modNotes">
        <pc:chgData name="Schlesinger, Sebastian" userId="d814e6c9-e9fb-4b77-84f7-ccd8aa3529bb" providerId="ADAL" clId="{814D90CD-D400-5612-B49E-CD4DF6BF7C8B}" dt="2026-02-03T11:05:42.515" v="5244" actId="1076"/>
        <pc:sldMkLst>
          <pc:docMk/>
          <pc:sldMk cId="2993396013" sldId="334"/>
        </pc:sldMkLst>
        <pc:spChg chg="mod">
          <ac:chgData name="Schlesinger, Sebastian" userId="d814e6c9-e9fb-4b77-84f7-ccd8aa3529bb" providerId="ADAL" clId="{814D90CD-D400-5612-B49E-CD4DF6BF7C8B}" dt="2026-02-02T17:24:05.211" v="5125"/>
          <ac:spMkLst>
            <pc:docMk/>
            <pc:sldMk cId="2993396013" sldId="334"/>
            <ac:spMk id="5" creationId="{00000000-0000-0000-0000-000000000000}"/>
          </ac:spMkLst>
        </pc:spChg>
        <pc:spChg chg="mod">
          <ac:chgData name="Schlesinger, Sebastian" userId="d814e6c9-e9fb-4b77-84f7-ccd8aa3529bb" providerId="ADAL" clId="{814D90CD-D400-5612-B49E-CD4DF6BF7C8B}" dt="2026-02-02T17:24:05.211" v="5125"/>
          <ac:spMkLst>
            <pc:docMk/>
            <pc:sldMk cId="2993396013" sldId="334"/>
            <ac:spMk id="6" creationId="{00000000-0000-0000-0000-000000000000}"/>
          </ac:spMkLst>
        </pc:spChg>
        <pc:spChg chg="mod">
          <ac:chgData name="Schlesinger, Sebastian" userId="d814e6c9-e9fb-4b77-84f7-ccd8aa3529bb" providerId="ADAL" clId="{814D90CD-D400-5612-B49E-CD4DF6BF7C8B}" dt="2026-02-03T11:05:37.758" v="5243" actId="1076"/>
          <ac:spMkLst>
            <pc:docMk/>
            <pc:sldMk cId="2993396013" sldId="334"/>
            <ac:spMk id="13" creationId="{00000000-0000-0000-0000-000000000000}"/>
          </ac:spMkLst>
        </pc:spChg>
        <pc:spChg chg="mod">
          <ac:chgData name="Schlesinger, Sebastian" userId="d814e6c9-e9fb-4b77-84f7-ccd8aa3529bb" providerId="ADAL" clId="{814D90CD-D400-5612-B49E-CD4DF6BF7C8B}" dt="2026-02-03T11:05:42.515" v="5244" actId="1076"/>
          <ac:spMkLst>
            <pc:docMk/>
            <pc:sldMk cId="2993396013" sldId="334"/>
            <ac:spMk id="28" creationId="{00000000-0000-0000-0000-000000000000}"/>
          </ac:spMkLst>
        </pc:spChg>
        <pc:picChg chg="mod">
          <ac:chgData name="Schlesinger, Sebastian" userId="d814e6c9-e9fb-4b77-84f7-ccd8aa3529bb" providerId="ADAL" clId="{814D90CD-D400-5612-B49E-CD4DF6BF7C8B}" dt="2026-02-03T11:05:42.515" v="5244" actId="1076"/>
          <ac:picMkLst>
            <pc:docMk/>
            <pc:sldMk cId="2993396013" sldId="334"/>
            <ac:picMk id="2055" creationId="{00000000-0000-0000-0000-000000000000}"/>
          </ac:picMkLst>
        </pc:picChg>
        <pc:picChg chg="mod">
          <ac:chgData name="Schlesinger, Sebastian" userId="d814e6c9-e9fb-4b77-84f7-ccd8aa3529bb" providerId="ADAL" clId="{814D90CD-D400-5612-B49E-CD4DF6BF7C8B}" dt="2026-02-03T11:05:37.758" v="5243" actId="1076"/>
          <ac:picMkLst>
            <pc:docMk/>
            <pc:sldMk cId="2993396013" sldId="334"/>
            <ac:picMk id="3074" creationId="{00000000-0000-0000-0000-000000000000}"/>
          </ac:picMkLst>
        </pc:picChg>
      </pc:sldChg>
      <pc:sldChg chg="modSp add mod">
        <pc:chgData name="Schlesinger, Sebastian" userId="d814e6c9-e9fb-4b77-84f7-ccd8aa3529bb" providerId="ADAL" clId="{814D90CD-D400-5612-B49E-CD4DF6BF7C8B}" dt="2026-02-03T11:05:46.744" v="5245" actId="1076"/>
        <pc:sldMkLst>
          <pc:docMk/>
          <pc:sldMk cId="1028143759" sldId="335"/>
        </pc:sldMkLst>
        <pc:spChg chg="mod">
          <ac:chgData name="Schlesinger, Sebastian" userId="d814e6c9-e9fb-4b77-84f7-ccd8aa3529bb" providerId="ADAL" clId="{814D90CD-D400-5612-B49E-CD4DF6BF7C8B}" dt="2026-02-02T17:24:05.211" v="5125"/>
          <ac:spMkLst>
            <pc:docMk/>
            <pc:sldMk cId="1028143759" sldId="335"/>
            <ac:spMk id="5" creationId="{00000000-0000-0000-0000-000000000000}"/>
          </ac:spMkLst>
        </pc:spChg>
        <pc:spChg chg="mod">
          <ac:chgData name="Schlesinger, Sebastian" userId="d814e6c9-e9fb-4b77-84f7-ccd8aa3529bb" providerId="ADAL" clId="{814D90CD-D400-5612-B49E-CD4DF6BF7C8B}" dt="2026-02-02T17:24:05.211" v="5125"/>
          <ac:spMkLst>
            <pc:docMk/>
            <pc:sldMk cId="1028143759" sldId="335"/>
            <ac:spMk id="6" creationId="{00000000-0000-0000-0000-000000000000}"/>
          </ac:spMkLst>
        </pc:spChg>
        <pc:spChg chg="mod">
          <ac:chgData name="Schlesinger, Sebastian" userId="d814e6c9-e9fb-4b77-84f7-ccd8aa3529bb" providerId="ADAL" clId="{814D90CD-D400-5612-B49E-CD4DF6BF7C8B}" dt="2026-02-03T11:05:46.744" v="5245" actId="1076"/>
          <ac:spMkLst>
            <pc:docMk/>
            <pc:sldMk cId="1028143759" sldId="335"/>
            <ac:spMk id="11" creationId="{00000000-0000-0000-0000-000000000000}"/>
          </ac:spMkLst>
        </pc:spChg>
        <pc:picChg chg="mod">
          <ac:chgData name="Schlesinger, Sebastian" userId="d814e6c9-e9fb-4b77-84f7-ccd8aa3529bb" providerId="ADAL" clId="{814D90CD-D400-5612-B49E-CD4DF6BF7C8B}" dt="2026-02-03T11:05:46.744" v="5245" actId="1076"/>
          <ac:picMkLst>
            <pc:docMk/>
            <pc:sldMk cId="1028143759" sldId="335"/>
            <ac:picMk id="1028" creationId="{00000000-0000-0000-0000-000000000000}"/>
          </ac:picMkLst>
        </pc:picChg>
      </pc:sldChg>
      <pc:sldChg chg="modSp add mod modNotes">
        <pc:chgData name="Schlesinger, Sebastian" userId="d814e6c9-e9fb-4b77-84f7-ccd8aa3529bb" providerId="ADAL" clId="{814D90CD-D400-5612-B49E-CD4DF6BF7C8B}" dt="2026-02-03T11:06:19.509" v="5260" actId="14100"/>
        <pc:sldMkLst>
          <pc:docMk/>
          <pc:sldMk cId="3263076401" sldId="336"/>
        </pc:sldMkLst>
        <pc:spChg chg="mod">
          <ac:chgData name="Schlesinger, Sebastian" userId="d814e6c9-e9fb-4b77-84f7-ccd8aa3529bb" providerId="ADAL" clId="{814D90CD-D400-5612-B49E-CD4DF6BF7C8B}" dt="2026-02-03T11:06:19.509" v="5260" actId="14100"/>
          <ac:spMkLst>
            <pc:docMk/>
            <pc:sldMk cId="3263076401" sldId="336"/>
            <ac:spMk id="2" creationId="{00000000-0000-0000-0000-000000000000}"/>
          </ac:spMkLst>
        </pc:spChg>
        <pc:spChg chg="mod">
          <ac:chgData name="Schlesinger, Sebastian" userId="d814e6c9-e9fb-4b77-84f7-ccd8aa3529bb" providerId="ADAL" clId="{814D90CD-D400-5612-B49E-CD4DF6BF7C8B}" dt="2026-02-03T11:06:16.977" v="5259" actId="1076"/>
          <ac:spMkLst>
            <pc:docMk/>
            <pc:sldMk cId="3263076401" sldId="336"/>
            <ac:spMk id="3" creationId="{00000000-0000-0000-0000-000000000000}"/>
          </ac:spMkLst>
        </pc:spChg>
        <pc:spChg chg="mod">
          <ac:chgData name="Schlesinger, Sebastian" userId="d814e6c9-e9fb-4b77-84f7-ccd8aa3529bb" providerId="ADAL" clId="{814D90CD-D400-5612-B49E-CD4DF6BF7C8B}" dt="2026-02-02T17:24:05.211" v="5125"/>
          <ac:spMkLst>
            <pc:docMk/>
            <pc:sldMk cId="3263076401" sldId="336"/>
            <ac:spMk id="5" creationId="{00000000-0000-0000-0000-000000000000}"/>
          </ac:spMkLst>
        </pc:spChg>
        <pc:spChg chg="mod">
          <ac:chgData name="Schlesinger, Sebastian" userId="d814e6c9-e9fb-4b77-84f7-ccd8aa3529bb" providerId="ADAL" clId="{814D90CD-D400-5612-B49E-CD4DF6BF7C8B}" dt="2026-02-02T17:24:05.211" v="5125"/>
          <ac:spMkLst>
            <pc:docMk/>
            <pc:sldMk cId="3263076401" sldId="336"/>
            <ac:spMk id="6" creationId="{00000000-0000-0000-0000-000000000000}"/>
          </ac:spMkLst>
        </pc:spChg>
        <pc:spChg chg="mod">
          <ac:chgData name="Schlesinger, Sebastian" userId="d814e6c9-e9fb-4b77-84f7-ccd8aa3529bb" providerId="ADAL" clId="{814D90CD-D400-5612-B49E-CD4DF6BF7C8B}" dt="2026-02-03T11:05:55.782" v="5247" actId="1076"/>
          <ac:spMkLst>
            <pc:docMk/>
            <pc:sldMk cId="3263076401" sldId="336"/>
            <ac:spMk id="9" creationId="{00000000-0000-0000-0000-000000000000}"/>
          </ac:spMkLst>
        </pc:spChg>
        <pc:spChg chg="mod">
          <ac:chgData name="Schlesinger, Sebastian" userId="d814e6c9-e9fb-4b77-84f7-ccd8aa3529bb" providerId="ADAL" clId="{814D90CD-D400-5612-B49E-CD4DF6BF7C8B}" dt="2026-02-03T11:05:55.782" v="5247" actId="1076"/>
          <ac:spMkLst>
            <pc:docMk/>
            <pc:sldMk cId="3263076401" sldId="336"/>
            <ac:spMk id="12" creationId="{00000000-0000-0000-0000-000000000000}"/>
          </ac:spMkLst>
        </pc:spChg>
        <pc:picChg chg="mod">
          <ac:chgData name="Schlesinger, Sebastian" userId="d814e6c9-e9fb-4b77-84f7-ccd8aa3529bb" providerId="ADAL" clId="{814D90CD-D400-5612-B49E-CD4DF6BF7C8B}" dt="2026-02-03T11:05:55.782" v="5247" actId="1076"/>
          <ac:picMkLst>
            <pc:docMk/>
            <pc:sldMk cId="3263076401" sldId="336"/>
            <ac:picMk id="1026" creationId="{00000000-0000-0000-0000-000000000000}"/>
          </ac:picMkLst>
        </pc:picChg>
        <pc:picChg chg="mod">
          <ac:chgData name="Schlesinger, Sebastian" userId="d814e6c9-e9fb-4b77-84f7-ccd8aa3529bb" providerId="ADAL" clId="{814D90CD-D400-5612-B49E-CD4DF6BF7C8B}" dt="2026-02-03T11:05:55.782" v="5247" actId="1076"/>
          <ac:picMkLst>
            <pc:docMk/>
            <pc:sldMk cId="3263076401" sldId="336"/>
            <ac:picMk id="1028" creationId="{00000000-0000-0000-0000-000000000000}"/>
          </ac:picMkLst>
        </pc:picChg>
        <pc:cxnChg chg="mod">
          <ac:chgData name="Schlesinger, Sebastian" userId="d814e6c9-e9fb-4b77-84f7-ccd8aa3529bb" providerId="ADAL" clId="{814D90CD-D400-5612-B49E-CD4DF6BF7C8B}" dt="2026-02-03T11:05:55.782" v="5247" actId="1076"/>
          <ac:cxnSpMkLst>
            <pc:docMk/>
            <pc:sldMk cId="3263076401" sldId="336"/>
            <ac:cxnSpMk id="10" creationId="{00000000-0000-0000-0000-000000000000}"/>
          </ac:cxnSpMkLst>
        </pc:cxnChg>
        <pc:cxnChg chg="mod">
          <ac:chgData name="Schlesinger, Sebastian" userId="d814e6c9-e9fb-4b77-84f7-ccd8aa3529bb" providerId="ADAL" clId="{814D90CD-D400-5612-B49E-CD4DF6BF7C8B}" dt="2026-02-03T11:05:55.782" v="5247" actId="1076"/>
          <ac:cxnSpMkLst>
            <pc:docMk/>
            <pc:sldMk cId="3263076401" sldId="336"/>
            <ac:cxnSpMk id="13" creationId="{00000000-0000-0000-0000-000000000000}"/>
          </ac:cxnSpMkLst>
        </pc:cxnChg>
      </pc:sldChg>
      <pc:sldChg chg="modSp add del mod">
        <pc:chgData name="Schlesinger, Sebastian" userId="d814e6c9-e9fb-4b77-84f7-ccd8aa3529bb" providerId="ADAL" clId="{814D90CD-D400-5612-B49E-CD4DF6BF7C8B}" dt="2026-02-02T17:23:42.669" v="5097" actId="2696"/>
        <pc:sldMkLst>
          <pc:docMk/>
          <pc:sldMk cId="280018172" sldId="360"/>
        </pc:sldMkLst>
        <pc:spChg chg="mod">
          <ac:chgData name="Schlesinger, Sebastian" userId="d814e6c9-e9fb-4b77-84f7-ccd8aa3529bb" providerId="ADAL" clId="{814D90CD-D400-5612-B49E-CD4DF6BF7C8B}" dt="2026-02-02T12:56:49.360" v="4382"/>
          <ac:spMkLst>
            <pc:docMk/>
            <pc:sldMk cId="280018172" sldId="360"/>
            <ac:spMk id="2" creationId="{00000000-0000-0000-0000-000000000000}"/>
          </ac:spMkLst>
        </pc:spChg>
        <pc:spChg chg="mod">
          <ac:chgData name="Schlesinger, Sebastian" userId="d814e6c9-e9fb-4b77-84f7-ccd8aa3529bb" providerId="ADAL" clId="{814D90CD-D400-5612-B49E-CD4DF6BF7C8B}" dt="2026-02-02T12:56:49.360" v="4382"/>
          <ac:spMkLst>
            <pc:docMk/>
            <pc:sldMk cId="280018172" sldId="360"/>
            <ac:spMk id="3"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19"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20"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21"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23"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25"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27"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29"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31" creationId="{00000000-0000-0000-0000-000000000000}"/>
          </ac:spMkLst>
        </pc:spChg>
        <pc:spChg chg="mod">
          <ac:chgData name="Schlesinger, Sebastian" userId="d814e6c9-e9fb-4b77-84f7-ccd8aa3529bb" providerId="ADAL" clId="{814D90CD-D400-5612-B49E-CD4DF6BF7C8B}" dt="2026-02-02T14:19:12.687" v="4662" actId="1076"/>
          <ac:spMkLst>
            <pc:docMk/>
            <pc:sldMk cId="280018172" sldId="360"/>
            <ac:spMk id="33" creationId="{00000000-0000-0000-0000-000000000000}"/>
          </ac:spMkLst>
        </pc:spChg>
        <pc:spChg chg="mod">
          <ac:chgData name="Schlesinger, Sebastian" userId="d814e6c9-e9fb-4b77-84f7-ccd8aa3529bb" providerId="ADAL" clId="{814D90CD-D400-5612-B49E-CD4DF6BF7C8B}" dt="2026-02-02T14:19:19.043" v="4663" actId="1076"/>
          <ac:spMkLst>
            <pc:docMk/>
            <pc:sldMk cId="280018172" sldId="360"/>
            <ac:spMk id="35" creationId="{00000000-0000-0000-0000-000000000000}"/>
          </ac:spMkLst>
        </pc:spChg>
        <pc:spChg chg="mod">
          <ac:chgData name="Schlesinger, Sebastian" userId="d814e6c9-e9fb-4b77-84f7-ccd8aa3529bb" providerId="ADAL" clId="{814D90CD-D400-5612-B49E-CD4DF6BF7C8B}" dt="2026-02-02T14:19:27.954" v="4674" actId="1035"/>
          <ac:spMkLst>
            <pc:docMk/>
            <pc:sldMk cId="280018172" sldId="360"/>
            <ac:spMk id="36" creationId="{00000000-0000-0000-0000-000000000000}"/>
          </ac:spMkLst>
        </pc:spChg>
        <pc:spChg chg="mod">
          <ac:chgData name="Schlesinger, Sebastian" userId="d814e6c9-e9fb-4b77-84f7-ccd8aa3529bb" providerId="ADAL" clId="{814D90CD-D400-5612-B49E-CD4DF6BF7C8B}" dt="2026-02-02T14:18:59.532" v="4659" actId="14100"/>
          <ac:spMkLst>
            <pc:docMk/>
            <pc:sldMk cId="280018172" sldId="360"/>
            <ac:spMk id="26629" creationId="{00000000-0000-0000-0000-000000000000}"/>
          </ac:spMkLst>
        </pc:spChg>
        <pc:spChg chg="mod">
          <ac:chgData name="Schlesinger, Sebastian" userId="d814e6c9-e9fb-4b77-84f7-ccd8aa3529bb" providerId="ADAL" clId="{814D90CD-D400-5612-B49E-CD4DF6BF7C8B}" dt="2026-02-02T14:19:04.209" v="4661" actId="12"/>
          <ac:spMkLst>
            <pc:docMk/>
            <pc:sldMk cId="280018172" sldId="360"/>
            <ac:spMk id="26630" creationId="{00000000-0000-0000-0000-000000000000}"/>
          </ac:spMkLst>
        </pc:spChg>
      </pc:sldChg>
      <pc:sldChg chg="modSp add del mod">
        <pc:chgData name="Schlesinger, Sebastian" userId="d814e6c9-e9fb-4b77-84f7-ccd8aa3529bb" providerId="ADAL" clId="{814D90CD-D400-5612-B49E-CD4DF6BF7C8B}" dt="2026-02-02T12:56:48.150" v="4379" actId="2696"/>
        <pc:sldMkLst>
          <pc:docMk/>
          <pc:sldMk cId="0" sldId="368"/>
        </pc:sldMkLst>
      </pc:sldChg>
      <pc:sldChg chg="modSp add del mod modNotes">
        <pc:chgData name="Schlesinger, Sebastian" userId="d814e6c9-e9fb-4b77-84f7-ccd8aa3529bb" providerId="ADAL" clId="{814D90CD-D400-5612-B49E-CD4DF6BF7C8B}" dt="2026-02-02T12:56:48.063" v="4336" actId="2696"/>
        <pc:sldMkLst>
          <pc:docMk/>
          <pc:sldMk cId="0" sldId="369"/>
        </pc:sldMkLst>
      </pc:sldChg>
      <pc:sldChg chg="modSp add del mod">
        <pc:chgData name="Schlesinger, Sebastian" userId="d814e6c9-e9fb-4b77-84f7-ccd8aa3529bb" providerId="ADAL" clId="{814D90CD-D400-5612-B49E-CD4DF6BF7C8B}" dt="2026-02-02T17:23:42.726" v="5119" actId="2696"/>
        <pc:sldMkLst>
          <pc:docMk/>
          <pc:sldMk cId="3036033715" sldId="375"/>
        </pc:sldMkLst>
        <pc:spChg chg="mod">
          <ac:chgData name="Schlesinger, Sebastian" userId="d814e6c9-e9fb-4b77-84f7-ccd8aa3529bb" providerId="ADAL" clId="{814D90CD-D400-5612-B49E-CD4DF6BF7C8B}" dt="2026-02-02T14:24:39.491" v="4721" actId="6549"/>
          <ac:spMkLst>
            <pc:docMk/>
            <pc:sldMk cId="3036033715" sldId="375"/>
            <ac:spMk id="3" creationId="{00000000-0000-0000-0000-000000000000}"/>
          </ac:spMkLst>
        </pc:spChg>
        <pc:spChg chg="mod">
          <ac:chgData name="Schlesinger, Sebastian" userId="d814e6c9-e9fb-4b77-84f7-ccd8aa3529bb" providerId="ADAL" clId="{814D90CD-D400-5612-B49E-CD4DF6BF7C8B}" dt="2026-02-02T12:56:49.360" v="4382"/>
          <ac:spMkLst>
            <pc:docMk/>
            <pc:sldMk cId="3036033715" sldId="375"/>
            <ac:spMk id="4" creationId="{00000000-0000-0000-0000-000000000000}"/>
          </ac:spMkLst>
        </pc:spChg>
        <pc:spChg chg="mod">
          <ac:chgData name="Schlesinger, Sebastian" userId="d814e6c9-e9fb-4b77-84f7-ccd8aa3529bb" providerId="ADAL" clId="{814D90CD-D400-5612-B49E-CD4DF6BF7C8B}" dt="2026-02-02T12:56:49.360" v="4382"/>
          <ac:spMkLst>
            <pc:docMk/>
            <pc:sldMk cId="3036033715" sldId="375"/>
            <ac:spMk id="5" creationId="{00000000-0000-0000-0000-000000000000}"/>
          </ac:spMkLst>
        </pc:spChg>
        <pc:spChg chg="mod">
          <ac:chgData name="Schlesinger, Sebastian" userId="d814e6c9-e9fb-4b77-84f7-ccd8aa3529bb" providerId="ADAL" clId="{814D90CD-D400-5612-B49E-CD4DF6BF7C8B}" dt="2026-02-02T14:24:10.234" v="4705" actId="403"/>
          <ac:spMkLst>
            <pc:docMk/>
            <pc:sldMk cId="3036033715" sldId="375"/>
            <ac:spMk id="7" creationId="{00000000-0000-0000-0000-000000000000}"/>
          </ac:spMkLst>
        </pc:spChg>
      </pc:sldChg>
      <pc:sldChg chg="modSp add del mod">
        <pc:chgData name="Schlesinger, Sebastian" userId="d814e6c9-e9fb-4b77-84f7-ccd8aa3529bb" providerId="ADAL" clId="{814D90CD-D400-5612-B49E-CD4DF6BF7C8B}" dt="2026-02-02T12:56:48.118" v="4358" actId="2696"/>
        <pc:sldMkLst>
          <pc:docMk/>
          <pc:sldMk cId="0" sldId="376"/>
        </pc:sldMkLst>
      </pc:sldChg>
      <pc:sldChg chg="modSp add del mod modNotes">
        <pc:chgData name="Schlesinger, Sebastian" userId="d814e6c9-e9fb-4b77-84f7-ccd8aa3529bb" providerId="ADAL" clId="{814D90CD-D400-5612-B49E-CD4DF6BF7C8B}" dt="2026-02-02T17:23:42.672" v="5100" actId="2696"/>
        <pc:sldMkLst>
          <pc:docMk/>
          <pc:sldMk cId="3699202812" sldId="376"/>
        </pc:sldMkLst>
        <pc:spChg chg="mod">
          <ac:chgData name="Schlesinger, Sebastian" userId="d814e6c9-e9fb-4b77-84f7-ccd8aa3529bb" providerId="ADAL" clId="{814D90CD-D400-5612-B49E-CD4DF6BF7C8B}" dt="2026-02-02T14:25:35.540" v="4729" actId="1076"/>
          <ac:spMkLst>
            <pc:docMk/>
            <pc:sldMk cId="3699202812" sldId="376"/>
            <ac:spMk id="3" creationId="{00000000-0000-0000-0000-000000000000}"/>
          </ac:spMkLst>
        </pc:spChg>
        <pc:spChg chg="mod">
          <ac:chgData name="Schlesinger, Sebastian" userId="d814e6c9-e9fb-4b77-84f7-ccd8aa3529bb" providerId="ADAL" clId="{814D90CD-D400-5612-B49E-CD4DF6BF7C8B}" dt="2026-02-02T12:56:49.360" v="4382"/>
          <ac:spMkLst>
            <pc:docMk/>
            <pc:sldMk cId="3699202812" sldId="376"/>
            <ac:spMk id="4" creationId="{00000000-0000-0000-0000-000000000000}"/>
          </ac:spMkLst>
        </pc:spChg>
        <pc:spChg chg="mod">
          <ac:chgData name="Schlesinger, Sebastian" userId="d814e6c9-e9fb-4b77-84f7-ccd8aa3529bb" providerId="ADAL" clId="{814D90CD-D400-5612-B49E-CD4DF6BF7C8B}" dt="2026-02-02T12:56:49.360" v="4382"/>
          <ac:spMkLst>
            <pc:docMk/>
            <pc:sldMk cId="3699202812" sldId="376"/>
            <ac:spMk id="5" creationId="{00000000-0000-0000-0000-000000000000}"/>
          </ac:spMkLst>
        </pc:spChg>
        <pc:spChg chg="mod">
          <ac:chgData name="Schlesinger, Sebastian" userId="d814e6c9-e9fb-4b77-84f7-ccd8aa3529bb" providerId="ADAL" clId="{814D90CD-D400-5612-B49E-CD4DF6BF7C8B}" dt="2026-02-02T14:25:03.424" v="4722" actId="1076"/>
          <ac:spMkLst>
            <pc:docMk/>
            <pc:sldMk cId="3699202812" sldId="376"/>
            <ac:spMk id="7" creationId="{00000000-0000-0000-0000-000000000000}"/>
          </ac:spMkLst>
        </pc:spChg>
      </pc:sldChg>
      <pc:sldChg chg="modSp add del mod">
        <pc:chgData name="Schlesinger, Sebastian" userId="d814e6c9-e9fb-4b77-84f7-ccd8aa3529bb" providerId="ADAL" clId="{814D90CD-D400-5612-B49E-CD4DF6BF7C8B}" dt="2026-02-02T12:56:48.139" v="4374" actId="2696"/>
        <pc:sldMkLst>
          <pc:docMk/>
          <pc:sldMk cId="0" sldId="377"/>
        </pc:sldMkLst>
      </pc:sldChg>
      <pc:sldChg chg="modSp add del">
        <pc:chgData name="Schlesinger, Sebastian" userId="d814e6c9-e9fb-4b77-84f7-ccd8aa3529bb" providerId="ADAL" clId="{814D90CD-D400-5612-B49E-CD4DF6BF7C8B}" dt="2026-02-02T13:01:02.696" v="4424" actId="2696"/>
        <pc:sldMkLst>
          <pc:docMk/>
          <pc:sldMk cId="1435136207" sldId="377"/>
        </pc:sldMkLst>
        <pc:spChg chg="mod">
          <ac:chgData name="Schlesinger, Sebastian" userId="d814e6c9-e9fb-4b77-84f7-ccd8aa3529bb" providerId="ADAL" clId="{814D90CD-D400-5612-B49E-CD4DF6BF7C8B}" dt="2026-02-02T12:56:49.360" v="4382"/>
          <ac:spMkLst>
            <pc:docMk/>
            <pc:sldMk cId="1435136207" sldId="377"/>
            <ac:spMk id="2" creationId="{00000000-0000-0000-0000-000000000000}"/>
          </ac:spMkLst>
        </pc:spChg>
        <pc:spChg chg="mod">
          <ac:chgData name="Schlesinger, Sebastian" userId="d814e6c9-e9fb-4b77-84f7-ccd8aa3529bb" providerId="ADAL" clId="{814D90CD-D400-5612-B49E-CD4DF6BF7C8B}" dt="2026-02-02T12:56:49.360" v="4382"/>
          <ac:spMkLst>
            <pc:docMk/>
            <pc:sldMk cId="1435136207" sldId="377"/>
            <ac:spMk id="3" creationId="{00000000-0000-0000-0000-000000000000}"/>
          </ac:spMkLst>
        </pc:spChg>
      </pc:sldChg>
      <pc:sldChg chg="modSp add del">
        <pc:chgData name="Schlesinger, Sebastian" userId="d814e6c9-e9fb-4b77-84f7-ccd8aa3529bb" providerId="ADAL" clId="{814D90CD-D400-5612-B49E-CD4DF6BF7C8B}" dt="2026-02-02T14:12:31.425" v="4551" actId="2696"/>
        <pc:sldMkLst>
          <pc:docMk/>
          <pc:sldMk cId="2514518567" sldId="378"/>
        </pc:sldMkLst>
        <pc:spChg chg="mod">
          <ac:chgData name="Schlesinger, Sebastian" userId="d814e6c9-e9fb-4b77-84f7-ccd8aa3529bb" providerId="ADAL" clId="{814D90CD-D400-5612-B49E-CD4DF6BF7C8B}" dt="2026-02-02T12:56:49.360" v="4382"/>
          <ac:spMkLst>
            <pc:docMk/>
            <pc:sldMk cId="2514518567" sldId="378"/>
            <ac:spMk id="2" creationId="{00000000-0000-0000-0000-000000000000}"/>
          </ac:spMkLst>
        </pc:spChg>
        <pc:spChg chg="mod">
          <ac:chgData name="Schlesinger, Sebastian" userId="d814e6c9-e9fb-4b77-84f7-ccd8aa3529bb" providerId="ADAL" clId="{814D90CD-D400-5612-B49E-CD4DF6BF7C8B}" dt="2026-02-02T12:56:49.360" v="4382"/>
          <ac:spMkLst>
            <pc:docMk/>
            <pc:sldMk cId="2514518567" sldId="378"/>
            <ac:spMk id="3" creationId="{00000000-0000-0000-0000-000000000000}"/>
          </ac:spMkLst>
        </pc:spChg>
      </pc:sldChg>
      <pc:sldChg chg="modSp add del">
        <pc:chgData name="Schlesinger, Sebastian" userId="d814e6c9-e9fb-4b77-84f7-ccd8aa3529bb" providerId="ADAL" clId="{814D90CD-D400-5612-B49E-CD4DF6BF7C8B}" dt="2026-02-02T14:17:24.954" v="4638" actId="2696"/>
        <pc:sldMkLst>
          <pc:docMk/>
          <pc:sldMk cId="2135160603" sldId="379"/>
        </pc:sldMkLst>
        <pc:spChg chg="mod">
          <ac:chgData name="Schlesinger, Sebastian" userId="d814e6c9-e9fb-4b77-84f7-ccd8aa3529bb" providerId="ADAL" clId="{814D90CD-D400-5612-B49E-CD4DF6BF7C8B}" dt="2026-02-02T12:56:49.360" v="4382"/>
          <ac:spMkLst>
            <pc:docMk/>
            <pc:sldMk cId="2135160603" sldId="379"/>
            <ac:spMk id="2" creationId="{00000000-0000-0000-0000-000000000000}"/>
          </ac:spMkLst>
        </pc:spChg>
        <pc:spChg chg="mod">
          <ac:chgData name="Schlesinger, Sebastian" userId="d814e6c9-e9fb-4b77-84f7-ccd8aa3529bb" providerId="ADAL" clId="{814D90CD-D400-5612-B49E-CD4DF6BF7C8B}" dt="2026-02-02T12:56:49.360" v="4382"/>
          <ac:spMkLst>
            <pc:docMk/>
            <pc:sldMk cId="2135160603" sldId="379"/>
            <ac:spMk id="3" creationId="{00000000-0000-0000-0000-000000000000}"/>
          </ac:spMkLst>
        </pc:spChg>
      </pc:sldChg>
      <pc:sldChg chg="modSp add del">
        <pc:chgData name="Schlesinger, Sebastian" userId="d814e6c9-e9fb-4b77-84f7-ccd8aa3529bb" providerId="ADAL" clId="{814D90CD-D400-5612-B49E-CD4DF6BF7C8B}" dt="2026-02-02T14:18:51.384" v="4657" actId="2696"/>
        <pc:sldMkLst>
          <pc:docMk/>
          <pc:sldMk cId="2391742986" sldId="380"/>
        </pc:sldMkLst>
        <pc:spChg chg="mod">
          <ac:chgData name="Schlesinger, Sebastian" userId="d814e6c9-e9fb-4b77-84f7-ccd8aa3529bb" providerId="ADAL" clId="{814D90CD-D400-5612-B49E-CD4DF6BF7C8B}" dt="2026-02-02T12:56:49.360" v="4382"/>
          <ac:spMkLst>
            <pc:docMk/>
            <pc:sldMk cId="2391742986" sldId="380"/>
            <ac:spMk id="2" creationId="{00000000-0000-0000-0000-000000000000}"/>
          </ac:spMkLst>
        </pc:spChg>
        <pc:spChg chg="mod">
          <ac:chgData name="Schlesinger, Sebastian" userId="d814e6c9-e9fb-4b77-84f7-ccd8aa3529bb" providerId="ADAL" clId="{814D90CD-D400-5612-B49E-CD4DF6BF7C8B}" dt="2026-02-02T12:56:49.360" v="4382"/>
          <ac:spMkLst>
            <pc:docMk/>
            <pc:sldMk cId="2391742986" sldId="380"/>
            <ac:spMk id="3" creationId="{00000000-0000-0000-0000-000000000000}"/>
          </ac:spMkLst>
        </pc:spChg>
      </pc:sldChg>
      <pc:sldChg chg="modSp add del">
        <pc:chgData name="Schlesinger, Sebastian" userId="d814e6c9-e9fb-4b77-84f7-ccd8aa3529bb" providerId="ADAL" clId="{814D90CD-D400-5612-B49E-CD4DF6BF7C8B}" dt="2026-02-02T17:23:42.679" v="5106" actId="2696"/>
        <pc:sldMkLst>
          <pc:docMk/>
          <pc:sldMk cId="2816348785" sldId="381"/>
        </pc:sldMkLst>
        <pc:spChg chg="mod">
          <ac:chgData name="Schlesinger, Sebastian" userId="d814e6c9-e9fb-4b77-84f7-ccd8aa3529bb" providerId="ADAL" clId="{814D90CD-D400-5612-B49E-CD4DF6BF7C8B}" dt="2026-02-02T12:56:49.360" v="4382"/>
          <ac:spMkLst>
            <pc:docMk/>
            <pc:sldMk cId="2816348785" sldId="381"/>
            <ac:spMk id="2" creationId="{00000000-0000-0000-0000-000000000000}"/>
          </ac:spMkLst>
        </pc:spChg>
        <pc:spChg chg="mod">
          <ac:chgData name="Schlesinger, Sebastian" userId="d814e6c9-e9fb-4b77-84f7-ccd8aa3529bb" providerId="ADAL" clId="{814D90CD-D400-5612-B49E-CD4DF6BF7C8B}" dt="2026-02-02T12:56:49.360" v="4382"/>
          <ac:spMkLst>
            <pc:docMk/>
            <pc:sldMk cId="2816348785" sldId="381"/>
            <ac:spMk id="3" creationId="{00000000-0000-0000-0000-000000000000}"/>
          </ac:spMkLst>
        </pc:spChg>
      </pc:sldChg>
      <pc:sldChg chg="modSp add del mod">
        <pc:chgData name="Schlesinger, Sebastian" userId="d814e6c9-e9fb-4b77-84f7-ccd8aa3529bb" providerId="ADAL" clId="{814D90CD-D400-5612-B49E-CD4DF6BF7C8B}" dt="2026-02-02T17:23:42.681" v="5108" actId="2696"/>
        <pc:sldMkLst>
          <pc:docMk/>
          <pc:sldMk cId="97729594" sldId="382"/>
        </pc:sldMkLst>
        <pc:spChg chg="mod">
          <ac:chgData name="Schlesinger, Sebastian" userId="d814e6c9-e9fb-4b77-84f7-ccd8aa3529bb" providerId="ADAL" clId="{814D90CD-D400-5612-B49E-CD4DF6BF7C8B}" dt="2026-02-02T12:56:49.360" v="4382"/>
          <ac:spMkLst>
            <pc:docMk/>
            <pc:sldMk cId="97729594" sldId="382"/>
            <ac:spMk id="2" creationId="{00000000-0000-0000-0000-000000000000}"/>
          </ac:spMkLst>
        </pc:spChg>
        <pc:spChg chg="mod">
          <ac:chgData name="Schlesinger, Sebastian" userId="d814e6c9-e9fb-4b77-84f7-ccd8aa3529bb" providerId="ADAL" clId="{814D90CD-D400-5612-B49E-CD4DF6BF7C8B}" dt="2026-02-02T14:26:15.598" v="4736" actId="1076"/>
          <ac:spMkLst>
            <pc:docMk/>
            <pc:sldMk cId="97729594" sldId="382"/>
            <ac:spMk id="3" creationId="{00000000-0000-0000-0000-000000000000}"/>
          </ac:spMkLst>
        </pc:spChg>
        <pc:spChg chg="mod">
          <ac:chgData name="Schlesinger, Sebastian" userId="d814e6c9-e9fb-4b77-84f7-ccd8aa3529bb" providerId="ADAL" clId="{814D90CD-D400-5612-B49E-CD4DF6BF7C8B}" dt="2026-02-02T12:56:49.360" v="4382"/>
          <ac:spMkLst>
            <pc:docMk/>
            <pc:sldMk cId="97729594" sldId="382"/>
            <ac:spMk id="4" creationId="{00000000-0000-0000-0000-000000000000}"/>
          </ac:spMkLst>
        </pc:spChg>
        <pc:spChg chg="mod">
          <ac:chgData name="Schlesinger, Sebastian" userId="d814e6c9-e9fb-4b77-84f7-ccd8aa3529bb" providerId="ADAL" clId="{814D90CD-D400-5612-B49E-CD4DF6BF7C8B}" dt="2026-02-02T14:26:01.653" v="4731" actId="1076"/>
          <ac:spMkLst>
            <pc:docMk/>
            <pc:sldMk cId="97729594" sldId="382"/>
            <ac:spMk id="6" creationId="{00000000-0000-0000-0000-000000000000}"/>
          </ac:spMkLst>
        </pc:spChg>
        <pc:spChg chg="mod">
          <ac:chgData name="Schlesinger, Sebastian" userId="d814e6c9-e9fb-4b77-84f7-ccd8aa3529bb" providerId="ADAL" clId="{814D90CD-D400-5612-B49E-CD4DF6BF7C8B}" dt="2026-02-02T14:26:13.023" v="4735" actId="1076"/>
          <ac:spMkLst>
            <pc:docMk/>
            <pc:sldMk cId="97729594" sldId="382"/>
            <ac:spMk id="10" creationId="{00000000-0000-0000-0000-000000000000}"/>
          </ac:spMkLst>
        </pc:spChg>
        <pc:spChg chg="mod">
          <ac:chgData name="Schlesinger, Sebastian" userId="d814e6c9-e9fb-4b77-84f7-ccd8aa3529bb" providerId="ADAL" clId="{814D90CD-D400-5612-B49E-CD4DF6BF7C8B}" dt="2026-02-02T14:26:18.891" v="4737" actId="1076"/>
          <ac:spMkLst>
            <pc:docMk/>
            <pc:sldMk cId="97729594" sldId="382"/>
            <ac:spMk id="12" creationId="{00000000-0000-0000-0000-000000000000}"/>
          </ac:spMkLst>
        </pc:spChg>
        <pc:picChg chg="mod">
          <ac:chgData name="Schlesinger, Sebastian" userId="d814e6c9-e9fb-4b77-84f7-ccd8aa3529bb" providerId="ADAL" clId="{814D90CD-D400-5612-B49E-CD4DF6BF7C8B}" dt="2026-02-02T14:26:05.951" v="4732" actId="1076"/>
          <ac:picMkLst>
            <pc:docMk/>
            <pc:sldMk cId="97729594" sldId="382"/>
            <ac:picMk id="1026" creationId="{00000000-0000-0000-0000-000000000000}"/>
          </ac:picMkLst>
        </pc:picChg>
        <pc:picChg chg="mod">
          <ac:chgData name="Schlesinger, Sebastian" userId="d814e6c9-e9fb-4b77-84f7-ccd8aa3529bb" providerId="ADAL" clId="{814D90CD-D400-5612-B49E-CD4DF6BF7C8B}" dt="2026-02-02T14:26:10.739" v="4734" actId="1076"/>
          <ac:picMkLst>
            <pc:docMk/>
            <pc:sldMk cId="97729594" sldId="382"/>
            <ac:picMk id="2050" creationId="{00000000-0000-0000-0000-000000000000}"/>
          </ac:picMkLst>
        </pc:picChg>
        <pc:picChg chg="mod">
          <ac:chgData name="Schlesinger, Sebastian" userId="d814e6c9-e9fb-4b77-84f7-ccd8aa3529bb" providerId="ADAL" clId="{814D90CD-D400-5612-B49E-CD4DF6BF7C8B}" dt="2026-02-02T14:26:07.998" v="4733" actId="1076"/>
          <ac:picMkLst>
            <pc:docMk/>
            <pc:sldMk cId="97729594" sldId="382"/>
            <ac:picMk id="2051" creationId="{00000000-0000-0000-0000-000000000000}"/>
          </ac:picMkLst>
        </pc:picChg>
      </pc:sldChg>
      <pc:sldChg chg="modSp add del mod">
        <pc:chgData name="Schlesinger, Sebastian" userId="d814e6c9-e9fb-4b77-84f7-ccd8aa3529bb" providerId="ADAL" clId="{814D90CD-D400-5612-B49E-CD4DF6BF7C8B}" dt="2026-02-02T17:23:42.683" v="5110" actId="2696"/>
        <pc:sldMkLst>
          <pc:docMk/>
          <pc:sldMk cId="1074497967" sldId="384"/>
        </pc:sldMkLst>
        <pc:spChg chg="mod">
          <ac:chgData name="Schlesinger, Sebastian" userId="d814e6c9-e9fb-4b77-84f7-ccd8aa3529bb" providerId="ADAL" clId="{814D90CD-D400-5612-B49E-CD4DF6BF7C8B}" dt="2026-02-02T12:56:49.360" v="4382"/>
          <ac:spMkLst>
            <pc:docMk/>
            <pc:sldMk cId="1074497967" sldId="384"/>
            <ac:spMk id="2" creationId="{00000000-0000-0000-0000-000000000000}"/>
          </ac:spMkLst>
        </pc:spChg>
        <pc:spChg chg="mod">
          <ac:chgData name="Schlesinger, Sebastian" userId="d814e6c9-e9fb-4b77-84f7-ccd8aa3529bb" providerId="ADAL" clId="{814D90CD-D400-5612-B49E-CD4DF6BF7C8B}" dt="2026-02-02T12:56:49.360" v="4382"/>
          <ac:spMkLst>
            <pc:docMk/>
            <pc:sldMk cId="1074497967" sldId="384"/>
            <ac:spMk id="3" creationId="{00000000-0000-0000-0000-000000000000}"/>
          </ac:spMkLst>
        </pc:spChg>
        <pc:spChg chg="mod">
          <ac:chgData name="Schlesinger, Sebastian" userId="d814e6c9-e9fb-4b77-84f7-ccd8aa3529bb" providerId="ADAL" clId="{814D90CD-D400-5612-B49E-CD4DF6BF7C8B}" dt="2026-02-02T13:03:43.322" v="4461" actId="1076"/>
          <ac:spMkLst>
            <pc:docMk/>
            <pc:sldMk cId="1074497967" sldId="384"/>
            <ac:spMk id="4" creationId="{00000000-0000-0000-0000-000000000000}"/>
          </ac:spMkLst>
        </pc:spChg>
        <pc:spChg chg="mod">
          <ac:chgData name="Schlesinger, Sebastian" userId="d814e6c9-e9fb-4b77-84f7-ccd8aa3529bb" providerId="ADAL" clId="{814D90CD-D400-5612-B49E-CD4DF6BF7C8B}" dt="2026-02-02T13:04:12.662" v="4467" actId="12"/>
          <ac:spMkLst>
            <pc:docMk/>
            <pc:sldMk cId="1074497967" sldId="384"/>
            <ac:spMk id="10246" creationId="{00000000-0000-0000-0000-000000000000}"/>
          </ac:spMkLst>
        </pc:spChg>
      </pc:sldChg>
      <pc:sldChg chg="modSp add del mod">
        <pc:chgData name="Schlesinger, Sebastian" userId="d814e6c9-e9fb-4b77-84f7-ccd8aa3529bb" providerId="ADAL" clId="{814D90CD-D400-5612-B49E-CD4DF6BF7C8B}" dt="2026-02-02T17:23:42.639" v="5076" actId="2696"/>
        <pc:sldMkLst>
          <pc:docMk/>
          <pc:sldMk cId="13820262" sldId="385"/>
        </pc:sldMkLst>
        <pc:spChg chg="mod">
          <ac:chgData name="Schlesinger, Sebastian" userId="d814e6c9-e9fb-4b77-84f7-ccd8aa3529bb" providerId="ADAL" clId="{814D90CD-D400-5612-B49E-CD4DF6BF7C8B}" dt="2026-02-02T12:56:49.360" v="4382"/>
          <ac:spMkLst>
            <pc:docMk/>
            <pc:sldMk cId="13820262" sldId="385"/>
            <ac:spMk id="2" creationId="{00000000-0000-0000-0000-000000000000}"/>
          </ac:spMkLst>
        </pc:spChg>
        <pc:spChg chg="mod">
          <ac:chgData name="Schlesinger, Sebastian" userId="d814e6c9-e9fb-4b77-84f7-ccd8aa3529bb" providerId="ADAL" clId="{814D90CD-D400-5612-B49E-CD4DF6BF7C8B}" dt="2026-02-02T12:56:49.360" v="4382"/>
          <ac:spMkLst>
            <pc:docMk/>
            <pc:sldMk cId="13820262" sldId="385"/>
            <ac:spMk id="3" creationId="{00000000-0000-0000-0000-000000000000}"/>
          </ac:spMkLst>
        </pc:spChg>
        <pc:spChg chg="mod">
          <ac:chgData name="Schlesinger, Sebastian" userId="d814e6c9-e9fb-4b77-84f7-ccd8aa3529bb" providerId="ADAL" clId="{814D90CD-D400-5612-B49E-CD4DF6BF7C8B}" dt="2026-02-02T13:04:54.820" v="4478" actId="1035"/>
          <ac:spMkLst>
            <pc:docMk/>
            <pc:sldMk cId="13820262" sldId="385"/>
            <ac:spMk id="10246" creationId="{00000000-0000-0000-0000-000000000000}"/>
          </ac:spMkLst>
        </pc:spChg>
      </pc:sldChg>
      <pc:sldChg chg="modSp add del mod">
        <pc:chgData name="Schlesinger, Sebastian" userId="d814e6c9-e9fb-4b77-84f7-ccd8aa3529bb" providerId="ADAL" clId="{814D90CD-D400-5612-B49E-CD4DF6BF7C8B}" dt="2026-02-02T17:23:42.652" v="5086" actId="2696"/>
        <pc:sldMkLst>
          <pc:docMk/>
          <pc:sldMk cId="3760040573" sldId="386"/>
        </pc:sldMkLst>
        <pc:spChg chg="mod">
          <ac:chgData name="Schlesinger, Sebastian" userId="d814e6c9-e9fb-4b77-84f7-ccd8aa3529bb" providerId="ADAL" clId="{814D90CD-D400-5612-B49E-CD4DF6BF7C8B}" dt="2026-02-02T12:56:49.360" v="4382"/>
          <ac:spMkLst>
            <pc:docMk/>
            <pc:sldMk cId="3760040573" sldId="386"/>
            <ac:spMk id="2" creationId="{00000000-0000-0000-0000-000000000000}"/>
          </ac:spMkLst>
        </pc:spChg>
        <pc:spChg chg="mod">
          <ac:chgData name="Schlesinger, Sebastian" userId="d814e6c9-e9fb-4b77-84f7-ccd8aa3529bb" providerId="ADAL" clId="{814D90CD-D400-5612-B49E-CD4DF6BF7C8B}" dt="2026-02-02T12:56:49.360" v="4382"/>
          <ac:spMkLst>
            <pc:docMk/>
            <pc:sldMk cId="3760040573" sldId="386"/>
            <ac:spMk id="3" creationId="{00000000-0000-0000-0000-000000000000}"/>
          </ac:spMkLst>
        </pc:spChg>
        <pc:spChg chg="mod">
          <ac:chgData name="Schlesinger, Sebastian" userId="d814e6c9-e9fb-4b77-84f7-ccd8aa3529bb" providerId="ADAL" clId="{814D90CD-D400-5612-B49E-CD4DF6BF7C8B}" dt="2026-02-02T13:04:34.193" v="4472" actId="12"/>
          <ac:spMkLst>
            <pc:docMk/>
            <pc:sldMk cId="3760040573" sldId="386"/>
            <ac:spMk id="10246" creationId="{00000000-0000-0000-0000-000000000000}"/>
          </ac:spMkLst>
        </pc:spChg>
      </pc:sldChg>
      <pc:sldChg chg="modSp add del mod">
        <pc:chgData name="Schlesinger, Sebastian" userId="d814e6c9-e9fb-4b77-84f7-ccd8aa3529bb" providerId="ADAL" clId="{814D90CD-D400-5612-B49E-CD4DF6BF7C8B}" dt="2026-02-02T12:56:48.149" v="4378" actId="2696"/>
        <pc:sldMkLst>
          <pc:docMk/>
          <pc:sldMk cId="0" sldId="388"/>
        </pc:sldMkLst>
      </pc:sldChg>
      <pc:sldChg chg="modSp add del mod">
        <pc:chgData name="Schlesinger, Sebastian" userId="d814e6c9-e9fb-4b77-84f7-ccd8aa3529bb" providerId="ADAL" clId="{814D90CD-D400-5612-B49E-CD4DF6BF7C8B}" dt="2026-02-02T17:23:42.673" v="5101" actId="2696"/>
        <pc:sldMkLst>
          <pc:docMk/>
          <pc:sldMk cId="2946880963" sldId="388"/>
        </pc:sldMkLst>
        <pc:spChg chg="mod">
          <ac:chgData name="Schlesinger, Sebastian" userId="d814e6c9-e9fb-4b77-84f7-ccd8aa3529bb" providerId="ADAL" clId="{814D90CD-D400-5612-B49E-CD4DF6BF7C8B}" dt="2026-02-02T14:12:52.444" v="4555" actId="14100"/>
          <ac:spMkLst>
            <pc:docMk/>
            <pc:sldMk cId="2946880963" sldId="388"/>
            <ac:spMk id="2" creationId="{00000000-0000-0000-0000-000000000000}"/>
          </ac:spMkLst>
        </pc:spChg>
        <pc:spChg chg="mod">
          <ac:chgData name="Schlesinger, Sebastian" userId="d814e6c9-e9fb-4b77-84f7-ccd8aa3529bb" providerId="ADAL" clId="{814D90CD-D400-5612-B49E-CD4DF6BF7C8B}" dt="2026-02-02T14:13:03.993" v="4558" actId="12"/>
          <ac:spMkLst>
            <pc:docMk/>
            <pc:sldMk cId="2946880963" sldId="388"/>
            <ac:spMk id="3" creationId="{00000000-0000-0000-0000-000000000000}"/>
          </ac:spMkLst>
        </pc:spChg>
        <pc:spChg chg="mod">
          <ac:chgData name="Schlesinger, Sebastian" userId="d814e6c9-e9fb-4b77-84f7-ccd8aa3529bb" providerId="ADAL" clId="{814D90CD-D400-5612-B49E-CD4DF6BF7C8B}" dt="2026-02-02T12:56:49.360" v="4382"/>
          <ac:spMkLst>
            <pc:docMk/>
            <pc:sldMk cId="2946880963" sldId="388"/>
            <ac:spMk id="4" creationId="{00000000-0000-0000-0000-000000000000}"/>
          </ac:spMkLst>
        </pc:spChg>
        <pc:spChg chg="mod">
          <ac:chgData name="Schlesinger, Sebastian" userId="d814e6c9-e9fb-4b77-84f7-ccd8aa3529bb" providerId="ADAL" clId="{814D90CD-D400-5612-B49E-CD4DF6BF7C8B}" dt="2026-02-02T12:56:49.360" v="4382"/>
          <ac:spMkLst>
            <pc:docMk/>
            <pc:sldMk cId="2946880963" sldId="388"/>
            <ac:spMk id="5" creationId="{00000000-0000-0000-0000-000000000000}"/>
          </ac:spMkLst>
        </pc:spChg>
      </pc:sldChg>
      <pc:sldChg chg="modSp add del mod">
        <pc:chgData name="Schlesinger, Sebastian" userId="d814e6c9-e9fb-4b77-84f7-ccd8aa3529bb" providerId="ADAL" clId="{814D90CD-D400-5612-B49E-CD4DF6BF7C8B}" dt="2026-02-02T12:56:48.119" v="4360" actId="2696"/>
        <pc:sldMkLst>
          <pc:docMk/>
          <pc:sldMk cId="635529319" sldId="389"/>
        </pc:sldMkLst>
      </pc:sldChg>
      <pc:sldChg chg="modSp add del mod">
        <pc:chgData name="Schlesinger, Sebastian" userId="d814e6c9-e9fb-4b77-84f7-ccd8aa3529bb" providerId="ADAL" clId="{814D90CD-D400-5612-B49E-CD4DF6BF7C8B}" dt="2026-02-02T17:23:42.648" v="5083" actId="2696"/>
        <pc:sldMkLst>
          <pc:docMk/>
          <pc:sldMk cId="3628557732" sldId="389"/>
        </pc:sldMkLst>
        <pc:spChg chg="mod">
          <ac:chgData name="Schlesinger, Sebastian" userId="d814e6c9-e9fb-4b77-84f7-ccd8aa3529bb" providerId="ADAL" clId="{814D90CD-D400-5612-B49E-CD4DF6BF7C8B}" dt="2026-02-02T12:56:49.360" v="4382"/>
          <ac:spMkLst>
            <pc:docMk/>
            <pc:sldMk cId="3628557732" sldId="389"/>
            <ac:spMk id="2" creationId="{00000000-0000-0000-0000-000000000000}"/>
          </ac:spMkLst>
        </pc:spChg>
        <pc:spChg chg="mod">
          <ac:chgData name="Schlesinger, Sebastian" userId="d814e6c9-e9fb-4b77-84f7-ccd8aa3529bb" providerId="ADAL" clId="{814D90CD-D400-5612-B49E-CD4DF6BF7C8B}" dt="2026-02-02T12:56:49.360" v="4382"/>
          <ac:spMkLst>
            <pc:docMk/>
            <pc:sldMk cId="3628557732" sldId="389"/>
            <ac:spMk id="3" creationId="{00000000-0000-0000-0000-000000000000}"/>
          </ac:spMkLst>
        </pc:spChg>
        <pc:spChg chg="mod">
          <ac:chgData name="Schlesinger, Sebastian" userId="d814e6c9-e9fb-4b77-84f7-ccd8aa3529bb" providerId="ADAL" clId="{814D90CD-D400-5612-B49E-CD4DF6BF7C8B}" dt="2026-02-02T14:08:20.390" v="4505" actId="14100"/>
          <ac:spMkLst>
            <pc:docMk/>
            <pc:sldMk cId="3628557732" sldId="389"/>
            <ac:spMk id="15365" creationId="{00000000-0000-0000-0000-000000000000}"/>
          </ac:spMkLst>
        </pc:spChg>
        <pc:spChg chg="mod">
          <ac:chgData name="Schlesinger, Sebastian" userId="d814e6c9-e9fb-4b77-84f7-ccd8aa3529bb" providerId="ADAL" clId="{814D90CD-D400-5612-B49E-CD4DF6BF7C8B}" dt="2026-02-02T14:08:48.563" v="4511" actId="404"/>
          <ac:spMkLst>
            <pc:docMk/>
            <pc:sldMk cId="3628557732" sldId="389"/>
            <ac:spMk id="15366" creationId="{00000000-0000-0000-0000-000000000000}"/>
          </ac:spMkLst>
        </pc:spChg>
      </pc:sldChg>
      <pc:sldChg chg="modSp add del mod">
        <pc:chgData name="Schlesinger, Sebastian" userId="d814e6c9-e9fb-4b77-84f7-ccd8aa3529bb" providerId="ADAL" clId="{814D90CD-D400-5612-B49E-CD4DF6BF7C8B}" dt="2026-02-02T12:56:48.110" v="4352" actId="2696"/>
        <pc:sldMkLst>
          <pc:docMk/>
          <pc:sldMk cId="1537626224" sldId="390"/>
        </pc:sldMkLst>
      </pc:sldChg>
      <pc:sldChg chg="modSp add del">
        <pc:chgData name="Schlesinger, Sebastian" userId="d814e6c9-e9fb-4b77-84f7-ccd8aa3529bb" providerId="ADAL" clId="{814D90CD-D400-5612-B49E-CD4DF6BF7C8B}" dt="2026-02-02T12:57:00.351" v="4383" actId="2696"/>
        <pc:sldMkLst>
          <pc:docMk/>
          <pc:sldMk cId="3954641514" sldId="390"/>
        </pc:sldMkLst>
        <pc:spChg chg="mod">
          <ac:chgData name="Schlesinger, Sebastian" userId="d814e6c9-e9fb-4b77-84f7-ccd8aa3529bb" providerId="ADAL" clId="{814D90CD-D400-5612-B49E-CD4DF6BF7C8B}" dt="2026-02-02T12:56:49.360" v="4382"/>
          <ac:spMkLst>
            <pc:docMk/>
            <pc:sldMk cId="3954641514" sldId="390"/>
            <ac:spMk id="2" creationId="{00000000-0000-0000-0000-000000000000}"/>
          </ac:spMkLst>
        </pc:spChg>
        <pc:spChg chg="mod">
          <ac:chgData name="Schlesinger, Sebastian" userId="d814e6c9-e9fb-4b77-84f7-ccd8aa3529bb" providerId="ADAL" clId="{814D90CD-D400-5612-B49E-CD4DF6BF7C8B}" dt="2026-02-02T12:56:49.360" v="4382"/>
          <ac:spMkLst>
            <pc:docMk/>
            <pc:sldMk cId="3954641514" sldId="390"/>
            <ac:spMk id="3" creationId="{00000000-0000-0000-0000-000000000000}"/>
          </ac:spMkLst>
        </pc:spChg>
      </pc:sldChg>
      <pc:sldChg chg="modSp add del mod">
        <pc:chgData name="Schlesinger, Sebastian" userId="d814e6c9-e9fb-4b77-84f7-ccd8aa3529bb" providerId="ADAL" clId="{814D90CD-D400-5612-B49E-CD4DF6BF7C8B}" dt="2026-02-02T12:56:48.108" v="4350" actId="2696"/>
        <pc:sldMkLst>
          <pc:docMk/>
          <pc:sldMk cId="1005141994" sldId="391"/>
        </pc:sldMkLst>
      </pc:sldChg>
      <pc:sldChg chg="modSp add del mod">
        <pc:chgData name="Schlesinger, Sebastian" userId="d814e6c9-e9fb-4b77-84f7-ccd8aa3529bb" providerId="ADAL" clId="{814D90CD-D400-5612-B49E-CD4DF6BF7C8B}" dt="2026-02-02T17:23:42.682" v="5109" actId="2696"/>
        <pc:sldMkLst>
          <pc:docMk/>
          <pc:sldMk cId="2627380539" sldId="391"/>
        </pc:sldMkLst>
        <pc:spChg chg="mod">
          <ac:chgData name="Schlesinger, Sebastian" userId="d814e6c9-e9fb-4b77-84f7-ccd8aa3529bb" providerId="ADAL" clId="{814D90CD-D400-5612-B49E-CD4DF6BF7C8B}" dt="2026-02-02T12:58:48.271" v="4397" actId="14100"/>
          <ac:spMkLst>
            <pc:docMk/>
            <pc:sldMk cId="2627380539" sldId="391"/>
            <ac:spMk id="2" creationId="{00000000-0000-0000-0000-000000000000}"/>
          </ac:spMkLst>
        </pc:spChg>
        <pc:spChg chg="mod">
          <ac:chgData name="Schlesinger, Sebastian" userId="d814e6c9-e9fb-4b77-84f7-ccd8aa3529bb" providerId="ADAL" clId="{814D90CD-D400-5612-B49E-CD4DF6BF7C8B}" dt="2026-02-02T12:59:57.270" v="4411" actId="12"/>
          <ac:spMkLst>
            <pc:docMk/>
            <pc:sldMk cId="2627380539" sldId="391"/>
            <ac:spMk id="3" creationId="{00000000-0000-0000-0000-000000000000}"/>
          </ac:spMkLst>
        </pc:spChg>
        <pc:spChg chg="mod">
          <ac:chgData name="Schlesinger, Sebastian" userId="d814e6c9-e9fb-4b77-84f7-ccd8aa3529bb" providerId="ADAL" clId="{814D90CD-D400-5612-B49E-CD4DF6BF7C8B}" dt="2026-02-02T12:56:49.360" v="4382"/>
          <ac:spMkLst>
            <pc:docMk/>
            <pc:sldMk cId="2627380539" sldId="391"/>
            <ac:spMk id="4" creationId="{00000000-0000-0000-0000-000000000000}"/>
          </ac:spMkLst>
        </pc:spChg>
        <pc:spChg chg="mod">
          <ac:chgData name="Schlesinger, Sebastian" userId="d814e6c9-e9fb-4b77-84f7-ccd8aa3529bb" providerId="ADAL" clId="{814D90CD-D400-5612-B49E-CD4DF6BF7C8B}" dt="2026-02-02T12:56:49.360" v="4382"/>
          <ac:spMkLst>
            <pc:docMk/>
            <pc:sldMk cId="2627380539" sldId="391"/>
            <ac:spMk id="5" creationId="{00000000-0000-0000-0000-000000000000}"/>
          </ac:spMkLst>
        </pc:spChg>
      </pc:sldChg>
      <pc:sldChg chg="modSp add del mod">
        <pc:chgData name="Schlesinger, Sebastian" userId="d814e6c9-e9fb-4b77-84f7-ccd8aa3529bb" providerId="ADAL" clId="{814D90CD-D400-5612-B49E-CD4DF6BF7C8B}" dt="2026-02-02T17:23:42.649" v="5084" actId="2696"/>
        <pc:sldMkLst>
          <pc:docMk/>
          <pc:sldMk cId="2181584682" sldId="392"/>
        </pc:sldMkLst>
        <pc:spChg chg="mod">
          <ac:chgData name="Schlesinger, Sebastian" userId="d814e6c9-e9fb-4b77-84f7-ccd8aa3529bb" providerId="ADAL" clId="{814D90CD-D400-5612-B49E-CD4DF6BF7C8B}" dt="2026-02-02T12:56:49.360" v="4382"/>
          <ac:spMkLst>
            <pc:docMk/>
            <pc:sldMk cId="2181584682" sldId="392"/>
            <ac:spMk id="2" creationId="{00000000-0000-0000-0000-000000000000}"/>
          </ac:spMkLst>
        </pc:spChg>
        <pc:spChg chg="mod">
          <ac:chgData name="Schlesinger, Sebastian" userId="d814e6c9-e9fb-4b77-84f7-ccd8aa3529bb" providerId="ADAL" clId="{814D90CD-D400-5612-B49E-CD4DF6BF7C8B}" dt="2026-02-02T12:56:49.360" v="4382"/>
          <ac:spMkLst>
            <pc:docMk/>
            <pc:sldMk cId="2181584682" sldId="392"/>
            <ac:spMk id="3"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7"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8"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9"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10" creationId="{00000000-0000-0000-0000-000000000000}"/>
          </ac:spMkLst>
        </pc:spChg>
        <pc:spChg chg="mod">
          <ac:chgData name="Schlesinger, Sebastian" userId="d814e6c9-e9fb-4b77-84f7-ccd8aa3529bb" providerId="ADAL" clId="{814D90CD-D400-5612-B49E-CD4DF6BF7C8B}" dt="2026-02-02T14:15:07.032" v="4582" actId="14100"/>
          <ac:spMkLst>
            <pc:docMk/>
            <pc:sldMk cId="2181584682" sldId="392"/>
            <ac:spMk id="22533" creationId="{00000000-0000-0000-0000-000000000000}"/>
          </ac:spMkLst>
        </pc:spChg>
        <pc:spChg chg="mod">
          <ac:chgData name="Schlesinger, Sebastian" userId="d814e6c9-e9fb-4b77-84f7-ccd8aa3529bb" providerId="ADAL" clId="{814D90CD-D400-5612-B49E-CD4DF6BF7C8B}" dt="2026-02-02T14:15:04.707" v="4581" actId="1076"/>
          <ac:spMkLst>
            <pc:docMk/>
            <pc:sldMk cId="2181584682" sldId="392"/>
            <ac:spMk id="22534"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22544"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22545"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22546"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22547" creationId="{00000000-0000-0000-0000-000000000000}"/>
          </ac:spMkLst>
        </pc:spChg>
        <pc:spChg chg="mod">
          <ac:chgData name="Schlesinger, Sebastian" userId="d814e6c9-e9fb-4b77-84f7-ccd8aa3529bb" providerId="ADAL" clId="{814D90CD-D400-5612-B49E-CD4DF6BF7C8B}" dt="2026-02-02T14:14:59.738" v="4579" actId="1076"/>
          <ac:spMkLst>
            <pc:docMk/>
            <pc:sldMk cId="2181584682" sldId="392"/>
            <ac:spMk id="22548" creationId="{00000000-0000-0000-0000-000000000000}"/>
          </ac:spMkLst>
        </pc:spChg>
        <pc:cxnChg chg="mod">
          <ac:chgData name="Schlesinger, Sebastian" userId="d814e6c9-e9fb-4b77-84f7-ccd8aa3529bb" providerId="ADAL" clId="{814D90CD-D400-5612-B49E-CD4DF6BF7C8B}" dt="2026-02-02T14:14:59.738" v="4579" actId="1076"/>
          <ac:cxnSpMkLst>
            <pc:docMk/>
            <pc:sldMk cId="2181584682" sldId="392"/>
            <ac:cxnSpMk id="11" creationId="{00000000-0000-0000-0000-000000000000}"/>
          </ac:cxnSpMkLst>
        </pc:cxnChg>
      </pc:sldChg>
      <pc:sldChg chg="modSp add del mod">
        <pc:chgData name="Schlesinger, Sebastian" userId="d814e6c9-e9fb-4b77-84f7-ccd8aa3529bb" providerId="ADAL" clId="{814D90CD-D400-5612-B49E-CD4DF6BF7C8B}" dt="2026-02-02T12:56:48.071" v="4342" actId="2696"/>
        <pc:sldMkLst>
          <pc:docMk/>
          <pc:sldMk cId="4143955894" sldId="392"/>
        </pc:sldMkLst>
      </pc:sldChg>
      <pc:sldChg chg="modSp add del mod">
        <pc:chgData name="Schlesinger, Sebastian" userId="d814e6c9-e9fb-4b77-84f7-ccd8aa3529bb" providerId="ADAL" clId="{814D90CD-D400-5612-B49E-CD4DF6BF7C8B}" dt="2026-02-02T17:23:42.680" v="5107" actId="2696"/>
        <pc:sldMkLst>
          <pc:docMk/>
          <pc:sldMk cId="3259020024" sldId="393"/>
        </pc:sldMkLst>
        <pc:spChg chg="mod">
          <ac:chgData name="Schlesinger, Sebastian" userId="d814e6c9-e9fb-4b77-84f7-ccd8aa3529bb" providerId="ADAL" clId="{814D90CD-D400-5612-B49E-CD4DF6BF7C8B}" dt="2026-02-02T12:56:49.360" v="4382"/>
          <ac:spMkLst>
            <pc:docMk/>
            <pc:sldMk cId="3259020024" sldId="393"/>
            <ac:spMk id="2" creationId="{00000000-0000-0000-0000-000000000000}"/>
          </ac:spMkLst>
        </pc:spChg>
        <pc:spChg chg="mod">
          <ac:chgData name="Schlesinger, Sebastian" userId="d814e6c9-e9fb-4b77-84f7-ccd8aa3529bb" providerId="ADAL" clId="{814D90CD-D400-5612-B49E-CD4DF6BF7C8B}" dt="2026-02-02T12:56:49.360" v="4382"/>
          <ac:spMkLst>
            <pc:docMk/>
            <pc:sldMk cId="3259020024" sldId="393"/>
            <ac:spMk id="3" creationId="{00000000-0000-0000-0000-000000000000}"/>
          </ac:spMkLst>
        </pc:spChg>
        <pc:spChg chg="mod">
          <ac:chgData name="Schlesinger, Sebastian" userId="d814e6c9-e9fb-4b77-84f7-ccd8aa3529bb" providerId="ADAL" clId="{814D90CD-D400-5612-B49E-CD4DF6BF7C8B}" dt="2026-02-02T14:16:34.303" v="4625" actId="1076"/>
          <ac:spMkLst>
            <pc:docMk/>
            <pc:sldMk cId="3259020024" sldId="393"/>
            <ac:spMk id="19462" creationId="{00000000-0000-0000-0000-000000000000}"/>
          </ac:spMkLst>
        </pc:spChg>
      </pc:sldChg>
      <pc:sldChg chg="addSp delSp modSp add del mod">
        <pc:chgData name="Schlesinger, Sebastian" userId="d814e6c9-e9fb-4b77-84f7-ccd8aa3529bb" providerId="ADAL" clId="{814D90CD-D400-5612-B49E-CD4DF6BF7C8B}" dt="2026-02-02T17:23:42.666" v="5095" actId="2696"/>
        <pc:sldMkLst>
          <pc:docMk/>
          <pc:sldMk cId="983465598" sldId="394"/>
        </pc:sldMkLst>
        <pc:spChg chg="mod">
          <ac:chgData name="Schlesinger, Sebastian" userId="d814e6c9-e9fb-4b77-84f7-ccd8aa3529bb" providerId="ADAL" clId="{814D90CD-D400-5612-B49E-CD4DF6BF7C8B}" dt="2026-02-02T12:56:49.360" v="4382"/>
          <ac:spMkLst>
            <pc:docMk/>
            <pc:sldMk cId="983465598" sldId="394"/>
            <ac:spMk id="2" creationId="{00000000-0000-0000-0000-000000000000}"/>
          </ac:spMkLst>
        </pc:spChg>
        <pc:spChg chg="mod">
          <ac:chgData name="Schlesinger, Sebastian" userId="d814e6c9-e9fb-4b77-84f7-ccd8aa3529bb" providerId="ADAL" clId="{814D90CD-D400-5612-B49E-CD4DF6BF7C8B}" dt="2026-02-02T12:56:49.360" v="4382"/>
          <ac:spMkLst>
            <pc:docMk/>
            <pc:sldMk cId="983465598" sldId="394"/>
            <ac:spMk id="3" creationId="{00000000-0000-0000-0000-000000000000}"/>
          </ac:spMkLst>
        </pc:spChg>
        <pc:spChg chg="add del mod">
          <ac:chgData name="Schlesinger, Sebastian" userId="d814e6c9-e9fb-4b77-84f7-ccd8aa3529bb" providerId="ADAL" clId="{814D90CD-D400-5612-B49E-CD4DF6BF7C8B}" dt="2026-02-02T14:17:05.991" v="4632"/>
          <ac:spMkLst>
            <pc:docMk/>
            <pc:sldMk cId="983465598" sldId="394"/>
            <ac:spMk id="4" creationId="{85EA6912-0AE1-5C4B-18AB-557E519B8319}"/>
          </ac:spMkLst>
        </pc:spChg>
        <pc:spChg chg="mod">
          <ac:chgData name="Schlesinger, Sebastian" userId="d814e6c9-e9fb-4b77-84f7-ccd8aa3529bb" providerId="ADAL" clId="{814D90CD-D400-5612-B49E-CD4DF6BF7C8B}" dt="2026-02-02T14:16:46.771" v="4628" actId="14100"/>
          <ac:spMkLst>
            <pc:docMk/>
            <pc:sldMk cId="983465598" sldId="394"/>
            <ac:spMk id="18437" creationId="{00000000-0000-0000-0000-000000000000}"/>
          </ac:spMkLst>
        </pc:spChg>
        <pc:spChg chg="mod">
          <ac:chgData name="Schlesinger, Sebastian" userId="d814e6c9-e9fb-4b77-84f7-ccd8aa3529bb" providerId="ADAL" clId="{814D90CD-D400-5612-B49E-CD4DF6BF7C8B}" dt="2026-02-02T14:16:44.378" v="4627" actId="1076"/>
          <ac:spMkLst>
            <pc:docMk/>
            <pc:sldMk cId="983465598" sldId="394"/>
            <ac:spMk id="18438" creationId="{00000000-0000-0000-0000-000000000000}"/>
          </ac:spMkLst>
        </pc:spChg>
        <pc:grpChg chg="mod">
          <ac:chgData name="Schlesinger, Sebastian" userId="d814e6c9-e9fb-4b77-84f7-ccd8aa3529bb" providerId="ADAL" clId="{814D90CD-D400-5612-B49E-CD4DF6BF7C8B}" dt="2026-02-02T14:17:00.424" v="4630" actId="1076"/>
          <ac:grpSpMkLst>
            <pc:docMk/>
            <pc:sldMk cId="983465598" sldId="394"/>
            <ac:grpSpMk id="7" creationId="{00000000-0000-0000-0000-000000000000}"/>
          </ac:grpSpMkLst>
        </pc:grpChg>
        <pc:grpChg chg="mod">
          <ac:chgData name="Schlesinger, Sebastian" userId="d814e6c9-e9fb-4b77-84f7-ccd8aa3529bb" providerId="ADAL" clId="{814D90CD-D400-5612-B49E-CD4DF6BF7C8B}" dt="2026-02-02T14:17:00.424" v="4630" actId="1076"/>
          <ac:grpSpMkLst>
            <pc:docMk/>
            <pc:sldMk cId="983465598" sldId="394"/>
            <ac:grpSpMk id="14" creationId="{00000000-0000-0000-0000-000000000000}"/>
          </ac:grpSpMkLst>
        </pc:grpChg>
      </pc:sldChg>
      <pc:sldChg chg="modSp add del mod modAnim">
        <pc:chgData name="Schlesinger, Sebastian" userId="d814e6c9-e9fb-4b77-84f7-ccd8aa3529bb" providerId="ADAL" clId="{814D90CD-D400-5612-B49E-CD4DF6BF7C8B}" dt="2026-02-02T12:56:48.148" v="4377" actId="2696"/>
        <pc:sldMkLst>
          <pc:docMk/>
          <pc:sldMk cId="2001897770" sldId="394"/>
        </pc:sldMkLst>
      </pc:sldChg>
      <pc:sldChg chg="modSp add del mod">
        <pc:chgData name="Schlesinger, Sebastian" userId="d814e6c9-e9fb-4b77-84f7-ccd8aa3529bb" providerId="ADAL" clId="{814D90CD-D400-5612-B49E-CD4DF6BF7C8B}" dt="2026-02-02T17:23:42.640" v="5077" actId="2696"/>
        <pc:sldMkLst>
          <pc:docMk/>
          <pc:sldMk cId="3903245992" sldId="395"/>
        </pc:sldMkLst>
        <pc:spChg chg="mod">
          <ac:chgData name="Schlesinger, Sebastian" userId="d814e6c9-e9fb-4b77-84f7-ccd8aa3529bb" providerId="ADAL" clId="{814D90CD-D400-5612-B49E-CD4DF6BF7C8B}" dt="2026-02-02T12:56:49.360" v="4382"/>
          <ac:spMkLst>
            <pc:docMk/>
            <pc:sldMk cId="3903245992" sldId="395"/>
            <ac:spMk id="3" creationId="{00000000-0000-0000-0000-000000000000}"/>
          </ac:spMkLst>
        </pc:spChg>
        <pc:spChg chg="mod">
          <ac:chgData name="Schlesinger, Sebastian" userId="d814e6c9-e9fb-4b77-84f7-ccd8aa3529bb" providerId="ADAL" clId="{814D90CD-D400-5612-B49E-CD4DF6BF7C8B}" dt="2026-02-02T12:56:49.360" v="4382"/>
          <ac:spMkLst>
            <pc:docMk/>
            <pc:sldMk cId="3903245992" sldId="395"/>
            <ac:spMk id="4" creationId="{00000000-0000-0000-0000-000000000000}"/>
          </ac:spMkLst>
        </pc:spChg>
        <pc:spChg chg="mod">
          <ac:chgData name="Schlesinger, Sebastian" userId="d814e6c9-e9fb-4b77-84f7-ccd8aa3529bb" providerId="ADAL" clId="{814D90CD-D400-5612-B49E-CD4DF6BF7C8B}" dt="2026-02-02T14:17:20.269" v="4636" actId="14100"/>
          <ac:spMkLst>
            <pc:docMk/>
            <pc:sldMk cId="3903245992" sldId="395"/>
            <ac:spMk id="18437" creationId="{00000000-0000-0000-0000-000000000000}"/>
          </ac:spMkLst>
        </pc:spChg>
        <pc:spChg chg="mod">
          <ac:chgData name="Schlesinger, Sebastian" userId="d814e6c9-e9fb-4b77-84f7-ccd8aa3529bb" providerId="ADAL" clId="{814D90CD-D400-5612-B49E-CD4DF6BF7C8B}" dt="2026-02-02T14:17:11.399" v="4634" actId="1076"/>
          <ac:spMkLst>
            <pc:docMk/>
            <pc:sldMk cId="3903245992" sldId="395"/>
            <ac:spMk id="18438" creationId="{00000000-0000-0000-0000-000000000000}"/>
          </ac:spMkLst>
        </pc:spChg>
        <pc:grpChg chg="mod">
          <ac:chgData name="Schlesinger, Sebastian" userId="d814e6c9-e9fb-4b77-84f7-ccd8aa3529bb" providerId="ADAL" clId="{814D90CD-D400-5612-B49E-CD4DF6BF7C8B}" dt="2026-02-02T14:17:17.971" v="4635" actId="1076"/>
          <ac:grpSpMkLst>
            <pc:docMk/>
            <pc:sldMk cId="3903245992" sldId="395"/>
            <ac:grpSpMk id="2" creationId="{00000000-0000-0000-0000-000000000000}"/>
          </ac:grpSpMkLst>
        </pc:grpChg>
        <pc:grpChg chg="mod">
          <ac:chgData name="Schlesinger, Sebastian" userId="d814e6c9-e9fb-4b77-84f7-ccd8aa3529bb" providerId="ADAL" clId="{814D90CD-D400-5612-B49E-CD4DF6BF7C8B}" dt="2026-02-02T14:17:17.971" v="4635" actId="1076"/>
          <ac:grpSpMkLst>
            <pc:docMk/>
            <pc:sldMk cId="3903245992" sldId="395"/>
            <ac:grpSpMk id="27" creationId="{00000000-0000-0000-0000-000000000000}"/>
          </ac:grpSpMkLst>
        </pc:grpChg>
        <pc:grpChg chg="mod">
          <ac:chgData name="Schlesinger, Sebastian" userId="d814e6c9-e9fb-4b77-84f7-ccd8aa3529bb" providerId="ADAL" clId="{814D90CD-D400-5612-B49E-CD4DF6BF7C8B}" dt="2026-02-02T14:17:17.971" v="4635" actId="1076"/>
          <ac:grpSpMkLst>
            <pc:docMk/>
            <pc:sldMk cId="3903245992" sldId="395"/>
            <ac:grpSpMk id="34" creationId="{00000000-0000-0000-0000-000000000000}"/>
          </ac:grpSpMkLst>
        </pc:grpChg>
      </pc:sldChg>
      <pc:sldChg chg="modSp add del mod">
        <pc:chgData name="Schlesinger, Sebastian" userId="d814e6c9-e9fb-4b77-84f7-ccd8aa3529bb" providerId="ADAL" clId="{814D90CD-D400-5612-B49E-CD4DF6BF7C8B}" dt="2026-02-02T17:23:42.776" v="5120" actId="2696"/>
        <pc:sldMkLst>
          <pc:docMk/>
          <pc:sldMk cId="3055718978" sldId="396"/>
        </pc:sldMkLst>
        <pc:spChg chg="mod">
          <ac:chgData name="Schlesinger, Sebastian" userId="d814e6c9-e9fb-4b77-84f7-ccd8aa3529bb" providerId="ADAL" clId="{814D90CD-D400-5612-B49E-CD4DF6BF7C8B}" dt="2026-02-02T14:10:47.839" v="4525" actId="1076"/>
          <ac:spMkLst>
            <pc:docMk/>
            <pc:sldMk cId="3055718978" sldId="396"/>
            <ac:spMk id="2" creationId="{00000000-0000-0000-0000-000000000000}"/>
          </ac:spMkLst>
        </pc:spChg>
        <pc:spChg chg="mod">
          <ac:chgData name="Schlesinger, Sebastian" userId="d814e6c9-e9fb-4b77-84f7-ccd8aa3529bb" providerId="ADAL" clId="{814D90CD-D400-5612-B49E-CD4DF6BF7C8B}" dt="2026-02-02T14:10:28.838" v="4522" actId="255"/>
          <ac:spMkLst>
            <pc:docMk/>
            <pc:sldMk cId="3055718978" sldId="396"/>
            <ac:spMk id="3" creationId="{00000000-0000-0000-0000-000000000000}"/>
          </ac:spMkLst>
        </pc:spChg>
        <pc:spChg chg="mod">
          <ac:chgData name="Schlesinger, Sebastian" userId="d814e6c9-e9fb-4b77-84f7-ccd8aa3529bb" providerId="ADAL" clId="{814D90CD-D400-5612-B49E-CD4DF6BF7C8B}" dt="2026-02-02T12:56:49.360" v="4382"/>
          <ac:spMkLst>
            <pc:docMk/>
            <pc:sldMk cId="3055718978" sldId="396"/>
            <ac:spMk id="4" creationId="{00000000-0000-0000-0000-000000000000}"/>
          </ac:spMkLst>
        </pc:spChg>
        <pc:spChg chg="mod">
          <ac:chgData name="Schlesinger, Sebastian" userId="d814e6c9-e9fb-4b77-84f7-ccd8aa3529bb" providerId="ADAL" clId="{814D90CD-D400-5612-B49E-CD4DF6BF7C8B}" dt="2026-02-02T12:56:49.360" v="4382"/>
          <ac:spMkLst>
            <pc:docMk/>
            <pc:sldMk cId="3055718978" sldId="396"/>
            <ac:spMk id="5" creationId="{00000000-0000-0000-0000-000000000000}"/>
          </ac:spMkLst>
        </pc:spChg>
      </pc:sldChg>
      <pc:sldChg chg="modSp add del">
        <pc:chgData name="Schlesinger, Sebastian" userId="d814e6c9-e9fb-4b77-84f7-ccd8aa3529bb" providerId="ADAL" clId="{814D90CD-D400-5612-B49E-CD4DF6BF7C8B}" dt="2026-02-02T14:23:43.493" v="4699" actId="2696"/>
        <pc:sldMkLst>
          <pc:docMk/>
          <pc:sldMk cId="3761387282" sldId="397"/>
        </pc:sldMkLst>
        <pc:spChg chg="mod">
          <ac:chgData name="Schlesinger, Sebastian" userId="d814e6c9-e9fb-4b77-84f7-ccd8aa3529bb" providerId="ADAL" clId="{814D90CD-D400-5612-B49E-CD4DF6BF7C8B}" dt="2026-02-02T12:56:49.360" v="4382"/>
          <ac:spMkLst>
            <pc:docMk/>
            <pc:sldMk cId="3761387282" sldId="397"/>
            <ac:spMk id="2" creationId="{00000000-0000-0000-0000-000000000000}"/>
          </ac:spMkLst>
        </pc:spChg>
        <pc:spChg chg="mod">
          <ac:chgData name="Schlesinger, Sebastian" userId="d814e6c9-e9fb-4b77-84f7-ccd8aa3529bb" providerId="ADAL" clId="{814D90CD-D400-5612-B49E-CD4DF6BF7C8B}" dt="2026-02-02T12:56:49.360" v="4382"/>
          <ac:spMkLst>
            <pc:docMk/>
            <pc:sldMk cId="3761387282" sldId="397"/>
            <ac:spMk id="3" creationId="{00000000-0000-0000-0000-000000000000}"/>
          </ac:spMkLst>
        </pc:spChg>
      </pc:sldChg>
      <pc:sldChg chg="modSp add del mod">
        <pc:chgData name="Schlesinger, Sebastian" userId="d814e6c9-e9fb-4b77-84f7-ccd8aa3529bb" providerId="ADAL" clId="{814D90CD-D400-5612-B49E-CD4DF6BF7C8B}" dt="2026-02-02T12:56:48.103" v="4346" actId="2696"/>
        <pc:sldMkLst>
          <pc:docMk/>
          <pc:sldMk cId="2391716811" sldId="403"/>
        </pc:sldMkLst>
      </pc:sldChg>
      <pc:sldChg chg="modSp add del mod">
        <pc:chgData name="Schlesinger, Sebastian" userId="d814e6c9-e9fb-4b77-84f7-ccd8aa3529bb" providerId="ADAL" clId="{814D90CD-D400-5612-B49E-CD4DF6BF7C8B}" dt="2026-02-02T12:56:48.122" v="4363" actId="2696"/>
        <pc:sldMkLst>
          <pc:docMk/>
          <pc:sldMk cId="1748203783" sldId="404"/>
        </pc:sldMkLst>
      </pc:sldChg>
      <pc:sldChg chg="modSp add del mod">
        <pc:chgData name="Schlesinger, Sebastian" userId="d814e6c9-e9fb-4b77-84f7-ccd8aa3529bb" providerId="ADAL" clId="{814D90CD-D400-5612-B49E-CD4DF6BF7C8B}" dt="2026-02-02T12:56:48.070" v="4341" actId="2696"/>
        <pc:sldMkLst>
          <pc:docMk/>
          <pc:sldMk cId="569390803" sldId="406"/>
        </pc:sldMkLst>
      </pc:sldChg>
      <pc:sldChg chg="modSp add del mod">
        <pc:chgData name="Schlesinger, Sebastian" userId="d814e6c9-e9fb-4b77-84f7-ccd8aa3529bb" providerId="ADAL" clId="{814D90CD-D400-5612-B49E-CD4DF6BF7C8B}" dt="2026-02-02T12:56:48.119" v="4359" actId="2696"/>
        <pc:sldMkLst>
          <pc:docMk/>
          <pc:sldMk cId="954819880" sldId="417"/>
        </pc:sldMkLst>
      </pc:sldChg>
      <pc:sldChg chg="modSp add del mod">
        <pc:chgData name="Schlesinger, Sebastian" userId="d814e6c9-e9fb-4b77-84f7-ccd8aa3529bb" providerId="ADAL" clId="{814D90CD-D400-5612-B49E-CD4DF6BF7C8B}" dt="2026-02-02T12:56:48.112" v="4354" actId="2696"/>
        <pc:sldMkLst>
          <pc:docMk/>
          <pc:sldMk cId="3227489081" sldId="425"/>
        </pc:sldMkLst>
      </pc:sldChg>
      <pc:sldChg chg="modSp add del mod">
        <pc:chgData name="Schlesinger, Sebastian" userId="d814e6c9-e9fb-4b77-84f7-ccd8aa3529bb" providerId="ADAL" clId="{814D90CD-D400-5612-B49E-CD4DF6BF7C8B}" dt="2026-02-02T12:56:48.056" v="4331" actId="2696"/>
        <pc:sldMkLst>
          <pc:docMk/>
          <pc:sldMk cId="131595572" sldId="426"/>
        </pc:sldMkLst>
      </pc:sldChg>
      <pc:sldChg chg="modSp add del mod">
        <pc:chgData name="Schlesinger, Sebastian" userId="d814e6c9-e9fb-4b77-84f7-ccd8aa3529bb" providerId="ADAL" clId="{814D90CD-D400-5612-B49E-CD4DF6BF7C8B}" dt="2026-02-02T12:56:48.062" v="4335" actId="2696"/>
        <pc:sldMkLst>
          <pc:docMk/>
          <pc:sldMk cId="1609162793" sldId="427"/>
        </pc:sldMkLst>
      </pc:sldChg>
      <pc:sldChg chg="modSp add del mod">
        <pc:chgData name="Schlesinger, Sebastian" userId="d814e6c9-e9fb-4b77-84f7-ccd8aa3529bb" providerId="ADAL" clId="{814D90CD-D400-5612-B49E-CD4DF6BF7C8B}" dt="2026-02-02T12:56:48.106" v="4348" actId="2696"/>
        <pc:sldMkLst>
          <pc:docMk/>
          <pc:sldMk cId="143033172" sldId="428"/>
        </pc:sldMkLst>
      </pc:sldChg>
      <pc:sldChg chg="modSp add del mod">
        <pc:chgData name="Schlesinger, Sebastian" userId="d814e6c9-e9fb-4b77-84f7-ccd8aa3529bb" providerId="ADAL" clId="{814D90CD-D400-5612-B49E-CD4DF6BF7C8B}" dt="2026-02-02T12:56:48.136" v="4371" actId="2696"/>
        <pc:sldMkLst>
          <pc:docMk/>
          <pc:sldMk cId="2178715599" sldId="429"/>
        </pc:sldMkLst>
      </pc:sldChg>
      <pc:sldChg chg="modSp add del mod">
        <pc:chgData name="Schlesinger, Sebastian" userId="d814e6c9-e9fb-4b77-84f7-ccd8aa3529bb" providerId="ADAL" clId="{814D90CD-D400-5612-B49E-CD4DF6BF7C8B}" dt="2026-02-02T12:56:48.127" v="4367" actId="2696"/>
        <pc:sldMkLst>
          <pc:docMk/>
          <pc:sldMk cId="1954699769" sldId="430"/>
        </pc:sldMkLst>
      </pc:sldChg>
      <pc:sldChg chg="modSp add del mod">
        <pc:chgData name="Schlesinger, Sebastian" userId="d814e6c9-e9fb-4b77-84f7-ccd8aa3529bb" providerId="ADAL" clId="{814D90CD-D400-5612-B49E-CD4DF6BF7C8B}" dt="2026-02-02T12:56:48.065" v="4337" actId="2696"/>
        <pc:sldMkLst>
          <pc:docMk/>
          <pc:sldMk cId="1178689329" sldId="431"/>
        </pc:sldMkLst>
      </pc:sldChg>
      <pc:sldChg chg="modSp add del mod">
        <pc:chgData name="Schlesinger, Sebastian" userId="d814e6c9-e9fb-4b77-84f7-ccd8aa3529bb" providerId="ADAL" clId="{814D90CD-D400-5612-B49E-CD4DF6BF7C8B}" dt="2026-02-02T12:56:48.107" v="4349" actId="2696"/>
        <pc:sldMkLst>
          <pc:docMk/>
          <pc:sldMk cId="2208827932" sldId="432"/>
        </pc:sldMkLst>
      </pc:sldChg>
      <pc:sldChg chg="modSp add del mod">
        <pc:chgData name="Schlesinger, Sebastian" userId="d814e6c9-e9fb-4b77-84f7-ccd8aa3529bb" providerId="ADAL" clId="{814D90CD-D400-5612-B49E-CD4DF6BF7C8B}" dt="2026-02-02T12:56:48.105" v="4347" actId="2696"/>
        <pc:sldMkLst>
          <pc:docMk/>
          <pc:sldMk cId="2603084995" sldId="433"/>
        </pc:sldMkLst>
      </pc:sldChg>
      <pc:sldChg chg="modSp add del mod">
        <pc:chgData name="Schlesinger, Sebastian" userId="d814e6c9-e9fb-4b77-84f7-ccd8aa3529bb" providerId="ADAL" clId="{814D90CD-D400-5612-B49E-CD4DF6BF7C8B}" dt="2026-02-02T12:56:48.145" v="4376" actId="2696"/>
        <pc:sldMkLst>
          <pc:docMk/>
          <pc:sldMk cId="2634275297" sldId="434"/>
        </pc:sldMkLst>
      </pc:sldChg>
      <pc:sldChg chg="modSp add del mod">
        <pc:chgData name="Schlesinger, Sebastian" userId="d814e6c9-e9fb-4b77-84f7-ccd8aa3529bb" providerId="ADAL" clId="{814D90CD-D400-5612-B49E-CD4DF6BF7C8B}" dt="2026-02-02T12:56:48.101" v="4344" actId="2696"/>
        <pc:sldMkLst>
          <pc:docMk/>
          <pc:sldMk cId="791013356" sldId="435"/>
        </pc:sldMkLst>
      </pc:sldChg>
      <pc:sldChg chg="modSp add del mod">
        <pc:chgData name="Schlesinger, Sebastian" userId="d814e6c9-e9fb-4b77-84f7-ccd8aa3529bb" providerId="ADAL" clId="{814D90CD-D400-5612-B49E-CD4DF6BF7C8B}" dt="2026-02-02T12:56:48.066" v="4338" actId="2696"/>
        <pc:sldMkLst>
          <pc:docMk/>
          <pc:sldMk cId="891368310" sldId="436"/>
        </pc:sldMkLst>
      </pc:sldChg>
      <pc:sldChg chg="modSp add del mod modAnim">
        <pc:chgData name="Schlesinger, Sebastian" userId="d814e6c9-e9fb-4b77-84f7-ccd8aa3529bb" providerId="ADAL" clId="{814D90CD-D400-5612-B49E-CD4DF6BF7C8B}" dt="2026-02-02T12:56:48.126" v="4365" actId="2696"/>
        <pc:sldMkLst>
          <pc:docMk/>
          <pc:sldMk cId="361405261" sldId="437"/>
        </pc:sldMkLst>
      </pc:sldChg>
      <pc:sldChg chg="modSp add del mod">
        <pc:chgData name="Schlesinger, Sebastian" userId="d814e6c9-e9fb-4b77-84f7-ccd8aa3529bb" providerId="ADAL" clId="{814D90CD-D400-5612-B49E-CD4DF6BF7C8B}" dt="2026-02-02T12:56:48.126" v="4366" actId="2696"/>
        <pc:sldMkLst>
          <pc:docMk/>
          <pc:sldMk cId="2793182041" sldId="438"/>
        </pc:sldMkLst>
      </pc:sldChg>
      <pc:sldChg chg="modSp add del mod">
        <pc:chgData name="Schlesinger, Sebastian" userId="d814e6c9-e9fb-4b77-84f7-ccd8aa3529bb" providerId="ADAL" clId="{814D90CD-D400-5612-B49E-CD4DF6BF7C8B}" dt="2026-02-02T12:56:48.114" v="4355" actId="2696"/>
        <pc:sldMkLst>
          <pc:docMk/>
          <pc:sldMk cId="3185633987" sldId="439"/>
        </pc:sldMkLst>
      </pc:sldChg>
      <pc:sldChg chg="modSp add del mod">
        <pc:chgData name="Schlesinger, Sebastian" userId="d814e6c9-e9fb-4b77-84f7-ccd8aa3529bb" providerId="ADAL" clId="{814D90CD-D400-5612-B49E-CD4DF6BF7C8B}" dt="2026-02-02T12:56:48.125" v="4364" actId="2696"/>
        <pc:sldMkLst>
          <pc:docMk/>
          <pc:sldMk cId="1285656608" sldId="440"/>
        </pc:sldMkLst>
      </pc:sldChg>
      <pc:sldChg chg="addSp delSp modSp add del mod">
        <pc:chgData name="Schlesinger, Sebastian" userId="d814e6c9-e9fb-4b77-84f7-ccd8aa3529bb" providerId="ADAL" clId="{814D90CD-D400-5612-B49E-CD4DF6BF7C8B}" dt="2026-02-02T12:56:48.051" v="4327" actId="2696"/>
        <pc:sldMkLst>
          <pc:docMk/>
          <pc:sldMk cId="2840759115" sldId="443"/>
        </pc:sldMkLst>
      </pc:sldChg>
      <pc:sldChg chg="modSp add del mod">
        <pc:chgData name="Schlesinger, Sebastian" userId="d814e6c9-e9fb-4b77-84f7-ccd8aa3529bb" providerId="ADAL" clId="{814D90CD-D400-5612-B49E-CD4DF6BF7C8B}" dt="2026-02-02T12:56:48.109" v="4351" actId="2696"/>
        <pc:sldMkLst>
          <pc:docMk/>
          <pc:sldMk cId="1796004096" sldId="446"/>
        </pc:sldMkLst>
      </pc:sldChg>
      <pc:sldChg chg="modSp add del mod">
        <pc:chgData name="Schlesinger, Sebastian" userId="d814e6c9-e9fb-4b77-84f7-ccd8aa3529bb" providerId="ADAL" clId="{814D90CD-D400-5612-B49E-CD4DF6BF7C8B}" dt="2026-02-02T12:56:48.068" v="4340" actId="2696"/>
        <pc:sldMkLst>
          <pc:docMk/>
          <pc:sldMk cId="3489217631" sldId="447"/>
        </pc:sldMkLst>
      </pc:sldChg>
      <pc:sldChg chg="modSp add del mod">
        <pc:chgData name="Schlesinger, Sebastian" userId="d814e6c9-e9fb-4b77-84f7-ccd8aa3529bb" providerId="ADAL" clId="{814D90CD-D400-5612-B49E-CD4DF6BF7C8B}" dt="2026-02-02T12:56:48.061" v="4334" actId="2696"/>
        <pc:sldMkLst>
          <pc:docMk/>
          <pc:sldMk cId="3382537529" sldId="449"/>
        </pc:sldMkLst>
      </pc:sldChg>
      <pc:sldChg chg="modSp add del mod">
        <pc:chgData name="Schlesinger, Sebastian" userId="d814e6c9-e9fb-4b77-84f7-ccd8aa3529bb" providerId="ADAL" clId="{814D90CD-D400-5612-B49E-CD4DF6BF7C8B}" dt="2026-02-02T12:56:48.116" v="4357" actId="2696"/>
        <pc:sldMkLst>
          <pc:docMk/>
          <pc:sldMk cId="1409814674" sldId="450"/>
        </pc:sldMkLst>
      </pc:sldChg>
      <pc:sldChg chg="addSp modSp add mod">
        <pc:chgData name="Schlesinger, Sebastian" userId="d814e6c9-e9fb-4b77-84f7-ccd8aa3529bb" providerId="ADAL" clId="{814D90CD-D400-5612-B49E-CD4DF6BF7C8B}" dt="2026-02-02T17:23:57.268" v="5124" actId="688"/>
        <pc:sldMkLst>
          <pc:docMk/>
          <pc:sldMk cId="4022119539" sldId="504"/>
        </pc:sldMkLst>
        <pc:spChg chg="add mod">
          <ac:chgData name="Schlesinger, Sebastian" userId="d814e6c9-e9fb-4b77-84f7-ccd8aa3529bb" providerId="ADAL" clId="{814D90CD-D400-5612-B49E-CD4DF6BF7C8B}" dt="2026-02-02T17:23:57.268" v="5124" actId="688"/>
          <ac:spMkLst>
            <pc:docMk/>
            <pc:sldMk cId="4022119539" sldId="504"/>
            <ac:spMk id="3" creationId="{7DADCAC2-0C63-3AC6-509C-AA9022F0AA7B}"/>
          </ac:spMkLst>
        </pc:spChg>
        <pc:grpChg chg="mod">
          <ac:chgData name="Schlesinger, Sebastian" userId="d814e6c9-e9fb-4b77-84f7-ccd8aa3529bb" providerId="ADAL" clId="{814D90CD-D400-5612-B49E-CD4DF6BF7C8B}" dt="2026-02-02T17:23:20.767" v="5070" actId="167"/>
          <ac:grpSpMkLst>
            <pc:docMk/>
            <pc:sldMk cId="4022119539" sldId="504"/>
            <ac:grpSpMk id="49" creationId="{933563F5-F378-428C-81A2-34D1FE930F03}"/>
          </ac:grpSpMkLst>
        </pc:grpChg>
        <pc:grpChg chg="mod">
          <ac:chgData name="Schlesinger, Sebastian" userId="d814e6c9-e9fb-4b77-84f7-ccd8aa3529bb" providerId="ADAL" clId="{814D90CD-D400-5612-B49E-CD4DF6BF7C8B}" dt="2026-02-02T17:23:20.767" v="5070" actId="167"/>
          <ac:grpSpMkLst>
            <pc:docMk/>
            <pc:sldMk cId="4022119539" sldId="504"/>
            <ac:grpSpMk id="76" creationId="{58CB1ADC-AE65-405F-BB06-069BFAB7A68C}"/>
          </ac:grpSpMkLst>
        </pc:grpChg>
        <pc:grpChg chg="mod">
          <ac:chgData name="Schlesinger, Sebastian" userId="d814e6c9-e9fb-4b77-84f7-ccd8aa3529bb" providerId="ADAL" clId="{814D90CD-D400-5612-B49E-CD4DF6BF7C8B}" dt="2026-02-02T17:23:20.767" v="5070" actId="167"/>
          <ac:grpSpMkLst>
            <pc:docMk/>
            <pc:sldMk cId="4022119539" sldId="504"/>
            <ac:grpSpMk id="82" creationId="{7B19A32B-1F54-4FC2-A501-CD345C0C92BB}"/>
          </ac:grpSpMkLst>
        </pc:grpChg>
        <pc:grpChg chg="mod">
          <ac:chgData name="Schlesinger, Sebastian" userId="d814e6c9-e9fb-4b77-84f7-ccd8aa3529bb" providerId="ADAL" clId="{814D90CD-D400-5612-B49E-CD4DF6BF7C8B}" dt="2026-02-02T17:23:20.767" v="5070" actId="167"/>
          <ac:grpSpMkLst>
            <pc:docMk/>
            <pc:sldMk cId="4022119539" sldId="504"/>
            <ac:grpSpMk id="88" creationId="{C24C9434-09C9-47A7-8531-EA4AF01529AD}"/>
          </ac:grpSpMkLst>
        </pc:grpChg>
        <pc:grpChg chg="mod">
          <ac:chgData name="Schlesinger, Sebastian" userId="d814e6c9-e9fb-4b77-84f7-ccd8aa3529bb" providerId="ADAL" clId="{814D90CD-D400-5612-B49E-CD4DF6BF7C8B}" dt="2026-02-02T17:23:20.767" v="5070" actId="167"/>
          <ac:grpSpMkLst>
            <pc:docMk/>
            <pc:sldMk cId="4022119539" sldId="504"/>
            <ac:grpSpMk id="91" creationId="{E5203C6F-8288-475C-B7CD-4072E3D6F0A8}"/>
          </ac:grpSpMkLst>
        </pc:grpChg>
        <pc:grpChg chg="mod">
          <ac:chgData name="Schlesinger, Sebastian" userId="d814e6c9-e9fb-4b77-84f7-ccd8aa3529bb" providerId="ADAL" clId="{814D90CD-D400-5612-B49E-CD4DF6BF7C8B}" dt="2026-02-02T17:23:20.767" v="5070" actId="167"/>
          <ac:grpSpMkLst>
            <pc:docMk/>
            <pc:sldMk cId="4022119539" sldId="504"/>
            <ac:grpSpMk id="94" creationId="{CAC052B4-6720-41BC-8662-71F2EDF5D888}"/>
          </ac:grpSpMkLst>
        </pc:grpChg>
        <pc:grpChg chg="mod">
          <ac:chgData name="Schlesinger, Sebastian" userId="d814e6c9-e9fb-4b77-84f7-ccd8aa3529bb" providerId="ADAL" clId="{814D90CD-D400-5612-B49E-CD4DF6BF7C8B}" dt="2026-02-02T17:23:06.817" v="5069" actId="167"/>
          <ac:grpSpMkLst>
            <pc:docMk/>
            <pc:sldMk cId="4022119539" sldId="504"/>
            <ac:grpSpMk id="97" creationId="{C24C9434-09C9-47A7-8531-EA4AF01529AD}"/>
          </ac:grpSpMkLst>
        </pc:grpChg>
        <pc:grpChg chg="mod">
          <ac:chgData name="Schlesinger, Sebastian" userId="d814e6c9-e9fb-4b77-84f7-ccd8aa3529bb" providerId="ADAL" clId="{814D90CD-D400-5612-B49E-CD4DF6BF7C8B}" dt="2026-02-02T17:23:06.817" v="5069" actId="167"/>
          <ac:grpSpMkLst>
            <pc:docMk/>
            <pc:sldMk cId="4022119539" sldId="504"/>
            <ac:grpSpMk id="110" creationId="{E5203C6F-8288-475C-B7CD-4072E3D6F0A8}"/>
          </ac:grpSpMkLst>
        </pc:grpChg>
        <pc:grpChg chg="mod">
          <ac:chgData name="Schlesinger, Sebastian" userId="d814e6c9-e9fb-4b77-84f7-ccd8aa3529bb" providerId="ADAL" clId="{814D90CD-D400-5612-B49E-CD4DF6BF7C8B}" dt="2026-02-02T17:23:06.817" v="5069" actId="167"/>
          <ac:grpSpMkLst>
            <pc:docMk/>
            <pc:sldMk cId="4022119539" sldId="504"/>
            <ac:grpSpMk id="113" creationId="{CAC052B4-6720-41BC-8662-71F2EDF5D888}"/>
          </ac:grpSpMkLst>
        </pc:grpChg>
      </pc:sldChg>
      <pc:sldChg chg="modSp add mod">
        <pc:chgData name="Schlesinger, Sebastian" userId="d814e6c9-e9fb-4b77-84f7-ccd8aa3529bb" providerId="ADAL" clId="{814D90CD-D400-5612-B49E-CD4DF6BF7C8B}" dt="2026-02-02T17:25:20.883" v="5148" actId="14100"/>
        <pc:sldMkLst>
          <pc:docMk/>
          <pc:sldMk cId="985038673" sldId="563"/>
        </pc:sldMkLst>
        <pc:spChg chg="mod">
          <ac:chgData name="Schlesinger, Sebastian" userId="d814e6c9-e9fb-4b77-84f7-ccd8aa3529bb" providerId="ADAL" clId="{814D90CD-D400-5612-B49E-CD4DF6BF7C8B}" dt="2026-02-02T17:25:20.883" v="5148" actId="14100"/>
          <ac:spMkLst>
            <pc:docMk/>
            <pc:sldMk cId="985038673" sldId="563"/>
            <ac:spMk id="2" creationId="{427162E2-E5DC-4055-94A1-63F8784359A2}"/>
          </ac:spMkLst>
        </pc:spChg>
        <pc:spChg chg="mod">
          <ac:chgData name="Schlesinger, Sebastian" userId="d814e6c9-e9fb-4b77-84f7-ccd8aa3529bb" providerId="ADAL" clId="{814D90CD-D400-5612-B49E-CD4DF6BF7C8B}" dt="2026-02-02T17:25:18.839" v="5147" actId="1076"/>
          <ac:spMkLst>
            <pc:docMk/>
            <pc:sldMk cId="985038673" sldId="563"/>
            <ac:spMk id="3" creationId="{EA280E59-29A6-4D64-A53B-A00327A5A2E9}"/>
          </ac:spMkLst>
        </pc:spChg>
        <pc:spChg chg="mod">
          <ac:chgData name="Schlesinger, Sebastian" userId="d814e6c9-e9fb-4b77-84f7-ccd8aa3529bb" providerId="ADAL" clId="{814D90CD-D400-5612-B49E-CD4DF6BF7C8B}" dt="2026-02-02T17:24:05.211" v="5125"/>
          <ac:spMkLst>
            <pc:docMk/>
            <pc:sldMk cId="985038673" sldId="563"/>
            <ac:spMk id="5" creationId="{995BCFAD-5879-411C-AD78-B1A5ADC54CF5}"/>
          </ac:spMkLst>
        </pc:spChg>
        <pc:spChg chg="mod">
          <ac:chgData name="Schlesinger, Sebastian" userId="d814e6c9-e9fb-4b77-84f7-ccd8aa3529bb" providerId="ADAL" clId="{814D90CD-D400-5612-B49E-CD4DF6BF7C8B}" dt="2026-02-02T17:24:05.211" v="5125"/>
          <ac:spMkLst>
            <pc:docMk/>
            <pc:sldMk cId="985038673" sldId="563"/>
            <ac:spMk id="6" creationId="{87978380-09C9-464D-8374-111EC07E88B8}"/>
          </ac:spMkLst>
        </pc:spChg>
        <pc:graphicFrameChg chg="mod">
          <ac:chgData name="Schlesinger, Sebastian" userId="d814e6c9-e9fb-4b77-84f7-ccd8aa3529bb" providerId="ADAL" clId="{814D90CD-D400-5612-B49E-CD4DF6BF7C8B}" dt="2026-02-02T17:25:18.839" v="5147" actId="1076"/>
          <ac:graphicFrameMkLst>
            <pc:docMk/>
            <pc:sldMk cId="985038673" sldId="563"/>
            <ac:graphicFrameMk id="8" creationId="{16937321-5EA6-48F2-A43D-5EC9FCE22DE4}"/>
          </ac:graphicFrameMkLst>
        </pc:graphicFrameChg>
      </pc:sldChg>
      <pc:sldChg chg="addSp modSp add mod modNotes">
        <pc:chgData name="Schlesinger, Sebastian" userId="d814e6c9-e9fb-4b77-84f7-ccd8aa3529bb" providerId="ADAL" clId="{814D90CD-D400-5612-B49E-CD4DF6BF7C8B}" dt="2026-02-03T09:55:00.702" v="5169"/>
        <pc:sldMkLst>
          <pc:docMk/>
          <pc:sldMk cId="2129629495" sldId="565"/>
        </pc:sldMkLst>
        <pc:spChg chg="add mod">
          <ac:chgData name="Schlesinger, Sebastian" userId="d814e6c9-e9fb-4b77-84f7-ccd8aa3529bb" providerId="ADAL" clId="{814D90CD-D400-5612-B49E-CD4DF6BF7C8B}" dt="2026-02-03T09:55:00.702" v="5169"/>
          <ac:spMkLst>
            <pc:docMk/>
            <pc:sldMk cId="2129629495" sldId="565"/>
            <ac:spMk id="2" creationId="{19AB9B39-F6EA-4A32-4ACE-74D08BAA46EA}"/>
          </ac:spMkLst>
        </pc:spChg>
        <pc:spChg chg="mod">
          <ac:chgData name="Schlesinger, Sebastian" userId="d814e6c9-e9fb-4b77-84f7-ccd8aa3529bb" providerId="ADAL" clId="{814D90CD-D400-5612-B49E-CD4DF6BF7C8B}" dt="2026-02-02T17:24:05.211" v="5125"/>
          <ac:spMkLst>
            <pc:docMk/>
            <pc:sldMk cId="2129629495" sldId="565"/>
            <ac:spMk id="5" creationId="{00000000-0000-0000-0000-000000000000}"/>
          </ac:spMkLst>
        </pc:spChg>
        <pc:spChg chg="mod">
          <ac:chgData name="Schlesinger, Sebastian" userId="d814e6c9-e9fb-4b77-84f7-ccd8aa3529bb" providerId="ADAL" clId="{814D90CD-D400-5612-B49E-CD4DF6BF7C8B}" dt="2026-02-02T17:24:05.211" v="5125"/>
          <ac:spMkLst>
            <pc:docMk/>
            <pc:sldMk cId="2129629495" sldId="565"/>
            <ac:spMk id="6" creationId="{00000000-0000-0000-0000-000000000000}"/>
          </ac:spMkLst>
        </pc:spChg>
        <pc:spChg chg="mod">
          <ac:chgData name="Schlesinger, Sebastian" userId="d814e6c9-e9fb-4b77-84f7-ccd8aa3529bb" providerId="ADAL" clId="{814D90CD-D400-5612-B49E-CD4DF6BF7C8B}" dt="2026-02-03T09:54:57.310" v="5167" actId="14100"/>
          <ac:spMkLst>
            <pc:docMk/>
            <pc:sldMk cId="2129629495" sldId="565"/>
            <ac:spMk id="9" creationId="{00000000-0000-0000-0000-000000000000}"/>
          </ac:spMkLst>
        </pc:spChg>
      </pc:sldChg>
      <pc:sldChg chg="modSp add mod">
        <pc:chgData name="Schlesinger, Sebastian" userId="d814e6c9-e9fb-4b77-84f7-ccd8aa3529bb" providerId="ADAL" clId="{814D90CD-D400-5612-B49E-CD4DF6BF7C8B}" dt="2026-02-02T17:25:09.606" v="5146" actId="12"/>
        <pc:sldMkLst>
          <pc:docMk/>
          <pc:sldMk cId="3982440664" sldId="658"/>
        </pc:sldMkLst>
        <pc:spChg chg="mod">
          <ac:chgData name="Schlesinger, Sebastian" userId="d814e6c9-e9fb-4b77-84f7-ccd8aa3529bb" providerId="ADAL" clId="{814D90CD-D400-5612-B49E-CD4DF6BF7C8B}" dt="2026-02-02T17:24:05.211" v="5125"/>
          <ac:spMkLst>
            <pc:docMk/>
            <pc:sldMk cId="3982440664" sldId="658"/>
            <ac:spMk id="4" creationId="{38165421-FC2A-43E1-BFF4-0A514A3F6CAC}"/>
          </ac:spMkLst>
        </pc:spChg>
        <pc:spChg chg="mod">
          <ac:chgData name="Schlesinger, Sebastian" userId="d814e6c9-e9fb-4b77-84f7-ccd8aa3529bb" providerId="ADAL" clId="{814D90CD-D400-5612-B49E-CD4DF6BF7C8B}" dt="2026-02-02T17:24:05.211" v="5125"/>
          <ac:spMkLst>
            <pc:docMk/>
            <pc:sldMk cId="3982440664" sldId="658"/>
            <ac:spMk id="5" creationId="{1024815A-72C5-45F4-93A8-17679071E1FF}"/>
          </ac:spMkLst>
        </pc:spChg>
        <pc:spChg chg="mod">
          <ac:chgData name="Schlesinger, Sebastian" userId="d814e6c9-e9fb-4b77-84f7-ccd8aa3529bb" providerId="ADAL" clId="{814D90CD-D400-5612-B49E-CD4DF6BF7C8B}" dt="2026-02-02T17:24:20.062" v="5137" actId="14100"/>
          <ac:spMkLst>
            <pc:docMk/>
            <pc:sldMk cId="3982440664" sldId="658"/>
            <ac:spMk id="7" creationId="{898321CD-AA1B-40EC-BAF3-285DC1443990}"/>
          </ac:spMkLst>
        </pc:spChg>
        <pc:spChg chg="mod">
          <ac:chgData name="Schlesinger, Sebastian" userId="d814e6c9-e9fb-4b77-84f7-ccd8aa3529bb" providerId="ADAL" clId="{814D90CD-D400-5612-B49E-CD4DF6BF7C8B}" dt="2026-02-02T17:25:09.606" v="5146" actId="12"/>
          <ac:spMkLst>
            <pc:docMk/>
            <pc:sldMk cId="3982440664" sldId="658"/>
            <ac:spMk id="8" creationId="{6ADFBDFA-4432-4CF0-B154-A124BA285CDC}"/>
          </ac:spMkLst>
        </pc:spChg>
        <pc:grpChg chg="mod">
          <ac:chgData name="Schlesinger, Sebastian" userId="d814e6c9-e9fb-4b77-84f7-ccd8aa3529bb" providerId="ADAL" clId="{814D90CD-D400-5612-B49E-CD4DF6BF7C8B}" dt="2026-02-02T17:24:23.913" v="5138" actId="1076"/>
          <ac:grpSpMkLst>
            <pc:docMk/>
            <pc:sldMk cId="3982440664" sldId="658"/>
            <ac:grpSpMk id="2" creationId="{00000000-0000-0000-0000-000000000000}"/>
          </ac:grpSpMkLst>
        </pc:grpChg>
        <pc:picChg chg="mod">
          <ac:chgData name="Schlesinger, Sebastian" userId="d814e6c9-e9fb-4b77-84f7-ccd8aa3529bb" providerId="ADAL" clId="{814D90CD-D400-5612-B49E-CD4DF6BF7C8B}" dt="2026-02-02T17:24:23.913" v="5138" actId="1076"/>
          <ac:picMkLst>
            <pc:docMk/>
            <pc:sldMk cId="3982440664" sldId="658"/>
            <ac:picMk id="6" creationId="{00000000-0000-0000-0000-000000000000}"/>
          </ac:picMkLst>
        </pc:picChg>
        <pc:picChg chg="mod">
          <ac:chgData name="Schlesinger, Sebastian" userId="d814e6c9-e9fb-4b77-84f7-ccd8aa3529bb" providerId="ADAL" clId="{814D90CD-D400-5612-B49E-CD4DF6BF7C8B}" dt="2026-02-02T17:24:23.913" v="5138" actId="1076"/>
          <ac:picMkLst>
            <pc:docMk/>
            <pc:sldMk cId="3982440664" sldId="658"/>
            <ac:picMk id="10" creationId="{00000000-0000-0000-0000-000000000000}"/>
          </ac:picMkLst>
        </pc:picChg>
        <pc:picChg chg="mod">
          <ac:chgData name="Schlesinger, Sebastian" userId="d814e6c9-e9fb-4b77-84f7-ccd8aa3529bb" providerId="ADAL" clId="{814D90CD-D400-5612-B49E-CD4DF6BF7C8B}" dt="2026-02-02T17:24:23.913" v="5138" actId="1076"/>
          <ac:picMkLst>
            <pc:docMk/>
            <pc:sldMk cId="3982440664" sldId="658"/>
            <ac:picMk id="11" creationId="{00000000-0000-0000-0000-000000000000}"/>
          </ac:picMkLst>
        </pc:picChg>
      </pc:sldChg>
      <pc:sldChg chg="modSp add mod">
        <pc:chgData name="Schlesinger, Sebastian" userId="d814e6c9-e9fb-4b77-84f7-ccd8aa3529bb" providerId="ADAL" clId="{814D90CD-D400-5612-B49E-CD4DF6BF7C8B}" dt="2026-02-03T09:55:28.863" v="5178" actId="12"/>
        <pc:sldMkLst>
          <pc:docMk/>
          <pc:sldMk cId="2710684535" sldId="659"/>
        </pc:sldMkLst>
        <pc:spChg chg="mod">
          <ac:chgData name="Schlesinger, Sebastian" userId="d814e6c9-e9fb-4b77-84f7-ccd8aa3529bb" providerId="ADAL" clId="{814D90CD-D400-5612-B49E-CD4DF6BF7C8B}" dt="2026-02-03T09:55:28.863" v="5178" actId="12"/>
          <ac:spMkLst>
            <pc:docMk/>
            <pc:sldMk cId="2710684535" sldId="659"/>
            <ac:spMk id="3" creationId="{AA283663-8D56-41CA-8EC2-F5A017B42DFA}"/>
          </ac:spMkLst>
        </pc:spChg>
        <pc:spChg chg="mod">
          <ac:chgData name="Schlesinger, Sebastian" userId="d814e6c9-e9fb-4b77-84f7-ccd8aa3529bb" providerId="ADAL" clId="{814D90CD-D400-5612-B49E-CD4DF6BF7C8B}" dt="2026-02-02T17:24:05.211" v="5125"/>
          <ac:spMkLst>
            <pc:docMk/>
            <pc:sldMk cId="2710684535" sldId="659"/>
            <ac:spMk id="4" creationId="{67C61893-D00C-42AC-BED9-04FA06C38396}"/>
          </ac:spMkLst>
        </pc:spChg>
        <pc:spChg chg="mod">
          <ac:chgData name="Schlesinger, Sebastian" userId="d814e6c9-e9fb-4b77-84f7-ccd8aa3529bb" providerId="ADAL" clId="{814D90CD-D400-5612-B49E-CD4DF6BF7C8B}" dt="2026-02-02T17:24:05.211" v="5125"/>
          <ac:spMkLst>
            <pc:docMk/>
            <pc:sldMk cId="2710684535" sldId="659"/>
            <ac:spMk id="5" creationId="{A971C04D-CF8F-4AE7-AB37-8A4A96799B6F}"/>
          </ac:spMkLst>
        </pc:spChg>
      </pc:sldChg>
      <pc:sldChg chg="modSp add del modNotes">
        <pc:chgData name="Schlesinger, Sebastian" userId="d814e6c9-e9fb-4b77-84f7-ccd8aa3529bb" providerId="ADAL" clId="{814D90CD-D400-5612-B49E-CD4DF6BF7C8B}" dt="2026-02-03T09:55:04.059" v="5171" actId="2696"/>
        <pc:sldMkLst>
          <pc:docMk/>
          <pc:sldMk cId="3859084667" sldId="660"/>
        </pc:sldMkLst>
        <pc:spChg chg="mod">
          <ac:chgData name="Schlesinger, Sebastian" userId="d814e6c9-e9fb-4b77-84f7-ccd8aa3529bb" providerId="ADAL" clId="{814D90CD-D400-5612-B49E-CD4DF6BF7C8B}" dt="2026-02-02T17:24:05.211" v="5125"/>
          <ac:spMkLst>
            <pc:docMk/>
            <pc:sldMk cId="3859084667" sldId="660"/>
            <ac:spMk id="5" creationId="{00000000-0000-0000-0000-000000000000}"/>
          </ac:spMkLst>
        </pc:spChg>
        <pc:spChg chg="mod">
          <ac:chgData name="Schlesinger, Sebastian" userId="d814e6c9-e9fb-4b77-84f7-ccd8aa3529bb" providerId="ADAL" clId="{814D90CD-D400-5612-B49E-CD4DF6BF7C8B}" dt="2026-02-02T17:24:05.211" v="5125"/>
          <ac:spMkLst>
            <pc:docMk/>
            <pc:sldMk cId="3859084667" sldId="660"/>
            <ac:spMk id="6" creationId="{00000000-0000-0000-0000-000000000000}"/>
          </ac:spMkLst>
        </pc:spChg>
      </pc:sldChg>
      <pc:sldChg chg="modSp add mod">
        <pc:chgData name="Schlesinger, Sebastian" userId="d814e6c9-e9fb-4b77-84f7-ccd8aa3529bb" providerId="ADAL" clId="{814D90CD-D400-5612-B49E-CD4DF6BF7C8B}" dt="2026-02-03T09:56:11.910" v="5190" actId="1076"/>
        <pc:sldMkLst>
          <pc:docMk/>
          <pc:sldMk cId="1029102683" sldId="661"/>
        </pc:sldMkLst>
        <pc:spChg chg="mod">
          <ac:chgData name="Schlesinger, Sebastian" userId="d814e6c9-e9fb-4b77-84f7-ccd8aa3529bb" providerId="ADAL" clId="{814D90CD-D400-5612-B49E-CD4DF6BF7C8B}" dt="2026-02-03T09:56:11.910" v="5190" actId="1076"/>
          <ac:spMkLst>
            <pc:docMk/>
            <pc:sldMk cId="1029102683" sldId="661"/>
            <ac:spMk id="4" creationId="{9820B318-0786-4B10-BD86-BE4DA404BF66}"/>
          </ac:spMkLst>
        </pc:spChg>
        <pc:spChg chg="mod">
          <ac:chgData name="Schlesinger, Sebastian" userId="d814e6c9-e9fb-4b77-84f7-ccd8aa3529bb" providerId="ADAL" clId="{814D90CD-D400-5612-B49E-CD4DF6BF7C8B}" dt="2026-02-02T17:24:05.211" v="5125"/>
          <ac:spMkLst>
            <pc:docMk/>
            <pc:sldMk cId="1029102683" sldId="661"/>
            <ac:spMk id="5" creationId="{A62BCF7E-4D87-47E2-85E3-842F9C0A1904}"/>
          </ac:spMkLst>
        </pc:spChg>
        <pc:spChg chg="mod">
          <ac:chgData name="Schlesinger, Sebastian" userId="d814e6c9-e9fb-4b77-84f7-ccd8aa3529bb" providerId="ADAL" clId="{814D90CD-D400-5612-B49E-CD4DF6BF7C8B}" dt="2026-02-03T09:56:08.631" v="5189" actId="1076"/>
          <ac:spMkLst>
            <pc:docMk/>
            <pc:sldMk cId="1029102683" sldId="661"/>
            <ac:spMk id="7" creationId="{9FF46BE8-DB90-45C0-A4D2-8FD325CBAE54}"/>
          </ac:spMkLst>
        </pc:spChg>
        <pc:spChg chg="mod">
          <ac:chgData name="Schlesinger, Sebastian" userId="d814e6c9-e9fb-4b77-84f7-ccd8aa3529bb" providerId="ADAL" clId="{814D90CD-D400-5612-B49E-CD4DF6BF7C8B}" dt="2026-02-03T09:56:08.631" v="5189" actId="1076"/>
          <ac:spMkLst>
            <pc:docMk/>
            <pc:sldMk cId="1029102683" sldId="661"/>
            <ac:spMk id="8" creationId="{1AAADA24-650D-4D52-A7B8-D93E047BA8FC}"/>
          </ac:spMkLst>
        </pc:spChg>
        <pc:spChg chg="mod">
          <ac:chgData name="Schlesinger, Sebastian" userId="d814e6c9-e9fb-4b77-84f7-ccd8aa3529bb" providerId="ADAL" clId="{814D90CD-D400-5612-B49E-CD4DF6BF7C8B}" dt="2026-02-03T09:56:08.631" v="5189" actId="1076"/>
          <ac:spMkLst>
            <pc:docMk/>
            <pc:sldMk cId="1029102683" sldId="661"/>
            <ac:spMk id="9" creationId="{A2DA2904-68B3-470E-A75D-4F9ECD68272D}"/>
          </ac:spMkLst>
        </pc:spChg>
        <pc:spChg chg="mod">
          <ac:chgData name="Schlesinger, Sebastian" userId="d814e6c9-e9fb-4b77-84f7-ccd8aa3529bb" providerId="ADAL" clId="{814D90CD-D400-5612-B49E-CD4DF6BF7C8B}" dt="2026-02-03T09:56:08.631" v="5189" actId="1076"/>
          <ac:spMkLst>
            <pc:docMk/>
            <pc:sldMk cId="1029102683" sldId="661"/>
            <ac:spMk id="10" creationId="{D7BF3D44-4E6E-4D07-8486-57437D5968F6}"/>
          </ac:spMkLst>
        </pc:spChg>
        <pc:spChg chg="mod">
          <ac:chgData name="Schlesinger, Sebastian" userId="d814e6c9-e9fb-4b77-84f7-ccd8aa3529bb" providerId="ADAL" clId="{814D90CD-D400-5612-B49E-CD4DF6BF7C8B}" dt="2026-02-03T09:56:08.631" v="5189" actId="1076"/>
          <ac:spMkLst>
            <pc:docMk/>
            <pc:sldMk cId="1029102683" sldId="661"/>
            <ac:spMk id="11" creationId="{A41CC732-BC84-4169-8B52-2CB17937BBC9}"/>
          </ac:spMkLst>
        </pc:spChg>
        <pc:spChg chg="mod">
          <ac:chgData name="Schlesinger, Sebastian" userId="d814e6c9-e9fb-4b77-84f7-ccd8aa3529bb" providerId="ADAL" clId="{814D90CD-D400-5612-B49E-CD4DF6BF7C8B}" dt="2026-02-03T09:56:08.631" v="5189" actId="1076"/>
          <ac:spMkLst>
            <pc:docMk/>
            <pc:sldMk cId="1029102683" sldId="661"/>
            <ac:spMk id="12" creationId="{3C5B11A1-2F2E-41DA-B93B-9A6085A6D208}"/>
          </ac:spMkLst>
        </pc:spChg>
      </pc:sldChg>
      <pc:sldChg chg="modSp add mod">
        <pc:chgData name="Schlesinger, Sebastian" userId="d814e6c9-e9fb-4b77-84f7-ccd8aa3529bb" providerId="ADAL" clId="{814D90CD-D400-5612-B49E-CD4DF6BF7C8B}" dt="2026-02-03T10:24:12.667" v="5205" actId="1076"/>
        <pc:sldMkLst>
          <pc:docMk/>
          <pc:sldMk cId="3258464776" sldId="662"/>
        </pc:sldMkLst>
        <pc:spChg chg="mod">
          <ac:chgData name="Schlesinger, Sebastian" userId="d814e6c9-e9fb-4b77-84f7-ccd8aa3529bb" providerId="ADAL" clId="{814D90CD-D400-5612-B49E-CD4DF6BF7C8B}" dt="2026-02-03T10:24:06.340" v="5204" actId="14100"/>
          <ac:spMkLst>
            <pc:docMk/>
            <pc:sldMk cId="3258464776" sldId="662"/>
            <ac:spMk id="2" creationId="{75BCD11E-31D3-44C7-99DA-D18ABC0E1C77}"/>
          </ac:spMkLst>
        </pc:spChg>
        <pc:spChg chg="mod">
          <ac:chgData name="Schlesinger, Sebastian" userId="d814e6c9-e9fb-4b77-84f7-ccd8aa3529bb" providerId="ADAL" clId="{814D90CD-D400-5612-B49E-CD4DF6BF7C8B}" dt="2026-02-03T10:24:12.667" v="5205" actId="1076"/>
          <ac:spMkLst>
            <pc:docMk/>
            <pc:sldMk cId="3258464776" sldId="662"/>
            <ac:spMk id="3" creationId="{00000000-0000-0000-0000-000000000000}"/>
          </ac:spMkLst>
        </pc:spChg>
        <pc:spChg chg="mod">
          <ac:chgData name="Schlesinger, Sebastian" userId="d814e6c9-e9fb-4b77-84f7-ccd8aa3529bb" providerId="ADAL" clId="{814D90CD-D400-5612-B49E-CD4DF6BF7C8B}" dt="2026-02-02T17:24:05.211" v="5125"/>
          <ac:spMkLst>
            <pc:docMk/>
            <pc:sldMk cId="3258464776" sldId="662"/>
            <ac:spMk id="5" creationId="{CEB1C004-4B1E-41A2-9D3E-462F72A906BB}"/>
          </ac:spMkLst>
        </pc:spChg>
        <pc:spChg chg="mod">
          <ac:chgData name="Schlesinger, Sebastian" userId="d814e6c9-e9fb-4b77-84f7-ccd8aa3529bb" providerId="ADAL" clId="{814D90CD-D400-5612-B49E-CD4DF6BF7C8B}" dt="2026-02-02T17:24:05.211" v="5125"/>
          <ac:spMkLst>
            <pc:docMk/>
            <pc:sldMk cId="3258464776" sldId="662"/>
            <ac:spMk id="6" creationId="{B3E20D16-609E-4347-A8B6-B0D673879A64}"/>
          </ac:spMkLst>
        </pc:spChg>
        <pc:spChg chg="mod">
          <ac:chgData name="Schlesinger, Sebastian" userId="d814e6c9-e9fb-4b77-84f7-ccd8aa3529bb" providerId="ADAL" clId="{814D90CD-D400-5612-B49E-CD4DF6BF7C8B}" dt="2026-02-03T10:24:12.667" v="5205" actId="1076"/>
          <ac:spMkLst>
            <pc:docMk/>
            <pc:sldMk cId="3258464776" sldId="662"/>
            <ac:spMk id="7" creationId="{2D3FC02C-2FB8-4900-8955-1F8D65417350}"/>
          </ac:spMkLst>
        </pc:spChg>
        <pc:picChg chg="mod">
          <ac:chgData name="Schlesinger, Sebastian" userId="d814e6c9-e9fb-4b77-84f7-ccd8aa3529bb" providerId="ADAL" clId="{814D90CD-D400-5612-B49E-CD4DF6BF7C8B}" dt="2026-02-03T10:24:12.667" v="5205" actId="1076"/>
          <ac:picMkLst>
            <pc:docMk/>
            <pc:sldMk cId="3258464776" sldId="662"/>
            <ac:picMk id="8" creationId="{C7B83A5A-4D77-4C9C-9A5E-AD255089D007}"/>
          </ac:picMkLst>
        </pc:picChg>
      </pc:sldChg>
      <pc:sldChg chg="modSp add del modNotes">
        <pc:chgData name="Schlesinger, Sebastian" userId="d814e6c9-e9fb-4b77-84f7-ccd8aa3529bb" providerId="ADAL" clId="{814D90CD-D400-5612-B49E-CD4DF6BF7C8B}" dt="2026-02-03T10:24:49.647" v="5210" actId="2696"/>
        <pc:sldMkLst>
          <pc:docMk/>
          <pc:sldMk cId="787130407" sldId="663"/>
        </pc:sldMkLst>
        <pc:spChg chg="mod">
          <ac:chgData name="Schlesinger, Sebastian" userId="d814e6c9-e9fb-4b77-84f7-ccd8aa3529bb" providerId="ADAL" clId="{814D90CD-D400-5612-B49E-CD4DF6BF7C8B}" dt="2026-02-02T17:24:05.211" v="5125"/>
          <ac:spMkLst>
            <pc:docMk/>
            <pc:sldMk cId="787130407" sldId="663"/>
            <ac:spMk id="5" creationId="{00000000-0000-0000-0000-000000000000}"/>
          </ac:spMkLst>
        </pc:spChg>
        <pc:spChg chg="mod">
          <ac:chgData name="Schlesinger, Sebastian" userId="d814e6c9-e9fb-4b77-84f7-ccd8aa3529bb" providerId="ADAL" clId="{814D90CD-D400-5612-B49E-CD4DF6BF7C8B}" dt="2026-02-02T17:24:05.211" v="5125"/>
          <ac:spMkLst>
            <pc:docMk/>
            <pc:sldMk cId="787130407" sldId="663"/>
            <ac:spMk id="6" creationId="{00000000-0000-0000-0000-000000000000}"/>
          </ac:spMkLst>
        </pc:spChg>
      </pc:sldChg>
      <pc:sldChg chg="modSp add mod modNotes">
        <pc:chgData name="Schlesinger, Sebastian" userId="d814e6c9-e9fb-4b77-84f7-ccd8aa3529bb" providerId="ADAL" clId="{814D90CD-D400-5612-B49E-CD4DF6BF7C8B}" dt="2026-02-03T10:47:25.547" v="5215" actId="14100"/>
        <pc:sldMkLst>
          <pc:docMk/>
          <pc:sldMk cId="823264197" sldId="664"/>
        </pc:sldMkLst>
        <pc:spChg chg="mod">
          <ac:chgData name="Schlesinger, Sebastian" userId="d814e6c9-e9fb-4b77-84f7-ccd8aa3529bb" providerId="ADAL" clId="{814D90CD-D400-5612-B49E-CD4DF6BF7C8B}" dt="2026-02-02T17:24:05.211" v="5125"/>
          <ac:spMkLst>
            <pc:docMk/>
            <pc:sldMk cId="823264197" sldId="664"/>
            <ac:spMk id="5" creationId="{C4F5AC51-E3FD-41C8-8A72-0456BFC5752C}"/>
          </ac:spMkLst>
        </pc:spChg>
        <pc:spChg chg="mod">
          <ac:chgData name="Schlesinger, Sebastian" userId="d814e6c9-e9fb-4b77-84f7-ccd8aa3529bb" providerId="ADAL" clId="{814D90CD-D400-5612-B49E-CD4DF6BF7C8B}" dt="2026-02-02T17:24:05.211" v="5125"/>
          <ac:spMkLst>
            <pc:docMk/>
            <pc:sldMk cId="823264197" sldId="664"/>
            <ac:spMk id="6" creationId="{C0A30FB8-3B9A-4724-B6F8-A208AF0216D3}"/>
          </ac:spMkLst>
        </pc:spChg>
        <pc:spChg chg="mod">
          <ac:chgData name="Schlesinger, Sebastian" userId="d814e6c9-e9fb-4b77-84f7-ccd8aa3529bb" providerId="ADAL" clId="{814D90CD-D400-5612-B49E-CD4DF6BF7C8B}" dt="2026-02-03T10:47:25.547" v="5215" actId="14100"/>
          <ac:spMkLst>
            <pc:docMk/>
            <pc:sldMk cId="823264197" sldId="664"/>
            <ac:spMk id="7" creationId="{F362BEE3-2AF0-449A-8DDA-7B68DD0C39FA}"/>
          </ac:spMkLst>
        </pc:spChg>
        <pc:grpChg chg="mod">
          <ac:chgData name="Schlesinger, Sebastian" userId="d814e6c9-e9fb-4b77-84f7-ccd8aa3529bb" providerId="ADAL" clId="{814D90CD-D400-5612-B49E-CD4DF6BF7C8B}" dt="2026-02-03T10:47:22.408" v="5214" actId="1076"/>
          <ac:grpSpMkLst>
            <pc:docMk/>
            <pc:sldMk cId="823264197" sldId="664"/>
            <ac:grpSpMk id="20" creationId="{26500193-189F-45E0-8B4C-DF54EC9978A0}"/>
          </ac:grpSpMkLst>
        </pc:grpChg>
        <pc:graphicFrameChg chg="mod">
          <ac:chgData name="Schlesinger, Sebastian" userId="d814e6c9-e9fb-4b77-84f7-ccd8aa3529bb" providerId="ADAL" clId="{814D90CD-D400-5612-B49E-CD4DF6BF7C8B}" dt="2026-02-03T10:47:22.408" v="5214" actId="1076"/>
          <ac:graphicFrameMkLst>
            <pc:docMk/>
            <pc:sldMk cId="823264197" sldId="664"/>
            <ac:graphicFrameMk id="19" creationId="{5C2C60C0-CA97-45AD-B56D-AB9B8634FE9F}"/>
          </ac:graphicFrameMkLst>
        </pc:graphicFrameChg>
        <pc:picChg chg="mod">
          <ac:chgData name="Schlesinger, Sebastian" userId="d814e6c9-e9fb-4b77-84f7-ccd8aa3529bb" providerId="ADAL" clId="{814D90CD-D400-5612-B49E-CD4DF6BF7C8B}" dt="2026-02-03T10:47:22.408" v="5214" actId="1076"/>
          <ac:picMkLst>
            <pc:docMk/>
            <pc:sldMk cId="823264197" sldId="664"/>
            <ac:picMk id="9" creationId="{58A7C990-7080-4D99-BC4E-9F797FDE3ADE}"/>
          </ac:picMkLst>
        </pc:picChg>
        <pc:picChg chg="mod">
          <ac:chgData name="Schlesinger, Sebastian" userId="d814e6c9-e9fb-4b77-84f7-ccd8aa3529bb" providerId="ADAL" clId="{814D90CD-D400-5612-B49E-CD4DF6BF7C8B}" dt="2026-02-03T10:47:22.408" v="5214" actId="1076"/>
          <ac:picMkLst>
            <pc:docMk/>
            <pc:sldMk cId="823264197" sldId="664"/>
            <ac:picMk id="14" creationId="{0C4D65FA-FD54-4E6C-BF4F-006BA7C035F7}"/>
          </ac:picMkLst>
        </pc:picChg>
        <pc:picChg chg="mod">
          <ac:chgData name="Schlesinger, Sebastian" userId="d814e6c9-e9fb-4b77-84f7-ccd8aa3529bb" providerId="ADAL" clId="{814D90CD-D400-5612-B49E-CD4DF6BF7C8B}" dt="2026-02-03T10:47:22.408" v="5214" actId="1076"/>
          <ac:picMkLst>
            <pc:docMk/>
            <pc:sldMk cId="823264197" sldId="664"/>
            <ac:picMk id="15" creationId="{F0086009-95C2-4A93-878E-1F5BDC0FB349}"/>
          </ac:picMkLst>
        </pc:picChg>
        <pc:picChg chg="mod">
          <ac:chgData name="Schlesinger, Sebastian" userId="d814e6c9-e9fb-4b77-84f7-ccd8aa3529bb" providerId="ADAL" clId="{814D90CD-D400-5612-B49E-CD4DF6BF7C8B}" dt="2026-02-03T10:47:22.408" v="5214" actId="1076"/>
          <ac:picMkLst>
            <pc:docMk/>
            <pc:sldMk cId="823264197" sldId="664"/>
            <ac:picMk id="16" creationId="{596BEAF2-104B-4725-A1AB-3FF8B90288E8}"/>
          </ac:picMkLst>
        </pc:picChg>
        <pc:picChg chg="mod">
          <ac:chgData name="Schlesinger, Sebastian" userId="d814e6c9-e9fb-4b77-84f7-ccd8aa3529bb" providerId="ADAL" clId="{814D90CD-D400-5612-B49E-CD4DF6BF7C8B}" dt="2026-02-03T10:47:22.408" v="5214" actId="1076"/>
          <ac:picMkLst>
            <pc:docMk/>
            <pc:sldMk cId="823264197" sldId="664"/>
            <ac:picMk id="17" creationId="{F3A6FCF8-FB4F-468C-AB0C-4557C60D47DC}"/>
          </ac:picMkLst>
        </pc:picChg>
        <pc:picChg chg="mod">
          <ac:chgData name="Schlesinger, Sebastian" userId="d814e6c9-e9fb-4b77-84f7-ccd8aa3529bb" providerId="ADAL" clId="{814D90CD-D400-5612-B49E-CD4DF6BF7C8B}" dt="2026-02-03T10:47:22.408" v="5214" actId="1076"/>
          <ac:picMkLst>
            <pc:docMk/>
            <pc:sldMk cId="823264197" sldId="664"/>
            <ac:picMk id="18" creationId="{E67D6886-271F-405F-973C-86416DDAC6D7}"/>
          </ac:picMkLst>
        </pc:picChg>
      </pc:sldChg>
      <pc:sldChg chg="modSp add mod modNotes">
        <pc:chgData name="Schlesinger, Sebastian" userId="d814e6c9-e9fb-4b77-84f7-ccd8aa3529bb" providerId="ADAL" clId="{814D90CD-D400-5612-B49E-CD4DF6BF7C8B}" dt="2026-02-03T10:48:31.634" v="5225" actId="1076"/>
        <pc:sldMkLst>
          <pc:docMk/>
          <pc:sldMk cId="4227598705" sldId="665"/>
        </pc:sldMkLst>
        <pc:spChg chg="mod">
          <ac:chgData name="Schlesinger, Sebastian" userId="d814e6c9-e9fb-4b77-84f7-ccd8aa3529bb" providerId="ADAL" clId="{814D90CD-D400-5612-B49E-CD4DF6BF7C8B}" dt="2026-02-03T10:47:33.303" v="5216" actId="14100"/>
          <ac:spMkLst>
            <pc:docMk/>
            <pc:sldMk cId="4227598705" sldId="665"/>
            <ac:spMk id="2" creationId="{3FEEC176-93E6-4EFC-B929-636351D852A0}"/>
          </ac:spMkLst>
        </pc:spChg>
        <pc:spChg chg="mod">
          <ac:chgData name="Schlesinger, Sebastian" userId="d814e6c9-e9fb-4b77-84f7-ccd8aa3529bb" providerId="ADAL" clId="{814D90CD-D400-5612-B49E-CD4DF6BF7C8B}" dt="2026-02-03T10:48:29.074" v="5224" actId="14100"/>
          <ac:spMkLst>
            <pc:docMk/>
            <pc:sldMk cId="4227598705" sldId="665"/>
            <ac:spMk id="3" creationId="{3A339206-C1E4-4F55-8481-A552D3F308D2}"/>
          </ac:spMkLst>
        </pc:spChg>
        <pc:spChg chg="mod">
          <ac:chgData name="Schlesinger, Sebastian" userId="d814e6c9-e9fb-4b77-84f7-ccd8aa3529bb" providerId="ADAL" clId="{814D90CD-D400-5612-B49E-CD4DF6BF7C8B}" dt="2026-02-02T17:24:05.211" v="5125"/>
          <ac:spMkLst>
            <pc:docMk/>
            <pc:sldMk cId="4227598705" sldId="665"/>
            <ac:spMk id="5" creationId="{8C1A217D-5C66-4BA1-AFDD-3AE2D7C1BAAE}"/>
          </ac:spMkLst>
        </pc:spChg>
        <pc:spChg chg="mod">
          <ac:chgData name="Schlesinger, Sebastian" userId="d814e6c9-e9fb-4b77-84f7-ccd8aa3529bb" providerId="ADAL" clId="{814D90CD-D400-5612-B49E-CD4DF6BF7C8B}" dt="2026-02-02T17:24:05.211" v="5125"/>
          <ac:spMkLst>
            <pc:docMk/>
            <pc:sldMk cId="4227598705" sldId="665"/>
            <ac:spMk id="6" creationId="{2EF8BF59-AEF5-4DA5-A15B-C059B137667D}"/>
          </ac:spMkLst>
        </pc:spChg>
        <pc:picChg chg="mod">
          <ac:chgData name="Schlesinger, Sebastian" userId="d814e6c9-e9fb-4b77-84f7-ccd8aa3529bb" providerId="ADAL" clId="{814D90CD-D400-5612-B49E-CD4DF6BF7C8B}" dt="2026-02-03T10:47:38.809" v="5218" actId="1076"/>
          <ac:picMkLst>
            <pc:docMk/>
            <pc:sldMk cId="4227598705" sldId="665"/>
            <ac:picMk id="7" creationId="{241A2F05-7B97-4D3C-8D07-FA576CD536F6}"/>
          </ac:picMkLst>
        </pc:picChg>
        <pc:picChg chg="mod">
          <ac:chgData name="Schlesinger, Sebastian" userId="d814e6c9-e9fb-4b77-84f7-ccd8aa3529bb" providerId="ADAL" clId="{814D90CD-D400-5612-B49E-CD4DF6BF7C8B}" dt="2026-02-03T10:48:31.634" v="5225" actId="1076"/>
          <ac:picMkLst>
            <pc:docMk/>
            <pc:sldMk cId="4227598705" sldId="665"/>
            <ac:picMk id="8" creationId="{DCE2B4F2-D7B2-49C0-AC45-8006765F85F1}"/>
          </ac:picMkLst>
        </pc:picChg>
      </pc:sldChg>
      <pc:sldChg chg="modSp add del modNotes">
        <pc:chgData name="Schlesinger, Sebastian" userId="d814e6c9-e9fb-4b77-84f7-ccd8aa3529bb" providerId="ADAL" clId="{814D90CD-D400-5612-B49E-CD4DF6BF7C8B}" dt="2026-02-03T11:20:17.400" v="5401" actId="2696"/>
        <pc:sldMkLst>
          <pc:docMk/>
          <pc:sldMk cId="909176600" sldId="666"/>
        </pc:sldMkLst>
        <pc:spChg chg="mod">
          <ac:chgData name="Schlesinger, Sebastian" userId="d814e6c9-e9fb-4b77-84f7-ccd8aa3529bb" providerId="ADAL" clId="{814D90CD-D400-5612-B49E-CD4DF6BF7C8B}" dt="2026-02-02T17:24:05.211" v="5125"/>
          <ac:spMkLst>
            <pc:docMk/>
            <pc:sldMk cId="909176600" sldId="666"/>
            <ac:spMk id="5" creationId="{00000000-0000-0000-0000-000000000000}"/>
          </ac:spMkLst>
        </pc:spChg>
        <pc:spChg chg="mod">
          <ac:chgData name="Schlesinger, Sebastian" userId="d814e6c9-e9fb-4b77-84f7-ccd8aa3529bb" providerId="ADAL" clId="{814D90CD-D400-5612-B49E-CD4DF6BF7C8B}" dt="2026-02-02T17:24:05.211" v="5125"/>
          <ac:spMkLst>
            <pc:docMk/>
            <pc:sldMk cId="909176600" sldId="666"/>
            <ac:spMk id="6" creationId="{00000000-0000-0000-0000-000000000000}"/>
          </ac:spMkLst>
        </pc:spChg>
      </pc:sldChg>
      <pc:sldChg chg="modSp add del modNotes">
        <pc:chgData name="Schlesinger, Sebastian" userId="d814e6c9-e9fb-4b77-84f7-ccd8aa3529bb" providerId="ADAL" clId="{814D90CD-D400-5612-B49E-CD4DF6BF7C8B}" dt="2026-02-03T11:35:01.176" v="5451" actId="2696"/>
        <pc:sldMkLst>
          <pc:docMk/>
          <pc:sldMk cId="2794185064" sldId="667"/>
        </pc:sldMkLst>
        <pc:spChg chg="mod">
          <ac:chgData name="Schlesinger, Sebastian" userId="d814e6c9-e9fb-4b77-84f7-ccd8aa3529bb" providerId="ADAL" clId="{814D90CD-D400-5612-B49E-CD4DF6BF7C8B}" dt="2026-02-02T17:24:05.211" v="5125"/>
          <ac:spMkLst>
            <pc:docMk/>
            <pc:sldMk cId="2794185064" sldId="667"/>
            <ac:spMk id="5" creationId="{00000000-0000-0000-0000-000000000000}"/>
          </ac:spMkLst>
        </pc:spChg>
        <pc:spChg chg="mod">
          <ac:chgData name="Schlesinger, Sebastian" userId="d814e6c9-e9fb-4b77-84f7-ccd8aa3529bb" providerId="ADAL" clId="{814D90CD-D400-5612-B49E-CD4DF6BF7C8B}" dt="2026-02-02T17:24:05.211" v="5125"/>
          <ac:spMkLst>
            <pc:docMk/>
            <pc:sldMk cId="2794185064" sldId="667"/>
            <ac:spMk id="6" creationId="{00000000-0000-0000-0000-000000000000}"/>
          </ac:spMkLst>
        </pc:spChg>
      </pc:sldChg>
      <pc:sldChg chg="modSp add del modNotes">
        <pc:chgData name="Schlesinger, Sebastian" userId="d814e6c9-e9fb-4b77-84f7-ccd8aa3529bb" providerId="ADAL" clId="{814D90CD-D400-5612-B49E-CD4DF6BF7C8B}" dt="2026-02-03T11:37:40.419" v="5473" actId="2696"/>
        <pc:sldMkLst>
          <pc:docMk/>
          <pc:sldMk cId="2197556131" sldId="668"/>
        </pc:sldMkLst>
        <pc:spChg chg="mod">
          <ac:chgData name="Schlesinger, Sebastian" userId="d814e6c9-e9fb-4b77-84f7-ccd8aa3529bb" providerId="ADAL" clId="{814D90CD-D400-5612-B49E-CD4DF6BF7C8B}" dt="2026-02-02T17:24:05.211" v="5125"/>
          <ac:spMkLst>
            <pc:docMk/>
            <pc:sldMk cId="2197556131" sldId="668"/>
            <ac:spMk id="5" creationId="{00000000-0000-0000-0000-000000000000}"/>
          </ac:spMkLst>
        </pc:spChg>
        <pc:spChg chg="mod">
          <ac:chgData name="Schlesinger, Sebastian" userId="d814e6c9-e9fb-4b77-84f7-ccd8aa3529bb" providerId="ADAL" clId="{814D90CD-D400-5612-B49E-CD4DF6BF7C8B}" dt="2026-02-02T17:24:05.211" v="5125"/>
          <ac:spMkLst>
            <pc:docMk/>
            <pc:sldMk cId="2197556131" sldId="668"/>
            <ac:spMk id="6" creationId="{00000000-0000-0000-0000-000000000000}"/>
          </ac:spMkLst>
        </pc:spChg>
      </pc:sldChg>
      <pc:sldChg chg="modSp add del modNotes">
        <pc:chgData name="Schlesinger, Sebastian" userId="d814e6c9-e9fb-4b77-84f7-ccd8aa3529bb" providerId="ADAL" clId="{814D90CD-D400-5612-B49E-CD4DF6BF7C8B}" dt="2026-02-03T13:12:55.341" v="5525" actId="2696"/>
        <pc:sldMkLst>
          <pc:docMk/>
          <pc:sldMk cId="1244680655" sldId="669"/>
        </pc:sldMkLst>
        <pc:spChg chg="mod">
          <ac:chgData name="Schlesinger, Sebastian" userId="d814e6c9-e9fb-4b77-84f7-ccd8aa3529bb" providerId="ADAL" clId="{814D90CD-D400-5612-B49E-CD4DF6BF7C8B}" dt="2026-02-02T17:24:05.211" v="5125"/>
          <ac:spMkLst>
            <pc:docMk/>
            <pc:sldMk cId="1244680655" sldId="669"/>
            <ac:spMk id="5" creationId="{00000000-0000-0000-0000-000000000000}"/>
          </ac:spMkLst>
        </pc:spChg>
        <pc:spChg chg="mod">
          <ac:chgData name="Schlesinger, Sebastian" userId="d814e6c9-e9fb-4b77-84f7-ccd8aa3529bb" providerId="ADAL" clId="{814D90CD-D400-5612-B49E-CD4DF6BF7C8B}" dt="2026-02-02T17:24:05.211" v="5125"/>
          <ac:spMkLst>
            <pc:docMk/>
            <pc:sldMk cId="1244680655" sldId="669"/>
            <ac:spMk id="6" creationId="{00000000-0000-0000-0000-000000000000}"/>
          </ac:spMkLst>
        </pc:spChg>
      </pc:sldChg>
      <pc:sldChg chg="modSp add mod">
        <pc:chgData name="Schlesinger, Sebastian" userId="d814e6c9-e9fb-4b77-84f7-ccd8aa3529bb" providerId="ADAL" clId="{814D90CD-D400-5612-B49E-CD4DF6BF7C8B}" dt="2026-02-03T10:24:39.537" v="5208" actId="1076"/>
        <pc:sldMkLst>
          <pc:docMk/>
          <pc:sldMk cId="3124861549" sldId="672"/>
        </pc:sldMkLst>
        <pc:spChg chg="mod">
          <ac:chgData name="Schlesinger, Sebastian" userId="d814e6c9-e9fb-4b77-84f7-ccd8aa3529bb" providerId="ADAL" clId="{814D90CD-D400-5612-B49E-CD4DF6BF7C8B}" dt="2026-02-03T10:24:27.117" v="5206" actId="14100"/>
          <ac:spMkLst>
            <pc:docMk/>
            <pc:sldMk cId="3124861549" sldId="672"/>
            <ac:spMk id="2" creationId="{75BCD11E-31D3-44C7-99DA-D18ABC0E1C77}"/>
          </ac:spMkLst>
        </pc:spChg>
        <pc:spChg chg="mod">
          <ac:chgData name="Schlesinger, Sebastian" userId="d814e6c9-e9fb-4b77-84f7-ccd8aa3529bb" providerId="ADAL" clId="{814D90CD-D400-5612-B49E-CD4DF6BF7C8B}" dt="2026-02-03T10:24:39.537" v="5208" actId="1076"/>
          <ac:spMkLst>
            <pc:docMk/>
            <pc:sldMk cId="3124861549" sldId="672"/>
            <ac:spMk id="3" creationId="{00000000-0000-0000-0000-000000000000}"/>
          </ac:spMkLst>
        </pc:spChg>
        <pc:spChg chg="mod">
          <ac:chgData name="Schlesinger, Sebastian" userId="d814e6c9-e9fb-4b77-84f7-ccd8aa3529bb" providerId="ADAL" clId="{814D90CD-D400-5612-B49E-CD4DF6BF7C8B}" dt="2026-02-02T17:24:05.211" v="5125"/>
          <ac:spMkLst>
            <pc:docMk/>
            <pc:sldMk cId="3124861549" sldId="672"/>
            <ac:spMk id="5" creationId="{CEB1C004-4B1E-41A2-9D3E-462F72A906BB}"/>
          </ac:spMkLst>
        </pc:spChg>
        <pc:spChg chg="mod">
          <ac:chgData name="Schlesinger, Sebastian" userId="d814e6c9-e9fb-4b77-84f7-ccd8aa3529bb" providerId="ADAL" clId="{814D90CD-D400-5612-B49E-CD4DF6BF7C8B}" dt="2026-02-02T17:24:05.211" v="5125"/>
          <ac:spMkLst>
            <pc:docMk/>
            <pc:sldMk cId="3124861549" sldId="672"/>
            <ac:spMk id="6" creationId="{B3E20D16-609E-4347-A8B6-B0D673879A64}"/>
          </ac:spMkLst>
        </pc:spChg>
        <pc:spChg chg="mod">
          <ac:chgData name="Schlesinger, Sebastian" userId="d814e6c9-e9fb-4b77-84f7-ccd8aa3529bb" providerId="ADAL" clId="{814D90CD-D400-5612-B49E-CD4DF6BF7C8B}" dt="2026-02-03T10:24:39.537" v="5208" actId="1076"/>
          <ac:spMkLst>
            <pc:docMk/>
            <pc:sldMk cId="3124861549" sldId="672"/>
            <ac:spMk id="11" creationId="{19A55A45-8698-4DA0-B67D-9362C0F6A4C2}"/>
          </ac:spMkLst>
        </pc:spChg>
        <pc:spChg chg="mod">
          <ac:chgData name="Schlesinger, Sebastian" userId="d814e6c9-e9fb-4b77-84f7-ccd8aa3529bb" providerId="ADAL" clId="{814D90CD-D400-5612-B49E-CD4DF6BF7C8B}" dt="2026-02-03T10:24:39.537" v="5208" actId="1076"/>
          <ac:spMkLst>
            <pc:docMk/>
            <pc:sldMk cId="3124861549" sldId="672"/>
            <ac:spMk id="12" creationId="{2D3FC02C-2FB8-4900-8955-1F8D65417350}"/>
          </ac:spMkLst>
        </pc:spChg>
        <pc:picChg chg="mod">
          <ac:chgData name="Schlesinger, Sebastian" userId="d814e6c9-e9fb-4b77-84f7-ccd8aa3529bb" providerId="ADAL" clId="{814D90CD-D400-5612-B49E-CD4DF6BF7C8B}" dt="2026-02-03T10:24:39.537" v="5208" actId="1076"/>
          <ac:picMkLst>
            <pc:docMk/>
            <pc:sldMk cId="3124861549" sldId="672"/>
            <ac:picMk id="8" creationId="{C7B83A5A-4D77-4C9C-9A5E-AD255089D007}"/>
          </ac:picMkLst>
        </pc:picChg>
        <pc:picChg chg="mod">
          <ac:chgData name="Schlesinger, Sebastian" userId="d814e6c9-e9fb-4b77-84f7-ccd8aa3529bb" providerId="ADAL" clId="{814D90CD-D400-5612-B49E-CD4DF6BF7C8B}" dt="2026-02-03T10:24:39.537" v="5208" actId="1076"/>
          <ac:picMkLst>
            <pc:docMk/>
            <pc:sldMk cId="3124861549" sldId="672"/>
            <ac:picMk id="9" creationId="{32C96C06-EF5A-4DA1-90ED-C3E1DCC585AC}"/>
          </ac:picMkLst>
        </pc:picChg>
        <pc:picChg chg="mod">
          <ac:chgData name="Schlesinger, Sebastian" userId="d814e6c9-e9fb-4b77-84f7-ccd8aa3529bb" providerId="ADAL" clId="{814D90CD-D400-5612-B49E-CD4DF6BF7C8B}" dt="2026-02-03T10:24:39.537" v="5208" actId="1076"/>
          <ac:picMkLst>
            <pc:docMk/>
            <pc:sldMk cId="3124861549" sldId="672"/>
            <ac:picMk id="10" creationId="{8CFDE584-8F89-4B00-9DFC-BB75E40F9164}"/>
          </ac:picMkLst>
        </pc:picChg>
      </pc:sldChg>
      <pc:sldChg chg="modSp add mod modNotes">
        <pc:chgData name="Schlesinger, Sebastian" userId="d814e6c9-e9fb-4b77-84f7-ccd8aa3529bb" providerId="ADAL" clId="{814D90CD-D400-5612-B49E-CD4DF6BF7C8B}" dt="2026-02-03T11:09:06.769" v="5316" actId="1076"/>
        <pc:sldMkLst>
          <pc:docMk/>
          <pc:sldMk cId="532103354" sldId="673"/>
        </pc:sldMkLst>
        <pc:spChg chg="mod">
          <ac:chgData name="Schlesinger, Sebastian" userId="d814e6c9-e9fb-4b77-84f7-ccd8aa3529bb" providerId="ADAL" clId="{814D90CD-D400-5612-B49E-CD4DF6BF7C8B}" dt="2026-02-03T11:08:59.402" v="5313" actId="14100"/>
          <ac:spMkLst>
            <pc:docMk/>
            <pc:sldMk cId="532103354" sldId="673"/>
            <ac:spMk id="2" creationId="{00000000-0000-0000-0000-000000000000}"/>
          </ac:spMkLst>
        </pc:spChg>
        <pc:spChg chg="mod">
          <ac:chgData name="Schlesinger, Sebastian" userId="d814e6c9-e9fb-4b77-84f7-ccd8aa3529bb" providerId="ADAL" clId="{814D90CD-D400-5612-B49E-CD4DF6BF7C8B}" dt="2026-02-02T17:24:05.211" v="5125"/>
          <ac:spMkLst>
            <pc:docMk/>
            <pc:sldMk cId="532103354" sldId="673"/>
            <ac:spMk id="5" creationId="{00000000-0000-0000-0000-000000000000}"/>
          </ac:spMkLst>
        </pc:spChg>
        <pc:spChg chg="mod">
          <ac:chgData name="Schlesinger, Sebastian" userId="d814e6c9-e9fb-4b77-84f7-ccd8aa3529bb" providerId="ADAL" clId="{814D90CD-D400-5612-B49E-CD4DF6BF7C8B}" dt="2026-02-02T17:24:05.211" v="5125"/>
          <ac:spMkLst>
            <pc:docMk/>
            <pc:sldMk cId="532103354" sldId="673"/>
            <ac:spMk id="6" creationId="{00000000-0000-0000-0000-000000000000}"/>
          </ac:spMkLst>
        </pc:spChg>
        <pc:spChg chg="mod">
          <ac:chgData name="Schlesinger, Sebastian" userId="d814e6c9-e9fb-4b77-84f7-ccd8aa3529bb" providerId="ADAL" clId="{814D90CD-D400-5612-B49E-CD4DF6BF7C8B}" dt="2026-02-03T11:09:06.769" v="5316" actId="1076"/>
          <ac:spMkLst>
            <pc:docMk/>
            <pc:sldMk cId="532103354" sldId="673"/>
            <ac:spMk id="10" creationId="{00000000-0000-0000-0000-000000000000}"/>
          </ac:spMkLst>
        </pc:spChg>
        <pc:spChg chg="mod">
          <ac:chgData name="Schlesinger, Sebastian" userId="d814e6c9-e9fb-4b77-84f7-ccd8aa3529bb" providerId="ADAL" clId="{814D90CD-D400-5612-B49E-CD4DF6BF7C8B}" dt="2026-02-03T11:09:06.769" v="5316" actId="1076"/>
          <ac:spMkLst>
            <pc:docMk/>
            <pc:sldMk cId="532103354" sldId="673"/>
            <ac:spMk id="11" creationId="{00000000-0000-0000-0000-000000000000}"/>
          </ac:spMkLst>
        </pc:spChg>
        <pc:spChg chg="mod">
          <ac:chgData name="Schlesinger, Sebastian" userId="d814e6c9-e9fb-4b77-84f7-ccd8aa3529bb" providerId="ADAL" clId="{814D90CD-D400-5612-B49E-CD4DF6BF7C8B}" dt="2026-02-03T11:09:06.769" v="5316" actId="1076"/>
          <ac:spMkLst>
            <pc:docMk/>
            <pc:sldMk cId="532103354" sldId="673"/>
            <ac:spMk id="12" creationId="{00000000-0000-0000-0000-000000000000}"/>
          </ac:spMkLst>
        </pc:spChg>
        <pc:spChg chg="mod">
          <ac:chgData name="Schlesinger, Sebastian" userId="d814e6c9-e9fb-4b77-84f7-ccd8aa3529bb" providerId="ADAL" clId="{814D90CD-D400-5612-B49E-CD4DF6BF7C8B}" dt="2026-02-03T11:09:03.019" v="5315" actId="403"/>
          <ac:spMkLst>
            <pc:docMk/>
            <pc:sldMk cId="532103354" sldId="673"/>
            <ac:spMk id="39" creationId="{00000000-0000-0000-0000-000000000000}"/>
          </ac:spMkLst>
        </pc:spChg>
        <pc:picChg chg="mod">
          <ac:chgData name="Schlesinger, Sebastian" userId="d814e6c9-e9fb-4b77-84f7-ccd8aa3529bb" providerId="ADAL" clId="{814D90CD-D400-5612-B49E-CD4DF6BF7C8B}" dt="2026-02-03T11:09:06.769" v="5316" actId="1076"/>
          <ac:picMkLst>
            <pc:docMk/>
            <pc:sldMk cId="532103354" sldId="673"/>
            <ac:picMk id="3074" creationId="{00000000-0000-0000-0000-000000000000}"/>
          </ac:picMkLst>
        </pc:picChg>
        <pc:cxnChg chg="mod">
          <ac:chgData name="Schlesinger, Sebastian" userId="d814e6c9-e9fb-4b77-84f7-ccd8aa3529bb" providerId="ADAL" clId="{814D90CD-D400-5612-B49E-CD4DF6BF7C8B}" dt="2026-02-03T11:09:06.769" v="5316" actId="1076"/>
          <ac:cxnSpMkLst>
            <pc:docMk/>
            <pc:sldMk cId="532103354" sldId="673"/>
            <ac:cxnSpMk id="16" creationId="{00000000-0000-0000-0000-000000000000}"/>
          </ac:cxnSpMkLst>
        </pc:cxnChg>
        <pc:cxnChg chg="mod">
          <ac:chgData name="Schlesinger, Sebastian" userId="d814e6c9-e9fb-4b77-84f7-ccd8aa3529bb" providerId="ADAL" clId="{814D90CD-D400-5612-B49E-CD4DF6BF7C8B}" dt="2026-02-03T11:09:06.769" v="5316" actId="1076"/>
          <ac:cxnSpMkLst>
            <pc:docMk/>
            <pc:sldMk cId="532103354" sldId="673"/>
            <ac:cxnSpMk id="17" creationId="{00000000-0000-0000-0000-000000000000}"/>
          </ac:cxnSpMkLst>
        </pc:cxnChg>
        <pc:cxnChg chg="mod">
          <ac:chgData name="Schlesinger, Sebastian" userId="d814e6c9-e9fb-4b77-84f7-ccd8aa3529bb" providerId="ADAL" clId="{814D90CD-D400-5612-B49E-CD4DF6BF7C8B}" dt="2026-02-03T11:09:06.769" v="5316" actId="1076"/>
          <ac:cxnSpMkLst>
            <pc:docMk/>
            <pc:sldMk cId="532103354" sldId="673"/>
            <ac:cxnSpMk id="18" creationId="{00000000-0000-0000-0000-000000000000}"/>
          </ac:cxnSpMkLst>
        </pc:cxnChg>
        <pc:cxnChg chg="mod">
          <ac:chgData name="Schlesinger, Sebastian" userId="d814e6c9-e9fb-4b77-84f7-ccd8aa3529bb" providerId="ADAL" clId="{814D90CD-D400-5612-B49E-CD4DF6BF7C8B}" dt="2026-02-03T11:09:06.769" v="5316" actId="1076"/>
          <ac:cxnSpMkLst>
            <pc:docMk/>
            <pc:sldMk cId="532103354" sldId="673"/>
            <ac:cxnSpMk id="19" creationId="{00000000-0000-0000-0000-000000000000}"/>
          </ac:cxnSpMkLst>
        </pc:cxnChg>
        <pc:cxnChg chg="mod">
          <ac:chgData name="Schlesinger, Sebastian" userId="d814e6c9-e9fb-4b77-84f7-ccd8aa3529bb" providerId="ADAL" clId="{814D90CD-D400-5612-B49E-CD4DF6BF7C8B}" dt="2026-02-03T11:09:06.769" v="5316" actId="1076"/>
          <ac:cxnSpMkLst>
            <pc:docMk/>
            <pc:sldMk cId="532103354" sldId="673"/>
            <ac:cxnSpMk id="20" creationId="{00000000-0000-0000-0000-000000000000}"/>
          </ac:cxnSpMkLst>
        </pc:cxnChg>
        <pc:cxnChg chg="mod">
          <ac:chgData name="Schlesinger, Sebastian" userId="d814e6c9-e9fb-4b77-84f7-ccd8aa3529bb" providerId="ADAL" clId="{814D90CD-D400-5612-B49E-CD4DF6BF7C8B}" dt="2026-02-03T11:09:06.769" v="5316" actId="1076"/>
          <ac:cxnSpMkLst>
            <pc:docMk/>
            <pc:sldMk cId="532103354" sldId="673"/>
            <ac:cxnSpMk id="21" creationId="{00000000-0000-0000-0000-000000000000}"/>
          </ac:cxnSpMkLst>
        </pc:cxnChg>
      </pc:sldChg>
      <pc:sldChg chg="modSp add mod modNotes">
        <pc:chgData name="Schlesinger, Sebastian" userId="d814e6c9-e9fb-4b77-84f7-ccd8aa3529bb" providerId="ADAL" clId="{814D90CD-D400-5612-B49E-CD4DF6BF7C8B}" dt="2026-02-03T10:49:35.418" v="5233" actId="1076"/>
        <pc:sldMkLst>
          <pc:docMk/>
          <pc:sldMk cId="2012412472" sldId="674"/>
        </pc:sldMkLst>
        <pc:spChg chg="mod">
          <ac:chgData name="Schlesinger, Sebastian" userId="d814e6c9-e9fb-4b77-84f7-ccd8aa3529bb" providerId="ADAL" clId="{814D90CD-D400-5612-B49E-CD4DF6BF7C8B}" dt="2026-02-02T17:24:05.211" v="5125"/>
          <ac:spMkLst>
            <pc:docMk/>
            <pc:sldMk cId="2012412472" sldId="674"/>
            <ac:spMk id="5" creationId="{00000000-0000-0000-0000-000000000000}"/>
          </ac:spMkLst>
        </pc:spChg>
        <pc:spChg chg="mod">
          <ac:chgData name="Schlesinger, Sebastian" userId="d814e6c9-e9fb-4b77-84f7-ccd8aa3529bb" providerId="ADAL" clId="{814D90CD-D400-5612-B49E-CD4DF6BF7C8B}" dt="2026-02-02T17:24:05.211" v="5125"/>
          <ac:spMkLst>
            <pc:docMk/>
            <pc:sldMk cId="2012412472" sldId="674"/>
            <ac:spMk id="6" creationId="{00000000-0000-0000-0000-000000000000}"/>
          </ac:spMkLst>
        </pc:spChg>
        <pc:spChg chg="mod">
          <ac:chgData name="Schlesinger, Sebastian" userId="d814e6c9-e9fb-4b77-84f7-ccd8aa3529bb" providerId="ADAL" clId="{814D90CD-D400-5612-B49E-CD4DF6BF7C8B}" dt="2026-02-03T10:49:35.418" v="5233" actId="1076"/>
          <ac:spMkLst>
            <pc:docMk/>
            <pc:sldMk cId="2012412472" sldId="674"/>
            <ac:spMk id="27" creationId="{00000000-0000-0000-0000-000000000000}"/>
          </ac:spMkLst>
        </pc:spChg>
        <pc:grpChg chg="mod">
          <ac:chgData name="Schlesinger, Sebastian" userId="d814e6c9-e9fb-4b77-84f7-ccd8aa3529bb" providerId="ADAL" clId="{814D90CD-D400-5612-B49E-CD4DF6BF7C8B}" dt="2026-02-03T10:49:31.938" v="5232" actId="1076"/>
          <ac:grpSpMkLst>
            <pc:docMk/>
            <pc:sldMk cId="2012412472" sldId="674"/>
            <ac:grpSpMk id="40" creationId="{00000000-0000-0000-0000-000000000000}"/>
          </ac:grpSpMkLst>
        </pc:grpChg>
        <pc:grpChg chg="mod">
          <ac:chgData name="Schlesinger, Sebastian" userId="d814e6c9-e9fb-4b77-84f7-ccd8aa3529bb" providerId="ADAL" clId="{814D90CD-D400-5612-B49E-CD4DF6BF7C8B}" dt="2026-02-03T10:49:31.938" v="5232" actId="1076"/>
          <ac:grpSpMkLst>
            <pc:docMk/>
            <pc:sldMk cId="2012412472" sldId="674"/>
            <ac:grpSpMk id="41" creationId="{00000000-0000-0000-0000-000000000000}"/>
          </ac:grpSpMkLst>
        </pc:grpChg>
        <pc:cxnChg chg="mod">
          <ac:chgData name="Schlesinger, Sebastian" userId="d814e6c9-e9fb-4b77-84f7-ccd8aa3529bb" providerId="ADAL" clId="{814D90CD-D400-5612-B49E-CD4DF6BF7C8B}" dt="2026-02-03T10:49:31.938" v="5232" actId="1076"/>
          <ac:cxnSpMkLst>
            <pc:docMk/>
            <pc:sldMk cId="2012412472" sldId="674"/>
            <ac:cxnSpMk id="22" creationId="{00000000-0000-0000-0000-000000000000}"/>
          </ac:cxnSpMkLst>
        </pc:cxnChg>
        <pc:cxnChg chg="mod">
          <ac:chgData name="Schlesinger, Sebastian" userId="d814e6c9-e9fb-4b77-84f7-ccd8aa3529bb" providerId="ADAL" clId="{814D90CD-D400-5612-B49E-CD4DF6BF7C8B}" dt="2026-02-03T10:49:31.938" v="5232" actId="1076"/>
          <ac:cxnSpMkLst>
            <pc:docMk/>
            <pc:sldMk cId="2012412472" sldId="674"/>
            <ac:cxnSpMk id="23" creationId="{00000000-0000-0000-0000-000000000000}"/>
          </ac:cxnSpMkLst>
        </pc:cxnChg>
        <pc:cxnChg chg="mod">
          <ac:chgData name="Schlesinger, Sebastian" userId="d814e6c9-e9fb-4b77-84f7-ccd8aa3529bb" providerId="ADAL" clId="{814D90CD-D400-5612-B49E-CD4DF6BF7C8B}" dt="2026-02-03T10:49:31.938" v="5232" actId="1076"/>
          <ac:cxnSpMkLst>
            <pc:docMk/>
            <pc:sldMk cId="2012412472" sldId="674"/>
            <ac:cxnSpMk id="24" creationId="{00000000-0000-0000-0000-000000000000}"/>
          </ac:cxnSpMkLst>
        </pc:cxnChg>
        <pc:cxnChg chg="mod">
          <ac:chgData name="Schlesinger, Sebastian" userId="d814e6c9-e9fb-4b77-84f7-ccd8aa3529bb" providerId="ADAL" clId="{814D90CD-D400-5612-B49E-CD4DF6BF7C8B}" dt="2026-02-03T10:49:31.938" v="5232" actId="1076"/>
          <ac:cxnSpMkLst>
            <pc:docMk/>
            <pc:sldMk cId="2012412472" sldId="674"/>
            <ac:cxnSpMk id="26" creationId="{00000000-0000-0000-0000-000000000000}"/>
          </ac:cxnSpMkLst>
        </pc:cxnChg>
        <pc:cxnChg chg="mod">
          <ac:chgData name="Schlesinger, Sebastian" userId="d814e6c9-e9fb-4b77-84f7-ccd8aa3529bb" providerId="ADAL" clId="{814D90CD-D400-5612-B49E-CD4DF6BF7C8B}" dt="2026-02-03T10:49:31.938" v="5232" actId="1076"/>
          <ac:cxnSpMkLst>
            <pc:docMk/>
            <pc:sldMk cId="2012412472" sldId="674"/>
            <ac:cxnSpMk id="35" creationId="{00000000-0000-0000-0000-000000000000}"/>
          </ac:cxnSpMkLst>
        </pc:cxnChg>
      </pc:sldChg>
      <pc:sldChg chg="modSp add mod modNotes">
        <pc:chgData name="Schlesinger, Sebastian" userId="d814e6c9-e9fb-4b77-84f7-ccd8aa3529bb" providerId="ADAL" clId="{814D90CD-D400-5612-B49E-CD4DF6BF7C8B}" dt="2026-02-03T11:37:11.908" v="5468" actId="20577"/>
        <pc:sldMkLst>
          <pc:docMk/>
          <pc:sldMk cId="1339574856" sldId="675"/>
        </pc:sldMkLst>
        <pc:spChg chg="mod">
          <ac:chgData name="Schlesinger, Sebastian" userId="d814e6c9-e9fb-4b77-84f7-ccd8aa3529bb" providerId="ADAL" clId="{814D90CD-D400-5612-B49E-CD4DF6BF7C8B}" dt="2026-02-03T11:35:39.903" v="5457" actId="1076"/>
          <ac:spMkLst>
            <pc:docMk/>
            <pc:sldMk cId="1339574856" sldId="675"/>
            <ac:spMk id="2" creationId="{00000000-0000-0000-0000-000000000000}"/>
          </ac:spMkLst>
        </pc:spChg>
        <pc:spChg chg="mod">
          <ac:chgData name="Schlesinger, Sebastian" userId="d814e6c9-e9fb-4b77-84f7-ccd8aa3529bb" providerId="ADAL" clId="{814D90CD-D400-5612-B49E-CD4DF6BF7C8B}" dt="2026-02-03T11:37:11.908" v="5468" actId="20577"/>
          <ac:spMkLst>
            <pc:docMk/>
            <pc:sldMk cId="1339574856" sldId="675"/>
            <ac:spMk id="4" creationId="{00000000-0000-0000-0000-000000000000}"/>
          </ac:spMkLst>
        </pc:spChg>
        <pc:spChg chg="mod">
          <ac:chgData name="Schlesinger, Sebastian" userId="d814e6c9-e9fb-4b77-84f7-ccd8aa3529bb" providerId="ADAL" clId="{814D90CD-D400-5612-B49E-CD4DF6BF7C8B}" dt="2026-02-02T17:24:05.211" v="5125"/>
          <ac:spMkLst>
            <pc:docMk/>
            <pc:sldMk cId="1339574856" sldId="675"/>
            <ac:spMk id="5" creationId="{00000000-0000-0000-0000-000000000000}"/>
          </ac:spMkLst>
        </pc:spChg>
        <pc:spChg chg="mod">
          <ac:chgData name="Schlesinger, Sebastian" userId="d814e6c9-e9fb-4b77-84f7-ccd8aa3529bb" providerId="ADAL" clId="{814D90CD-D400-5612-B49E-CD4DF6BF7C8B}" dt="2026-02-02T17:24:05.211" v="5125"/>
          <ac:spMkLst>
            <pc:docMk/>
            <pc:sldMk cId="1339574856" sldId="675"/>
            <ac:spMk id="6" creationId="{00000000-0000-0000-0000-000000000000}"/>
          </ac:spMkLst>
        </pc:spChg>
      </pc:sldChg>
      <pc:sldChg chg="modSp add mod modNotes">
        <pc:chgData name="Schlesinger, Sebastian" userId="d814e6c9-e9fb-4b77-84f7-ccd8aa3529bb" providerId="ADAL" clId="{814D90CD-D400-5612-B49E-CD4DF6BF7C8B}" dt="2026-02-03T11:37:35.020" v="5471" actId="1076"/>
        <pc:sldMkLst>
          <pc:docMk/>
          <pc:sldMk cId="2650955730" sldId="676"/>
        </pc:sldMkLst>
        <pc:spChg chg="mod">
          <ac:chgData name="Schlesinger, Sebastian" userId="d814e6c9-e9fb-4b77-84f7-ccd8aa3529bb" providerId="ADAL" clId="{814D90CD-D400-5612-B49E-CD4DF6BF7C8B}" dt="2026-02-03T11:37:25.898" v="5469" actId="1076"/>
          <ac:spMkLst>
            <pc:docMk/>
            <pc:sldMk cId="2650955730" sldId="676"/>
            <ac:spMk id="2" creationId="{00000000-0000-0000-0000-000000000000}"/>
          </ac:spMkLst>
        </pc:spChg>
        <pc:spChg chg="mod">
          <ac:chgData name="Schlesinger, Sebastian" userId="d814e6c9-e9fb-4b77-84f7-ccd8aa3529bb" providerId="ADAL" clId="{814D90CD-D400-5612-B49E-CD4DF6BF7C8B}" dt="2026-02-02T17:24:05.211" v="5125"/>
          <ac:spMkLst>
            <pc:docMk/>
            <pc:sldMk cId="2650955730" sldId="676"/>
            <ac:spMk id="5" creationId="{00000000-0000-0000-0000-000000000000}"/>
          </ac:spMkLst>
        </pc:spChg>
        <pc:spChg chg="mod">
          <ac:chgData name="Schlesinger, Sebastian" userId="d814e6c9-e9fb-4b77-84f7-ccd8aa3529bb" providerId="ADAL" clId="{814D90CD-D400-5612-B49E-CD4DF6BF7C8B}" dt="2026-02-02T17:24:05.211" v="5125"/>
          <ac:spMkLst>
            <pc:docMk/>
            <pc:sldMk cId="2650955730" sldId="676"/>
            <ac:spMk id="6" creationId="{00000000-0000-0000-0000-000000000000}"/>
          </ac:spMkLst>
        </pc:spChg>
        <pc:spChg chg="mod">
          <ac:chgData name="Schlesinger, Sebastian" userId="d814e6c9-e9fb-4b77-84f7-ccd8aa3529bb" providerId="ADAL" clId="{814D90CD-D400-5612-B49E-CD4DF6BF7C8B}" dt="2026-02-03T11:37:35.020" v="5471" actId="1076"/>
          <ac:spMkLst>
            <pc:docMk/>
            <pc:sldMk cId="2650955730" sldId="676"/>
            <ac:spMk id="9" creationId="{00000000-0000-0000-0000-000000000000}"/>
          </ac:spMkLst>
        </pc:spChg>
        <pc:spChg chg="mod">
          <ac:chgData name="Schlesinger, Sebastian" userId="d814e6c9-e9fb-4b77-84f7-ccd8aa3529bb" providerId="ADAL" clId="{814D90CD-D400-5612-B49E-CD4DF6BF7C8B}" dt="2026-02-03T11:37:32.821" v="5470" actId="1076"/>
          <ac:spMkLst>
            <pc:docMk/>
            <pc:sldMk cId="2650955730" sldId="676"/>
            <ac:spMk id="11" creationId="{00000000-0000-0000-0000-000000000000}"/>
          </ac:spMkLst>
        </pc:spChg>
        <pc:spChg chg="mod">
          <ac:chgData name="Schlesinger, Sebastian" userId="d814e6c9-e9fb-4b77-84f7-ccd8aa3529bb" providerId="ADAL" clId="{814D90CD-D400-5612-B49E-CD4DF6BF7C8B}" dt="2026-02-03T11:37:32.821" v="5470" actId="1076"/>
          <ac:spMkLst>
            <pc:docMk/>
            <pc:sldMk cId="2650955730" sldId="676"/>
            <ac:spMk id="16" creationId="{00000000-0000-0000-0000-000000000000}"/>
          </ac:spMkLst>
        </pc:spChg>
        <pc:spChg chg="mod">
          <ac:chgData name="Schlesinger, Sebastian" userId="d814e6c9-e9fb-4b77-84f7-ccd8aa3529bb" providerId="ADAL" clId="{814D90CD-D400-5612-B49E-CD4DF6BF7C8B}" dt="2026-02-03T11:37:32.821" v="5470" actId="1076"/>
          <ac:spMkLst>
            <pc:docMk/>
            <pc:sldMk cId="2650955730" sldId="676"/>
            <ac:spMk id="17" creationId="{00000000-0000-0000-0000-000000000000}"/>
          </ac:spMkLst>
        </pc:spChg>
        <pc:spChg chg="mod">
          <ac:chgData name="Schlesinger, Sebastian" userId="d814e6c9-e9fb-4b77-84f7-ccd8aa3529bb" providerId="ADAL" clId="{814D90CD-D400-5612-B49E-CD4DF6BF7C8B}" dt="2026-02-03T11:37:32.821" v="5470" actId="1076"/>
          <ac:spMkLst>
            <pc:docMk/>
            <pc:sldMk cId="2650955730" sldId="676"/>
            <ac:spMk id="18" creationId="{00000000-0000-0000-0000-000000000000}"/>
          </ac:spMkLst>
        </pc:spChg>
        <pc:picChg chg="mod">
          <ac:chgData name="Schlesinger, Sebastian" userId="d814e6c9-e9fb-4b77-84f7-ccd8aa3529bb" providerId="ADAL" clId="{814D90CD-D400-5612-B49E-CD4DF6BF7C8B}" dt="2026-02-03T11:37:32.821" v="5470" actId="1076"/>
          <ac:picMkLst>
            <pc:docMk/>
            <pc:sldMk cId="2650955730" sldId="676"/>
            <ac:picMk id="4098" creationId="{00000000-0000-0000-0000-000000000000}"/>
          </ac:picMkLst>
        </pc:picChg>
        <pc:picChg chg="mod">
          <ac:chgData name="Schlesinger, Sebastian" userId="d814e6c9-e9fb-4b77-84f7-ccd8aa3529bb" providerId="ADAL" clId="{814D90CD-D400-5612-B49E-CD4DF6BF7C8B}" dt="2026-02-03T11:37:32.821" v="5470" actId="1076"/>
          <ac:picMkLst>
            <pc:docMk/>
            <pc:sldMk cId="2650955730" sldId="676"/>
            <ac:picMk id="5123" creationId="{00000000-0000-0000-0000-000000000000}"/>
          </ac:picMkLst>
        </pc:picChg>
        <pc:cxnChg chg="mod">
          <ac:chgData name="Schlesinger, Sebastian" userId="d814e6c9-e9fb-4b77-84f7-ccd8aa3529bb" providerId="ADAL" clId="{814D90CD-D400-5612-B49E-CD4DF6BF7C8B}" dt="2026-02-03T11:37:32.821" v="5470" actId="1076"/>
          <ac:cxnSpMkLst>
            <pc:docMk/>
            <pc:sldMk cId="2650955730" sldId="676"/>
            <ac:cxnSpMk id="19" creationId="{00000000-0000-0000-0000-000000000000}"/>
          </ac:cxnSpMkLst>
        </pc:cxnChg>
        <pc:cxnChg chg="mod">
          <ac:chgData name="Schlesinger, Sebastian" userId="d814e6c9-e9fb-4b77-84f7-ccd8aa3529bb" providerId="ADAL" clId="{814D90CD-D400-5612-B49E-CD4DF6BF7C8B}" dt="2026-02-03T11:37:32.821" v="5470" actId="1076"/>
          <ac:cxnSpMkLst>
            <pc:docMk/>
            <pc:sldMk cId="2650955730" sldId="676"/>
            <ac:cxnSpMk id="22" creationId="{00000000-0000-0000-0000-000000000000}"/>
          </ac:cxnSpMkLst>
        </pc:cxnChg>
        <pc:cxnChg chg="mod">
          <ac:chgData name="Schlesinger, Sebastian" userId="d814e6c9-e9fb-4b77-84f7-ccd8aa3529bb" providerId="ADAL" clId="{814D90CD-D400-5612-B49E-CD4DF6BF7C8B}" dt="2026-02-03T11:37:32.821" v="5470" actId="1076"/>
          <ac:cxnSpMkLst>
            <pc:docMk/>
            <pc:sldMk cId="2650955730" sldId="676"/>
            <ac:cxnSpMk id="25" creationId="{00000000-0000-0000-0000-000000000000}"/>
          </ac:cxnSpMkLst>
        </pc:cxnChg>
        <pc:cxnChg chg="mod">
          <ac:chgData name="Schlesinger, Sebastian" userId="d814e6c9-e9fb-4b77-84f7-ccd8aa3529bb" providerId="ADAL" clId="{814D90CD-D400-5612-B49E-CD4DF6BF7C8B}" dt="2026-02-03T11:37:32.821" v="5470" actId="1076"/>
          <ac:cxnSpMkLst>
            <pc:docMk/>
            <pc:sldMk cId="2650955730" sldId="676"/>
            <ac:cxnSpMk id="29" creationId="{00000000-0000-0000-0000-000000000000}"/>
          </ac:cxnSpMkLst>
        </pc:cxnChg>
      </pc:sldChg>
      <pc:sldChg chg="modSp add mod">
        <pc:chgData name="Schlesinger, Sebastian" userId="d814e6c9-e9fb-4b77-84f7-ccd8aa3529bb" providerId="ADAL" clId="{814D90CD-D400-5612-B49E-CD4DF6BF7C8B}" dt="2026-02-03T13:14:30.321" v="5562" actId="14100"/>
        <pc:sldMkLst>
          <pc:docMk/>
          <pc:sldMk cId="397340334" sldId="677"/>
        </pc:sldMkLst>
        <pc:spChg chg="mod">
          <ac:chgData name="Schlesinger, Sebastian" userId="d814e6c9-e9fb-4b77-84f7-ccd8aa3529bb" providerId="ADAL" clId="{814D90CD-D400-5612-B49E-CD4DF6BF7C8B}" dt="2026-02-02T17:24:05.211" v="5125"/>
          <ac:spMkLst>
            <pc:docMk/>
            <pc:sldMk cId="397340334" sldId="677"/>
            <ac:spMk id="5" creationId="{00000000-0000-0000-0000-000000000000}"/>
          </ac:spMkLst>
        </pc:spChg>
        <pc:spChg chg="mod">
          <ac:chgData name="Schlesinger, Sebastian" userId="d814e6c9-e9fb-4b77-84f7-ccd8aa3529bb" providerId="ADAL" clId="{814D90CD-D400-5612-B49E-CD4DF6BF7C8B}" dt="2026-02-02T17:24:05.211" v="5125"/>
          <ac:spMkLst>
            <pc:docMk/>
            <pc:sldMk cId="397340334" sldId="677"/>
            <ac:spMk id="6" creationId="{00000000-0000-0000-0000-000000000000}"/>
          </ac:spMkLst>
        </pc:spChg>
        <pc:spChg chg="mod">
          <ac:chgData name="Schlesinger, Sebastian" userId="d814e6c9-e9fb-4b77-84f7-ccd8aa3529bb" providerId="ADAL" clId="{814D90CD-D400-5612-B49E-CD4DF6BF7C8B}" dt="2026-02-03T13:14:30.321" v="5562" actId="14100"/>
          <ac:spMkLst>
            <pc:docMk/>
            <pc:sldMk cId="397340334" sldId="677"/>
            <ac:spMk id="38" creationId="{00000000-0000-0000-0000-000000000000}"/>
          </ac:spMkLst>
        </pc:spChg>
      </pc:sldChg>
      <pc:sldChg chg="addSp modSp mod">
        <pc:chgData name="Schlesinger, Sebastian" userId="d814e6c9-e9fb-4b77-84f7-ccd8aa3529bb" providerId="ADAL" clId="{814D90CD-D400-5612-B49E-CD4DF6BF7C8B}" dt="2026-02-03T09:54:39.412" v="5162" actId="20577"/>
        <pc:sldMkLst>
          <pc:docMk/>
          <pc:sldMk cId="2039478384" sldId="785"/>
        </pc:sldMkLst>
        <pc:spChg chg="add mod">
          <ac:chgData name="Schlesinger, Sebastian" userId="d814e6c9-e9fb-4b77-84f7-ccd8aa3529bb" providerId="ADAL" clId="{814D90CD-D400-5612-B49E-CD4DF6BF7C8B}" dt="2026-01-22T18:13:24.320" v="1715"/>
          <ac:spMkLst>
            <pc:docMk/>
            <pc:sldMk cId="2039478384" sldId="785"/>
            <ac:spMk id="2" creationId="{F16F884C-11E3-EEBA-FB5D-886B3FF7FAE6}"/>
          </ac:spMkLst>
        </pc:spChg>
        <pc:spChg chg="mod">
          <ac:chgData name="Schlesinger, Sebastian" userId="d814e6c9-e9fb-4b77-84f7-ccd8aa3529bb" providerId="ADAL" clId="{814D90CD-D400-5612-B49E-CD4DF6BF7C8B}" dt="2026-02-03T09:54:39.412" v="5162" actId="20577"/>
          <ac:spMkLst>
            <pc:docMk/>
            <pc:sldMk cId="2039478384" sldId="785"/>
            <ac:spMk id="4" creationId="{1E39F0E3-8C0D-B9FB-C5FC-26F66EBAD397}"/>
          </ac:spMkLst>
        </pc:spChg>
        <pc:spChg chg="add mod">
          <ac:chgData name="Schlesinger, Sebastian" userId="d814e6c9-e9fb-4b77-84f7-ccd8aa3529bb" providerId="ADAL" clId="{814D90CD-D400-5612-B49E-CD4DF6BF7C8B}" dt="2026-01-22T18:13:24.320" v="1715"/>
          <ac:spMkLst>
            <pc:docMk/>
            <pc:sldMk cId="2039478384" sldId="785"/>
            <ac:spMk id="6" creationId="{544A7715-BA0F-DB10-A552-EBA003592AE6}"/>
          </ac:spMkLst>
        </pc:spChg>
      </pc:sldChg>
      <pc:sldChg chg="modSp add del mod">
        <pc:chgData name="Schlesinger, Sebastian" userId="d814e6c9-e9fb-4b77-84f7-ccd8aa3529bb" providerId="ADAL" clId="{814D90CD-D400-5612-B49E-CD4DF6BF7C8B}" dt="2026-02-02T12:56:48.135" v="4370" actId="2696"/>
        <pc:sldMkLst>
          <pc:docMk/>
          <pc:sldMk cId="204516584" sldId="786"/>
        </pc:sldMkLst>
      </pc:sldChg>
      <pc:sldChg chg="modSp add mod">
        <pc:chgData name="Schlesinger, Sebastian" userId="d814e6c9-e9fb-4b77-84f7-ccd8aa3529bb" providerId="ADAL" clId="{814D90CD-D400-5612-B49E-CD4DF6BF7C8B}" dt="2026-02-03T09:55:09.517" v="5172" actId="207"/>
        <pc:sldMkLst>
          <pc:docMk/>
          <pc:sldMk cId="988579897" sldId="786"/>
        </pc:sldMkLst>
        <pc:spChg chg="mod">
          <ac:chgData name="Schlesinger, Sebastian" userId="d814e6c9-e9fb-4b77-84f7-ccd8aa3529bb" providerId="ADAL" clId="{814D90CD-D400-5612-B49E-CD4DF6BF7C8B}" dt="2026-02-03T09:55:09.517" v="5172" actId="207"/>
          <ac:spMkLst>
            <pc:docMk/>
            <pc:sldMk cId="988579897" sldId="786"/>
            <ac:spMk id="9" creationId="{4D8FE83F-1E22-51B6-8BC0-C52F66636900}"/>
          </ac:spMkLst>
        </pc:spChg>
      </pc:sldChg>
      <pc:sldChg chg="modSp add del mod">
        <pc:chgData name="Schlesinger, Sebastian" userId="d814e6c9-e9fb-4b77-84f7-ccd8aa3529bb" providerId="ADAL" clId="{814D90CD-D400-5612-B49E-CD4DF6BF7C8B}" dt="2026-02-02T17:23:42.656" v="5087" actId="2696"/>
        <pc:sldMkLst>
          <pc:docMk/>
          <pc:sldMk cId="3608486199" sldId="786"/>
        </pc:sldMkLst>
        <pc:spChg chg="mod">
          <ac:chgData name="Schlesinger, Sebastian" userId="d814e6c9-e9fb-4b77-84f7-ccd8aa3529bb" providerId="ADAL" clId="{814D90CD-D400-5612-B49E-CD4DF6BF7C8B}" dt="2026-02-02T12:57:47.194" v="4390" actId="207"/>
          <ac:spMkLst>
            <pc:docMk/>
            <pc:sldMk cId="3608486199" sldId="786"/>
            <ac:spMk id="3078" creationId="{BADA0C72-3DB5-B34A-B8DA-BD816A5D3065}"/>
          </ac:spMkLst>
        </pc:spChg>
      </pc:sldChg>
      <pc:sldChg chg="modSp add del mod">
        <pc:chgData name="Schlesinger, Sebastian" userId="d814e6c9-e9fb-4b77-84f7-ccd8aa3529bb" providerId="ADAL" clId="{814D90CD-D400-5612-B49E-CD4DF6BF7C8B}" dt="2026-02-02T12:56:48.137" v="4372" actId="2696"/>
        <pc:sldMkLst>
          <pc:docMk/>
          <pc:sldMk cId="889159236" sldId="787"/>
        </pc:sldMkLst>
      </pc:sldChg>
      <pc:sldChg chg="modSp add del mod">
        <pc:chgData name="Schlesinger, Sebastian" userId="d814e6c9-e9fb-4b77-84f7-ccd8aa3529bb" providerId="ADAL" clId="{814D90CD-D400-5612-B49E-CD4DF6BF7C8B}" dt="2026-02-02T17:23:42.646" v="5082" actId="2696"/>
        <pc:sldMkLst>
          <pc:docMk/>
          <pc:sldMk cId="2208504222" sldId="787"/>
        </pc:sldMkLst>
        <pc:spChg chg="mod">
          <ac:chgData name="Schlesinger, Sebastian" userId="d814e6c9-e9fb-4b77-84f7-ccd8aa3529bb" providerId="ADAL" clId="{814D90CD-D400-5612-B49E-CD4DF6BF7C8B}" dt="2026-02-02T13:01:09.767" v="4426" actId="207"/>
          <ac:spMkLst>
            <pc:docMk/>
            <pc:sldMk cId="2208504222" sldId="787"/>
            <ac:spMk id="3078" creationId="{A6E072D5-4973-AAFF-0F7E-C2D13B1B4997}"/>
          </ac:spMkLst>
        </pc:spChg>
      </pc:sldChg>
      <pc:sldChg chg="modSp add mod">
        <pc:chgData name="Schlesinger, Sebastian" userId="d814e6c9-e9fb-4b77-84f7-ccd8aa3529bb" providerId="ADAL" clId="{814D90CD-D400-5612-B49E-CD4DF6BF7C8B}" dt="2026-02-03T10:24:57.443" v="5213" actId="207"/>
        <pc:sldMkLst>
          <pc:docMk/>
          <pc:sldMk cId="2665571256" sldId="787"/>
        </pc:sldMkLst>
        <pc:spChg chg="mod">
          <ac:chgData name="Schlesinger, Sebastian" userId="d814e6c9-e9fb-4b77-84f7-ccd8aa3529bb" providerId="ADAL" clId="{814D90CD-D400-5612-B49E-CD4DF6BF7C8B}" dt="2026-02-03T10:24:57.443" v="5213" actId="207"/>
          <ac:spMkLst>
            <pc:docMk/>
            <pc:sldMk cId="2665571256" sldId="787"/>
            <ac:spMk id="9" creationId="{8D723356-E0E4-F673-4395-498D29612D2D}"/>
          </ac:spMkLst>
        </pc:spChg>
      </pc:sldChg>
      <pc:sldChg chg="modSp add del mod">
        <pc:chgData name="Schlesinger, Sebastian" userId="d814e6c9-e9fb-4b77-84f7-ccd8aa3529bb" providerId="ADAL" clId="{814D90CD-D400-5612-B49E-CD4DF6BF7C8B}" dt="2026-02-02T17:23:42.667" v="5096" actId="2696"/>
        <pc:sldMkLst>
          <pc:docMk/>
          <pc:sldMk cId="8607213" sldId="788"/>
        </pc:sldMkLst>
        <pc:spChg chg="mod">
          <ac:chgData name="Schlesinger, Sebastian" userId="d814e6c9-e9fb-4b77-84f7-ccd8aa3529bb" providerId="ADAL" clId="{814D90CD-D400-5612-B49E-CD4DF6BF7C8B}" dt="2026-02-02T14:12:42.107" v="4553" actId="207"/>
          <ac:spMkLst>
            <pc:docMk/>
            <pc:sldMk cId="8607213" sldId="788"/>
            <ac:spMk id="3078" creationId="{BFDB8FB2-1A61-78C9-3204-94D1ABDA487A}"/>
          </ac:spMkLst>
        </pc:spChg>
      </pc:sldChg>
      <pc:sldChg chg="modSp add mod">
        <pc:chgData name="Schlesinger, Sebastian" userId="d814e6c9-e9fb-4b77-84f7-ccd8aa3529bb" providerId="ADAL" clId="{814D90CD-D400-5612-B49E-CD4DF6BF7C8B}" dt="2026-02-03T11:20:22.889" v="5403" actId="207"/>
        <pc:sldMkLst>
          <pc:docMk/>
          <pc:sldMk cId="1523595087" sldId="788"/>
        </pc:sldMkLst>
        <pc:spChg chg="mod">
          <ac:chgData name="Schlesinger, Sebastian" userId="d814e6c9-e9fb-4b77-84f7-ccd8aa3529bb" providerId="ADAL" clId="{814D90CD-D400-5612-B49E-CD4DF6BF7C8B}" dt="2026-02-03T11:20:22.889" v="5403" actId="207"/>
          <ac:spMkLst>
            <pc:docMk/>
            <pc:sldMk cId="1523595087" sldId="788"/>
            <ac:spMk id="9" creationId="{F40ADB2E-C0C1-F62C-EDF5-A6712B24B336}"/>
          </ac:spMkLst>
        </pc:spChg>
      </pc:sldChg>
      <pc:sldChg chg="modSp add del mod">
        <pc:chgData name="Schlesinger, Sebastian" userId="d814e6c9-e9fb-4b77-84f7-ccd8aa3529bb" providerId="ADAL" clId="{814D90CD-D400-5612-B49E-CD4DF6BF7C8B}" dt="2026-02-02T12:56:48.111" v="4353" actId="2696"/>
        <pc:sldMkLst>
          <pc:docMk/>
          <pc:sldMk cId="2826191136" sldId="788"/>
        </pc:sldMkLst>
      </pc:sldChg>
      <pc:sldChg chg="modSp add del mod">
        <pc:chgData name="Schlesinger, Sebastian" userId="d814e6c9-e9fb-4b77-84f7-ccd8aa3529bb" providerId="ADAL" clId="{814D90CD-D400-5612-B49E-CD4DF6BF7C8B}" dt="2026-02-02T17:23:42.644" v="5080" actId="2696"/>
        <pc:sldMkLst>
          <pc:docMk/>
          <pc:sldMk cId="3129638199" sldId="789"/>
        </pc:sldMkLst>
        <pc:spChg chg="mod">
          <ac:chgData name="Schlesinger, Sebastian" userId="d814e6c9-e9fb-4b77-84f7-ccd8aa3529bb" providerId="ADAL" clId="{814D90CD-D400-5612-B49E-CD4DF6BF7C8B}" dt="2026-02-02T14:17:36.628" v="4640" actId="207"/>
          <ac:spMkLst>
            <pc:docMk/>
            <pc:sldMk cId="3129638199" sldId="789"/>
            <ac:spMk id="3078" creationId="{3BF92683-5741-DE8D-FC9D-D7291BF6C619}"/>
          </ac:spMkLst>
        </pc:spChg>
      </pc:sldChg>
      <pc:sldChg chg="modSp add mod">
        <pc:chgData name="Schlesinger, Sebastian" userId="d814e6c9-e9fb-4b77-84f7-ccd8aa3529bb" providerId="ADAL" clId="{814D90CD-D400-5612-B49E-CD4DF6BF7C8B}" dt="2026-02-03T11:35:10.285" v="5454" actId="207"/>
        <pc:sldMkLst>
          <pc:docMk/>
          <pc:sldMk cId="3289764414" sldId="789"/>
        </pc:sldMkLst>
        <pc:spChg chg="mod">
          <ac:chgData name="Schlesinger, Sebastian" userId="d814e6c9-e9fb-4b77-84f7-ccd8aa3529bb" providerId="ADAL" clId="{814D90CD-D400-5612-B49E-CD4DF6BF7C8B}" dt="2026-02-03T11:35:10.285" v="5454" actId="207"/>
          <ac:spMkLst>
            <pc:docMk/>
            <pc:sldMk cId="3289764414" sldId="789"/>
            <ac:spMk id="9" creationId="{A27A5205-5DDA-6C47-3FCD-5C8C3C358220}"/>
          </ac:spMkLst>
        </pc:spChg>
      </pc:sldChg>
      <pc:sldChg chg="addSp delSp modSp add del mod delAnim modAnim">
        <pc:chgData name="Schlesinger, Sebastian" userId="d814e6c9-e9fb-4b77-84f7-ccd8aa3529bb" providerId="ADAL" clId="{814D90CD-D400-5612-B49E-CD4DF6BF7C8B}" dt="2026-02-02T12:56:48.054" v="4329" actId="2696"/>
        <pc:sldMkLst>
          <pc:docMk/>
          <pc:sldMk cId="4045331320" sldId="789"/>
        </pc:sldMkLst>
      </pc:sldChg>
      <pc:sldChg chg="modSp add del mod">
        <pc:chgData name="Schlesinger, Sebastian" userId="d814e6c9-e9fb-4b77-84f7-ccd8aa3529bb" providerId="ADAL" clId="{814D90CD-D400-5612-B49E-CD4DF6BF7C8B}" dt="2026-02-02T17:23:42.671" v="5099" actId="2696"/>
        <pc:sldMkLst>
          <pc:docMk/>
          <pc:sldMk cId="1240307828" sldId="790"/>
        </pc:sldMkLst>
        <pc:spChg chg="mod">
          <ac:chgData name="Schlesinger, Sebastian" userId="d814e6c9-e9fb-4b77-84f7-ccd8aa3529bb" providerId="ADAL" clId="{814D90CD-D400-5612-B49E-CD4DF6BF7C8B}" dt="2026-02-02T14:18:54.427" v="4658" actId="207"/>
          <ac:spMkLst>
            <pc:docMk/>
            <pc:sldMk cId="1240307828" sldId="790"/>
            <ac:spMk id="3078" creationId="{34AD1FBF-0BEB-CF6C-4AC9-15093C2A88DB}"/>
          </ac:spMkLst>
        </pc:spChg>
      </pc:sldChg>
      <pc:sldChg chg="modSp add mod">
        <pc:chgData name="Schlesinger, Sebastian" userId="d814e6c9-e9fb-4b77-84f7-ccd8aa3529bb" providerId="ADAL" clId="{814D90CD-D400-5612-B49E-CD4DF6BF7C8B}" dt="2026-02-03T11:37:50.112" v="5476" actId="207"/>
        <pc:sldMkLst>
          <pc:docMk/>
          <pc:sldMk cId="1584308492" sldId="790"/>
        </pc:sldMkLst>
        <pc:spChg chg="mod">
          <ac:chgData name="Schlesinger, Sebastian" userId="d814e6c9-e9fb-4b77-84f7-ccd8aa3529bb" providerId="ADAL" clId="{814D90CD-D400-5612-B49E-CD4DF6BF7C8B}" dt="2026-02-03T11:37:50.112" v="5476" actId="207"/>
          <ac:spMkLst>
            <pc:docMk/>
            <pc:sldMk cId="1584308492" sldId="790"/>
            <ac:spMk id="9" creationId="{8DCC1723-2884-B9B6-F50D-19D836032664}"/>
          </ac:spMkLst>
        </pc:spChg>
      </pc:sldChg>
      <pc:sldChg chg="add del">
        <pc:chgData name="Schlesinger, Sebastian" userId="d814e6c9-e9fb-4b77-84f7-ccd8aa3529bb" providerId="ADAL" clId="{814D90CD-D400-5612-B49E-CD4DF6BF7C8B}" dt="2026-02-02T12:56:48.115" v="4356" actId="2696"/>
        <pc:sldMkLst>
          <pc:docMk/>
          <pc:sldMk cId="1613588326" sldId="790"/>
        </pc:sldMkLst>
      </pc:sldChg>
      <pc:sldChg chg="addSp delSp modSp add del mod">
        <pc:chgData name="Schlesinger, Sebastian" userId="d814e6c9-e9fb-4b77-84f7-ccd8aa3529bb" providerId="ADAL" clId="{814D90CD-D400-5612-B49E-CD4DF6BF7C8B}" dt="2026-02-02T17:23:42.677" v="5105" actId="2696"/>
        <pc:sldMkLst>
          <pc:docMk/>
          <pc:sldMk cId="1065000680" sldId="791"/>
        </pc:sldMkLst>
        <pc:spChg chg="mod">
          <ac:chgData name="Schlesinger, Sebastian" userId="d814e6c9-e9fb-4b77-84f7-ccd8aa3529bb" providerId="ADAL" clId="{814D90CD-D400-5612-B49E-CD4DF6BF7C8B}" dt="2026-02-02T14:20:48.642" v="4678" actId="207"/>
          <ac:spMkLst>
            <pc:docMk/>
            <pc:sldMk cId="1065000680" sldId="791"/>
            <ac:spMk id="5" creationId="{B71DDA2A-C77D-1931-C457-E92C67D3A431}"/>
          </ac:spMkLst>
        </pc:spChg>
        <pc:spChg chg="mod">
          <ac:chgData name="Schlesinger, Sebastian" userId="d814e6c9-e9fb-4b77-84f7-ccd8aa3529bb" providerId="ADAL" clId="{814D90CD-D400-5612-B49E-CD4DF6BF7C8B}" dt="2026-02-02T14:20:52.885" v="4679" actId="207"/>
          <ac:spMkLst>
            <pc:docMk/>
            <pc:sldMk cId="1065000680" sldId="791"/>
            <ac:spMk id="11" creationId="{BDF135EC-B52E-60BA-A9BB-E9A70150058E}"/>
          </ac:spMkLst>
        </pc:spChg>
        <pc:spChg chg="del">
          <ac:chgData name="Schlesinger, Sebastian" userId="d814e6c9-e9fb-4b77-84f7-ccd8aa3529bb" providerId="ADAL" clId="{814D90CD-D400-5612-B49E-CD4DF6BF7C8B}" dt="2026-02-02T14:23:24.652" v="4685" actId="478"/>
          <ac:spMkLst>
            <pc:docMk/>
            <pc:sldMk cId="1065000680" sldId="791"/>
            <ac:spMk id="19" creationId="{0EA6419F-FDF6-E53C-92AF-8C43685114B1}"/>
          </ac:spMkLst>
        </pc:spChg>
        <pc:spChg chg="mod">
          <ac:chgData name="Schlesinger, Sebastian" userId="d814e6c9-e9fb-4b77-84f7-ccd8aa3529bb" providerId="ADAL" clId="{814D90CD-D400-5612-B49E-CD4DF6BF7C8B}" dt="2026-02-02T14:22:37.260" v="4681" actId="207"/>
          <ac:spMkLst>
            <pc:docMk/>
            <pc:sldMk cId="1065000680" sldId="791"/>
            <ac:spMk id="21" creationId="{9F1FBD50-82C4-17C6-EE3E-7CA5764C26A7}"/>
          </ac:spMkLst>
        </pc:spChg>
        <pc:spChg chg="mod">
          <ac:chgData name="Schlesinger, Sebastian" userId="d814e6c9-e9fb-4b77-84f7-ccd8aa3529bb" providerId="ADAL" clId="{814D90CD-D400-5612-B49E-CD4DF6BF7C8B}" dt="2026-02-02T14:22:55.514" v="4683" actId="692"/>
          <ac:spMkLst>
            <pc:docMk/>
            <pc:sldMk cId="1065000680" sldId="791"/>
            <ac:spMk id="27" creationId="{12793CA6-BBE4-EB80-91FE-923A9DC37E2D}"/>
          </ac:spMkLst>
        </pc:spChg>
        <pc:spChg chg="mod">
          <ac:chgData name="Schlesinger, Sebastian" userId="d814e6c9-e9fb-4b77-84f7-ccd8aa3529bb" providerId="ADAL" clId="{814D90CD-D400-5612-B49E-CD4DF6BF7C8B}" dt="2026-02-02T14:22:55.514" v="4683" actId="692"/>
          <ac:spMkLst>
            <pc:docMk/>
            <pc:sldMk cId="1065000680" sldId="791"/>
            <ac:spMk id="29" creationId="{725B5B9D-DEDF-2024-B55D-5E1FD03DE0BD}"/>
          </ac:spMkLst>
        </pc:spChg>
        <pc:spChg chg="mod">
          <ac:chgData name="Schlesinger, Sebastian" userId="d814e6c9-e9fb-4b77-84f7-ccd8aa3529bb" providerId="ADAL" clId="{814D90CD-D400-5612-B49E-CD4DF6BF7C8B}" dt="2026-02-02T14:22:55.514" v="4683" actId="692"/>
          <ac:spMkLst>
            <pc:docMk/>
            <pc:sldMk cId="1065000680" sldId="791"/>
            <ac:spMk id="31" creationId="{90EDD2D9-5CF6-1284-D049-E8EA68EC6693}"/>
          </ac:spMkLst>
        </pc:spChg>
        <pc:spChg chg="mod">
          <ac:chgData name="Schlesinger, Sebastian" userId="d814e6c9-e9fb-4b77-84f7-ccd8aa3529bb" providerId="ADAL" clId="{814D90CD-D400-5612-B49E-CD4DF6BF7C8B}" dt="2026-02-02T14:22:55.514" v="4683" actId="692"/>
          <ac:spMkLst>
            <pc:docMk/>
            <pc:sldMk cId="1065000680" sldId="791"/>
            <ac:spMk id="33" creationId="{7342E61F-8887-863F-835C-13C6E13D15BA}"/>
          </ac:spMkLst>
        </pc:spChg>
        <pc:spChg chg="del">
          <ac:chgData name="Schlesinger, Sebastian" userId="d814e6c9-e9fb-4b77-84f7-ccd8aa3529bb" providerId="ADAL" clId="{814D90CD-D400-5612-B49E-CD4DF6BF7C8B}" dt="2026-02-02T14:23:27.503" v="4686" actId="478"/>
          <ac:spMkLst>
            <pc:docMk/>
            <pc:sldMk cId="1065000680" sldId="791"/>
            <ac:spMk id="35" creationId="{CB526A36-C486-987A-4235-07032783CB47}"/>
          </ac:spMkLst>
        </pc:spChg>
        <pc:spChg chg="del">
          <ac:chgData name="Schlesinger, Sebastian" userId="d814e6c9-e9fb-4b77-84f7-ccd8aa3529bb" providerId="ADAL" clId="{814D90CD-D400-5612-B49E-CD4DF6BF7C8B}" dt="2026-02-02T14:23:24.652" v="4685" actId="478"/>
          <ac:spMkLst>
            <pc:docMk/>
            <pc:sldMk cId="1065000680" sldId="791"/>
            <ac:spMk id="36" creationId="{114DC952-BE76-BB25-B666-3BF9BDE3FB0E}"/>
          </ac:spMkLst>
        </pc:spChg>
        <pc:spChg chg="add mod">
          <ac:chgData name="Schlesinger, Sebastian" userId="d814e6c9-e9fb-4b77-84f7-ccd8aa3529bb" providerId="ADAL" clId="{814D90CD-D400-5612-B49E-CD4DF6BF7C8B}" dt="2026-02-02T14:23:30.573" v="4688" actId="1076"/>
          <ac:spMkLst>
            <pc:docMk/>
            <pc:sldMk cId="1065000680" sldId="791"/>
            <ac:spMk id="37" creationId="{6FB92D24-6A33-D64D-CF8E-30AFC1691FD8}"/>
          </ac:spMkLst>
        </pc:spChg>
        <pc:spChg chg="add mod">
          <ac:chgData name="Schlesinger, Sebastian" userId="d814e6c9-e9fb-4b77-84f7-ccd8aa3529bb" providerId="ADAL" clId="{814D90CD-D400-5612-B49E-CD4DF6BF7C8B}" dt="2026-02-02T14:23:30.573" v="4688" actId="1076"/>
          <ac:spMkLst>
            <pc:docMk/>
            <pc:sldMk cId="1065000680" sldId="791"/>
            <ac:spMk id="38" creationId="{FE483AA5-4197-19F2-4860-5497167CA8F3}"/>
          </ac:spMkLst>
        </pc:spChg>
        <pc:spChg chg="add mod">
          <ac:chgData name="Schlesinger, Sebastian" userId="d814e6c9-e9fb-4b77-84f7-ccd8aa3529bb" providerId="ADAL" clId="{814D90CD-D400-5612-B49E-CD4DF6BF7C8B}" dt="2026-02-02T14:23:38.550" v="4698" actId="1035"/>
          <ac:spMkLst>
            <pc:docMk/>
            <pc:sldMk cId="1065000680" sldId="791"/>
            <ac:spMk id="39" creationId="{5E4781E3-3362-C951-EDC0-94DFFF07CFC1}"/>
          </ac:spMkLst>
        </pc:spChg>
        <pc:cxnChg chg="mod">
          <ac:chgData name="Schlesinger, Sebastian" userId="d814e6c9-e9fb-4b77-84f7-ccd8aa3529bb" providerId="ADAL" clId="{814D90CD-D400-5612-B49E-CD4DF6BF7C8B}" dt="2026-02-02T14:23:03.476" v="4684" actId="692"/>
          <ac:cxnSpMkLst>
            <pc:docMk/>
            <pc:sldMk cId="1065000680" sldId="791"/>
            <ac:cxnSpMk id="22" creationId="{0B5D9838-AEF8-34D6-C0DC-11A6D658EA1F}"/>
          </ac:cxnSpMkLst>
        </pc:cxnChg>
        <pc:cxnChg chg="mod">
          <ac:chgData name="Schlesinger, Sebastian" userId="d814e6c9-e9fb-4b77-84f7-ccd8aa3529bb" providerId="ADAL" clId="{814D90CD-D400-5612-B49E-CD4DF6BF7C8B}" dt="2026-02-02T14:23:03.476" v="4684" actId="692"/>
          <ac:cxnSpMkLst>
            <pc:docMk/>
            <pc:sldMk cId="1065000680" sldId="791"/>
            <ac:cxnSpMk id="28" creationId="{0EE29097-E93C-C02D-B079-D970A33A2696}"/>
          </ac:cxnSpMkLst>
        </pc:cxnChg>
        <pc:cxnChg chg="mod">
          <ac:chgData name="Schlesinger, Sebastian" userId="d814e6c9-e9fb-4b77-84f7-ccd8aa3529bb" providerId="ADAL" clId="{814D90CD-D400-5612-B49E-CD4DF6BF7C8B}" dt="2026-02-02T14:23:03.476" v="4684" actId="692"/>
          <ac:cxnSpMkLst>
            <pc:docMk/>
            <pc:sldMk cId="1065000680" sldId="791"/>
            <ac:cxnSpMk id="30" creationId="{A1F1E34F-9260-2389-2682-1804A01FA922}"/>
          </ac:cxnSpMkLst>
        </pc:cxnChg>
        <pc:cxnChg chg="mod">
          <ac:chgData name="Schlesinger, Sebastian" userId="d814e6c9-e9fb-4b77-84f7-ccd8aa3529bb" providerId="ADAL" clId="{814D90CD-D400-5612-B49E-CD4DF6BF7C8B}" dt="2026-02-02T14:23:03.476" v="4684" actId="692"/>
          <ac:cxnSpMkLst>
            <pc:docMk/>
            <pc:sldMk cId="1065000680" sldId="791"/>
            <ac:cxnSpMk id="32" creationId="{1E77FDC0-91E8-4730-2B6D-0046F45AF79D}"/>
          </ac:cxnSpMkLst>
        </pc:cxnChg>
        <pc:cxnChg chg="mod">
          <ac:chgData name="Schlesinger, Sebastian" userId="d814e6c9-e9fb-4b77-84f7-ccd8aa3529bb" providerId="ADAL" clId="{814D90CD-D400-5612-B49E-CD4DF6BF7C8B}" dt="2026-02-02T14:23:03.476" v="4684" actId="692"/>
          <ac:cxnSpMkLst>
            <pc:docMk/>
            <pc:sldMk cId="1065000680" sldId="791"/>
            <ac:cxnSpMk id="34" creationId="{4808B99F-EAE2-51D0-1362-C93E12DA9C96}"/>
          </ac:cxnSpMkLst>
        </pc:cxnChg>
      </pc:sldChg>
      <pc:sldChg chg="modSp add mod">
        <pc:chgData name="Schlesinger, Sebastian" userId="d814e6c9-e9fb-4b77-84f7-ccd8aa3529bb" providerId="ADAL" clId="{814D90CD-D400-5612-B49E-CD4DF6BF7C8B}" dt="2026-02-03T13:13:01.134" v="5526" actId="207"/>
        <pc:sldMkLst>
          <pc:docMk/>
          <pc:sldMk cId="1647607266" sldId="791"/>
        </pc:sldMkLst>
        <pc:spChg chg="mod">
          <ac:chgData name="Schlesinger, Sebastian" userId="d814e6c9-e9fb-4b77-84f7-ccd8aa3529bb" providerId="ADAL" clId="{814D90CD-D400-5612-B49E-CD4DF6BF7C8B}" dt="2026-02-03T13:13:01.134" v="5526" actId="207"/>
          <ac:spMkLst>
            <pc:docMk/>
            <pc:sldMk cId="1647607266" sldId="791"/>
            <ac:spMk id="9" creationId="{435A96C7-229A-85B0-F41D-98AC70122118}"/>
          </ac:spMkLst>
        </pc:spChg>
      </pc:sldChg>
      <pc:sldChg chg="add del">
        <pc:chgData name="Schlesinger, Sebastian" userId="d814e6c9-e9fb-4b77-84f7-ccd8aa3529bb" providerId="ADAL" clId="{814D90CD-D400-5612-B49E-CD4DF6BF7C8B}" dt="2026-02-02T14:19:57.490" v="4676" actId="2696"/>
        <pc:sldMkLst>
          <pc:docMk/>
          <pc:sldMk cId="2722648933" sldId="791"/>
        </pc:sldMkLst>
      </pc:sldChg>
      <pc:sldChg chg="add">
        <pc:chgData name="Schlesinger, Sebastian" userId="d814e6c9-e9fb-4b77-84f7-ccd8aa3529bb" providerId="ADAL" clId="{814D90CD-D400-5612-B49E-CD4DF6BF7C8B}" dt="2026-02-03T13:40:31.976" v="5563"/>
        <pc:sldMkLst>
          <pc:docMk/>
          <pc:sldMk cId="1615331274" sldId="792"/>
        </pc:sldMkLst>
      </pc:sldChg>
      <pc:sldChg chg="addSp modSp new del mod ord">
        <pc:chgData name="Schlesinger, Sebastian" userId="d814e6c9-e9fb-4b77-84f7-ccd8aa3529bb" providerId="ADAL" clId="{814D90CD-D400-5612-B49E-CD4DF6BF7C8B}" dt="2026-02-02T17:23:42.686" v="5113" actId="2696"/>
        <pc:sldMkLst>
          <pc:docMk/>
          <pc:sldMk cId="3107772165" sldId="792"/>
        </pc:sldMkLst>
        <pc:spChg chg="mod">
          <ac:chgData name="Schlesinger, Sebastian" userId="d814e6c9-e9fb-4b77-84f7-ccd8aa3529bb" providerId="ADAL" clId="{814D90CD-D400-5612-B49E-CD4DF6BF7C8B}" dt="2026-02-02T14:31:35.076" v="4798" actId="14100"/>
          <ac:spMkLst>
            <pc:docMk/>
            <pc:sldMk cId="3107772165" sldId="792"/>
            <ac:spMk id="2" creationId="{A4D611E3-8C38-721C-69AC-FB9519E1F79B}"/>
          </ac:spMkLst>
        </pc:spChg>
        <pc:spChg chg="mod">
          <ac:chgData name="Schlesinger, Sebastian" userId="d814e6c9-e9fb-4b77-84f7-ccd8aa3529bb" providerId="ADAL" clId="{814D90CD-D400-5612-B49E-CD4DF6BF7C8B}" dt="2026-02-02T14:37:43.604" v="5058" actId="1076"/>
          <ac:spMkLst>
            <pc:docMk/>
            <pc:sldMk cId="3107772165" sldId="792"/>
            <ac:spMk id="3" creationId="{7D23EA1C-0EE5-80C2-D4A4-A15272DD071E}"/>
          </ac:spMkLst>
        </pc:spChg>
        <pc:spChg chg="add mod">
          <ac:chgData name="Schlesinger, Sebastian" userId="d814e6c9-e9fb-4b77-84f7-ccd8aa3529bb" providerId="ADAL" clId="{814D90CD-D400-5612-B49E-CD4DF6BF7C8B}" dt="2026-02-02T14:37:47.719" v="5059" actId="14100"/>
          <ac:spMkLst>
            <pc:docMk/>
            <pc:sldMk cId="3107772165" sldId="792"/>
            <ac:spMk id="6" creationId="{D69CC652-C0CD-D80A-5A60-22C72ABCA21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7963" cy="3444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6913563" y="0"/>
            <a:ext cx="5287962" cy="344488"/>
          </a:xfrm>
          <a:prstGeom prst="rect">
            <a:avLst/>
          </a:prstGeom>
        </p:spPr>
        <p:txBody>
          <a:bodyPr vert="horz" lIns="91440" tIns="45720" rIns="91440" bIns="45720" rtlCol="0"/>
          <a:lstStyle>
            <a:lvl1pPr algn="r">
              <a:defRPr sz="1200"/>
            </a:lvl1pPr>
          </a:lstStyle>
          <a:p>
            <a:fld id="{98545AE8-00EA-A144-98E2-750A331B48B7}" type="datetimeFigureOut">
              <a:rPr lang="en-DE" smtClean="0"/>
              <a:t>03.02.26</a:t>
            </a:fld>
            <a:endParaRPr lang="en-DE"/>
          </a:p>
        </p:txBody>
      </p:sp>
      <p:sp>
        <p:nvSpPr>
          <p:cNvPr id="4" name="Slide Image Placeholder 3"/>
          <p:cNvSpPr>
            <a:spLocks noGrp="1" noRot="1" noChangeAspect="1"/>
          </p:cNvSpPr>
          <p:nvPr>
            <p:ph type="sldImg" idx="2"/>
          </p:nvPr>
        </p:nvSpPr>
        <p:spPr>
          <a:xfrm>
            <a:off x="4043363" y="857250"/>
            <a:ext cx="4117975" cy="2314575"/>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1220788" y="3300413"/>
            <a:ext cx="9763125"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6513513"/>
            <a:ext cx="5287963" cy="3444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6913563" y="6513513"/>
            <a:ext cx="5287962" cy="344487"/>
          </a:xfrm>
          <a:prstGeom prst="rect">
            <a:avLst/>
          </a:prstGeom>
        </p:spPr>
        <p:txBody>
          <a:bodyPr vert="horz" lIns="91440" tIns="45720" rIns="91440" bIns="45720" rtlCol="0" anchor="b"/>
          <a:lstStyle>
            <a:lvl1pPr algn="r">
              <a:defRPr sz="1200"/>
            </a:lvl1pPr>
          </a:lstStyle>
          <a:p>
            <a:fld id="{055A5A92-C89D-CC45-A26D-4CE9A4E87943}" type="slidenum">
              <a:rPr lang="en-DE" smtClean="0"/>
              <a:t>‹#›</a:t>
            </a:fld>
            <a:endParaRPr lang="en-DE"/>
          </a:p>
        </p:txBody>
      </p:sp>
    </p:spTree>
    <p:extLst>
      <p:ext uri="{BB962C8B-B14F-4D97-AF65-F5344CB8AC3E}">
        <p14:creationId xmlns:p14="http://schemas.microsoft.com/office/powerpoint/2010/main" val="917627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dict.leo.org/ende?lp=ende&amp;lang=de&amp;searchLoc=0&amp;searchLocRelinked=1&amp;search=das&amp;trestr=0x801" TargetMode="External"/><Relationship Id="rId2" Type="http://schemas.openxmlformats.org/officeDocument/2006/relationships/slide" Target="../slides/slide50.xml"/><Relationship Id="rId1" Type="http://schemas.openxmlformats.org/officeDocument/2006/relationships/notesMaster" Target="../notesMasters/notesMaster1.xml"/><Relationship Id="rId4" Type="http://schemas.openxmlformats.org/officeDocument/2006/relationships/hyperlink" Target="http://dict.leo.org/ende?lp=ende&amp;lang=de&amp;searchLoc=0&amp;searchLocRelinked=1&amp;search=Drehmoment&amp;trestr=0x801"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29387BD9-BE2C-4A3A-8579-A57A9B514E56}" type="slidenum">
              <a:rPr lang="de-DE" smtClean="0"/>
              <a:t>6</a:t>
            </a:fld>
            <a:endParaRPr lang="de-DE"/>
          </a:p>
        </p:txBody>
      </p:sp>
    </p:spTree>
    <p:extLst>
      <p:ext uri="{BB962C8B-B14F-4D97-AF65-F5344CB8AC3E}">
        <p14:creationId xmlns:p14="http://schemas.microsoft.com/office/powerpoint/2010/main" val="751562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7F616-CA85-9D7E-2BAA-1FA0E9A9BE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87D4C68-1E84-462A-EF10-382D89B19200}"/>
              </a:ext>
            </a:extLst>
          </p:cNvPr>
          <p:cNvSpPr>
            <a:spLocks noGrp="1" noRot="1" noChangeAspect="1"/>
          </p:cNvSpPr>
          <p:nvPr>
            <p:ph type="sldImg"/>
          </p:nvPr>
        </p:nvSpPr>
        <p:spPr>
          <a:xfrm>
            <a:off x="377825" y="685800"/>
            <a:ext cx="6102350" cy="3429000"/>
          </a:xfrm>
        </p:spPr>
      </p:sp>
      <p:sp>
        <p:nvSpPr>
          <p:cNvPr id="3" name="Notizenplatzhalter 2">
            <a:extLst>
              <a:ext uri="{FF2B5EF4-FFF2-40B4-BE49-F238E27FC236}">
                <a16:creationId xmlns:a16="http://schemas.microsoft.com/office/drawing/2014/main" id="{0331D542-49B5-7F06-62B1-2ADE4F3CFF47}"/>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5022CA86-EAD4-3D2E-1C6F-6FC03E19176D}"/>
              </a:ext>
            </a:extLst>
          </p:cNvPr>
          <p:cNvSpPr>
            <a:spLocks noGrp="1"/>
          </p:cNvSpPr>
          <p:nvPr>
            <p:ph type="sldNum" sz="quarter" idx="10"/>
          </p:nvPr>
        </p:nvSpPr>
        <p:spPr/>
        <p:txBody>
          <a:bodyPr/>
          <a:lstStyle/>
          <a:p>
            <a:fld id="{29387BD9-BE2C-4A3A-8579-A57A9B514E56}" type="slidenum">
              <a:rPr lang="de-DE" smtClean="0"/>
              <a:t>7</a:t>
            </a:fld>
            <a:endParaRPr lang="de-DE"/>
          </a:p>
        </p:txBody>
      </p:sp>
    </p:spTree>
    <p:extLst>
      <p:ext uri="{BB962C8B-B14F-4D97-AF65-F5344CB8AC3E}">
        <p14:creationId xmlns:p14="http://schemas.microsoft.com/office/powerpoint/2010/main" val="35953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a:t>
            </a:r>
            <a:r>
              <a:rPr lang="de-DE" dirty="0" err="1"/>
              <a:t>MathWorks</a:t>
            </a:r>
            <a:r>
              <a:rPr lang="de-DE" dirty="0"/>
              <a:t> wurde 1970 gegründet von einem</a:t>
            </a:r>
            <a:r>
              <a:rPr lang="de-DE" baseline="0" dirty="0"/>
              <a:t> Professor der Universität von New Mexico, um den Studis besseren Zugang zur Linearen Algebra zu verschaffen (Kommandozeile, ohne Programmierkenntnisse nutzbar)</a:t>
            </a:r>
          </a:p>
          <a:p>
            <a:r>
              <a:rPr lang="de-DE" baseline="0" dirty="0"/>
              <a:t>bis heute günstige Lizenzen für Studierende und Unis</a:t>
            </a:r>
          </a:p>
          <a:p>
            <a:r>
              <a:rPr lang="de-DE" baseline="0" dirty="0"/>
              <a:t>im Fokus stehen numerische Berechnungen (im Gegensatz zu Computer-Algebra-Systemen, wo symbolische Berechnungen im Vordergrund stehen) </a:t>
            </a:r>
            <a:endParaRPr lang="de-DE" dirty="0"/>
          </a:p>
        </p:txBody>
      </p:sp>
      <p:sp>
        <p:nvSpPr>
          <p:cNvPr id="4" name="Foliennummernplatzhalter 3"/>
          <p:cNvSpPr>
            <a:spLocks noGrp="1"/>
          </p:cNvSpPr>
          <p:nvPr>
            <p:ph type="sldNum" sz="quarter" idx="10"/>
          </p:nvPr>
        </p:nvSpPr>
        <p:spPr/>
        <p:txBody>
          <a:bodyPr/>
          <a:lstStyle/>
          <a:p>
            <a:fld id="{0B46770E-2D8D-4BE1-8C67-F9CCC88D2D3D}" type="slidenum">
              <a:rPr lang="de-DE" smtClean="0"/>
              <a:t>9</a:t>
            </a:fld>
            <a:endParaRPr lang="de-DE"/>
          </a:p>
        </p:txBody>
      </p:sp>
    </p:spTree>
    <p:extLst>
      <p:ext uri="{BB962C8B-B14F-4D97-AF65-F5344CB8AC3E}">
        <p14:creationId xmlns:p14="http://schemas.microsoft.com/office/powerpoint/2010/main" val="3170915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r>
              <a:rPr lang="de-DE" dirty="0"/>
              <a:t>Loop </a:t>
            </a:r>
            <a:r>
              <a:rPr lang="de-DE" dirty="0" err="1"/>
              <a:t>compensation</a:t>
            </a:r>
            <a:r>
              <a:rPr lang="de-DE" dirty="0"/>
              <a:t>: Beispiel</a:t>
            </a:r>
            <a:r>
              <a:rPr lang="de-DE" baseline="0" dirty="0"/>
              <a:t> aus </a:t>
            </a:r>
            <a:r>
              <a:rPr lang="de-DE" sz="1200" dirty="0" err="1"/>
              <a:t>Fuelsys.mdl</a:t>
            </a:r>
            <a:r>
              <a:rPr lang="de-DE" sz="1200" dirty="0"/>
              <a:t>, Simulink Demos, The </a:t>
            </a:r>
            <a:r>
              <a:rPr lang="de-DE" sz="1200" dirty="0" err="1"/>
              <a:t>Mathworks</a:t>
            </a:r>
            <a:endParaRPr lang="de-DE" baseline="0" dirty="0"/>
          </a:p>
          <a:p>
            <a:endParaRPr lang="de-DE" dirty="0"/>
          </a:p>
          <a:p>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675034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r>
              <a:rPr lang="de-DE" dirty="0" err="1"/>
              <a:t>Gain</a:t>
            </a:r>
            <a:r>
              <a:rPr lang="de-DE" dirty="0"/>
              <a:t>: multiplizieren</a:t>
            </a:r>
            <a:r>
              <a:rPr lang="de-DE" baseline="0" dirty="0"/>
              <a:t> mit Konstante, hier: mit 2</a:t>
            </a: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1288072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r>
              <a:rPr lang="de-DE" dirty="0" err="1"/>
              <a:t>unit</a:t>
            </a:r>
            <a:r>
              <a:rPr lang="de-DE" baseline="0" dirty="0"/>
              <a:t> </a:t>
            </a:r>
            <a:r>
              <a:rPr lang="de-DE" baseline="0" dirty="0" err="1"/>
              <a:t>delay</a:t>
            </a:r>
            <a:r>
              <a:rPr lang="de-DE" baseline="0" dirty="0"/>
              <a:t>: implizite Initialisierung: per </a:t>
            </a:r>
            <a:r>
              <a:rPr lang="de-DE" baseline="0" dirty="0" err="1"/>
              <a:t>default</a:t>
            </a:r>
            <a:r>
              <a:rPr lang="de-DE" baseline="0" dirty="0"/>
              <a:t> = 0</a:t>
            </a: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1423092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r>
              <a:rPr lang="de-DE" dirty="0"/>
              <a:t>Integrator:</a:t>
            </a:r>
            <a:r>
              <a:rPr lang="de-DE" baseline="0" dirty="0"/>
              <a:t> Initialwert, per </a:t>
            </a:r>
            <a:r>
              <a:rPr lang="de-DE" baseline="0" dirty="0" err="1"/>
              <a:t>default</a:t>
            </a:r>
            <a:r>
              <a:rPr lang="de-DE" baseline="0" dirty="0"/>
              <a:t> =0, hier explizit auf 0 gesetzt</a:t>
            </a: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3289606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A6704-D072-D378-DF3C-CD82C44DEE7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172ABFF-6FD1-C1FD-E755-D1FC41A64446}"/>
              </a:ext>
            </a:extLst>
          </p:cNvPr>
          <p:cNvSpPr>
            <a:spLocks noGrp="1" noRot="1" noChangeAspect="1"/>
          </p:cNvSpPr>
          <p:nvPr>
            <p:ph type="sldImg"/>
          </p:nvPr>
        </p:nvSpPr>
        <p:spPr>
          <a:xfrm>
            <a:off x="377825" y="685800"/>
            <a:ext cx="6102350" cy="3429000"/>
          </a:xfrm>
        </p:spPr>
      </p:sp>
      <p:sp>
        <p:nvSpPr>
          <p:cNvPr id="3" name="Notizenplatzhalter 2">
            <a:extLst>
              <a:ext uri="{FF2B5EF4-FFF2-40B4-BE49-F238E27FC236}">
                <a16:creationId xmlns:a16="http://schemas.microsoft.com/office/drawing/2014/main" id="{9CC0F8CF-F246-4199-71B2-BEFD02FF399A}"/>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F37B2F0-39FD-4EF2-0567-3F52C6862B7A}"/>
              </a:ext>
            </a:extLst>
          </p:cNvPr>
          <p:cNvSpPr>
            <a:spLocks noGrp="1"/>
          </p:cNvSpPr>
          <p:nvPr>
            <p:ph type="sldNum" sz="quarter" idx="10"/>
          </p:nvPr>
        </p:nvSpPr>
        <p:spPr/>
        <p:txBody>
          <a:bodyPr/>
          <a:lstStyle/>
          <a:p>
            <a:fld id="{29387BD9-BE2C-4A3A-8579-A57A9B514E56}" type="slidenum">
              <a:rPr lang="de-DE" smtClean="0"/>
              <a:t>19</a:t>
            </a:fld>
            <a:endParaRPr lang="de-DE"/>
          </a:p>
        </p:txBody>
      </p:sp>
    </p:spTree>
    <p:extLst>
      <p:ext uri="{BB962C8B-B14F-4D97-AF65-F5344CB8AC3E}">
        <p14:creationId xmlns:p14="http://schemas.microsoft.com/office/powerpoint/2010/main" val="2679615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err="1"/>
              <a:t>Direct</a:t>
            </a:r>
            <a:r>
              <a:rPr lang="de-DE" dirty="0"/>
              <a:t> </a:t>
            </a:r>
            <a:r>
              <a:rPr lang="de-DE" dirty="0" err="1"/>
              <a:t>Feedthrough</a:t>
            </a:r>
            <a:r>
              <a:rPr lang="de-DE" dirty="0"/>
              <a:t> Blöcke sind hauptsächlich arithmetische oder logische Blöcke, die also direkt was ausrechnen</a:t>
            </a:r>
          </a:p>
          <a:p>
            <a:pPr marL="171450" indent="-171450">
              <a:buFontTx/>
              <a:buChar char="-"/>
            </a:pPr>
            <a:r>
              <a:rPr lang="de-DE" dirty="0"/>
              <a:t>Diskrete Blöcke haben einen festen Takt. Zum Beispiel „merkt“ sich Unit Delay den Wert im n-</a:t>
            </a:r>
            <a:r>
              <a:rPr lang="de-DE" dirty="0" err="1"/>
              <a:t>ten</a:t>
            </a:r>
            <a:r>
              <a:rPr lang="de-DE" dirty="0"/>
              <a:t> Takt, um diesen im n+1 </a:t>
            </a:r>
            <a:r>
              <a:rPr lang="de-DE" dirty="0" err="1"/>
              <a:t>ten</a:t>
            </a:r>
            <a:r>
              <a:rPr lang="de-DE" dirty="0"/>
              <a:t> auszugeben. </a:t>
            </a:r>
          </a:p>
          <a:p>
            <a:pPr marL="171450" indent="-171450">
              <a:buFontTx/>
              <a:buChar char="-"/>
            </a:pPr>
            <a:r>
              <a:rPr lang="de-DE" dirty="0"/>
              <a:t>Kontinuierliche Blöcke approximieren einen stetigen Verlauf. Der Integrator tut das wonach er benannt wurde – integrieren (im Computer natürlich nur näherungsweise)</a:t>
            </a:r>
          </a:p>
          <a:p>
            <a:pPr marL="171450" indent="-171450">
              <a:buFontTx/>
              <a:buChar char="-"/>
            </a:pPr>
            <a:r>
              <a:rPr lang="de-DE" dirty="0"/>
              <a:t>Kontrollflussblöcke erhalten eine Bedingung, anhand derer sie entscheiden, welches Signal durchgegeben wird (ähnlich </a:t>
            </a:r>
            <a:r>
              <a:rPr lang="de-DE" dirty="0" err="1"/>
              <a:t>If</a:t>
            </a:r>
            <a:r>
              <a:rPr lang="de-DE" dirty="0"/>
              <a:t>, </a:t>
            </a:r>
            <a:r>
              <a:rPr lang="de-DE" dirty="0" err="1"/>
              <a:t>Then</a:t>
            </a:r>
            <a:r>
              <a:rPr lang="de-DE" dirty="0"/>
              <a:t>, Else). Es gibt auch weitere, kompliziertere </a:t>
            </a:r>
            <a:r>
              <a:rPr lang="de-DE" dirty="0" err="1"/>
              <a:t>Kontrukte</a:t>
            </a:r>
            <a:r>
              <a:rPr lang="de-DE" dirty="0"/>
              <a:t>, wie ein Iterator </a:t>
            </a:r>
            <a:r>
              <a:rPr lang="de-DE" dirty="0" err="1"/>
              <a:t>subsystem</a:t>
            </a:r>
            <a:r>
              <a:rPr lang="de-DE" dirty="0"/>
              <a:t> (entspricht einer </a:t>
            </a:r>
            <a:r>
              <a:rPr lang="de-DE" dirty="0" err="1"/>
              <a:t>For</a:t>
            </a:r>
            <a:r>
              <a:rPr lang="de-DE" dirty="0"/>
              <a:t> Schleife) oder ein </a:t>
            </a:r>
            <a:r>
              <a:rPr lang="de-DE" dirty="0" err="1"/>
              <a:t>While</a:t>
            </a:r>
            <a:r>
              <a:rPr lang="de-DE" dirty="0"/>
              <a:t> Iterator. Das lassen wir hier aber weg</a:t>
            </a:r>
          </a:p>
          <a:p>
            <a:pPr marL="171450" indent="-171450">
              <a:buFontTx/>
              <a:buChar char="-"/>
            </a:pPr>
            <a:r>
              <a:rPr lang="de-DE" dirty="0"/>
              <a:t>Sonstige Blöcke – hier könnte man alles Mögliche nennen. Aber mit den o.g. sind die wichtigsten Kategorien, mit denen sich die grundlegende Semantik erklären lässt, genannt; unter Sonstigen Blöcken findet man Vertreter, die oben nicht reinpassen, aber oft in der Praxis verwendet werden: Multiplexer und </a:t>
            </a:r>
            <a:r>
              <a:rPr lang="de-DE" dirty="0" err="1"/>
              <a:t>Demultiplexer</a:t>
            </a:r>
            <a:r>
              <a:rPr lang="de-DE" dirty="0"/>
              <a:t>, um Signale in einem Bus zusammenzufassen und aus einem Bus auszuwählen (dient der grafischen Gruppierung; keine Auswirkung auf die Simulation)</a:t>
            </a:r>
          </a:p>
          <a:p>
            <a:pPr marL="171450" indent="-171450">
              <a:buFontTx/>
              <a:buChar char="-"/>
            </a:pPr>
            <a:endParaRPr lang="de-DE" dirty="0"/>
          </a:p>
          <a:p>
            <a:endParaRPr lang="de-DE" dirty="0"/>
          </a:p>
        </p:txBody>
      </p:sp>
      <p:sp>
        <p:nvSpPr>
          <p:cNvPr id="4" name="Foliennummernplatzhalter 3"/>
          <p:cNvSpPr>
            <a:spLocks noGrp="1"/>
          </p:cNvSpPr>
          <p:nvPr>
            <p:ph type="sldNum" sz="quarter" idx="5"/>
          </p:nvPr>
        </p:nvSpPr>
        <p:spPr/>
        <p:txBody>
          <a:bodyPr/>
          <a:lstStyle/>
          <a:p>
            <a:fld id="{0B46770E-2D8D-4BE1-8C67-F9CCC88D2D3D}" type="slidenum">
              <a:rPr lang="de-DE" smtClean="0"/>
              <a:t>20</a:t>
            </a:fld>
            <a:endParaRPr lang="de-DE"/>
          </a:p>
        </p:txBody>
      </p:sp>
    </p:spTree>
    <p:extLst>
      <p:ext uri="{BB962C8B-B14F-4D97-AF65-F5344CB8AC3E}">
        <p14:creationId xmlns:p14="http://schemas.microsoft.com/office/powerpoint/2010/main" val="4118926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Konfigurationen (im Beispiel für Unit Delay – wo sich ein Initialwert und eine Schrittweite definieren lässt) sind pro Block verschieden</a:t>
            </a:r>
          </a:p>
          <a:p>
            <a:endParaRPr lang="de-DE" dirty="0"/>
          </a:p>
        </p:txBody>
      </p:sp>
      <p:sp>
        <p:nvSpPr>
          <p:cNvPr id="4" name="Foliennummernplatzhalter 3"/>
          <p:cNvSpPr>
            <a:spLocks noGrp="1"/>
          </p:cNvSpPr>
          <p:nvPr>
            <p:ph type="sldNum" sz="quarter" idx="5"/>
          </p:nvPr>
        </p:nvSpPr>
        <p:spPr/>
        <p:txBody>
          <a:bodyPr/>
          <a:lstStyle/>
          <a:p>
            <a:fld id="{0B46770E-2D8D-4BE1-8C67-F9CCC88D2D3D}" type="slidenum">
              <a:rPr lang="de-DE" smtClean="0"/>
              <a:t>21</a:t>
            </a:fld>
            <a:endParaRPr lang="de-DE"/>
          </a:p>
        </p:txBody>
      </p:sp>
    </p:spTree>
    <p:extLst>
      <p:ext uri="{BB962C8B-B14F-4D97-AF65-F5344CB8AC3E}">
        <p14:creationId xmlns:p14="http://schemas.microsoft.com/office/powerpoint/2010/main" val="938526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Subsysteme sind in erster Linie grafische Gruppierungen – die werden vor der Simulation i.A. intern wieder aufgelöst</a:t>
            </a:r>
          </a:p>
          <a:p>
            <a:pPr marL="171450" indent="-171450">
              <a:buFontTx/>
              <a:buChar char="-"/>
            </a:pPr>
            <a:r>
              <a:rPr lang="de-DE" dirty="0"/>
              <a:t>Es gibt Ausnahmen (</a:t>
            </a:r>
            <a:r>
              <a:rPr lang="de-DE" dirty="0" err="1"/>
              <a:t>atomic</a:t>
            </a:r>
            <a:r>
              <a:rPr lang="de-DE" dirty="0"/>
              <a:t> </a:t>
            </a:r>
            <a:r>
              <a:rPr lang="de-DE" dirty="0" err="1"/>
              <a:t>subsystems</a:t>
            </a:r>
            <a:r>
              <a:rPr lang="de-DE" dirty="0"/>
              <a:t>) – aber das lassen wir hier weg.</a:t>
            </a:r>
          </a:p>
          <a:p>
            <a:pPr marL="171450" indent="-171450">
              <a:buFontTx/>
              <a:buChar char="-"/>
            </a:pPr>
            <a:r>
              <a:rPr lang="de-DE" dirty="0"/>
              <a:t>Im Bild sind neben dem klassischen Subsystem (ganz links) zwei weitere Subsysteme erwähnt, deren Semantik wir hier im Weiteren nicht weiter erläutern, die aber in manchen Modellen vorkommen. Die steuern den Kontrollfluss</a:t>
            </a:r>
          </a:p>
          <a:p>
            <a:pPr marL="171450" indent="-171450">
              <a:buFontTx/>
              <a:buChar char="-"/>
            </a:pPr>
            <a:endParaRPr lang="de-DE" dirty="0"/>
          </a:p>
          <a:p>
            <a:pPr>
              <a:buFontTx/>
              <a:buChar char="-"/>
            </a:pPr>
            <a:r>
              <a:rPr lang="de-DE" baseline="0" dirty="0"/>
              <a:t>virtuelle Blocks beeinflussen NICHT das Verhalten des Modells</a:t>
            </a:r>
          </a:p>
          <a:p>
            <a:pPr>
              <a:buFontTx/>
              <a:buChar char="-"/>
            </a:pPr>
            <a:endParaRPr lang="de-DE" baseline="0" dirty="0"/>
          </a:p>
          <a:p>
            <a:pPr>
              <a:buFontTx/>
              <a:buChar char="-"/>
            </a:pPr>
            <a:r>
              <a:rPr lang="de-DE" baseline="0" dirty="0"/>
              <a:t>Maskierte Subsysteme gibt’s auch, werden gern in Bibliotheken benutzt</a:t>
            </a:r>
          </a:p>
          <a:p>
            <a:pPr marL="171450" indent="-171450">
              <a:buFontTx/>
              <a:buChar char="-"/>
            </a:pP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2279637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Eingänge sind wie Parameter von Funktionen; zur Laufzeit werden die </a:t>
            </a:r>
            <a:r>
              <a:rPr lang="de-DE" dirty="0" err="1"/>
              <a:t>instantiiert</a:t>
            </a:r>
            <a:r>
              <a:rPr lang="de-DE" dirty="0"/>
              <a:t> (muss der User mit einem Signal belegen, wenn er simulieren will)</a:t>
            </a:r>
          </a:p>
          <a:p>
            <a:pPr marL="171450" indent="-171450">
              <a:buFontTx/>
              <a:buChar char="-"/>
            </a:pPr>
            <a:r>
              <a:rPr lang="de-DE" dirty="0"/>
              <a:t>Ausgänge sind entweder auch Blöcke, die wieder an andere Eingänge angeschlossen werden können oder </a:t>
            </a:r>
            <a:r>
              <a:rPr lang="de-DE" dirty="0" err="1"/>
              <a:t>Scope</a:t>
            </a:r>
            <a:r>
              <a:rPr lang="de-DE" dirty="0"/>
              <a:t> Blöcke, die einen Graphen ausgeben</a:t>
            </a:r>
          </a:p>
          <a:p>
            <a:pPr marL="171450" indent="-171450">
              <a:buFontTx/>
              <a:buChar char="-"/>
            </a:pPr>
            <a:r>
              <a:rPr lang="de-DE" dirty="0"/>
              <a:t>Es gibt auch weitere Ausgangsblöcke, die z.B. das Signal nach MATLAB zur Weiterverarbeitung schicken oder eine </a:t>
            </a:r>
            <a:r>
              <a:rPr lang="de-DE" dirty="0" err="1"/>
              <a:t>csv</a:t>
            </a:r>
            <a:r>
              <a:rPr lang="de-DE" dirty="0"/>
              <a:t> (</a:t>
            </a:r>
            <a:r>
              <a:rPr lang="de-DE" dirty="0" err="1"/>
              <a:t>comma</a:t>
            </a:r>
            <a:r>
              <a:rPr lang="de-DE" dirty="0"/>
              <a:t> </a:t>
            </a:r>
            <a:r>
              <a:rPr lang="de-DE" dirty="0" err="1"/>
              <a:t>separated</a:t>
            </a:r>
            <a:r>
              <a:rPr lang="de-DE" baseline="0" dirty="0"/>
              <a:t> </a:t>
            </a:r>
            <a:r>
              <a:rPr lang="de-DE" baseline="0" dirty="0" err="1"/>
              <a:t>values</a:t>
            </a:r>
            <a:r>
              <a:rPr lang="de-DE" baseline="0" dirty="0"/>
              <a:t>, Paar (Zeit, Simulationswert))</a:t>
            </a:r>
            <a:r>
              <a:rPr lang="de-DE" dirty="0"/>
              <a:t> Datei erstellen</a:t>
            </a:r>
          </a:p>
          <a:p>
            <a:pPr marL="171450" indent="-171450">
              <a:buFontTx/>
              <a:buChar char="-"/>
            </a:pP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3782392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pPr>
              <a:buFontTx/>
              <a:buChar char="-"/>
            </a:pPr>
            <a:r>
              <a:rPr lang="de-DE" dirty="0"/>
              <a:t>Mapping</a:t>
            </a:r>
            <a:r>
              <a:rPr lang="de-DE" baseline="0" dirty="0"/>
              <a:t> der Ports von einem Subsystem Block (links)  in das innere des Subsystems (rechts)</a:t>
            </a:r>
          </a:p>
          <a:p>
            <a:pPr>
              <a:buFontTx/>
              <a:buChar char="-"/>
            </a:pPr>
            <a:endParaRPr lang="de-DE" baseline="0" dirty="0"/>
          </a:p>
          <a:p>
            <a:pPr>
              <a:buFontTx/>
              <a:buChar char="-"/>
            </a:pPr>
            <a:r>
              <a:rPr lang="de-DE" baseline="0" dirty="0"/>
              <a:t>die Anordnung der Ports am Subsystem Block </a:t>
            </a:r>
            <a:r>
              <a:rPr lang="de-DE" baseline="0" dirty="0" err="1"/>
              <a:t>mapt</a:t>
            </a:r>
            <a:r>
              <a:rPr lang="de-DE" baseline="0" dirty="0"/>
              <a:t> auf die Nummern der Port Blöcke innerhalb des Subsystems</a:t>
            </a:r>
          </a:p>
          <a:p>
            <a:pPr>
              <a:buFontTx/>
              <a:buChar char="-"/>
            </a:pPr>
            <a:endParaRPr lang="de-DE" baseline="0" dirty="0"/>
          </a:p>
          <a:p>
            <a:pPr>
              <a:buFontTx/>
              <a:buChar char="-"/>
            </a:pPr>
            <a:r>
              <a:rPr lang="de-DE" baseline="0" dirty="0"/>
              <a:t>ACHTUNG: Port 1 vom Subsystem Block ist der 3. Port von oben im Subsystem</a:t>
            </a:r>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pPr/>
              <a:t>24</a:t>
            </a:fld>
            <a:endParaRPr lang="en-US"/>
          </a:p>
        </p:txBody>
      </p:sp>
    </p:spTree>
    <p:extLst>
      <p:ext uri="{BB962C8B-B14F-4D97-AF65-F5344CB8AC3E}">
        <p14:creationId xmlns:p14="http://schemas.microsoft.com/office/powerpoint/2010/main" val="3556115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Vektoren</a:t>
            </a:r>
            <a:r>
              <a:rPr lang="de-DE" baseline="0" dirty="0"/>
              <a:t> und Busse sind beliebig verschachtelbar, so sind auch </a:t>
            </a:r>
          </a:p>
          <a:p>
            <a:endParaRPr lang="de-DE" baseline="0" dirty="0"/>
          </a:p>
          <a:p>
            <a:pPr>
              <a:buFontTx/>
              <a:buChar char="-"/>
            </a:pPr>
            <a:r>
              <a:rPr lang="de-DE" baseline="0" dirty="0"/>
              <a:t>Vektoren von Vektoren von Vektoren von Signalen oder</a:t>
            </a:r>
          </a:p>
          <a:p>
            <a:pPr>
              <a:buFontTx/>
              <a:buNone/>
            </a:pPr>
            <a:endParaRPr lang="de-DE" baseline="0" dirty="0"/>
          </a:p>
          <a:p>
            <a:r>
              <a:rPr lang="de-DE" baseline="0" dirty="0"/>
              <a:t>- vector</a:t>
            </a:r>
            <a:r>
              <a:rPr lang="de-DE" baseline="-25000" dirty="0"/>
              <a:t>2</a:t>
            </a:r>
            <a:r>
              <a:rPr lang="de-DE" baseline="0" dirty="0"/>
              <a:t>(vector</a:t>
            </a:r>
            <a:r>
              <a:rPr lang="de-DE" baseline="-25000" dirty="0"/>
              <a:t>3</a:t>
            </a:r>
            <a:r>
              <a:rPr lang="de-DE" baseline="0" dirty="0"/>
              <a:t>, vector</a:t>
            </a:r>
            <a:r>
              <a:rPr lang="de-DE" baseline="-25000" dirty="0"/>
              <a:t>2</a:t>
            </a:r>
            <a:r>
              <a:rPr lang="de-DE" baseline="0" dirty="0"/>
              <a:t>) möglich</a:t>
            </a:r>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12661977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b="1" dirty="0"/>
              <a:t>Block </a:t>
            </a:r>
            <a:r>
              <a:rPr lang="de-DE" b="1" dirty="0" err="1"/>
              <a:t>Diagram</a:t>
            </a:r>
            <a:r>
              <a:rPr lang="de-DE" b="1" baseline="0" dirty="0"/>
              <a:t> Editor: </a:t>
            </a:r>
          </a:p>
          <a:p>
            <a:pPr>
              <a:buFontTx/>
              <a:buNone/>
            </a:pPr>
            <a:endParaRPr lang="de-DE" baseline="0" dirty="0"/>
          </a:p>
          <a:p>
            <a:pPr>
              <a:lnSpc>
                <a:spcPct val="150000"/>
              </a:lnSpc>
              <a:buFont typeface="Arial" pitchFamily="34" charset="0"/>
              <a:buNone/>
            </a:pPr>
            <a:r>
              <a:rPr lang="de-DE" baseline="0" dirty="0"/>
              <a:t>Hauptwerkzeug zum Erstellen von Modellen</a:t>
            </a:r>
          </a:p>
          <a:p>
            <a:pPr>
              <a:lnSpc>
                <a:spcPct val="150000"/>
              </a:lnSpc>
              <a:buFont typeface="Arial" pitchFamily="34" charset="0"/>
              <a:buNone/>
            </a:pPr>
            <a:r>
              <a:rPr lang="de-DE" baseline="0" dirty="0" err="1"/>
              <a:t>drag</a:t>
            </a:r>
            <a:r>
              <a:rPr lang="de-DE" baseline="0" dirty="0"/>
              <a:t> &amp; </a:t>
            </a:r>
            <a:r>
              <a:rPr lang="de-DE" baseline="0" dirty="0" err="1"/>
              <a:t>drop</a:t>
            </a:r>
            <a:r>
              <a:rPr lang="de-DE" baseline="0" dirty="0"/>
              <a:t> von Blöcken aus der Bibliothek</a:t>
            </a:r>
          </a:p>
          <a:p>
            <a:pPr>
              <a:lnSpc>
                <a:spcPct val="150000"/>
              </a:lnSpc>
              <a:buFont typeface="Arial" pitchFamily="34" charset="0"/>
              <a:buNone/>
            </a:pPr>
            <a:r>
              <a:rPr lang="de-DE" baseline="0" dirty="0"/>
              <a:t>o</a:t>
            </a:r>
            <a:r>
              <a:rPr lang="de-DE" dirty="0"/>
              <a:t>ptionaler</a:t>
            </a:r>
            <a:r>
              <a:rPr lang="de-DE" baseline="0" dirty="0"/>
              <a:t> </a:t>
            </a:r>
            <a:r>
              <a:rPr lang="de-DE" baseline="0" dirty="0" err="1"/>
              <a:t>Tree</a:t>
            </a:r>
            <a:r>
              <a:rPr lang="de-DE" baseline="0" dirty="0"/>
              <a:t> Viewer an der Seite zeigt nur graphische Simulink Elemente</a:t>
            </a:r>
          </a:p>
          <a:p>
            <a:pPr>
              <a:buFontTx/>
              <a:buNone/>
            </a:pPr>
            <a:endParaRPr lang="de-DE" b="1" baseline="0" dirty="0"/>
          </a:p>
          <a:p>
            <a:pPr>
              <a:buFontTx/>
              <a:buNone/>
            </a:pPr>
            <a:r>
              <a:rPr lang="de-DE" b="1" baseline="0" dirty="0"/>
              <a:t>Model Explorer:</a:t>
            </a:r>
          </a:p>
          <a:p>
            <a:pPr>
              <a:buFontTx/>
              <a:buNone/>
            </a:pPr>
            <a:endParaRPr lang="de-DE" baseline="0" dirty="0"/>
          </a:p>
          <a:p>
            <a:pPr>
              <a:buFontTx/>
              <a:buNone/>
            </a:pPr>
            <a:r>
              <a:rPr lang="de-DE" baseline="0" dirty="0"/>
              <a:t>Hierarchischer View  für das *gesamte* Model (Incl. </a:t>
            </a:r>
            <a:r>
              <a:rPr lang="de-DE" baseline="0" dirty="0" err="1"/>
              <a:t>Workspaces</a:t>
            </a:r>
            <a:r>
              <a:rPr lang="de-DE" baseline="0" dirty="0"/>
              <a:t> &amp; </a:t>
            </a:r>
            <a:r>
              <a:rPr lang="de-DE" baseline="0" dirty="0" err="1"/>
              <a:t>Stateflow</a:t>
            </a:r>
            <a:r>
              <a:rPr lang="de-DE" baseline="0" dirty="0"/>
              <a:t>)</a:t>
            </a:r>
          </a:p>
          <a:p>
            <a:pPr>
              <a:buFontTx/>
              <a:buNone/>
            </a:pPr>
            <a:r>
              <a:rPr lang="de-DE" baseline="0" dirty="0"/>
              <a:t>bietet einen schnellen Überblick über existierende Modellteile</a:t>
            </a:r>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2575635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1534730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Das</a:t>
            </a:r>
            <a:r>
              <a:rPr lang="de-DE" baseline="0" dirty="0"/>
              <a:t> Link-Symbol kann optional eingeblendet werden. </a:t>
            </a:r>
          </a:p>
          <a:p>
            <a:pPr lvl="1"/>
            <a:endParaRPr lang="de-DE" baseline="0" dirty="0"/>
          </a:p>
          <a:p>
            <a:pPr lvl="1">
              <a:buFontTx/>
              <a:buChar char="-"/>
            </a:pPr>
            <a:r>
              <a:rPr lang="de-DE" baseline="0" dirty="0"/>
              <a:t>Schwarzer Pfeil auf weißem Grund: Link in die Bibliothek</a:t>
            </a:r>
          </a:p>
          <a:p>
            <a:pPr lvl="1">
              <a:buFontTx/>
              <a:buChar char="-"/>
            </a:pPr>
            <a:r>
              <a:rPr lang="de-DE" baseline="0" dirty="0"/>
              <a:t>Grauer Pfeil auf weißem Grund: Kopie in das Modell</a:t>
            </a:r>
            <a:endParaRPr lang="de-DE" dirty="0"/>
          </a:p>
          <a:p>
            <a:endParaRPr lang="de-DE" dirty="0"/>
          </a:p>
          <a:p>
            <a:r>
              <a:rPr lang="de-DE" dirty="0"/>
              <a:t>Model</a:t>
            </a:r>
            <a:r>
              <a:rPr lang="de-DE" baseline="0" dirty="0"/>
              <a:t> References haben Ecken, Füllung der Ecken indiziert Typ</a:t>
            </a:r>
          </a:p>
          <a:p>
            <a:endParaRPr lang="de-DE" baseline="0" dirty="0"/>
          </a:p>
          <a:p>
            <a:r>
              <a:rPr lang="de-DE" baseline="0" dirty="0"/>
              <a:t>weiße Ecken (</a:t>
            </a:r>
            <a:r>
              <a:rPr lang="de-DE" baseline="0" dirty="0" err="1"/>
              <a:t>Nomal</a:t>
            </a:r>
            <a:r>
              <a:rPr lang="de-DE" baseline="0" dirty="0"/>
              <a:t> Mode):  Modell wird als Simulink-Modell simuliert</a:t>
            </a:r>
            <a:endParaRPr lang="en-US" baseline="0" dirty="0"/>
          </a:p>
          <a:p>
            <a:r>
              <a:rPr lang="de-DE" baseline="0" dirty="0"/>
              <a:t>Schwarze Ecken (</a:t>
            </a:r>
            <a:r>
              <a:rPr lang="de-DE" baseline="0" dirty="0" err="1"/>
              <a:t>Accelerator</a:t>
            </a:r>
            <a:r>
              <a:rPr lang="de-DE" baseline="0" dirty="0"/>
              <a:t> Mode): Modell wird erst Kompiliert und als MEX (Matlab </a:t>
            </a:r>
            <a:r>
              <a:rPr lang="de-DE" baseline="0" dirty="0" err="1"/>
              <a:t>Executable</a:t>
            </a:r>
            <a:r>
              <a:rPr lang="de-DE" baseline="0" dirty="0"/>
              <a:t>) ausgeführt (schneller)</a:t>
            </a:r>
          </a:p>
          <a:p>
            <a:endParaRPr lang="de-DE" baseline="0"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2534491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Zustände nur vereinfacht reelle Zahlen, im Rechner</a:t>
            </a:r>
            <a:r>
              <a:rPr lang="de-DE" baseline="0" dirty="0"/>
              <a:t> Gleitkommazahlen, daher wäre eigentlich noch ein Approximationsfehler notwendig anzugeben, wird aber nicht gemacht</a:t>
            </a:r>
            <a:endParaRPr lang="de-DE" dirty="0"/>
          </a:p>
          <a:p>
            <a:pPr marL="171450" indent="-171450">
              <a:buFontTx/>
              <a:buChar char="-"/>
            </a:pPr>
            <a:r>
              <a:rPr lang="de-DE" dirty="0"/>
              <a:t>Eigentlich Speicherung in Gleitkommadarstellung; Approximationsfehler wird hierfür im Weiteren vernachlässigt</a:t>
            </a:r>
          </a:p>
          <a:p>
            <a:pPr marL="171450" indent="-171450">
              <a:buFontTx/>
              <a:buChar char="-"/>
            </a:pPr>
            <a:r>
              <a:rPr lang="de-DE" dirty="0"/>
              <a:t>Simulink unterstützt auch Vektoren (also mehrdimensionale Werte) und komplexe Zahlen (also </a:t>
            </a:r>
            <a:r>
              <a:rPr lang="de-DE" dirty="0" err="1"/>
              <a:t>Imaginärteil</a:t>
            </a:r>
            <a:r>
              <a:rPr lang="de-DE" dirty="0"/>
              <a:t> nicht 0)</a:t>
            </a:r>
          </a:p>
          <a:p>
            <a:pPr marL="171450" indent="-171450">
              <a:buFontTx/>
              <a:buChar char="-"/>
            </a:pP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1472363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r>
              <a:rPr lang="de-DE" dirty="0"/>
              <a:t>Ggf.: Bei manchen Modellen</a:t>
            </a:r>
          </a:p>
        </p:txBody>
      </p:sp>
      <p:sp>
        <p:nvSpPr>
          <p:cNvPr id="4" name="Foliennummernplatzhalter 3"/>
          <p:cNvSpPr>
            <a:spLocks noGrp="1"/>
          </p:cNvSpPr>
          <p:nvPr>
            <p:ph type="sldNum" sz="quarter" idx="10"/>
          </p:nvPr>
        </p:nvSpPr>
        <p:spPr/>
        <p:txBody>
          <a:bodyPr/>
          <a:lstStyle/>
          <a:p>
            <a:fld id="{681F8CC8-394C-4E42-AAFC-9DDA2ECED4BF}" type="slidenum">
              <a:rPr lang="de-DE" smtClean="0"/>
              <a:t>33</a:t>
            </a:fld>
            <a:endParaRPr lang="de-DE"/>
          </a:p>
        </p:txBody>
      </p:sp>
    </p:spTree>
    <p:extLst>
      <p:ext uri="{BB962C8B-B14F-4D97-AF65-F5344CB8AC3E}">
        <p14:creationId xmlns:p14="http://schemas.microsoft.com/office/powerpoint/2010/main" val="128486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die beiden Sinus Blöcke</a:t>
            </a:r>
            <a:r>
              <a:rPr lang="de-DE" baseline="0" dirty="0"/>
              <a:t> propagieren ihre Sample Times an die folgenden Blöcke</a:t>
            </a:r>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3172174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die beiden Sinus Blöcke</a:t>
            </a:r>
            <a:r>
              <a:rPr lang="de-DE" baseline="0" dirty="0"/>
              <a:t> propagieren ihre Sample Times an die folgenden Blöcke</a:t>
            </a:r>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8702626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Initialization Phase:</a:t>
            </a:r>
            <a:r>
              <a:rPr lang="en-US" baseline="0" dirty="0"/>
              <a:t> </a:t>
            </a:r>
            <a:r>
              <a:rPr lang="en-US" dirty="0" err="1"/>
              <a:t>Einfügen</a:t>
            </a:r>
            <a:r>
              <a:rPr lang="en-US" dirty="0"/>
              <a:t> der </a:t>
            </a:r>
            <a:r>
              <a:rPr lang="en-US" dirty="0" err="1"/>
              <a:t>Modellreferenzen</a:t>
            </a:r>
            <a:r>
              <a:rPr lang="en-US" dirty="0"/>
              <a:t> und </a:t>
            </a:r>
            <a:r>
              <a:rPr lang="en-US" dirty="0" err="1"/>
              <a:t>Bibliotheken</a:t>
            </a:r>
            <a:r>
              <a:rPr lang="en-US" dirty="0"/>
              <a:t>,</a:t>
            </a:r>
            <a:r>
              <a:rPr lang="en-US" baseline="0" dirty="0"/>
              <a:t> </a:t>
            </a:r>
            <a:r>
              <a:rPr lang="en-US" dirty="0" err="1"/>
              <a:t>Kompilieren</a:t>
            </a:r>
            <a:r>
              <a:rPr lang="en-US" dirty="0"/>
              <a:t> (flattening, block sorted order),</a:t>
            </a:r>
            <a:r>
              <a:rPr lang="en-US" baseline="0" dirty="0"/>
              <a:t> </a:t>
            </a:r>
            <a:r>
              <a:rPr lang="en-US" dirty="0" err="1"/>
              <a:t>Linken</a:t>
            </a:r>
            <a:r>
              <a:rPr lang="en-US" baseline="0" dirty="0"/>
              <a:t> (</a:t>
            </a:r>
            <a:r>
              <a:rPr lang="en-US" dirty="0" err="1"/>
              <a:t>erstelle</a:t>
            </a:r>
            <a:r>
              <a:rPr lang="en-US" dirty="0"/>
              <a:t> interne </a:t>
            </a:r>
            <a:r>
              <a:rPr lang="en-US" dirty="0" err="1"/>
              <a:t>Datenstrukturen</a:t>
            </a:r>
            <a:r>
              <a:rPr lang="en-US" dirty="0"/>
              <a:t>)</a:t>
            </a:r>
          </a:p>
          <a:p>
            <a:endParaRPr lang="de-DE" dirty="0"/>
          </a:p>
        </p:txBody>
      </p:sp>
      <p:sp>
        <p:nvSpPr>
          <p:cNvPr id="4" name="Foliennummernplatzhalter 3"/>
          <p:cNvSpPr>
            <a:spLocks noGrp="1"/>
          </p:cNvSpPr>
          <p:nvPr>
            <p:ph type="sldNum" sz="quarter" idx="10"/>
          </p:nvPr>
        </p:nvSpPr>
        <p:spPr/>
        <p:txBody>
          <a:bodyPr/>
          <a:lstStyle/>
          <a:p>
            <a:fld id="{0B46770E-2D8D-4BE1-8C67-F9CCC88D2D3D}" type="slidenum">
              <a:rPr lang="de-DE" smtClean="0"/>
              <a:t>36</a:t>
            </a:fld>
            <a:endParaRPr lang="de-DE"/>
          </a:p>
        </p:txBody>
      </p:sp>
    </p:spTree>
    <p:extLst>
      <p:ext uri="{BB962C8B-B14F-4D97-AF65-F5344CB8AC3E}">
        <p14:creationId xmlns:p14="http://schemas.microsoft.com/office/powerpoint/2010/main" val="11792371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err="1"/>
              <a:t>Flattening</a:t>
            </a:r>
            <a:r>
              <a:rPr lang="de-DE" dirty="0"/>
              <a:t>: Mapping</a:t>
            </a:r>
            <a:r>
              <a:rPr lang="de-DE" baseline="0" dirty="0"/>
              <a:t> der Ports von einem Subsystem Block (links)  in das innere des Subsystems (Mitte)</a:t>
            </a:r>
          </a:p>
          <a:p>
            <a:endParaRPr lang="de-DE" dirty="0"/>
          </a:p>
        </p:txBody>
      </p:sp>
      <p:sp>
        <p:nvSpPr>
          <p:cNvPr id="4" name="Foliennummernplatzhalter 3"/>
          <p:cNvSpPr>
            <a:spLocks noGrp="1"/>
          </p:cNvSpPr>
          <p:nvPr>
            <p:ph type="sldNum" sz="quarter" idx="10"/>
          </p:nvPr>
        </p:nvSpPr>
        <p:spPr/>
        <p:txBody>
          <a:bodyPr/>
          <a:lstStyle/>
          <a:p>
            <a:fld id="{681F8CC8-394C-4E42-AAFC-9DDA2ECED4BF}" type="slidenum">
              <a:rPr lang="de-DE" smtClean="0"/>
              <a:t>37</a:t>
            </a:fld>
            <a:endParaRPr lang="de-DE"/>
          </a:p>
        </p:txBody>
      </p:sp>
    </p:spTree>
    <p:extLst>
      <p:ext uri="{BB962C8B-B14F-4D97-AF65-F5344CB8AC3E}">
        <p14:creationId xmlns:p14="http://schemas.microsoft.com/office/powerpoint/2010/main" val="1656825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Jeder Block hat eine Variable in der Semantik (für den Ausgang)</a:t>
            </a:r>
          </a:p>
          <a:p>
            <a:pPr marL="171450" indent="-171450">
              <a:buFontTx/>
              <a:buChar char="-"/>
            </a:pPr>
            <a:r>
              <a:rPr lang="de-DE" dirty="0"/>
              <a:t>Dieser Ausgang wird in diesem Schritt berechnet</a:t>
            </a:r>
          </a:p>
          <a:p>
            <a:pPr marL="171450" indent="-171450">
              <a:buFontTx/>
              <a:buChar char="-"/>
            </a:pPr>
            <a:r>
              <a:rPr lang="de-DE" dirty="0"/>
              <a:t>Bei </a:t>
            </a:r>
            <a:r>
              <a:rPr lang="de-DE" dirty="0" err="1"/>
              <a:t>direct-feedthrough</a:t>
            </a:r>
            <a:r>
              <a:rPr lang="de-DE" dirty="0"/>
              <a:t> (wie +,*,</a:t>
            </a:r>
            <a:r>
              <a:rPr lang="de-DE" dirty="0" err="1"/>
              <a:t>e^t</a:t>
            </a:r>
            <a:r>
              <a:rPr lang="de-DE" dirty="0"/>
              <a:t>, sin, und, oder etc.) wird einfach die Funktion angewendet</a:t>
            </a:r>
          </a:p>
          <a:p>
            <a:pPr marL="171450" indent="-171450">
              <a:buFontTx/>
              <a:buChar char="-"/>
            </a:pPr>
            <a:r>
              <a:rPr lang="de-DE" dirty="0"/>
              <a:t>Diskrete und kontinuierliche Blöcke speichern intern noch einen Zustand (haben also noch eine zusätzliche, interne Variable) </a:t>
            </a:r>
            <a:r>
              <a:rPr lang="de-DE" dirty="0">
                <a:sym typeface="Wingdings" panose="05000000000000000000" pitchFamily="2" charset="2"/>
              </a:rPr>
              <a:t> in diesem Schritt, also der Berechnung der Ausgangswerte wird dieser interne Wert mit verwendet</a:t>
            </a: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39</a:t>
            </a:fld>
            <a:endParaRPr lang="en-US">
              <a:solidFill>
                <a:prstClr val="black"/>
              </a:solidFill>
            </a:endParaRPr>
          </a:p>
        </p:txBody>
      </p:sp>
    </p:spTree>
    <p:extLst>
      <p:ext uri="{BB962C8B-B14F-4D97-AF65-F5344CB8AC3E}">
        <p14:creationId xmlns:p14="http://schemas.microsoft.com/office/powerpoint/2010/main" val="378976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Nach der Berechnung der Ausgangswerte werden die internen Zustände der diskreten Blöcke in Abhängigkeit der Blockeingangssignale berechnet</a:t>
            </a:r>
          </a:p>
          <a:p>
            <a:pPr marL="171450" indent="-171450">
              <a:buFontTx/>
              <a:buChar char="-"/>
            </a:pPr>
            <a:r>
              <a:rPr lang="de-DE" dirty="0"/>
              <a:t>Unit Delay kopiert einfach den Eingangswert </a:t>
            </a:r>
            <a:r>
              <a:rPr lang="de-DE" dirty="0">
                <a:sym typeface="Wingdings" panose="05000000000000000000" pitchFamily="2" charset="2"/>
              </a:rPr>
              <a:t> damit ergibt sich insgesamt für Unit Delay ein (wie der Name andeutet) taktverzögerndes Verhalten: im n-</a:t>
            </a:r>
            <a:r>
              <a:rPr lang="de-DE" dirty="0" err="1">
                <a:sym typeface="Wingdings" panose="05000000000000000000" pitchFamily="2" charset="2"/>
              </a:rPr>
              <a:t>ten</a:t>
            </a:r>
            <a:r>
              <a:rPr lang="de-DE" dirty="0">
                <a:sym typeface="Wingdings" panose="05000000000000000000" pitchFamily="2" charset="2"/>
              </a:rPr>
              <a:t> Zeitschritt wird der Wert vom n-1 </a:t>
            </a:r>
            <a:r>
              <a:rPr lang="de-DE" dirty="0" err="1">
                <a:sym typeface="Wingdings" panose="05000000000000000000" pitchFamily="2" charset="2"/>
              </a:rPr>
              <a:t>ten</a:t>
            </a:r>
            <a:r>
              <a:rPr lang="de-DE" dirty="0">
                <a:sym typeface="Wingdings" panose="05000000000000000000" pitchFamily="2" charset="2"/>
              </a:rPr>
              <a:t> Zeitschritt auf den Ausgang geschrieben </a:t>
            </a:r>
          </a:p>
          <a:p>
            <a:pPr marL="171450" indent="-171450">
              <a:buFontTx/>
              <a:buChar char="-"/>
            </a:pPr>
            <a:r>
              <a:rPr lang="de-DE" dirty="0" err="1">
                <a:sym typeface="Wingdings" panose="05000000000000000000" pitchFamily="2" charset="2"/>
              </a:rPr>
              <a:t>Discrete</a:t>
            </a:r>
            <a:r>
              <a:rPr lang="de-DE" dirty="0">
                <a:sym typeface="Wingdings" panose="05000000000000000000" pitchFamily="2" charset="2"/>
              </a:rPr>
              <a:t>-Time Integrator integriert diskret. Beim einfachsten Verfahren, dem </a:t>
            </a:r>
            <a:r>
              <a:rPr lang="de-DE" dirty="0" err="1">
                <a:sym typeface="Wingdings" panose="05000000000000000000" pitchFamily="2" charset="2"/>
              </a:rPr>
              <a:t>forward</a:t>
            </a:r>
            <a:r>
              <a:rPr lang="de-DE" dirty="0">
                <a:sym typeface="Wingdings" panose="05000000000000000000" pitchFamily="2" charset="2"/>
              </a:rPr>
              <a:t> Euler, wird der neue Funktionswert (der am Eingang anliegt) mit der Schrittweite multipliziert und auf den bereits gespeicherten internen Wert addiert; Intuitiv ist das, wenn man die Schrittweite  0 gehen ließe das Riemann Integral</a:t>
            </a:r>
          </a:p>
          <a:p>
            <a:pPr marL="171450" indent="-171450">
              <a:buFontTx/>
              <a:buChar char="-"/>
            </a:pPr>
            <a:r>
              <a:rPr lang="de-DE" dirty="0">
                <a:sym typeface="Wingdings" panose="05000000000000000000" pitchFamily="2" charset="2"/>
              </a:rPr>
              <a:t>Die Variablen K, T etc. beim </a:t>
            </a:r>
            <a:r>
              <a:rPr lang="de-DE" dirty="0" err="1">
                <a:sym typeface="Wingdings" panose="05000000000000000000" pitchFamily="2" charset="2"/>
              </a:rPr>
              <a:t>Discrete</a:t>
            </a:r>
            <a:r>
              <a:rPr lang="de-DE" dirty="0">
                <a:sym typeface="Wingdings" panose="05000000000000000000" pitchFamily="2" charset="2"/>
              </a:rPr>
              <a:t>-Time Integrator sind als Parameter einstellbar und beeinflussen das Verhalten (z.B. K </a:t>
            </a:r>
            <a:r>
              <a:rPr lang="de-DE" dirty="0" err="1">
                <a:sym typeface="Wingdings" panose="05000000000000000000" pitchFamily="2" charset="2"/>
              </a:rPr>
              <a:t>wichtet</a:t>
            </a:r>
            <a:r>
              <a:rPr lang="de-DE" dirty="0">
                <a:sym typeface="Wingdings" panose="05000000000000000000" pitchFamily="2" charset="2"/>
              </a:rPr>
              <a:t> die Berechnung)</a:t>
            </a: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40</a:t>
            </a:fld>
            <a:endParaRPr lang="en-US">
              <a:solidFill>
                <a:prstClr val="black"/>
              </a:solidFill>
            </a:endParaRPr>
          </a:p>
        </p:txBody>
      </p:sp>
    </p:spTree>
    <p:extLst>
      <p:ext uri="{BB962C8B-B14F-4D97-AF65-F5344CB8AC3E}">
        <p14:creationId xmlns:p14="http://schemas.microsoft.com/office/powerpoint/2010/main" val="403944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Euler kommt auf der nächsten Folie</a:t>
            </a:r>
          </a:p>
          <a:p>
            <a:pPr marL="171450" indent="-171450">
              <a:buFontTx/>
              <a:buChar char="-"/>
            </a:pPr>
            <a:r>
              <a:rPr lang="de-DE" dirty="0"/>
              <a:t>Runge-</a:t>
            </a:r>
            <a:r>
              <a:rPr lang="de-DE" dirty="0" err="1"/>
              <a:t>Kutta</a:t>
            </a:r>
            <a:r>
              <a:rPr lang="de-DE" dirty="0"/>
              <a:t> nimmt prinzipiell mehrere Zwischenstützstellen und </a:t>
            </a:r>
            <a:r>
              <a:rPr lang="de-DE" dirty="0" err="1"/>
              <a:t>wichtet</a:t>
            </a:r>
            <a:r>
              <a:rPr lang="de-DE" dirty="0"/>
              <a:t> die </a:t>
            </a:r>
            <a:r>
              <a:rPr lang="de-DE" dirty="0">
                <a:sym typeface="Wingdings" panose="05000000000000000000" pitchFamily="2" charset="2"/>
              </a:rPr>
              <a:t> das macht es genauer</a:t>
            </a:r>
          </a:p>
          <a:p>
            <a:pPr marL="171450" indent="-171450">
              <a:buFontTx/>
              <a:buChar char="-"/>
            </a:pPr>
            <a:r>
              <a:rPr lang="de-DE" dirty="0">
                <a:sym typeface="Wingdings" panose="05000000000000000000" pitchFamily="2" charset="2"/>
              </a:rPr>
              <a:t>Die DGL ist noch nicht eindeutig – es fehlt der Initialwert (der als Parameter übergeben wird) – z.B. l_1(0)=0. Dann wird das Ganze eindeutig  hier der Einfachheit halber weggelassen</a:t>
            </a:r>
          </a:p>
          <a:p>
            <a:pPr marL="171450" indent="-171450">
              <a:buFontTx/>
              <a:buChar char="-"/>
            </a:pPr>
            <a:r>
              <a:rPr lang="de-DE" dirty="0">
                <a:sym typeface="Wingdings" panose="05000000000000000000" pitchFamily="2" charset="2"/>
              </a:rPr>
              <a:t>Man könnte auch l_1(t)=\int_0^t_n l_2(t)</a:t>
            </a:r>
            <a:r>
              <a:rPr lang="de-DE" dirty="0" err="1">
                <a:sym typeface="Wingdings" panose="05000000000000000000" pitchFamily="2" charset="2"/>
              </a:rPr>
              <a:t>dt</a:t>
            </a:r>
            <a:r>
              <a:rPr lang="de-DE" dirty="0">
                <a:sym typeface="Wingdings" panose="05000000000000000000" pitchFamily="2" charset="2"/>
              </a:rPr>
              <a:t> schreiben. Äquivalent. Die Ableitungsschreibweise ist aber verbreitet, weil man damit die DGL Sichtweise reinbringt.</a:t>
            </a:r>
          </a:p>
          <a:p>
            <a:pPr marL="171450" indent="-171450">
              <a:buFontTx/>
              <a:buChar char="-"/>
            </a:pPr>
            <a:r>
              <a:rPr lang="de-DE" dirty="0">
                <a:sym typeface="Wingdings" panose="05000000000000000000" pitchFamily="2" charset="2"/>
              </a:rPr>
              <a:t>Wenn die rechte Seite nicht </a:t>
            </a:r>
            <a:r>
              <a:rPr lang="de-DE" dirty="0" err="1">
                <a:sym typeface="Wingdings" panose="05000000000000000000" pitchFamily="2" charset="2"/>
              </a:rPr>
              <a:t>Lipschitz</a:t>
            </a:r>
            <a:r>
              <a:rPr lang="de-DE" dirty="0">
                <a:sym typeface="Wingdings" panose="05000000000000000000" pitchFamily="2" charset="2"/>
              </a:rPr>
              <a:t>-stetig ist (das Signal also zu stark wächst), dann ist die mathematische Lösung nicht eindeutig – ich forsche derzeit dran, wie man in solchen Fällen vorhersagen kann, was Simulink macht</a:t>
            </a:r>
          </a:p>
          <a:p>
            <a:pPr marL="171450" indent="-171450">
              <a:buFontTx/>
              <a:buChar char="-"/>
            </a:pP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41</a:t>
            </a:fld>
            <a:endParaRPr lang="en-US">
              <a:solidFill>
                <a:prstClr val="black"/>
              </a:solidFill>
            </a:endParaRPr>
          </a:p>
        </p:txBody>
      </p:sp>
    </p:spTree>
    <p:extLst>
      <p:ext uri="{BB962C8B-B14F-4D97-AF65-F5344CB8AC3E}">
        <p14:creationId xmlns:p14="http://schemas.microsoft.com/office/powerpoint/2010/main" val="2334898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Riemann Summe (als </a:t>
            </a:r>
            <a:r>
              <a:rPr lang="de-DE" dirty="0" err="1"/>
              <a:t>Approx</a:t>
            </a:r>
            <a:r>
              <a:rPr lang="de-DE" dirty="0"/>
              <a:t>. für Integrale) lässt sich besser erklären ohne zu viel Vorwissen in DGL-Lösung vorauszusetzen</a:t>
            </a:r>
          </a:p>
          <a:p>
            <a:pPr marL="171450" indent="-171450">
              <a:buFontTx/>
              <a:buChar char="-"/>
            </a:pPr>
            <a:r>
              <a:rPr lang="de-DE" dirty="0"/>
              <a:t>=&gt; Ziel dieser Folie: Bedeutung der Schrittweite</a:t>
            </a:r>
            <a:r>
              <a:rPr lang="de-DE" baseline="0" dirty="0"/>
              <a:t> für die Genauigkeit und Verständnis für Entstehung von Ungenauigkeit und Bedeutung des gewählten Verfahrens.</a:t>
            </a:r>
            <a:endParaRPr lang="de-DE" dirty="0"/>
          </a:p>
          <a:p>
            <a:pPr marL="171450" indent="-171450">
              <a:buFontTx/>
              <a:buChar char="-"/>
            </a:pPr>
            <a:r>
              <a:rPr lang="de-DE" dirty="0"/>
              <a:t>In Simulink werden Approximationsverfahren für DGL wie Euler oder Runge-</a:t>
            </a:r>
            <a:r>
              <a:rPr lang="de-DE" dirty="0" err="1"/>
              <a:t>Kutta</a:t>
            </a:r>
            <a:r>
              <a:rPr lang="de-DE" dirty="0"/>
              <a:t> verwendet</a:t>
            </a:r>
          </a:p>
          <a:p>
            <a:pPr marL="171450" indent="-171450">
              <a:buFontTx/>
              <a:buChar char="-"/>
            </a:pPr>
            <a:r>
              <a:rPr lang="de-DE" dirty="0"/>
              <a:t>Euler funktioniert im Prinzip wie hier beschrieben,</a:t>
            </a:r>
            <a:r>
              <a:rPr lang="de-DE" baseline="0" dirty="0"/>
              <a:t> mit Runge-</a:t>
            </a:r>
            <a:r>
              <a:rPr lang="de-DE" baseline="0" dirty="0" err="1"/>
              <a:t>Kutta</a:t>
            </a:r>
            <a:r>
              <a:rPr lang="de-DE" baseline="0" dirty="0"/>
              <a:t> werden bei jedem Schritt auch noch Zwischenwerte bestimmt um </a:t>
            </a:r>
            <a:r>
              <a:rPr lang="de-DE" baseline="0" dirty="0" err="1"/>
              <a:t>Diskretisierungsfehler</a:t>
            </a:r>
            <a:r>
              <a:rPr lang="de-DE" baseline="0" dirty="0"/>
              <a:t> bis zur 3. Ableitung zu kompensieren</a:t>
            </a:r>
            <a:endParaRPr lang="de-DE" dirty="0"/>
          </a:p>
        </p:txBody>
      </p:sp>
      <p:sp>
        <p:nvSpPr>
          <p:cNvPr id="4" name="Foliennummernplatzhalter 3"/>
          <p:cNvSpPr>
            <a:spLocks noGrp="1"/>
          </p:cNvSpPr>
          <p:nvPr>
            <p:ph type="sldNum" sz="quarter" idx="10"/>
          </p:nvPr>
        </p:nvSpPr>
        <p:spPr/>
        <p:txBody>
          <a:bodyPr/>
          <a:lstStyle/>
          <a:p>
            <a:fld id="{681F8CC8-394C-4E42-AAFC-9DDA2ECED4BF}" type="slidenum">
              <a:rPr lang="de-DE" smtClean="0"/>
              <a:t>42</a:t>
            </a:fld>
            <a:endParaRPr lang="de-DE"/>
          </a:p>
        </p:txBody>
      </p:sp>
    </p:spTree>
    <p:extLst>
      <p:ext uri="{BB962C8B-B14F-4D97-AF65-F5344CB8AC3E}">
        <p14:creationId xmlns:p14="http://schemas.microsoft.com/office/powerpoint/2010/main" val="35101137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171450" indent="-171450">
              <a:buFontTx/>
              <a:buChar char="-"/>
            </a:pPr>
            <a:r>
              <a:rPr lang="de-DE" dirty="0"/>
              <a:t>Euler (Tangente</a:t>
            </a:r>
            <a:r>
              <a:rPr lang="de-DE" baseline="0" dirty="0"/>
              <a:t>/Steigung als Approximation, Polynom 0. Ordnung, Fehler wird sehr groß</a:t>
            </a:r>
            <a:r>
              <a:rPr lang="de-DE" dirty="0"/>
              <a:t>) </a:t>
            </a:r>
          </a:p>
          <a:p>
            <a:pPr marL="171450" indent="-171450">
              <a:buFontTx/>
              <a:buChar char="-"/>
            </a:pPr>
            <a:r>
              <a:rPr lang="de-DE" dirty="0" err="1"/>
              <a:t>Heun</a:t>
            </a:r>
            <a:r>
              <a:rPr lang="de-DE" dirty="0"/>
              <a:t> (Polynom 1. Ordnung, Verbesserung durch Verwendung eines Mittelwerts 2er Steigungen)</a:t>
            </a:r>
          </a:p>
          <a:p>
            <a:pPr marL="171450" indent="-171450">
              <a:buFontTx/>
              <a:buChar char="-"/>
            </a:pPr>
            <a:r>
              <a:rPr lang="de-DE" dirty="0"/>
              <a:t>Runge-</a:t>
            </a:r>
            <a:r>
              <a:rPr lang="de-DE" dirty="0" err="1"/>
              <a:t>Kutta</a:t>
            </a:r>
            <a:r>
              <a:rPr lang="de-DE" dirty="0"/>
              <a:t> (Zwischenschritte, Polynom 3.Ordnung, Mittelwert über mehrere Steigungen, klassisch 4) </a:t>
            </a:r>
          </a:p>
          <a:p>
            <a:pPr marL="171450" indent="-171450">
              <a:buFontTx/>
              <a:buChar char="-"/>
            </a:pPr>
            <a:r>
              <a:rPr lang="de-DE" dirty="0"/>
              <a:t>U.v.m.</a:t>
            </a:r>
          </a:p>
          <a:p>
            <a:pPr marL="171450" indent="-171450">
              <a:buFontTx/>
              <a:buChar char="-"/>
            </a:pPr>
            <a:r>
              <a:rPr lang="de-DE" dirty="0"/>
              <a:t>(Polynom</a:t>
            </a:r>
            <a:r>
              <a:rPr lang="de-DE" baseline="0" dirty="0"/>
              <a:t> höherer Ordnung: mehr Rechenaufwand, aber genauer</a:t>
            </a:r>
            <a:r>
              <a:rPr lang="de-DE" dirty="0"/>
              <a:t>) </a:t>
            </a:r>
          </a:p>
          <a:p>
            <a:pPr marL="171450" indent="-171450">
              <a:buFontTx/>
              <a:buChar char="-"/>
            </a:pPr>
            <a:endParaRPr lang="de-DE" dirty="0"/>
          </a:p>
          <a:p>
            <a:pPr marL="171450" indent="-171450">
              <a:buFontTx/>
              <a:buChar char="-"/>
            </a:pPr>
            <a:r>
              <a:rPr lang="de-DE" dirty="0"/>
              <a:t>Aussage der Folie: kompliziertere Verfahren</a:t>
            </a:r>
            <a:r>
              <a:rPr lang="de-DE" baseline="0" dirty="0"/>
              <a:t> =&gt;</a:t>
            </a:r>
            <a:r>
              <a:rPr lang="de-DE" dirty="0"/>
              <a:t> höhere Genauigkeit, Abschätzen was</a:t>
            </a:r>
            <a:r>
              <a:rPr lang="de-DE" baseline="0" dirty="0"/>
              <a:t> man braucht</a:t>
            </a:r>
            <a:endParaRPr lang="de-DE" dirty="0"/>
          </a:p>
        </p:txBody>
      </p:sp>
      <p:sp>
        <p:nvSpPr>
          <p:cNvPr id="4" name="Foliennummernplatzhalter 3"/>
          <p:cNvSpPr>
            <a:spLocks noGrp="1"/>
          </p:cNvSpPr>
          <p:nvPr>
            <p:ph type="sldNum" sz="quarter" idx="10"/>
          </p:nvPr>
        </p:nvSpPr>
        <p:spPr/>
        <p:txBody>
          <a:bodyPr/>
          <a:lstStyle/>
          <a:p>
            <a:fld id="{681F8CC8-394C-4E42-AAFC-9DDA2ECED4BF}" type="slidenum">
              <a:rPr lang="de-DE" smtClean="0"/>
              <a:t>43</a:t>
            </a:fld>
            <a:endParaRPr lang="de-DE"/>
          </a:p>
        </p:txBody>
      </p:sp>
    </p:spTree>
    <p:extLst>
      <p:ext uri="{BB962C8B-B14F-4D97-AF65-F5344CB8AC3E}">
        <p14:creationId xmlns:p14="http://schemas.microsoft.com/office/powerpoint/2010/main" val="3510113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lstStyle/>
          <a:p>
            <a:pPr marL="0" indent="0">
              <a:buFontTx/>
              <a:buNone/>
            </a:pPr>
            <a:r>
              <a:rPr lang="de-DE" dirty="0"/>
              <a:t>Unterschied Ereignis im System vs. Schaltzeitpunkt im Modell</a:t>
            </a:r>
            <a:r>
              <a:rPr lang="de-DE" baseline="0" dirty="0"/>
              <a:t> am </a:t>
            </a:r>
            <a:r>
              <a:rPr lang="de-DE" dirty="0" err="1"/>
              <a:t>Bsp</a:t>
            </a:r>
            <a:r>
              <a:rPr lang="de-DE" dirty="0"/>
              <a:t>: </a:t>
            </a:r>
            <a:r>
              <a:rPr lang="de-DE" dirty="0" err="1"/>
              <a:t>Flummi</a:t>
            </a:r>
            <a:r>
              <a:rPr lang="de-DE" dirty="0"/>
              <a:t>: </a:t>
            </a:r>
          </a:p>
          <a:p>
            <a:pPr marL="171450" indent="-171450">
              <a:buFontTx/>
              <a:buChar char="-"/>
            </a:pPr>
            <a:r>
              <a:rPr lang="de-DE" dirty="0"/>
              <a:t>Ereignis im System: Aufprall auf dem Boden und</a:t>
            </a:r>
            <a:r>
              <a:rPr lang="de-DE" baseline="0" dirty="0"/>
              <a:t> dadurch Richtungswechsel</a:t>
            </a:r>
          </a:p>
          <a:p>
            <a:pPr marL="171450" indent="-171450">
              <a:buFontTx/>
              <a:buChar char="-"/>
            </a:pPr>
            <a:r>
              <a:rPr lang="de-DE" baseline="0" dirty="0"/>
              <a:t>Im Modell: Switch, der zu diesem Zeitpunkt zu Kurve*(-1) wechselt</a:t>
            </a:r>
          </a:p>
          <a:p>
            <a:pPr marL="171450" indent="-171450">
              <a:buFontTx/>
              <a:buChar char="-"/>
            </a:pPr>
            <a:endParaRPr lang="de-DE" dirty="0"/>
          </a:p>
          <a:p>
            <a:pPr marL="171450" indent="-171450">
              <a:buFontTx/>
              <a:buChar char="-"/>
            </a:pPr>
            <a:r>
              <a:rPr lang="de-DE" dirty="0"/>
              <a:t>Ziel von Zero </a:t>
            </a:r>
            <a:r>
              <a:rPr lang="de-DE" dirty="0" err="1"/>
              <a:t>Crossing</a:t>
            </a:r>
            <a:r>
              <a:rPr lang="de-DE" dirty="0"/>
              <a:t>: a)</a:t>
            </a:r>
            <a:r>
              <a:rPr lang="de-DE" baseline="0" dirty="0"/>
              <a:t> merke, wann geschaltet werden muss, b) erhöhe Präzision bei variable-</a:t>
            </a:r>
            <a:r>
              <a:rPr lang="de-DE" baseline="0" dirty="0" err="1"/>
              <a:t>step</a:t>
            </a:r>
            <a:r>
              <a:rPr lang="de-DE" baseline="0" dirty="0"/>
              <a:t> </a:t>
            </a:r>
            <a:r>
              <a:rPr lang="de-DE" baseline="0" dirty="0" err="1"/>
              <a:t>size</a:t>
            </a:r>
            <a:r>
              <a:rPr lang="de-DE" baseline="0" dirty="0"/>
              <a:t> (z.B. damit in der Simulation der Ball nicht durch den Boden fällt)</a:t>
            </a:r>
            <a:endParaRPr lang="de-DE"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44</a:t>
            </a:fld>
            <a:endParaRPr lang="en-US">
              <a:solidFill>
                <a:prstClr val="black"/>
              </a:solidFill>
            </a:endParaRPr>
          </a:p>
        </p:txBody>
      </p:sp>
    </p:spTree>
    <p:extLst>
      <p:ext uri="{BB962C8B-B14F-4D97-AF65-F5344CB8AC3E}">
        <p14:creationId xmlns:p14="http://schemas.microsoft.com/office/powerpoint/2010/main" val="21712343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F109-9436-AF06-CD31-919B215EF84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8BBBBB6-8953-BE55-F94A-F2A2C6667696}"/>
              </a:ext>
            </a:extLst>
          </p:cNvPr>
          <p:cNvSpPr>
            <a:spLocks noGrp="1" noRot="1" noChangeAspect="1"/>
          </p:cNvSpPr>
          <p:nvPr>
            <p:ph type="sldImg"/>
          </p:nvPr>
        </p:nvSpPr>
        <p:spPr>
          <a:xfrm>
            <a:off x="377825" y="685800"/>
            <a:ext cx="6102350" cy="3429000"/>
          </a:xfrm>
        </p:spPr>
      </p:sp>
      <p:sp>
        <p:nvSpPr>
          <p:cNvPr id="3" name="Notizenplatzhalter 2">
            <a:extLst>
              <a:ext uri="{FF2B5EF4-FFF2-40B4-BE49-F238E27FC236}">
                <a16:creationId xmlns:a16="http://schemas.microsoft.com/office/drawing/2014/main" id="{3986A52B-CE08-921B-3AD6-0501D955058F}"/>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42BAADCF-AB07-6D17-C4E2-7EDF474EA162}"/>
              </a:ext>
            </a:extLst>
          </p:cNvPr>
          <p:cNvSpPr>
            <a:spLocks noGrp="1"/>
          </p:cNvSpPr>
          <p:nvPr>
            <p:ph type="sldNum" sz="quarter" idx="10"/>
          </p:nvPr>
        </p:nvSpPr>
        <p:spPr/>
        <p:txBody>
          <a:bodyPr/>
          <a:lstStyle/>
          <a:p>
            <a:fld id="{29387BD9-BE2C-4A3A-8579-A57A9B514E56}" type="slidenum">
              <a:rPr lang="de-DE" smtClean="0"/>
              <a:t>45</a:t>
            </a:fld>
            <a:endParaRPr lang="de-DE"/>
          </a:p>
        </p:txBody>
      </p:sp>
    </p:spTree>
    <p:extLst>
      <p:ext uri="{BB962C8B-B14F-4D97-AF65-F5344CB8AC3E}">
        <p14:creationId xmlns:p14="http://schemas.microsoft.com/office/powerpoint/2010/main" val="3175323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Weitere Beispiele:</a:t>
            </a:r>
            <a:r>
              <a:rPr lang="de-DE" baseline="0" dirty="0"/>
              <a:t> zum Bus gehen, Eltern </a:t>
            </a:r>
            <a:r>
              <a:rPr lang="de-DE" baseline="0" dirty="0" err="1"/>
              <a:t>busy</a:t>
            </a:r>
            <a:r>
              <a:rPr lang="de-DE" baseline="0" dirty="0"/>
              <a:t> halten, …</a:t>
            </a:r>
            <a:endParaRPr lang="de-DE" dirty="0"/>
          </a:p>
        </p:txBody>
      </p:sp>
      <p:sp>
        <p:nvSpPr>
          <p:cNvPr id="4" name="Foliennummernplatzhalter 3"/>
          <p:cNvSpPr>
            <a:spLocks noGrp="1"/>
          </p:cNvSpPr>
          <p:nvPr>
            <p:ph type="sldNum" sz="quarter" idx="10"/>
          </p:nvPr>
        </p:nvSpPr>
        <p:spPr/>
        <p:txBody>
          <a:bodyPr/>
          <a:lstStyle/>
          <a:p>
            <a:fld id="{6DAF98AE-FDF9-48B4-B12F-9A5D9F65D416}" type="slidenum">
              <a:rPr lang="de-DE" smtClean="0">
                <a:solidFill>
                  <a:prstClr val="black"/>
                </a:solidFill>
              </a:rPr>
              <a:pPr/>
              <a:t>46</a:t>
            </a:fld>
            <a:endParaRPr lang="de-DE">
              <a:solidFill>
                <a:prstClr val="black"/>
              </a:solidFill>
            </a:endParaRPr>
          </a:p>
        </p:txBody>
      </p:sp>
    </p:spTree>
    <p:extLst>
      <p:ext uri="{BB962C8B-B14F-4D97-AF65-F5344CB8AC3E}">
        <p14:creationId xmlns:p14="http://schemas.microsoft.com/office/powerpoint/2010/main" val="30040742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err="1">
                <a:hlinkClick r:id="rId3"/>
              </a:rPr>
              <a:t>torque</a:t>
            </a:r>
            <a:r>
              <a:rPr lang="de-DE" dirty="0">
                <a:hlinkClick r:id="rId3"/>
              </a:rPr>
              <a:t> = das</a:t>
            </a:r>
            <a:r>
              <a:rPr lang="de-DE" dirty="0"/>
              <a:t> </a:t>
            </a:r>
            <a:r>
              <a:rPr lang="de-DE" dirty="0">
                <a:hlinkClick r:id="rId4"/>
              </a:rPr>
              <a:t>Drehmoment</a:t>
            </a:r>
            <a:endParaRPr lang="de-DE" dirty="0"/>
          </a:p>
        </p:txBody>
      </p:sp>
      <p:sp>
        <p:nvSpPr>
          <p:cNvPr id="4" name="Foliennummernplatzhalter 3"/>
          <p:cNvSpPr>
            <a:spLocks noGrp="1"/>
          </p:cNvSpPr>
          <p:nvPr>
            <p:ph type="sldNum" sz="quarter" idx="10"/>
          </p:nvPr>
        </p:nvSpPr>
        <p:spPr/>
        <p:txBody>
          <a:bodyPr/>
          <a:lstStyle/>
          <a:p>
            <a:fld id="{6DAF98AE-FDF9-48B4-B12F-9A5D9F65D416}" type="slidenum">
              <a:rPr lang="de-DE" smtClean="0">
                <a:solidFill>
                  <a:prstClr val="black"/>
                </a:solidFill>
              </a:rPr>
              <a:pPr/>
              <a:t>50</a:t>
            </a:fld>
            <a:endParaRPr lang="de-DE">
              <a:solidFill>
                <a:prstClr val="black"/>
              </a:solidFill>
            </a:endParaRPr>
          </a:p>
        </p:txBody>
      </p:sp>
    </p:spTree>
    <p:extLst>
      <p:ext uri="{BB962C8B-B14F-4D97-AF65-F5344CB8AC3E}">
        <p14:creationId xmlns:p14="http://schemas.microsoft.com/office/powerpoint/2010/main" val="854505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u(1) und (u2) sind zugriffe auf die </a:t>
            </a:r>
            <a:r>
              <a:rPr lang="de-DE" dirty="0" err="1"/>
              <a:t>Mux</a:t>
            </a:r>
            <a:r>
              <a:rPr lang="de-DE" dirty="0"/>
              <a:t>-Signale 1 und 2  (1-based-indexing)</a:t>
            </a:r>
          </a:p>
          <a:p>
            <a:endParaRPr lang="de-DE" dirty="0"/>
          </a:p>
          <a:p>
            <a:r>
              <a:rPr lang="de-DE" dirty="0"/>
              <a:t>Bremsfunktion: </a:t>
            </a:r>
          </a:p>
          <a:p>
            <a:r>
              <a:rPr lang="de-DE" dirty="0"/>
              <a:t>Berechnung des erforderlichen Brems-Drehmoments</a:t>
            </a:r>
            <a:r>
              <a:rPr lang="de-DE" baseline="0" dirty="0"/>
              <a:t> </a:t>
            </a:r>
            <a:r>
              <a:rPr lang="de-DE" dirty="0"/>
              <a:t>(</a:t>
            </a:r>
            <a:r>
              <a:rPr lang="de-DE" dirty="0" err="1"/>
              <a:t>brake</a:t>
            </a:r>
            <a:r>
              <a:rPr lang="de-DE" dirty="0"/>
              <a:t> </a:t>
            </a:r>
            <a:r>
              <a:rPr lang="de-DE" dirty="0" err="1"/>
              <a:t>torque</a:t>
            </a:r>
            <a:r>
              <a:rPr lang="de-DE" dirty="0"/>
              <a:t>)</a:t>
            </a:r>
            <a:r>
              <a:rPr lang="de-DE" baseline="0" dirty="0"/>
              <a:t> aus Stellwert, hydraulischer Verzögerung und Bremskraft</a:t>
            </a:r>
          </a:p>
          <a:p>
            <a:r>
              <a:rPr lang="de-DE" baseline="0" dirty="0"/>
              <a:t>Anwenden des Brems-</a:t>
            </a:r>
            <a:r>
              <a:rPr lang="de-DE" baseline="0" dirty="0" err="1"/>
              <a:t>Dremoments</a:t>
            </a:r>
            <a:r>
              <a:rPr lang="de-DE" baseline="0" dirty="0"/>
              <a:t> auf das Reifendrehmoment</a:t>
            </a:r>
          </a:p>
          <a:p>
            <a:endParaRPr lang="de-DE" baseline="0" dirty="0"/>
          </a:p>
          <a:p>
            <a:r>
              <a:rPr lang="de-DE" baseline="0" dirty="0"/>
              <a:t>Ausgabe: Reifengeschwindigkeit (nach Regelung)</a:t>
            </a:r>
            <a:endParaRPr lang="en-US" dirty="0"/>
          </a:p>
        </p:txBody>
      </p:sp>
      <p:sp>
        <p:nvSpPr>
          <p:cNvPr id="4" name="Foliennummernplatzhalter 3"/>
          <p:cNvSpPr>
            <a:spLocks noGrp="1"/>
          </p:cNvSpPr>
          <p:nvPr>
            <p:ph type="sldNum" sz="quarter" idx="10"/>
          </p:nvPr>
        </p:nvSpPr>
        <p:spPr/>
        <p:txBody>
          <a:bodyPr/>
          <a:lstStyle/>
          <a:p>
            <a:fld id="{37A7E43C-3C7D-4FA1-AC17-4BF72EF1A081}" type="slidenum">
              <a:rPr lang="en-US" smtClean="0">
                <a:solidFill>
                  <a:prstClr val="black"/>
                </a:solidFill>
              </a:rPr>
              <a:pPr/>
              <a:t>51</a:t>
            </a:fld>
            <a:endParaRPr lang="en-US">
              <a:solidFill>
                <a:prstClr val="black"/>
              </a:solidFill>
            </a:endParaRPr>
          </a:p>
        </p:txBody>
      </p:sp>
    </p:spTree>
    <p:extLst>
      <p:ext uri="{BB962C8B-B14F-4D97-AF65-F5344CB8AC3E}">
        <p14:creationId xmlns:p14="http://schemas.microsoft.com/office/powerpoint/2010/main" val="30594702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62AC-DE20-EF6F-BA39-46A8F11B71D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4BF6688-6B0F-7447-461B-8F0D93BFE6F9}"/>
              </a:ext>
            </a:extLst>
          </p:cNvPr>
          <p:cNvSpPr>
            <a:spLocks noGrp="1" noRot="1" noChangeAspect="1"/>
          </p:cNvSpPr>
          <p:nvPr>
            <p:ph type="sldImg"/>
          </p:nvPr>
        </p:nvSpPr>
        <p:spPr>
          <a:xfrm>
            <a:off x="377825" y="685800"/>
            <a:ext cx="6102350" cy="3429000"/>
          </a:xfrm>
        </p:spPr>
      </p:sp>
      <p:sp>
        <p:nvSpPr>
          <p:cNvPr id="3" name="Notizenplatzhalter 2">
            <a:extLst>
              <a:ext uri="{FF2B5EF4-FFF2-40B4-BE49-F238E27FC236}">
                <a16:creationId xmlns:a16="http://schemas.microsoft.com/office/drawing/2014/main" id="{6B3B2239-AB41-4FBD-166B-FDC226095643}"/>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EDE67CD7-2EC4-E38F-84C9-A3DFA27D8564}"/>
              </a:ext>
            </a:extLst>
          </p:cNvPr>
          <p:cNvSpPr>
            <a:spLocks noGrp="1"/>
          </p:cNvSpPr>
          <p:nvPr>
            <p:ph type="sldNum" sz="quarter" idx="10"/>
          </p:nvPr>
        </p:nvSpPr>
        <p:spPr/>
        <p:txBody>
          <a:bodyPr/>
          <a:lstStyle/>
          <a:p>
            <a:fld id="{29387BD9-BE2C-4A3A-8579-A57A9B514E56}" type="slidenum">
              <a:rPr lang="de-DE" smtClean="0"/>
              <a:t>53</a:t>
            </a:fld>
            <a:endParaRPr lang="de-DE"/>
          </a:p>
        </p:txBody>
      </p:sp>
    </p:spTree>
    <p:extLst>
      <p:ext uri="{BB962C8B-B14F-4D97-AF65-F5344CB8AC3E}">
        <p14:creationId xmlns:p14="http://schemas.microsoft.com/office/powerpoint/2010/main" val="947069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Eingaben: </a:t>
            </a:r>
          </a:p>
          <a:p>
            <a:r>
              <a:rPr lang="de-DE" dirty="0" err="1"/>
              <a:t>Stateflow</a:t>
            </a:r>
            <a:r>
              <a:rPr lang="de-DE" dirty="0"/>
              <a:t> Modell</a:t>
            </a:r>
            <a:r>
              <a:rPr lang="de-DE" baseline="0" dirty="0"/>
              <a:t> berechnet den Mischmodus und Sensorfehler</a:t>
            </a:r>
          </a:p>
          <a:p>
            <a:endParaRPr lang="de-DE" baseline="0" dirty="0"/>
          </a:p>
          <a:p>
            <a:r>
              <a:rPr lang="de-DE" dirty="0"/>
              <a:t>Die</a:t>
            </a:r>
            <a:r>
              <a:rPr lang="de-DE" baseline="0" dirty="0"/>
              <a:t> o</a:t>
            </a:r>
            <a:r>
              <a:rPr lang="de-DE" dirty="0"/>
              <a:t>beren</a:t>
            </a:r>
            <a:r>
              <a:rPr lang="de-DE" baseline="0" dirty="0"/>
              <a:t> 4 Zustände werten die Sensoren aus und decken Fehler auf, der 3. von oben ist ein Fehlerzustandszähler</a:t>
            </a:r>
          </a:p>
          <a:p>
            <a:endParaRPr lang="de-DE" baseline="0" dirty="0"/>
          </a:p>
          <a:p>
            <a:r>
              <a:rPr lang="de-DE" baseline="0" dirty="0"/>
              <a:t>Im untersten Zustand wird abhängig von der Anzahl und Art der Sensorfehler das misch Verhältnis LOW, RICH oder DISABLED ausgeben (welches vom bereits gezeigten SL Modell ausgewertet wird)</a:t>
            </a:r>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54</a:t>
            </a:fld>
            <a:endParaRPr lang="en-US">
              <a:solidFill>
                <a:prstClr val="black"/>
              </a:solidFill>
            </a:endParaRPr>
          </a:p>
        </p:txBody>
      </p:sp>
    </p:spTree>
    <p:extLst>
      <p:ext uri="{BB962C8B-B14F-4D97-AF65-F5344CB8AC3E}">
        <p14:creationId xmlns:p14="http://schemas.microsoft.com/office/powerpoint/2010/main" val="25650415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Eingaben: </a:t>
            </a:r>
          </a:p>
          <a:p>
            <a:r>
              <a:rPr lang="de-DE" dirty="0" err="1"/>
              <a:t>Stateflow</a:t>
            </a:r>
            <a:r>
              <a:rPr lang="de-DE" dirty="0"/>
              <a:t> Modell</a:t>
            </a:r>
            <a:r>
              <a:rPr lang="de-DE" baseline="0" dirty="0"/>
              <a:t> berechnet den Mischmodus und Sensorfehler</a:t>
            </a:r>
          </a:p>
          <a:p>
            <a:endParaRPr lang="de-DE" baseline="0" dirty="0"/>
          </a:p>
          <a:p>
            <a:r>
              <a:rPr lang="de-DE" dirty="0"/>
              <a:t>Die</a:t>
            </a:r>
            <a:r>
              <a:rPr lang="de-DE" baseline="0" dirty="0"/>
              <a:t> o</a:t>
            </a:r>
            <a:r>
              <a:rPr lang="de-DE" dirty="0"/>
              <a:t>beren</a:t>
            </a:r>
            <a:r>
              <a:rPr lang="de-DE" baseline="0" dirty="0"/>
              <a:t> 4 Zustände werten die Sensoren aus und decken Fehler auf, der 3. von oben ist ein Fehlerzustandszähler</a:t>
            </a:r>
          </a:p>
          <a:p>
            <a:endParaRPr lang="de-DE" baseline="0" dirty="0"/>
          </a:p>
          <a:p>
            <a:r>
              <a:rPr lang="de-DE" baseline="0" dirty="0"/>
              <a:t>Im untersten Zustand wird abhängig von der Anzahl und Art der Sensorfehler das misch Verhältnis LOW, RICH oder DISABLED ausgeben (welches vom bereits gezeigten SL Modell ausgewertet wird)</a:t>
            </a:r>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55</a:t>
            </a:fld>
            <a:endParaRPr lang="en-US">
              <a:solidFill>
                <a:prstClr val="black"/>
              </a:solidFill>
            </a:endParaRPr>
          </a:p>
        </p:txBody>
      </p:sp>
    </p:spTree>
    <p:extLst>
      <p:ext uri="{BB962C8B-B14F-4D97-AF65-F5344CB8AC3E}">
        <p14:creationId xmlns:p14="http://schemas.microsoft.com/office/powerpoint/2010/main" val="14602699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Eingaben: </a:t>
            </a:r>
          </a:p>
          <a:p>
            <a:r>
              <a:rPr lang="de-DE" dirty="0" err="1"/>
              <a:t>Stateflow</a:t>
            </a:r>
            <a:r>
              <a:rPr lang="de-DE" dirty="0"/>
              <a:t> Modell</a:t>
            </a:r>
            <a:r>
              <a:rPr lang="de-DE" baseline="0" dirty="0"/>
              <a:t> berechnet den Mischmodus und Sensorfehler</a:t>
            </a:r>
          </a:p>
          <a:p>
            <a:endParaRPr lang="de-DE" baseline="0" dirty="0"/>
          </a:p>
          <a:p>
            <a:r>
              <a:rPr lang="de-DE" dirty="0"/>
              <a:t>Die</a:t>
            </a:r>
            <a:r>
              <a:rPr lang="de-DE" baseline="0" dirty="0"/>
              <a:t> o</a:t>
            </a:r>
            <a:r>
              <a:rPr lang="de-DE" dirty="0"/>
              <a:t>beren</a:t>
            </a:r>
            <a:r>
              <a:rPr lang="de-DE" baseline="0" dirty="0"/>
              <a:t> 4 Zustände werten die Sensoren aus und decken Fehler auf, der 3. von oben ist ein Fehlerzustandszähler</a:t>
            </a:r>
          </a:p>
          <a:p>
            <a:endParaRPr lang="de-DE" baseline="0" dirty="0"/>
          </a:p>
          <a:p>
            <a:r>
              <a:rPr lang="de-DE" baseline="0" dirty="0"/>
              <a:t>Im untersten Zustand wird abhängig von der Anzahl und Art der Sensorfehler das misch Verhältnis LOW, RICH oder DISABLED ausgeben (welches vom bereits gezeigten SL Modell ausgewertet wird)</a:t>
            </a:r>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56</a:t>
            </a:fld>
            <a:endParaRPr lang="en-US">
              <a:solidFill>
                <a:prstClr val="black"/>
              </a:solidFill>
            </a:endParaRPr>
          </a:p>
        </p:txBody>
      </p:sp>
    </p:spTree>
    <p:extLst>
      <p:ext uri="{BB962C8B-B14F-4D97-AF65-F5344CB8AC3E}">
        <p14:creationId xmlns:p14="http://schemas.microsoft.com/office/powerpoint/2010/main" val="526150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8AA72-5EF5-549C-EDB1-EEA275CA830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70EB1BE-A367-1AE0-0F77-40A8363417C0}"/>
              </a:ext>
            </a:extLst>
          </p:cNvPr>
          <p:cNvSpPr>
            <a:spLocks noGrp="1" noRot="1" noChangeAspect="1"/>
          </p:cNvSpPr>
          <p:nvPr>
            <p:ph type="sldImg"/>
          </p:nvPr>
        </p:nvSpPr>
        <p:spPr>
          <a:xfrm>
            <a:off x="377825" y="685800"/>
            <a:ext cx="6102350" cy="3429000"/>
          </a:xfrm>
        </p:spPr>
      </p:sp>
      <p:sp>
        <p:nvSpPr>
          <p:cNvPr id="3" name="Notizenplatzhalter 2">
            <a:extLst>
              <a:ext uri="{FF2B5EF4-FFF2-40B4-BE49-F238E27FC236}">
                <a16:creationId xmlns:a16="http://schemas.microsoft.com/office/drawing/2014/main" id="{CB3C9546-DBC5-8D46-67D7-99E9FE12D932}"/>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C3CBAF43-70F5-19F9-BF01-4D5B892EC4B0}"/>
              </a:ext>
            </a:extLst>
          </p:cNvPr>
          <p:cNvSpPr>
            <a:spLocks noGrp="1"/>
          </p:cNvSpPr>
          <p:nvPr>
            <p:ph type="sldNum" sz="quarter" idx="10"/>
          </p:nvPr>
        </p:nvSpPr>
        <p:spPr/>
        <p:txBody>
          <a:bodyPr/>
          <a:lstStyle/>
          <a:p>
            <a:fld id="{29387BD9-BE2C-4A3A-8579-A57A9B514E56}" type="slidenum">
              <a:rPr lang="de-DE" smtClean="0"/>
              <a:t>57</a:t>
            </a:fld>
            <a:endParaRPr lang="de-DE"/>
          </a:p>
        </p:txBody>
      </p:sp>
    </p:spTree>
    <p:extLst>
      <p:ext uri="{BB962C8B-B14F-4D97-AF65-F5344CB8AC3E}">
        <p14:creationId xmlns:p14="http://schemas.microsoft.com/office/powerpoint/2010/main" val="21770416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61</a:t>
            </a:fld>
            <a:endParaRPr lang="en-US">
              <a:solidFill>
                <a:prstClr val="black"/>
              </a:solidFill>
            </a:endParaRPr>
          </a:p>
        </p:txBody>
      </p:sp>
    </p:spTree>
    <p:extLst>
      <p:ext uri="{BB962C8B-B14F-4D97-AF65-F5344CB8AC3E}">
        <p14:creationId xmlns:p14="http://schemas.microsoft.com/office/powerpoint/2010/main" val="16045217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condition</a:t>
            </a:r>
            <a:r>
              <a:rPr lang="de-DE" dirty="0"/>
              <a:t> </a:t>
            </a:r>
            <a:r>
              <a:rPr lang="de-DE" dirty="0" err="1"/>
              <a:t>actions</a:t>
            </a:r>
            <a:r>
              <a:rPr lang="de-DE" dirty="0"/>
              <a:t> werden ausgeführt,</a:t>
            </a:r>
            <a:r>
              <a:rPr lang="de-DE" baseline="0" dirty="0"/>
              <a:t> sobald eine Bedingung wahr wird, auch wenn die Transition nicht schaltet</a:t>
            </a:r>
            <a:endParaRPr lang="de-DE" dirty="0"/>
          </a:p>
        </p:txBody>
      </p:sp>
      <p:sp>
        <p:nvSpPr>
          <p:cNvPr id="4" name="Foliennummernplatzhalter 3"/>
          <p:cNvSpPr>
            <a:spLocks noGrp="1"/>
          </p:cNvSpPr>
          <p:nvPr>
            <p:ph type="sldNum" sz="quarter" idx="10"/>
          </p:nvPr>
        </p:nvSpPr>
        <p:spPr/>
        <p:txBody>
          <a:bodyPr/>
          <a:lstStyle/>
          <a:p>
            <a:fld id="{0B46770E-2D8D-4BE1-8C67-F9CCC88D2D3D}" type="slidenum">
              <a:rPr lang="de-DE" smtClean="0"/>
              <a:t>62</a:t>
            </a:fld>
            <a:endParaRPr lang="de-DE"/>
          </a:p>
        </p:txBody>
      </p:sp>
    </p:spTree>
    <p:extLst>
      <p:ext uri="{BB962C8B-B14F-4D97-AF65-F5344CB8AC3E}">
        <p14:creationId xmlns:p14="http://schemas.microsoft.com/office/powerpoint/2010/main" val="33746364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64</a:t>
            </a:fld>
            <a:endParaRPr lang="en-US">
              <a:solidFill>
                <a:prstClr val="black"/>
              </a:solidFill>
            </a:endParaRPr>
          </a:p>
        </p:txBody>
      </p:sp>
    </p:spTree>
    <p:extLst>
      <p:ext uri="{BB962C8B-B14F-4D97-AF65-F5344CB8AC3E}">
        <p14:creationId xmlns:p14="http://schemas.microsoft.com/office/powerpoint/2010/main" val="11033692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64134-AD05-B605-267B-C770719810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4FEB814-400B-79D7-3E44-BC3B5DD1B190}"/>
              </a:ext>
            </a:extLst>
          </p:cNvPr>
          <p:cNvSpPr>
            <a:spLocks noGrp="1" noRot="1" noChangeAspect="1"/>
          </p:cNvSpPr>
          <p:nvPr>
            <p:ph type="sldImg"/>
          </p:nvPr>
        </p:nvSpPr>
        <p:spPr>
          <a:xfrm>
            <a:off x="377825" y="685800"/>
            <a:ext cx="6102350" cy="3429000"/>
          </a:xfrm>
        </p:spPr>
      </p:sp>
      <p:sp>
        <p:nvSpPr>
          <p:cNvPr id="3" name="Notizenplatzhalter 2">
            <a:extLst>
              <a:ext uri="{FF2B5EF4-FFF2-40B4-BE49-F238E27FC236}">
                <a16:creationId xmlns:a16="http://schemas.microsoft.com/office/drawing/2014/main" id="{F2CE1C7E-DEDF-6175-9684-F2B87C785F4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ADD246B-0CDE-2059-536E-E88E9272F222}"/>
              </a:ext>
            </a:extLst>
          </p:cNvPr>
          <p:cNvSpPr>
            <a:spLocks noGrp="1"/>
          </p:cNvSpPr>
          <p:nvPr>
            <p:ph type="sldNum" sz="quarter" idx="10"/>
          </p:nvPr>
        </p:nvSpPr>
        <p:spPr/>
        <p:txBody>
          <a:bodyPr/>
          <a:lstStyle/>
          <a:p>
            <a:fld id="{29387BD9-BE2C-4A3A-8579-A57A9B514E56}" type="slidenum">
              <a:rPr lang="de-DE" smtClean="0"/>
              <a:t>67</a:t>
            </a:fld>
            <a:endParaRPr lang="de-DE"/>
          </a:p>
        </p:txBody>
      </p:sp>
    </p:spTree>
    <p:extLst>
      <p:ext uri="{BB962C8B-B14F-4D97-AF65-F5344CB8AC3E}">
        <p14:creationId xmlns:p14="http://schemas.microsoft.com/office/powerpoint/2010/main" val="24789380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77825" y="685800"/>
            <a:ext cx="6102350" cy="3429000"/>
          </a:xfrm>
        </p:spPr>
      </p:sp>
      <p:sp>
        <p:nvSpPr>
          <p:cNvPr id="3" name="Notizenplatzhalter 2"/>
          <p:cNvSpPr>
            <a:spLocks noGrp="1"/>
          </p:cNvSpPr>
          <p:nvPr>
            <p:ph type="body" idx="1"/>
          </p:nvPr>
        </p:nvSpPr>
        <p:spPr/>
        <p:txBody>
          <a:bodyPr>
            <a:normAutofit/>
          </a:bodyPr>
          <a:lstStyle/>
          <a:p>
            <a:r>
              <a:rPr lang="de-DE" dirty="0"/>
              <a:t>Simulink </a:t>
            </a:r>
            <a:r>
              <a:rPr lang="de-DE" dirty="0" err="1"/>
              <a:t>Coder</a:t>
            </a:r>
            <a:r>
              <a:rPr lang="de-DE" dirty="0"/>
              <a:t> </a:t>
            </a:r>
            <a:r>
              <a:rPr lang="de-DE" dirty="0" err="1"/>
              <a:t>formerly</a:t>
            </a:r>
            <a:r>
              <a:rPr lang="de-DE" dirty="0"/>
              <a:t> </a:t>
            </a:r>
            <a:r>
              <a:rPr lang="de-DE" dirty="0" err="1"/>
              <a:t>known</a:t>
            </a:r>
            <a:r>
              <a:rPr lang="de-DE" dirty="0"/>
              <a:t> </a:t>
            </a:r>
            <a:r>
              <a:rPr lang="de-DE" dirty="0" err="1"/>
              <a:t>as</a:t>
            </a:r>
            <a:r>
              <a:rPr lang="de-DE" dirty="0"/>
              <a:t> Real Time Workshop</a:t>
            </a:r>
          </a:p>
          <a:p>
            <a:endParaRPr lang="de-DE" dirty="0"/>
          </a:p>
          <a:p>
            <a:r>
              <a:rPr lang="de-DE" dirty="0" err="1"/>
              <a:t>TargetLink</a:t>
            </a:r>
            <a:r>
              <a:rPr lang="de-DE" baseline="0" dirty="0"/>
              <a:t> war früher benutzbar als der Simulink </a:t>
            </a:r>
            <a:r>
              <a:rPr lang="de-DE" baseline="0" dirty="0" err="1"/>
              <a:t>Coder</a:t>
            </a:r>
            <a:r>
              <a:rPr lang="de-DE" baseline="0" dirty="0"/>
              <a:t> und konnte sich so gegenüber zu </a:t>
            </a:r>
            <a:r>
              <a:rPr lang="de-DE" baseline="0" dirty="0" err="1"/>
              <a:t>Mathworks</a:t>
            </a:r>
            <a:r>
              <a:rPr lang="de-DE" baseline="0" dirty="0"/>
              <a:t> Simulink </a:t>
            </a:r>
            <a:r>
              <a:rPr lang="de-DE" baseline="0" dirty="0" err="1"/>
              <a:t>Coder</a:t>
            </a:r>
            <a:r>
              <a:rPr lang="de-DE" baseline="0" dirty="0"/>
              <a:t> ein </a:t>
            </a:r>
            <a:r>
              <a:rPr lang="de-DE" baseline="0" dirty="0" err="1"/>
              <a:t>marktposition</a:t>
            </a:r>
            <a:r>
              <a:rPr lang="de-DE" baseline="0" dirty="0"/>
              <a:t> erkämpfen</a:t>
            </a:r>
            <a:endParaRPr lang="en-US" dirty="0"/>
          </a:p>
        </p:txBody>
      </p:sp>
      <p:sp>
        <p:nvSpPr>
          <p:cNvPr id="4" name="Foliennummernplatzhalter 3"/>
          <p:cNvSpPr>
            <a:spLocks noGrp="1"/>
          </p:cNvSpPr>
          <p:nvPr>
            <p:ph type="sldNum" sz="quarter" idx="10"/>
          </p:nvPr>
        </p:nvSpPr>
        <p:spPr/>
        <p:txBody>
          <a:bodyPr/>
          <a:lstStyle/>
          <a:p>
            <a:fld id="{D38F12D4-772A-4DEF-8428-628D5B678F69}" type="slidenum">
              <a:rPr lang="en-US" smtClean="0">
                <a:solidFill>
                  <a:prstClr val="black"/>
                </a:solidFill>
              </a:rPr>
              <a:pPr/>
              <a:t>68</a:t>
            </a:fld>
            <a:endParaRPr lang="en-US">
              <a:solidFill>
                <a:prstClr val="black"/>
              </a:solidFill>
            </a:endParaRPr>
          </a:p>
        </p:txBody>
      </p:sp>
    </p:spTree>
    <p:extLst>
      <p:ext uri="{BB962C8B-B14F-4D97-AF65-F5344CB8AC3E}">
        <p14:creationId xmlns:p14="http://schemas.microsoft.com/office/powerpoint/2010/main" val="4244761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2047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a:p>
        </p:txBody>
      </p:sp>
      <p:sp>
        <p:nvSpPr>
          <p:cNvPr id="2" name="Holder 2"/>
          <p:cNvSpPr>
            <a:spLocks noGrp="1"/>
          </p:cNvSpPr>
          <p:nvPr>
            <p:ph type="ctrTitle"/>
          </p:nvPr>
        </p:nvSpPr>
        <p:spPr>
          <a:xfrm>
            <a:off x="347268" y="2427223"/>
            <a:ext cx="5769610" cy="635000"/>
          </a:xfrm>
          <a:prstGeom prst="rect">
            <a:avLst/>
          </a:prstGeom>
        </p:spPr>
        <p:txBody>
          <a:bodyPr wrap="square" lIns="0" tIns="0" rIns="0" bIns="0">
            <a:spAutoFit/>
          </a:bodyPr>
          <a:lstStyle>
            <a:lvl1pPr>
              <a:defRPr sz="3200" b="1" i="0">
                <a:solidFill>
                  <a:srgbClr val="005589"/>
                </a:solidFill>
                <a:latin typeface="Trebuchet MS"/>
                <a:cs typeface="Trebuchet MS"/>
              </a:defRPr>
            </a:lvl1pPr>
          </a:lstStyle>
          <a:p>
            <a:endParaRPr/>
          </a:p>
        </p:txBody>
      </p:sp>
      <p:sp>
        <p:nvSpPr>
          <p:cNvPr id="3" name="Holder 3"/>
          <p:cNvSpPr>
            <a:spLocks noGrp="1"/>
          </p:cNvSpPr>
          <p:nvPr>
            <p:ph type="subTitle" idx="4"/>
          </p:nvPr>
        </p:nvSpPr>
        <p:spPr>
          <a:xfrm>
            <a:off x="3066033" y="5197736"/>
            <a:ext cx="6805295" cy="13112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GB"/>
              <a:t>Prof. Dr. Sebastian Schlesinger</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D45E3E8-2336-5E4D-9451-FF1C65227008}" type="datetime1">
              <a:rPr lang="de-DE" smtClean="0"/>
              <a:t>03.02.26</a:t>
            </a:fld>
            <a:endParaRPr lang="en-US"/>
          </a:p>
        </p:txBody>
      </p:sp>
      <p:sp>
        <p:nvSpPr>
          <p:cNvPr id="6" name="Holder 6"/>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pic>
        <p:nvPicPr>
          <p:cNvPr id="7" name="Picture 6">
            <a:extLst>
              <a:ext uri="{FF2B5EF4-FFF2-40B4-BE49-F238E27FC236}">
                <a16:creationId xmlns:a16="http://schemas.microsoft.com/office/drawing/2014/main" id="{4D6803FE-B66A-E2D2-240B-5C71AF30074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43702" y="535259"/>
            <a:ext cx="3061196"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558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GB"/>
              <a:t>Prof. Dr. Sebastian Schlesinger</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EBC119E-11C6-5E4F-A996-1A9B09420CD9}" type="datetime1">
              <a:rPr lang="de-DE" smtClean="0"/>
              <a:t>03.02.26</a:t>
            </a:fld>
            <a:endParaRPr lang="en-US"/>
          </a:p>
        </p:txBody>
      </p:sp>
      <p:sp>
        <p:nvSpPr>
          <p:cNvPr id="6" name="Holder 6"/>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5589"/>
                </a:solidFill>
                <a:latin typeface="Trebuchet MS"/>
                <a:cs typeface="Trebuchet MS"/>
              </a:defRPr>
            </a:lvl1pPr>
          </a:lstStyle>
          <a:p>
            <a:endParaRPr/>
          </a:p>
        </p:txBody>
      </p:sp>
      <p:sp>
        <p:nvSpPr>
          <p:cNvPr id="3" name="Holder 3"/>
          <p:cNvSpPr>
            <a:spLocks noGrp="1"/>
          </p:cNvSpPr>
          <p:nvPr>
            <p:ph sz="half" idx="2"/>
          </p:nvPr>
        </p:nvSpPr>
        <p:spPr>
          <a:xfrm>
            <a:off x="347573" y="1475240"/>
            <a:ext cx="4175125" cy="36182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85420" y="1577340"/>
            <a:ext cx="5309044"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GB"/>
              <a:t>Prof. Dr. Sebastian Schlesinger</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857ED52-DE03-214E-9FB0-49087E21F061}" type="datetime1">
              <a:rPr lang="de-DE" smtClean="0"/>
              <a:t>03.02.26</a:t>
            </a:fld>
            <a:endParaRPr lang="en-US"/>
          </a:p>
        </p:txBody>
      </p:sp>
      <p:sp>
        <p:nvSpPr>
          <p:cNvPr id="7" name="Holder 7"/>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558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GB"/>
              <a:t>Prof. Dr. Sebastian Schlesinger</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F0F768FD-92DF-3B40-8BD5-12967B390129}" type="datetime1">
              <a:rPr lang="de-DE" smtClean="0"/>
              <a:t>03.02.26</a:t>
            </a:fld>
            <a:endParaRPr lang="en-US"/>
          </a:p>
        </p:txBody>
      </p:sp>
      <p:sp>
        <p:nvSpPr>
          <p:cNvPr id="5" name="Holder 5"/>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2047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a:p>
        </p:txBody>
      </p:sp>
      <p:sp>
        <p:nvSpPr>
          <p:cNvPr id="18" name="bg object 18"/>
          <p:cNvSpPr/>
          <p:nvPr/>
        </p:nvSpPr>
        <p:spPr>
          <a:xfrm>
            <a:off x="0" y="6597395"/>
            <a:ext cx="12204700" cy="17145"/>
          </a:xfrm>
          <a:custGeom>
            <a:avLst/>
            <a:gdLst/>
            <a:ahLst/>
            <a:cxnLst/>
            <a:rect l="l" t="t" r="r" b="b"/>
            <a:pathLst>
              <a:path w="12204700" h="17145">
                <a:moveTo>
                  <a:pt x="12204192" y="0"/>
                </a:moveTo>
                <a:lnTo>
                  <a:pt x="0" y="0"/>
                </a:lnTo>
                <a:lnTo>
                  <a:pt x="0" y="16763"/>
                </a:lnTo>
                <a:lnTo>
                  <a:pt x="12204192" y="16763"/>
                </a:lnTo>
                <a:lnTo>
                  <a:pt x="12204192" y="0"/>
                </a:lnTo>
                <a:close/>
              </a:path>
            </a:pathLst>
          </a:custGeom>
          <a:solidFill>
            <a:srgbClr val="005589"/>
          </a:solidFill>
        </p:spPr>
        <p:txBody>
          <a:bodyPr wrap="square" lIns="0" tIns="0" rIns="0" bIns="0" rtlCol="0"/>
          <a:lstStyle/>
          <a:p>
            <a:endParaRPr/>
          </a:p>
        </p:txBody>
      </p:sp>
      <p:sp>
        <p:nvSpPr>
          <p:cNvPr id="19" name="bg object 19"/>
          <p:cNvSpPr/>
          <p:nvPr/>
        </p:nvSpPr>
        <p:spPr>
          <a:xfrm>
            <a:off x="0" y="1539239"/>
            <a:ext cx="12197080" cy="18415"/>
          </a:xfrm>
          <a:custGeom>
            <a:avLst/>
            <a:gdLst/>
            <a:ahLst/>
            <a:cxnLst/>
            <a:rect l="l" t="t" r="r" b="b"/>
            <a:pathLst>
              <a:path w="12197080" h="18415">
                <a:moveTo>
                  <a:pt x="12196572" y="0"/>
                </a:moveTo>
                <a:lnTo>
                  <a:pt x="0" y="0"/>
                </a:lnTo>
                <a:lnTo>
                  <a:pt x="0" y="18287"/>
                </a:lnTo>
                <a:lnTo>
                  <a:pt x="12196572" y="18287"/>
                </a:lnTo>
                <a:lnTo>
                  <a:pt x="12196572" y="0"/>
                </a:lnTo>
                <a:close/>
              </a:path>
            </a:pathLst>
          </a:custGeom>
          <a:solidFill>
            <a:srgbClr val="005589"/>
          </a:solidFill>
        </p:spPr>
        <p:txBody>
          <a:bodyPr wrap="square" lIns="0" tIns="0" rIns="0" bIns="0" rtlCol="0"/>
          <a:lstStyle/>
          <a:p>
            <a:endParaRPr/>
          </a:p>
        </p:txBody>
      </p:sp>
      <p:sp>
        <p:nvSpPr>
          <p:cNvPr id="20" name="bg object 20"/>
          <p:cNvSpPr/>
          <p:nvPr userDrawn="1"/>
        </p:nvSpPr>
        <p:spPr>
          <a:xfrm>
            <a:off x="965267" y="3361274"/>
            <a:ext cx="1317625" cy="1075055"/>
          </a:xfrm>
          <a:custGeom>
            <a:avLst/>
            <a:gdLst/>
            <a:ahLst/>
            <a:cxnLst/>
            <a:rect l="l" t="t" r="r" b="b"/>
            <a:pathLst>
              <a:path w="1317625" h="1075054">
                <a:moveTo>
                  <a:pt x="1204250" y="745778"/>
                </a:moveTo>
                <a:lnTo>
                  <a:pt x="106192" y="745778"/>
                </a:lnTo>
                <a:lnTo>
                  <a:pt x="0" y="936733"/>
                </a:lnTo>
                <a:lnTo>
                  <a:pt x="0" y="1075005"/>
                </a:lnTo>
                <a:lnTo>
                  <a:pt x="1317022" y="1075005"/>
                </a:lnTo>
                <a:lnTo>
                  <a:pt x="1317022" y="936733"/>
                </a:lnTo>
                <a:lnTo>
                  <a:pt x="1204250" y="745778"/>
                </a:lnTo>
                <a:close/>
              </a:path>
              <a:path w="1317625" h="1075054">
                <a:moveTo>
                  <a:pt x="1097630" y="0"/>
                </a:moveTo>
                <a:lnTo>
                  <a:pt x="216307" y="0"/>
                </a:lnTo>
                <a:lnTo>
                  <a:pt x="173425" y="8670"/>
                </a:lnTo>
                <a:lnTo>
                  <a:pt x="138407" y="32316"/>
                </a:lnTo>
                <a:lnTo>
                  <a:pt x="114796" y="67395"/>
                </a:lnTo>
                <a:lnTo>
                  <a:pt x="106139" y="110361"/>
                </a:lnTo>
                <a:lnTo>
                  <a:pt x="106139" y="714316"/>
                </a:lnTo>
                <a:lnTo>
                  <a:pt x="1207819" y="714316"/>
                </a:lnTo>
                <a:lnTo>
                  <a:pt x="1207819" y="110361"/>
                </a:lnTo>
                <a:lnTo>
                  <a:pt x="1199161" y="67395"/>
                </a:lnTo>
                <a:lnTo>
                  <a:pt x="1175549" y="32316"/>
                </a:lnTo>
                <a:lnTo>
                  <a:pt x="1140524" y="8670"/>
                </a:lnTo>
                <a:lnTo>
                  <a:pt x="1097630" y="0"/>
                </a:lnTo>
                <a:close/>
              </a:path>
            </a:pathLst>
          </a:custGeom>
          <a:solidFill>
            <a:srgbClr val="5B9BD4"/>
          </a:solidFill>
        </p:spPr>
        <p:txBody>
          <a:bodyPr wrap="square" lIns="0" tIns="0" rIns="0" bIns="0" rtlCol="0"/>
          <a:lstStyle/>
          <a:p>
            <a:endParaRPr/>
          </a:p>
        </p:txBody>
      </p:sp>
      <p:sp>
        <p:nvSpPr>
          <p:cNvPr id="21" name="bg object 21"/>
          <p:cNvSpPr/>
          <p:nvPr/>
        </p:nvSpPr>
        <p:spPr>
          <a:xfrm>
            <a:off x="965267" y="3361274"/>
            <a:ext cx="1317625" cy="1075055"/>
          </a:xfrm>
          <a:custGeom>
            <a:avLst/>
            <a:gdLst/>
            <a:ahLst/>
            <a:cxnLst/>
            <a:rect l="l" t="t" r="r" b="b"/>
            <a:pathLst>
              <a:path w="1317625" h="1075054">
                <a:moveTo>
                  <a:pt x="0" y="1075005"/>
                </a:moveTo>
                <a:lnTo>
                  <a:pt x="1317022" y="1075005"/>
                </a:lnTo>
                <a:lnTo>
                  <a:pt x="1317022" y="936733"/>
                </a:lnTo>
                <a:lnTo>
                  <a:pt x="1204251" y="745778"/>
                </a:lnTo>
                <a:lnTo>
                  <a:pt x="106192" y="745778"/>
                </a:lnTo>
                <a:lnTo>
                  <a:pt x="0" y="936733"/>
                </a:lnTo>
                <a:lnTo>
                  <a:pt x="0" y="1075005"/>
                </a:lnTo>
                <a:close/>
              </a:path>
              <a:path w="1317625" h="1075054">
                <a:moveTo>
                  <a:pt x="1207819" y="714316"/>
                </a:moveTo>
                <a:lnTo>
                  <a:pt x="1207819" y="110361"/>
                </a:lnTo>
                <a:lnTo>
                  <a:pt x="1199161" y="67395"/>
                </a:lnTo>
                <a:lnTo>
                  <a:pt x="1175549" y="32316"/>
                </a:lnTo>
                <a:lnTo>
                  <a:pt x="1140524" y="8670"/>
                </a:lnTo>
                <a:lnTo>
                  <a:pt x="1097630" y="0"/>
                </a:lnTo>
                <a:lnTo>
                  <a:pt x="216307" y="0"/>
                </a:lnTo>
                <a:lnTo>
                  <a:pt x="173425" y="8670"/>
                </a:lnTo>
                <a:lnTo>
                  <a:pt x="138407" y="32316"/>
                </a:lnTo>
                <a:lnTo>
                  <a:pt x="114796" y="67395"/>
                </a:lnTo>
                <a:lnTo>
                  <a:pt x="106139" y="110361"/>
                </a:lnTo>
                <a:lnTo>
                  <a:pt x="106139" y="714316"/>
                </a:lnTo>
                <a:lnTo>
                  <a:pt x="1207819" y="714316"/>
                </a:lnTo>
                <a:close/>
              </a:path>
            </a:pathLst>
          </a:custGeom>
          <a:ln w="11171">
            <a:solidFill>
              <a:srgbClr val="FFFFFF"/>
            </a:solidFill>
          </a:ln>
        </p:spPr>
        <p:txBody>
          <a:bodyPr wrap="square" lIns="0" tIns="0" rIns="0" bIns="0" rtlCol="0"/>
          <a:lstStyle/>
          <a:p>
            <a:endParaRPr/>
          </a:p>
        </p:txBody>
      </p:sp>
      <p:sp>
        <p:nvSpPr>
          <p:cNvPr id="22" name="bg object 22"/>
          <p:cNvSpPr/>
          <p:nvPr/>
        </p:nvSpPr>
        <p:spPr>
          <a:xfrm>
            <a:off x="1094848" y="4187143"/>
            <a:ext cx="1056005" cy="95885"/>
          </a:xfrm>
          <a:custGeom>
            <a:avLst/>
            <a:gdLst/>
            <a:ahLst/>
            <a:cxnLst/>
            <a:rect l="l" t="t" r="r" b="b"/>
            <a:pathLst>
              <a:path w="1056005" h="95885">
                <a:moveTo>
                  <a:pt x="1002337" y="0"/>
                </a:moveTo>
                <a:lnTo>
                  <a:pt x="53198" y="0"/>
                </a:lnTo>
                <a:lnTo>
                  <a:pt x="0" y="95281"/>
                </a:lnTo>
                <a:lnTo>
                  <a:pt x="1055526" y="95281"/>
                </a:lnTo>
                <a:lnTo>
                  <a:pt x="1002337" y="0"/>
                </a:lnTo>
                <a:close/>
              </a:path>
            </a:pathLst>
          </a:custGeom>
          <a:solidFill>
            <a:srgbClr val="FFFFFF"/>
          </a:solidFill>
        </p:spPr>
        <p:txBody>
          <a:bodyPr wrap="square" lIns="0" tIns="0" rIns="0" bIns="0" rtlCol="0"/>
          <a:lstStyle/>
          <a:p>
            <a:endParaRPr/>
          </a:p>
        </p:txBody>
      </p:sp>
      <p:sp>
        <p:nvSpPr>
          <p:cNvPr id="23" name="bg object 23"/>
          <p:cNvSpPr/>
          <p:nvPr/>
        </p:nvSpPr>
        <p:spPr>
          <a:xfrm>
            <a:off x="1177615" y="3464561"/>
            <a:ext cx="892810" cy="496570"/>
          </a:xfrm>
          <a:custGeom>
            <a:avLst/>
            <a:gdLst/>
            <a:ahLst/>
            <a:cxnLst/>
            <a:rect l="l" t="t" r="r" b="b"/>
            <a:pathLst>
              <a:path w="892810" h="496570">
                <a:moveTo>
                  <a:pt x="892344" y="0"/>
                </a:moveTo>
                <a:lnTo>
                  <a:pt x="0" y="0"/>
                </a:lnTo>
                <a:lnTo>
                  <a:pt x="0" y="496162"/>
                </a:lnTo>
                <a:lnTo>
                  <a:pt x="892344" y="496162"/>
                </a:lnTo>
                <a:lnTo>
                  <a:pt x="892344" y="0"/>
                </a:lnTo>
                <a:close/>
              </a:path>
            </a:pathLst>
          </a:custGeom>
          <a:solidFill>
            <a:srgbClr val="A4A4A4"/>
          </a:solidFill>
        </p:spPr>
        <p:txBody>
          <a:bodyPr wrap="square" lIns="0" tIns="0" rIns="0" bIns="0" rtlCol="0"/>
          <a:lstStyle/>
          <a:p>
            <a:endParaRPr/>
          </a:p>
        </p:txBody>
      </p:sp>
      <p:sp>
        <p:nvSpPr>
          <p:cNvPr id="24" name="bg object 24"/>
          <p:cNvSpPr/>
          <p:nvPr/>
        </p:nvSpPr>
        <p:spPr>
          <a:xfrm>
            <a:off x="1177615" y="3464561"/>
            <a:ext cx="892810" cy="496570"/>
          </a:xfrm>
          <a:custGeom>
            <a:avLst/>
            <a:gdLst/>
            <a:ahLst/>
            <a:cxnLst/>
            <a:rect l="l" t="t" r="r" b="b"/>
            <a:pathLst>
              <a:path w="892810" h="496570">
                <a:moveTo>
                  <a:pt x="0" y="496162"/>
                </a:moveTo>
                <a:lnTo>
                  <a:pt x="892344" y="496162"/>
                </a:lnTo>
                <a:lnTo>
                  <a:pt x="892344" y="0"/>
                </a:lnTo>
                <a:lnTo>
                  <a:pt x="0" y="0"/>
                </a:lnTo>
                <a:lnTo>
                  <a:pt x="0" y="496162"/>
                </a:lnTo>
                <a:close/>
              </a:path>
            </a:pathLst>
          </a:custGeom>
          <a:ln w="11176">
            <a:solidFill>
              <a:srgbClr val="FFFFFF"/>
            </a:solidFill>
          </a:ln>
        </p:spPr>
        <p:txBody>
          <a:bodyPr wrap="square" lIns="0" tIns="0" rIns="0" bIns="0" rtlCol="0"/>
          <a:lstStyle/>
          <a:p>
            <a:endParaRPr/>
          </a:p>
        </p:txBody>
      </p:sp>
      <p:sp>
        <p:nvSpPr>
          <p:cNvPr id="25" name="bg object 25"/>
          <p:cNvSpPr/>
          <p:nvPr/>
        </p:nvSpPr>
        <p:spPr>
          <a:xfrm>
            <a:off x="9931844" y="3316295"/>
            <a:ext cx="1316355" cy="1165225"/>
          </a:xfrm>
          <a:custGeom>
            <a:avLst/>
            <a:gdLst/>
            <a:ahLst/>
            <a:cxnLst/>
            <a:rect l="l" t="t" r="r" b="b"/>
            <a:pathLst>
              <a:path w="1316354" h="1165225">
                <a:moveTo>
                  <a:pt x="1118738" y="916850"/>
                </a:moveTo>
                <a:lnTo>
                  <a:pt x="197417" y="916850"/>
                </a:lnTo>
                <a:lnTo>
                  <a:pt x="0" y="1164961"/>
                </a:lnTo>
                <a:lnTo>
                  <a:pt x="1316163" y="1164961"/>
                </a:lnTo>
                <a:lnTo>
                  <a:pt x="1118738" y="916850"/>
                </a:lnTo>
                <a:close/>
              </a:path>
              <a:path w="1316354" h="1165225">
                <a:moveTo>
                  <a:pt x="761479" y="786903"/>
                </a:moveTo>
                <a:lnTo>
                  <a:pt x="554675" y="786903"/>
                </a:lnTo>
                <a:lnTo>
                  <a:pt x="554675" y="916850"/>
                </a:lnTo>
                <a:lnTo>
                  <a:pt x="761479" y="916850"/>
                </a:lnTo>
                <a:lnTo>
                  <a:pt x="761479" y="786903"/>
                </a:lnTo>
                <a:close/>
              </a:path>
              <a:path w="1316354" h="1165225">
                <a:moveTo>
                  <a:pt x="1252831" y="0"/>
                </a:moveTo>
                <a:lnTo>
                  <a:pt x="76577" y="0"/>
                </a:lnTo>
                <a:lnTo>
                  <a:pt x="76577" y="786903"/>
                </a:lnTo>
                <a:lnTo>
                  <a:pt x="1252831" y="786903"/>
                </a:lnTo>
                <a:lnTo>
                  <a:pt x="1252831" y="0"/>
                </a:lnTo>
                <a:close/>
              </a:path>
            </a:pathLst>
          </a:custGeom>
          <a:solidFill>
            <a:srgbClr val="5B9BD4"/>
          </a:solidFill>
        </p:spPr>
        <p:txBody>
          <a:bodyPr wrap="square" lIns="0" tIns="0" rIns="0" bIns="0" rtlCol="0"/>
          <a:lstStyle/>
          <a:p>
            <a:endParaRPr/>
          </a:p>
        </p:txBody>
      </p:sp>
      <p:sp>
        <p:nvSpPr>
          <p:cNvPr id="26" name="bg object 26"/>
          <p:cNvSpPr/>
          <p:nvPr/>
        </p:nvSpPr>
        <p:spPr>
          <a:xfrm>
            <a:off x="9931844" y="3316295"/>
            <a:ext cx="1316355" cy="1165225"/>
          </a:xfrm>
          <a:custGeom>
            <a:avLst/>
            <a:gdLst/>
            <a:ahLst/>
            <a:cxnLst/>
            <a:rect l="l" t="t" r="r" b="b"/>
            <a:pathLst>
              <a:path w="1316354" h="1165225">
                <a:moveTo>
                  <a:pt x="1252831" y="0"/>
                </a:moveTo>
                <a:lnTo>
                  <a:pt x="76577" y="0"/>
                </a:lnTo>
                <a:lnTo>
                  <a:pt x="76577" y="786903"/>
                </a:lnTo>
                <a:lnTo>
                  <a:pt x="1252831" y="786903"/>
                </a:lnTo>
                <a:lnTo>
                  <a:pt x="1252831" y="0"/>
                </a:lnTo>
                <a:close/>
              </a:path>
              <a:path w="1316354" h="1165225">
                <a:moveTo>
                  <a:pt x="1316163" y="1164961"/>
                </a:moveTo>
                <a:lnTo>
                  <a:pt x="1118738" y="916850"/>
                </a:lnTo>
                <a:lnTo>
                  <a:pt x="197417" y="916850"/>
                </a:lnTo>
                <a:lnTo>
                  <a:pt x="0" y="1164961"/>
                </a:lnTo>
                <a:lnTo>
                  <a:pt x="1316163" y="1164961"/>
                </a:lnTo>
                <a:close/>
              </a:path>
              <a:path w="1316354" h="1165225">
                <a:moveTo>
                  <a:pt x="761479" y="786903"/>
                </a:moveTo>
                <a:lnTo>
                  <a:pt x="554675" y="786903"/>
                </a:lnTo>
                <a:lnTo>
                  <a:pt x="554675" y="916850"/>
                </a:lnTo>
                <a:lnTo>
                  <a:pt x="761479" y="916850"/>
                </a:lnTo>
                <a:lnTo>
                  <a:pt x="761479" y="786903"/>
                </a:lnTo>
                <a:close/>
              </a:path>
            </a:pathLst>
          </a:custGeom>
          <a:ln w="11167">
            <a:solidFill>
              <a:srgbClr val="FFFFFF"/>
            </a:solidFill>
          </a:ln>
        </p:spPr>
        <p:txBody>
          <a:bodyPr wrap="square" lIns="0" tIns="0" rIns="0" bIns="0" rtlCol="0"/>
          <a:lstStyle/>
          <a:p>
            <a:endParaRPr/>
          </a:p>
        </p:txBody>
      </p:sp>
      <p:sp>
        <p:nvSpPr>
          <p:cNvPr id="27" name="bg object 27"/>
          <p:cNvSpPr/>
          <p:nvPr/>
        </p:nvSpPr>
        <p:spPr>
          <a:xfrm>
            <a:off x="10084688" y="3394338"/>
            <a:ext cx="1025525" cy="638175"/>
          </a:xfrm>
          <a:custGeom>
            <a:avLst/>
            <a:gdLst/>
            <a:ahLst/>
            <a:cxnLst/>
            <a:rect l="l" t="t" r="r" b="b"/>
            <a:pathLst>
              <a:path w="1025525" h="638175">
                <a:moveTo>
                  <a:pt x="1025382" y="0"/>
                </a:moveTo>
                <a:lnTo>
                  <a:pt x="0" y="0"/>
                </a:lnTo>
                <a:lnTo>
                  <a:pt x="0" y="637967"/>
                </a:lnTo>
                <a:lnTo>
                  <a:pt x="1025382" y="637967"/>
                </a:lnTo>
                <a:lnTo>
                  <a:pt x="1025382" y="0"/>
                </a:lnTo>
                <a:close/>
              </a:path>
            </a:pathLst>
          </a:custGeom>
          <a:solidFill>
            <a:srgbClr val="A4A4A4"/>
          </a:solidFill>
        </p:spPr>
        <p:txBody>
          <a:bodyPr wrap="square" lIns="0" tIns="0" rIns="0" bIns="0" rtlCol="0"/>
          <a:lstStyle/>
          <a:p>
            <a:endParaRPr/>
          </a:p>
        </p:txBody>
      </p:sp>
      <p:sp>
        <p:nvSpPr>
          <p:cNvPr id="28" name="bg object 28"/>
          <p:cNvSpPr/>
          <p:nvPr/>
        </p:nvSpPr>
        <p:spPr>
          <a:xfrm>
            <a:off x="10084688" y="3394338"/>
            <a:ext cx="1025525" cy="638175"/>
          </a:xfrm>
          <a:custGeom>
            <a:avLst/>
            <a:gdLst/>
            <a:ahLst/>
            <a:cxnLst/>
            <a:rect l="l" t="t" r="r" b="b"/>
            <a:pathLst>
              <a:path w="1025525" h="638175">
                <a:moveTo>
                  <a:pt x="0" y="637967"/>
                </a:moveTo>
                <a:lnTo>
                  <a:pt x="1025382" y="637967"/>
                </a:lnTo>
                <a:lnTo>
                  <a:pt x="1025382" y="0"/>
                </a:lnTo>
                <a:lnTo>
                  <a:pt x="0" y="0"/>
                </a:lnTo>
                <a:lnTo>
                  <a:pt x="0" y="637967"/>
                </a:lnTo>
                <a:close/>
              </a:path>
            </a:pathLst>
          </a:custGeom>
          <a:ln w="11173">
            <a:solidFill>
              <a:srgbClr val="FFFFFF"/>
            </a:solidFill>
          </a:ln>
        </p:spPr>
        <p:txBody>
          <a:bodyPr wrap="square" lIns="0" tIns="0" rIns="0" bIns="0" rtlCol="0"/>
          <a:lstStyle/>
          <a:p>
            <a:endParaRPr/>
          </a:p>
        </p:txBody>
      </p:sp>
      <p:sp>
        <p:nvSpPr>
          <p:cNvPr id="29" name="bg object 29"/>
          <p:cNvSpPr/>
          <p:nvPr/>
        </p:nvSpPr>
        <p:spPr>
          <a:xfrm>
            <a:off x="10110968" y="4269096"/>
            <a:ext cx="936625" cy="161290"/>
          </a:xfrm>
          <a:custGeom>
            <a:avLst/>
            <a:gdLst/>
            <a:ahLst/>
            <a:cxnLst/>
            <a:rect l="l" t="t" r="r" b="b"/>
            <a:pathLst>
              <a:path w="936625" h="161289">
                <a:moveTo>
                  <a:pt x="898737" y="64731"/>
                </a:moveTo>
                <a:lnTo>
                  <a:pt x="840271" y="64731"/>
                </a:lnTo>
                <a:lnTo>
                  <a:pt x="872995" y="101183"/>
                </a:lnTo>
                <a:lnTo>
                  <a:pt x="936030" y="101183"/>
                </a:lnTo>
                <a:lnTo>
                  <a:pt x="898737" y="64731"/>
                </a:lnTo>
                <a:close/>
              </a:path>
              <a:path w="936625" h="161289">
                <a:moveTo>
                  <a:pt x="755098" y="0"/>
                </a:moveTo>
                <a:lnTo>
                  <a:pt x="704711" y="0"/>
                </a:lnTo>
                <a:lnTo>
                  <a:pt x="732309" y="39207"/>
                </a:lnTo>
                <a:lnTo>
                  <a:pt x="787637" y="39207"/>
                </a:lnTo>
                <a:lnTo>
                  <a:pt x="755098" y="0"/>
                </a:lnTo>
                <a:close/>
              </a:path>
              <a:path w="936625" h="161289">
                <a:moveTo>
                  <a:pt x="832582" y="0"/>
                </a:moveTo>
                <a:lnTo>
                  <a:pt x="782213" y="0"/>
                </a:lnTo>
                <a:lnTo>
                  <a:pt x="817408" y="39207"/>
                </a:lnTo>
                <a:lnTo>
                  <a:pt x="872698" y="39207"/>
                </a:lnTo>
                <a:lnTo>
                  <a:pt x="832582" y="0"/>
                </a:lnTo>
                <a:close/>
              </a:path>
              <a:path w="936625" h="161289">
                <a:moveTo>
                  <a:pt x="808791" y="64731"/>
                </a:moveTo>
                <a:lnTo>
                  <a:pt x="750269" y="64731"/>
                </a:lnTo>
                <a:lnTo>
                  <a:pt x="775973" y="101183"/>
                </a:lnTo>
                <a:lnTo>
                  <a:pt x="839026" y="101183"/>
                </a:lnTo>
                <a:lnTo>
                  <a:pt x="808791" y="64731"/>
                </a:lnTo>
                <a:close/>
              </a:path>
              <a:path w="936625" h="161289">
                <a:moveTo>
                  <a:pt x="718807" y="64731"/>
                </a:moveTo>
                <a:lnTo>
                  <a:pt x="660286" y="64731"/>
                </a:lnTo>
                <a:lnTo>
                  <a:pt x="678969" y="101183"/>
                </a:lnTo>
                <a:lnTo>
                  <a:pt x="742060" y="101183"/>
                </a:lnTo>
                <a:lnTo>
                  <a:pt x="718807" y="64731"/>
                </a:lnTo>
                <a:close/>
              </a:path>
              <a:path w="936625" h="161289">
                <a:moveTo>
                  <a:pt x="677744" y="0"/>
                </a:moveTo>
                <a:lnTo>
                  <a:pt x="627320" y="0"/>
                </a:lnTo>
                <a:lnTo>
                  <a:pt x="647508" y="40026"/>
                </a:lnTo>
                <a:lnTo>
                  <a:pt x="702909" y="40026"/>
                </a:lnTo>
                <a:lnTo>
                  <a:pt x="677744" y="0"/>
                </a:lnTo>
                <a:close/>
              </a:path>
              <a:path w="936625" h="161289">
                <a:moveTo>
                  <a:pt x="628843" y="64731"/>
                </a:moveTo>
                <a:lnTo>
                  <a:pt x="570321" y="64731"/>
                </a:lnTo>
                <a:lnTo>
                  <a:pt x="581966" y="101183"/>
                </a:lnTo>
                <a:lnTo>
                  <a:pt x="645075" y="101183"/>
                </a:lnTo>
                <a:lnTo>
                  <a:pt x="628843" y="64731"/>
                </a:lnTo>
                <a:close/>
              </a:path>
              <a:path w="936625" h="161289">
                <a:moveTo>
                  <a:pt x="601300" y="2755"/>
                </a:moveTo>
                <a:lnTo>
                  <a:pt x="550541" y="2755"/>
                </a:lnTo>
                <a:lnTo>
                  <a:pt x="562446" y="40026"/>
                </a:lnTo>
                <a:lnTo>
                  <a:pt x="617866" y="40026"/>
                </a:lnTo>
                <a:lnTo>
                  <a:pt x="601300" y="2755"/>
                </a:lnTo>
                <a:close/>
              </a:path>
              <a:path w="936625" h="161289">
                <a:moveTo>
                  <a:pt x="538859" y="64731"/>
                </a:moveTo>
                <a:lnTo>
                  <a:pt x="480356" y="64731"/>
                </a:lnTo>
                <a:lnTo>
                  <a:pt x="484981" y="101183"/>
                </a:lnTo>
                <a:lnTo>
                  <a:pt x="548053" y="101183"/>
                </a:lnTo>
                <a:lnTo>
                  <a:pt x="538859" y="64731"/>
                </a:lnTo>
                <a:close/>
              </a:path>
              <a:path w="936625" h="161289">
                <a:moveTo>
                  <a:pt x="524057" y="5827"/>
                </a:moveTo>
                <a:lnTo>
                  <a:pt x="472909" y="5827"/>
                </a:lnTo>
                <a:lnTo>
                  <a:pt x="477533" y="42335"/>
                </a:lnTo>
                <a:lnTo>
                  <a:pt x="533232" y="42335"/>
                </a:lnTo>
                <a:lnTo>
                  <a:pt x="524057" y="5827"/>
                </a:lnTo>
                <a:close/>
              </a:path>
              <a:path w="936625" h="161289">
                <a:moveTo>
                  <a:pt x="445403" y="5827"/>
                </a:moveTo>
                <a:lnTo>
                  <a:pt x="394273" y="5827"/>
                </a:lnTo>
                <a:lnTo>
                  <a:pt x="391859" y="42335"/>
                </a:lnTo>
                <a:lnTo>
                  <a:pt x="447557" y="42335"/>
                </a:lnTo>
                <a:lnTo>
                  <a:pt x="445403" y="5827"/>
                </a:lnTo>
                <a:close/>
              </a:path>
              <a:path w="936625" h="161289">
                <a:moveTo>
                  <a:pt x="448876" y="64731"/>
                </a:moveTo>
                <a:lnTo>
                  <a:pt x="390391" y="64731"/>
                </a:lnTo>
                <a:lnTo>
                  <a:pt x="387977" y="101183"/>
                </a:lnTo>
                <a:lnTo>
                  <a:pt x="451049" y="101183"/>
                </a:lnTo>
                <a:lnTo>
                  <a:pt x="448876" y="64731"/>
                </a:lnTo>
                <a:close/>
              </a:path>
              <a:path w="936625" h="161289">
                <a:moveTo>
                  <a:pt x="366767" y="5827"/>
                </a:moveTo>
                <a:lnTo>
                  <a:pt x="315637" y="5827"/>
                </a:lnTo>
                <a:lnTo>
                  <a:pt x="306203" y="42335"/>
                </a:lnTo>
                <a:lnTo>
                  <a:pt x="361901" y="42335"/>
                </a:lnTo>
                <a:lnTo>
                  <a:pt x="366767" y="5827"/>
                </a:lnTo>
                <a:close/>
              </a:path>
              <a:path w="936625" h="161289">
                <a:moveTo>
                  <a:pt x="358911" y="64731"/>
                </a:moveTo>
                <a:lnTo>
                  <a:pt x="300408" y="64731"/>
                </a:lnTo>
                <a:lnTo>
                  <a:pt x="290992" y="101183"/>
                </a:lnTo>
                <a:lnTo>
                  <a:pt x="354064" y="101183"/>
                </a:lnTo>
                <a:lnTo>
                  <a:pt x="358911" y="64731"/>
                </a:lnTo>
                <a:close/>
              </a:path>
              <a:path w="936625" h="161289">
                <a:moveTo>
                  <a:pt x="679787" y="124482"/>
                </a:moveTo>
                <a:lnTo>
                  <a:pt x="267052" y="124482"/>
                </a:lnTo>
                <a:lnTo>
                  <a:pt x="256354" y="160949"/>
                </a:lnTo>
                <a:lnTo>
                  <a:pt x="697672" y="160949"/>
                </a:lnTo>
                <a:lnTo>
                  <a:pt x="679787" y="124482"/>
                </a:lnTo>
                <a:close/>
              </a:path>
              <a:path w="936625" h="161289">
                <a:moveTo>
                  <a:pt x="288132" y="5827"/>
                </a:moveTo>
                <a:lnTo>
                  <a:pt x="237002" y="5827"/>
                </a:lnTo>
                <a:lnTo>
                  <a:pt x="220547" y="42335"/>
                </a:lnTo>
                <a:lnTo>
                  <a:pt x="276245" y="42335"/>
                </a:lnTo>
                <a:lnTo>
                  <a:pt x="288132" y="5827"/>
                </a:lnTo>
                <a:close/>
              </a:path>
              <a:path w="936625" h="161289">
                <a:moveTo>
                  <a:pt x="268946" y="64731"/>
                </a:moveTo>
                <a:lnTo>
                  <a:pt x="210425" y="64731"/>
                </a:lnTo>
                <a:lnTo>
                  <a:pt x="193970" y="101183"/>
                </a:lnTo>
                <a:lnTo>
                  <a:pt x="257060" y="101183"/>
                </a:lnTo>
                <a:lnTo>
                  <a:pt x="268946" y="64731"/>
                </a:lnTo>
                <a:close/>
              </a:path>
              <a:path w="936625" h="161289">
                <a:moveTo>
                  <a:pt x="209496" y="5827"/>
                </a:moveTo>
                <a:lnTo>
                  <a:pt x="158385" y="5827"/>
                </a:lnTo>
                <a:lnTo>
                  <a:pt x="134891" y="42335"/>
                </a:lnTo>
                <a:lnTo>
                  <a:pt x="190590" y="42335"/>
                </a:lnTo>
                <a:lnTo>
                  <a:pt x="209496" y="5827"/>
                </a:lnTo>
                <a:close/>
              </a:path>
              <a:path w="936625" h="161289">
                <a:moveTo>
                  <a:pt x="178982" y="64731"/>
                </a:moveTo>
                <a:lnTo>
                  <a:pt x="120479" y="64731"/>
                </a:lnTo>
                <a:lnTo>
                  <a:pt x="96985" y="101183"/>
                </a:lnTo>
                <a:lnTo>
                  <a:pt x="160056" y="101183"/>
                </a:lnTo>
                <a:lnTo>
                  <a:pt x="178982" y="64731"/>
                </a:lnTo>
                <a:close/>
              </a:path>
              <a:path w="936625" h="161289">
                <a:moveTo>
                  <a:pt x="130861" y="5827"/>
                </a:moveTo>
                <a:lnTo>
                  <a:pt x="79768" y="5827"/>
                </a:lnTo>
                <a:lnTo>
                  <a:pt x="49235" y="42335"/>
                </a:lnTo>
                <a:lnTo>
                  <a:pt x="104915" y="42335"/>
                </a:lnTo>
                <a:lnTo>
                  <a:pt x="130861" y="5827"/>
                </a:lnTo>
                <a:close/>
              </a:path>
              <a:path w="936625" h="161289">
                <a:moveTo>
                  <a:pt x="88998" y="64731"/>
                </a:moveTo>
                <a:lnTo>
                  <a:pt x="30514" y="64731"/>
                </a:lnTo>
                <a:lnTo>
                  <a:pt x="0" y="101183"/>
                </a:lnTo>
                <a:lnTo>
                  <a:pt x="63053" y="101183"/>
                </a:lnTo>
                <a:lnTo>
                  <a:pt x="88998" y="64731"/>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GB"/>
              <a:t>Prof. Dr. Sebastian Schlesinger</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06079A7-6EBD-4544-A2C8-0D4813FAE5C4}" type="datetime1">
              <a:rPr lang="de-DE" smtClean="0"/>
              <a:t>03.02.26</a:t>
            </a:fld>
            <a:endParaRPr lang="en-US"/>
          </a:p>
        </p:txBody>
      </p:sp>
      <p:sp>
        <p:nvSpPr>
          <p:cNvPr id="4" name="Holder 4"/>
          <p:cNvSpPr>
            <a:spLocks noGrp="1"/>
          </p:cNvSpPr>
          <p:nvPr>
            <p:ph type="sldNum" sz="quarter" idx="7"/>
          </p:nvPr>
        </p:nvSpPr>
        <p:spPr/>
        <p:txBody>
          <a:bodyPr lIns="0" tIns="0" rIns="0" bIns="0"/>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pic>
        <p:nvPicPr>
          <p:cNvPr id="6" name="Picture 5">
            <a:extLst>
              <a:ext uri="{FF2B5EF4-FFF2-40B4-BE49-F238E27FC236}">
                <a16:creationId xmlns:a16="http://schemas.microsoft.com/office/drawing/2014/main" id="{A0D31E49-7C99-6D0E-6303-7FCFA8AB68C2}"/>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43702" y="535259"/>
            <a:ext cx="3061196"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0" y="0"/>
            <a:ext cx="122047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a:p>
        </p:txBody>
      </p:sp>
      <p:sp>
        <p:nvSpPr>
          <p:cNvPr id="18" name="bg object 18"/>
          <p:cNvSpPr/>
          <p:nvPr/>
        </p:nvSpPr>
        <p:spPr>
          <a:xfrm>
            <a:off x="0" y="6597395"/>
            <a:ext cx="12204700" cy="17145"/>
          </a:xfrm>
          <a:custGeom>
            <a:avLst/>
            <a:gdLst/>
            <a:ahLst/>
            <a:cxnLst/>
            <a:rect l="l" t="t" r="r" b="b"/>
            <a:pathLst>
              <a:path w="12204700" h="17145">
                <a:moveTo>
                  <a:pt x="12204192" y="0"/>
                </a:moveTo>
                <a:lnTo>
                  <a:pt x="0" y="0"/>
                </a:lnTo>
                <a:lnTo>
                  <a:pt x="0" y="16763"/>
                </a:lnTo>
                <a:lnTo>
                  <a:pt x="12204192" y="16763"/>
                </a:lnTo>
                <a:lnTo>
                  <a:pt x="12204192" y="0"/>
                </a:lnTo>
                <a:close/>
              </a:path>
            </a:pathLst>
          </a:custGeom>
          <a:solidFill>
            <a:srgbClr val="005589"/>
          </a:solidFill>
        </p:spPr>
        <p:txBody>
          <a:bodyPr wrap="square" lIns="0" tIns="0" rIns="0" bIns="0" rtlCol="0"/>
          <a:lstStyle/>
          <a:p>
            <a:endParaRPr/>
          </a:p>
        </p:txBody>
      </p:sp>
      <p:sp>
        <p:nvSpPr>
          <p:cNvPr id="19" name="bg object 19"/>
          <p:cNvSpPr/>
          <p:nvPr/>
        </p:nvSpPr>
        <p:spPr>
          <a:xfrm>
            <a:off x="0" y="1539239"/>
            <a:ext cx="12197080" cy="18415"/>
          </a:xfrm>
          <a:custGeom>
            <a:avLst/>
            <a:gdLst/>
            <a:ahLst/>
            <a:cxnLst/>
            <a:rect l="l" t="t" r="r" b="b"/>
            <a:pathLst>
              <a:path w="12197080" h="18415">
                <a:moveTo>
                  <a:pt x="12196572" y="0"/>
                </a:moveTo>
                <a:lnTo>
                  <a:pt x="0" y="0"/>
                </a:lnTo>
                <a:lnTo>
                  <a:pt x="0" y="18287"/>
                </a:lnTo>
                <a:lnTo>
                  <a:pt x="12196572" y="18287"/>
                </a:lnTo>
                <a:lnTo>
                  <a:pt x="12196572" y="0"/>
                </a:lnTo>
                <a:close/>
              </a:path>
            </a:pathLst>
          </a:custGeom>
          <a:solidFill>
            <a:srgbClr val="005589"/>
          </a:solidFill>
        </p:spPr>
        <p:txBody>
          <a:bodyPr wrap="square" lIns="0" tIns="0" rIns="0" bIns="0" rtlCol="0"/>
          <a:lstStyle/>
          <a:p>
            <a:endParaRPr/>
          </a:p>
        </p:txBody>
      </p:sp>
      <p:sp>
        <p:nvSpPr>
          <p:cNvPr id="2" name="Holder 2"/>
          <p:cNvSpPr>
            <a:spLocks noGrp="1"/>
          </p:cNvSpPr>
          <p:nvPr>
            <p:ph type="title"/>
          </p:nvPr>
        </p:nvSpPr>
        <p:spPr>
          <a:xfrm>
            <a:off x="346049" y="1031239"/>
            <a:ext cx="4063980" cy="492443"/>
          </a:xfrm>
          <a:prstGeom prst="rect">
            <a:avLst/>
          </a:prstGeom>
        </p:spPr>
        <p:txBody>
          <a:bodyPr wrap="square" lIns="0" tIns="0" rIns="0" bIns="0">
            <a:spAutoFit/>
          </a:bodyPr>
          <a:lstStyle>
            <a:lvl1pPr>
              <a:defRPr sz="3200" b="1" i="0">
                <a:solidFill>
                  <a:srgbClr val="005589"/>
                </a:solidFill>
                <a:latin typeface="Trebuchet MS"/>
                <a:cs typeface="Trebuchet MS"/>
              </a:defRPr>
            </a:lvl1pPr>
          </a:lstStyle>
          <a:p>
            <a:endParaRPr/>
          </a:p>
        </p:txBody>
      </p:sp>
      <p:sp>
        <p:nvSpPr>
          <p:cNvPr id="3" name="Holder 3"/>
          <p:cNvSpPr>
            <a:spLocks noGrp="1"/>
          </p:cNvSpPr>
          <p:nvPr>
            <p:ph type="body" idx="1"/>
          </p:nvPr>
        </p:nvSpPr>
        <p:spPr>
          <a:xfrm>
            <a:off x="346430" y="2558542"/>
            <a:ext cx="5323205" cy="29635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9598" y="6377940"/>
            <a:ext cx="3905504" cy="342900"/>
          </a:xfrm>
          <a:prstGeom prst="rect">
            <a:avLst/>
          </a:prstGeom>
        </p:spPr>
        <p:txBody>
          <a:bodyPr wrap="square" lIns="0" tIns="0" rIns="0" bIns="0">
            <a:spAutoFit/>
          </a:bodyPr>
          <a:lstStyle>
            <a:lvl1pPr algn="ctr">
              <a:defRPr>
                <a:solidFill>
                  <a:schemeClr val="tx1">
                    <a:tint val="75000"/>
                  </a:schemeClr>
                </a:solidFill>
              </a:defRPr>
            </a:lvl1pPr>
          </a:lstStyle>
          <a:p>
            <a:r>
              <a:rPr lang="en-GB"/>
              <a:t>Prof. Dr. Sebastian Schlesinger</a:t>
            </a:r>
            <a:endParaRPr/>
          </a:p>
        </p:txBody>
      </p:sp>
      <p:sp>
        <p:nvSpPr>
          <p:cNvPr id="5" name="Holder 5"/>
          <p:cNvSpPr>
            <a:spLocks noGrp="1"/>
          </p:cNvSpPr>
          <p:nvPr>
            <p:ph type="dt" sz="half" idx="6"/>
          </p:nvPr>
        </p:nvSpPr>
        <p:spPr>
          <a:xfrm>
            <a:off x="610235" y="6377940"/>
            <a:ext cx="2807081" cy="342900"/>
          </a:xfrm>
          <a:prstGeom prst="rect">
            <a:avLst/>
          </a:prstGeom>
        </p:spPr>
        <p:txBody>
          <a:bodyPr wrap="square" lIns="0" tIns="0" rIns="0" bIns="0">
            <a:spAutoFit/>
          </a:bodyPr>
          <a:lstStyle>
            <a:lvl1pPr algn="l">
              <a:defRPr>
                <a:solidFill>
                  <a:schemeClr val="tx1">
                    <a:tint val="75000"/>
                  </a:schemeClr>
                </a:solidFill>
              </a:defRPr>
            </a:lvl1pPr>
          </a:lstStyle>
          <a:p>
            <a:fld id="{20D31892-17D7-D848-8706-21CA0BB646C6}" type="datetime1">
              <a:rPr lang="de-DE" smtClean="0"/>
              <a:t>03.02.26</a:t>
            </a:fld>
            <a:endParaRPr lang="en-US"/>
          </a:p>
        </p:txBody>
      </p:sp>
      <p:sp>
        <p:nvSpPr>
          <p:cNvPr id="6" name="Holder 6"/>
          <p:cNvSpPr>
            <a:spLocks noGrp="1"/>
          </p:cNvSpPr>
          <p:nvPr>
            <p:ph type="sldNum" sz="quarter" idx="7"/>
          </p:nvPr>
        </p:nvSpPr>
        <p:spPr>
          <a:xfrm>
            <a:off x="9933558" y="6396232"/>
            <a:ext cx="1962150" cy="466090"/>
          </a:xfrm>
          <a:prstGeom prst="rect">
            <a:avLst/>
          </a:prstGeom>
        </p:spPr>
        <p:txBody>
          <a:bodyPr wrap="square" lIns="0" tIns="0" rIns="0" bIns="0">
            <a:spAutoFit/>
          </a:bodyPr>
          <a:lstStyle>
            <a:lvl1pPr>
              <a:defRPr sz="1450" b="1" i="0">
                <a:solidFill>
                  <a:srgbClr val="005589"/>
                </a:solidFill>
                <a:latin typeface="Trebuchet MS"/>
                <a:cs typeface="Trebuchet MS"/>
              </a:defRPr>
            </a:lvl1pPr>
          </a:lstStyle>
          <a:p>
            <a:pPr marL="1804035">
              <a:lnSpc>
                <a:spcPts val="1505"/>
              </a:lnSpc>
            </a:pPr>
            <a:fld id="{81D60167-4931-47E6-BA6A-407CBD079E47}" type="slidenum">
              <a:rPr spc="-20" dirty="0"/>
              <a:t>‹#›</a:t>
            </a:fld>
            <a:endParaRPr spc="-20"/>
          </a:p>
        </p:txBody>
      </p:sp>
      <p:pic>
        <p:nvPicPr>
          <p:cNvPr id="7" name="Picture 6">
            <a:extLst>
              <a:ext uri="{FF2B5EF4-FFF2-40B4-BE49-F238E27FC236}">
                <a16:creationId xmlns:a16="http://schemas.microsoft.com/office/drawing/2014/main" id="{C7B8B5FF-3B72-6772-0604-593DCE3E624C}"/>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43702" y="535259"/>
            <a:ext cx="3061196"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sz="1400">
          <a:solidFill>
            <a:srgbClr val="FF0000"/>
          </a:solidFill>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19.png"/><Relationship Id="rId10"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8.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3.png"/><Relationship Id="rId7"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44.png"/><Relationship Id="rId9" Type="http://schemas.openxmlformats.org/officeDocument/2006/relationships/image" Target="../media/image62.png"/></Relationships>
</file>

<file path=ppt/slides/_rels/slide4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44.png"/><Relationship Id="rId7" Type="http://schemas.openxmlformats.org/officeDocument/2006/relationships/image" Target="../media/image6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46.png"/><Relationship Id="rId9" Type="http://schemas.openxmlformats.org/officeDocument/2006/relationships/image" Target="../media/image69.png"/></Relationships>
</file>

<file path=ppt/slides/_rels/slide41.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72.png"/><Relationship Id="rId7"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57.png"/><Relationship Id="rId7"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85.png"/><Relationship Id="rId5" Type="http://schemas.openxmlformats.org/officeDocument/2006/relationships/image" Target="../media/image77.png"/><Relationship Id="rId10" Type="http://schemas.openxmlformats.org/officeDocument/2006/relationships/image" Target="../media/image84.png"/><Relationship Id="rId4" Type="http://schemas.openxmlformats.org/officeDocument/2006/relationships/image" Target="../media/image76.png"/><Relationship Id="rId9" Type="http://schemas.openxmlformats.org/officeDocument/2006/relationships/image" Target="../media/image83.png"/></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5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5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7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73" y="0"/>
            <a:ext cx="6858000" cy="6858000"/>
          </a:xfrm>
          <a:prstGeom prst="rect">
            <a:avLst/>
          </a:prstGeom>
        </p:spPr>
      </p:pic>
      <p:sp>
        <p:nvSpPr>
          <p:cNvPr id="4" name="Title 3">
            <a:extLst>
              <a:ext uri="{FF2B5EF4-FFF2-40B4-BE49-F238E27FC236}">
                <a16:creationId xmlns:a16="http://schemas.microsoft.com/office/drawing/2014/main" id="{1E39F0E3-8C0D-B9FB-C5FC-26F66EBAD397}"/>
              </a:ext>
            </a:extLst>
          </p:cNvPr>
          <p:cNvSpPr>
            <a:spLocks noGrp="1"/>
          </p:cNvSpPr>
          <p:nvPr>
            <p:ph type="ctrTitle"/>
          </p:nvPr>
        </p:nvSpPr>
        <p:spPr>
          <a:xfrm>
            <a:off x="7178860" y="2744389"/>
            <a:ext cx="4840224" cy="1477328"/>
          </a:xfrm>
        </p:spPr>
        <p:txBody>
          <a:bodyPr/>
          <a:lstStyle/>
          <a:p>
            <a:r>
              <a:rPr lang="en-US" dirty="0">
                <a:solidFill>
                  <a:srgbClr val="FF0000"/>
                </a:solidFill>
              </a:rPr>
              <a:t>Embedded Systems Engineering </a:t>
            </a:r>
            <a:br>
              <a:rPr lang="en-US" dirty="0">
                <a:solidFill>
                  <a:srgbClr val="FF0000"/>
                </a:solidFill>
              </a:rPr>
            </a:br>
            <a:r>
              <a:rPr lang="en-US" dirty="0">
                <a:solidFill>
                  <a:srgbClr val="FF0000"/>
                </a:solidFill>
              </a:rPr>
              <a:t>Simulink und </a:t>
            </a:r>
            <a:r>
              <a:rPr lang="en-US" dirty="0" err="1">
                <a:solidFill>
                  <a:srgbClr val="FF0000"/>
                </a:solidFill>
              </a:rPr>
              <a:t>Stateflow</a:t>
            </a:r>
            <a:endParaRPr lang="en-US" dirty="0">
              <a:solidFill>
                <a:srgbClr val="FF0000"/>
              </a:solidFill>
            </a:endParaRPr>
          </a:p>
        </p:txBody>
      </p:sp>
      <p:sp>
        <p:nvSpPr>
          <p:cNvPr id="5" name="Subtitle 4">
            <a:extLst>
              <a:ext uri="{FF2B5EF4-FFF2-40B4-BE49-F238E27FC236}">
                <a16:creationId xmlns:a16="http://schemas.microsoft.com/office/drawing/2014/main" id="{9D07C4BB-AF59-5A16-7633-E602C0400043}"/>
              </a:ext>
            </a:extLst>
          </p:cNvPr>
          <p:cNvSpPr>
            <a:spLocks noGrp="1"/>
          </p:cNvSpPr>
          <p:nvPr>
            <p:ph type="subTitle" idx="4"/>
          </p:nvPr>
        </p:nvSpPr>
        <p:spPr>
          <a:xfrm>
            <a:off x="7178860" y="5143000"/>
            <a:ext cx="4745140" cy="830997"/>
          </a:xfrm>
        </p:spPr>
        <p:txBody>
          <a:bodyPr/>
          <a:lstStyle/>
          <a:p>
            <a:r>
              <a:rPr lang="en-US" dirty="0"/>
              <a:t>Prof. Dr.-Ing. Sebastian Schlesinger</a:t>
            </a:r>
          </a:p>
          <a:p>
            <a:r>
              <a:rPr lang="en-US" dirty="0"/>
              <a:t>Professor of Business Computer Science </a:t>
            </a:r>
          </a:p>
          <a:p>
            <a:r>
              <a:rPr lang="en-US" dirty="0"/>
              <a:t>Cybersecurity and Embedded Systems Engineering</a:t>
            </a:r>
          </a:p>
        </p:txBody>
      </p:sp>
      <p:sp>
        <p:nvSpPr>
          <p:cNvPr id="2" name="Footer Placeholder 1">
            <a:extLst>
              <a:ext uri="{FF2B5EF4-FFF2-40B4-BE49-F238E27FC236}">
                <a16:creationId xmlns:a16="http://schemas.microsoft.com/office/drawing/2014/main" id="{F16F884C-11E3-EEBA-FB5D-886B3FF7FAE6}"/>
              </a:ext>
            </a:extLst>
          </p:cNvPr>
          <p:cNvSpPr>
            <a:spLocks noGrp="1"/>
          </p:cNvSpPr>
          <p:nvPr>
            <p:ph type="ftr" sz="quarter" idx="5"/>
          </p:nvPr>
        </p:nvSpPr>
        <p:spPr/>
        <p:txBody>
          <a:bodyPr/>
          <a:lstStyle/>
          <a:p>
            <a:r>
              <a:rPr lang="en-GB"/>
              <a:t>Prof. Dr. Sebastian Schlesinger</a:t>
            </a:r>
          </a:p>
        </p:txBody>
      </p:sp>
      <p:sp>
        <p:nvSpPr>
          <p:cNvPr id="6" name="Slide Number Placeholder 5">
            <a:extLst>
              <a:ext uri="{FF2B5EF4-FFF2-40B4-BE49-F238E27FC236}">
                <a16:creationId xmlns:a16="http://schemas.microsoft.com/office/drawing/2014/main" id="{544A7715-BA0F-DB10-A552-EBA003592AE6}"/>
              </a:ext>
            </a:extLst>
          </p:cNvPr>
          <p:cNvSpPr>
            <a:spLocks noGrp="1"/>
          </p:cNvSpPr>
          <p:nvPr>
            <p:ph type="sldNum" sz="quarter" idx="7"/>
          </p:nvPr>
        </p:nvSpPr>
        <p:spPr/>
        <p:txBody>
          <a:bodyPr/>
          <a:lstStyle/>
          <a:p>
            <a:pPr marL="1804035">
              <a:lnSpc>
                <a:spcPts val="1505"/>
              </a:lnSpc>
            </a:pPr>
            <a:fld id="{81D60167-4931-47E6-BA6A-407CBD079E47}" type="slidenum">
              <a:rPr lang="en-DE" spc="-20" smtClean="0"/>
              <a:t>1</a:t>
            </a:fld>
            <a:endParaRPr lang="en-DE" spc="-20"/>
          </a:p>
        </p:txBody>
      </p:sp>
    </p:spTree>
    <p:extLst>
      <p:ext uri="{BB962C8B-B14F-4D97-AF65-F5344CB8AC3E}">
        <p14:creationId xmlns:p14="http://schemas.microsoft.com/office/powerpoint/2010/main" val="2039478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7482498" cy="984885"/>
          </a:xfrm>
        </p:spPr>
        <p:txBody>
          <a:bodyPr/>
          <a:lstStyle/>
          <a:p>
            <a:r>
              <a:rPr lang="de-DE" dirty="0"/>
              <a:t>Überblick über die gesamte Vorlesung</a:t>
            </a:r>
          </a:p>
        </p:txBody>
      </p:sp>
      <p:sp>
        <p:nvSpPr>
          <p:cNvPr id="7" name="Inhaltsplatzhalter 6"/>
          <p:cNvSpPr>
            <a:spLocks noGrp="1"/>
          </p:cNvSpPr>
          <p:nvPr>
            <p:ph idx="1"/>
          </p:nvPr>
        </p:nvSpPr>
        <p:spPr>
          <a:xfrm>
            <a:off x="1754658" y="1430346"/>
            <a:ext cx="1147202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a:t>
            </a:fld>
            <a:r>
              <a:rPr lang="de-DE"/>
              <a:t> </a:t>
            </a:r>
          </a:p>
        </p:txBody>
      </p:sp>
      <p:grpSp>
        <p:nvGrpSpPr>
          <p:cNvPr id="121" name="Gruppieren 120">
            <a:extLst>
              <a:ext uri="{FF2B5EF4-FFF2-40B4-BE49-F238E27FC236}">
                <a16:creationId xmlns:a16="http://schemas.microsoft.com/office/drawing/2014/main" id="{9497BCE8-A6C1-4F47-A712-40D0658E0DFA}"/>
              </a:ext>
            </a:extLst>
          </p:cNvPr>
          <p:cNvGrpSpPr/>
          <p:nvPr/>
        </p:nvGrpSpPr>
        <p:grpSpPr>
          <a:xfrm>
            <a:off x="2645966" y="1797422"/>
            <a:ext cx="4392488" cy="4224892"/>
            <a:chOff x="1908976" y="2085741"/>
            <a:chExt cx="2946423" cy="4224892"/>
          </a:xfrm>
        </p:grpSpPr>
        <p:sp>
          <p:nvSpPr>
            <p:cNvPr id="31" name="Rechteck: abgerundete Ecken 30">
              <a:extLst>
                <a:ext uri="{FF2B5EF4-FFF2-40B4-BE49-F238E27FC236}">
                  <a16:creationId xmlns:a16="http://schemas.microsoft.com/office/drawing/2014/main" id="{084F7617-9B92-4C78-B5EF-0AFE9F08C561}"/>
                </a:ext>
              </a:extLst>
            </p:cNvPr>
            <p:cNvSpPr/>
            <p:nvPr/>
          </p:nvSpPr>
          <p:spPr>
            <a:xfrm>
              <a:off x="1908976" y="2085741"/>
              <a:ext cx="2946423" cy="4224892"/>
            </a:xfrm>
            <a:prstGeom prst="roundRect">
              <a:avLst>
                <a:gd name="adj" fmla="val 349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de-DE" dirty="0"/>
            </a:p>
          </p:txBody>
        </p:sp>
        <p:sp>
          <p:nvSpPr>
            <p:cNvPr id="32" name="Rechteck: abgerundete Ecken 4">
              <a:extLst>
                <a:ext uri="{FF2B5EF4-FFF2-40B4-BE49-F238E27FC236}">
                  <a16:creationId xmlns:a16="http://schemas.microsoft.com/office/drawing/2014/main" id="{9484AC72-FE82-437E-940B-CDB00313CF51}"/>
                </a:ext>
              </a:extLst>
            </p:cNvPr>
            <p:cNvSpPr txBox="1"/>
            <p:nvPr/>
          </p:nvSpPr>
          <p:spPr>
            <a:xfrm>
              <a:off x="1908976" y="2085741"/>
              <a:ext cx="2946423" cy="93068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de-DE" sz="2000" dirty="0"/>
                <a:t>Entwurf Eingebetteter Systeme</a:t>
              </a:r>
            </a:p>
          </p:txBody>
        </p:sp>
      </p:grpSp>
      <p:grpSp>
        <p:nvGrpSpPr>
          <p:cNvPr id="22" name="Gruppieren 21">
            <a:extLst>
              <a:ext uri="{FF2B5EF4-FFF2-40B4-BE49-F238E27FC236}">
                <a16:creationId xmlns:a16="http://schemas.microsoft.com/office/drawing/2014/main" id="{0B3C64BD-2C6B-414D-B767-41BB64776A72}"/>
              </a:ext>
            </a:extLst>
          </p:cNvPr>
          <p:cNvGrpSpPr/>
          <p:nvPr/>
        </p:nvGrpSpPr>
        <p:grpSpPr>
          <a:xfrm>
            <a:off x="3303190" y="3381598"/>
            <a:ext cx="1534006" cy="571450"/>
            <a:chOff x="210683" y="1106443"/>
            <a:chExt cx="1390377" cy="744663"/>
          </a:xfrm>
        </p:grpSpPr>
        <p:sp>
          <p:nvSpPr>
            <p:cNvPr id="29" name="Rechteck: abgerundete Ecken 28">
              <a:extLst>
                <a:ext uri="{FF2B5EF4-FFF2-40B4-BE49-F238E27FC236}">
                  <a16:creationId xmlns:a16="http://schemas.microsoft.com/office/drawing/2014/main" id="{EBC24C3A-79A1-48B5-97A3-6FEB59C7259B}"/>
                </a:ext>
              </a:extLst>
            </p:cNvPr>
            <p:cNvSpPr/>
            <p:nvPr/>
          </p:nvSpPr>
          <p:spPr>
            <a:xfrm>
              <a:off x="210683" y="1106443"/>
              <a:ext cx="1390377"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30" name="Rechteck: abgerundete Ecken 4">
              <a:extLst>
                <a:ext uri="{FF2B5EF4-FFF2-40B4-BE49-F238E27FC236}">
                  <a16:creationId xmlns:a16="http://schemas.microsoft.com/office/drawing/2014/main" id="{B1752A0A-6052-4C0D-913E-268F1A88ECC6}"/>
                </a:ext>
              </a:extLst>
            </p:cNvPr>
            <p:cNvSpPr txBox="1"/>
            <p:nvPr/>
          </p:nvSpPr>
          <p:spPr>
            <a:xfrm>
              <a:off x="231898" y="1169172"/>
              <a:ext cx="1347945"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Endliche Automaten</a:t>
              </a:r>
            </a:p>
          </p:txBody>
        </p:sp>
      </p:grpSp>
      <p:grpSp>
        <p:nvGrpSpPr>
          <p:cNvPr id="23" name="Gruppieren 22">
            <a:extLst>
              <a:ext uri="{FF2B5EF4-FFF2-40B4-BE49-F238E27FC236}">
                <a16:creationId xmlns:a16="http://schemas.microsoft.com/office/drawing/2014/main" id="{EF0844AB-1A6E-472A-846D-04CA09F9C2C0}"/>
              </a:ext>
            </a:extLst>
          </p:cNvPr>
          <p:cNvGrpSpPr/>
          <p:nvPr/>
        </p:nvGrpSpPr>
        <p:grpSpPr>
          <a:xfrm>
            <a:off x="3303190" y="4265884"/>
            <a:ext cx="1535480" cy="555874"/>
            <a:chOff x="183157" y="1942250"/>
            <a:chExt cx="1445429" cy="724366"/>
          </a:xfrm>
        </p:grpSpPr>
        <p:sp>
          <p:nvSpPr>
            <p:cNvPr id="27" name="Rechteck: abgerundete Ecken 26">
              <a:extLst>
                <a:ext uri="{FF2B5EF4-FFF2-40B4-BE49-F238E27FC236}">
                  <a16:creationId xmlns:a16="http://schemas.microsoft.com/office/drawing/2014/main" id="{EECA115F-E83B-46E2-8E15-07573E3D9005}"/>
                </a:ext>
              </a:extLst>
            </p:cNvPr>
            <p:cNvSpPr/>
            <p:nvPr/>
          </p:nvSpPr>
          <p:spPr>
            <a:xfrm>
              <a:off x="183157" y="1942250"/>
              <a:ext cx="1445429"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28" name="Rechteck: abgerundete Ecken 6">
              <a:extLst>
                <a:ext uri="{FF2B5EF4-FFF2-40B4-BE49-F238E27FC236}">
                  <a16:creationId xmlns:a16="http://schemas.microsoft.com/office/drawing/2014/main" id="{46560B74-A999-4CD8-A71B-9CDE4ACC5F14}"/>
                </a:ext>
              </a:extLst>
            </p:cNvPr>
            <p:cNvSpPr txBox="1"/>
            <p:nvPr/>
          </p:nvSpPr>
          <p:spPr>
            <a:xfrm>
              <a:off x="204373" y="1963466"/>
              <a:ext cx="1402997"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err="1"/>
                <a:t>Statecharts</a:t>
              </a:r>
              <a:endParaRPr lang="de-DE" sz="1600" dirty="0"/>
            </a:p>
          </p:txBody>
        </p:sp>
      </p:grpSp>
      <p:grpSp>
        <p:nvGrpSpPr>
          <p:cNvPr id="33" name="Gruppieren 32">
            <a:extLst>
              <a:ext uri="{FF2B5EF4-FFF2-40B4-BE49-F238E27FC236}">
                <a16:creationId xmlns:a16="http://schemas.microsoft.com/office/drawing/2014/main" id="{596A5EA6-9714-4E5B-AAC8-8E4A3A51DEDE}"/>
              </a:ext>
            </a:extLst>
          </p:cNvPr>
          <p:cNvGrpSpPr/>
          <p:nvPr/>
        </p:nvGrpSpPr>
        <p:grpSpPr>
          <a:xfrm>
            <a:off x="3303190" y="5177989"/>
            <a:ext cx="1534006" cy="555874"/>
            <a:chOff x="385630" y="2778057"/>
            <a:chExt cx="1040483" cy="724366"/>
          </a:xfrm>
        </p:grpSpPr>
        <p:sp>
          <p:nvSpPr>
            <p:cNvPr id="34" name="Rechteck: abgerundete Ecken 33">
              <a:extLst>
                <a:ext uri="{FF2B5EF4-FFF2-40B4-BE49-F238E27FC236}">
                  <a16:creationId xmlns:a16="http://schemas.microsoft.com/office/drawing/2014/main" id="{F5B8AB94-7852-404D-98CD-90BE21AA9961}"/>
                </a:ext>
              </a:extLst>
            </p:cNvPr>
            <p:cNvSpPr/>
            <p:nvPr/>
          </p:nvSpPr>
          <p:spPr>
            <a:xfrm>
              <a:off x="385630" y="2778057"/>
              <a:ext cx="1040483"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35" name="Rechteck: abgerundete Ecken 8">
              <a:extLst>
                <a:ext uri="{FF2B5EF4-FFF2-40B4-BE49-F238E27FC236}">
                  <a16:creationId xmlns:a16="http://schemas.microsoft.com/office/drawing/2014/main" id="{B54744FE-2811-46B0-A2E7-1809DCEABF78}"/>
                </a:ext>
              </a:extLst>
            </p:cNvPr>
            <p:cNvSpPr txBox="1"/>
            <p:nvPr/>
          </p:nvSpPr>
          <p:spPr>
            <a:xfrm>
              <a:off x="406846" y="2799273"/>
              <a:ext cx="998051"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err="1"/>
                <a:t>Timed</a:t>
              </a:r>
              <a:r>
                <a:rPr lang="de-DE" sz="1600" dirty="0"/>
                <a:t> </a:t>
              </a:r>
              <a:r>
                <a:rPr lang="de-DE" sz="1600" dirty="0" err="1"/>
                <a:t>Automata</a:t>
              </a:r>
              <a:endParaRPr lang="de-DE" sz="1600" dirty="0"/>
            </a:p>
          </p:txBody>
        </p:sp>
      </p:grpSp>
      <p:grpSp>
        <p:nvGrpSpPr>
          <p:cNvPr id="36" name="Gruppieren 35">
            <a:extLst>
              <a:ext uri="{FF2B5EF4-FFF2-40B4-BE49-F238E27FC236}">
                <a16:creationId xmlns:a16="http://schemas.microsoft.com/office/drawing/2014/main" id="{2ED6C177-B9DA-484B-96E0-913E073C3876}"/>
              </a:ext>
            </a:extLst>
          </p:cNvPr>
          <p:cNvGrpSpPr/>
          <p:nvPr/>
        </p:nvGrpSpPr>
        <p:grpSpPr>
          <a:xfrm>
            <a:off x="5142934" y="5177989"/>
            <a:ext cx="1535480" cy="555874"/>
            <a:chOff x="385630" y="2778057"/>
            <a:chExt cx="1040483" cy="724366"/>
          </a:xfrm>
        </p:grpSpPr>
        <p:sp>
          <p:nvSpPr>
            <p:cNvPr id="37" name="Rechteck: abgerundete Ecken 36">
              <a:extLst>
                <a:ext uri="{FF2B5EF4-FFF2-40B4-BE49-F238E27FC236}">
                  <a16:creationId xmlns:a16="http://schemas.microsoft.com/office/drawing/2014/main" id="{B2A9AA39-1C81-4110-80A0-DBC8CCB465D4}"/>
                </a:ext>
              </a:extLst>
            </p:cNvPr>
            <p:cNvSpPr/>
            <p:nvPr/>
          </p:nvSpPr>
          <p:spPr>
            <a:xfrm>
              <a:off x="385630" y="2778057"/>
              <a:ext cx="1040483"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38" name="Rechteck: abgerundete Ecken 8">
              <a:extLst>
                <a:ext uri="{FF2B5EF4-FFF2-40B4-BE49-F238E27FC236}">
                  <a16:creationId xmlns:a16="http://schemas.microsoft.com/office/drawing/2014/main" id="{D90D5724-31FC-4B34-BC6E-91FC6190CF49}"/>
                </a:ext>
              </a:extLst>
            </p:cNvPr>
            <p:cNvSpPr txBox="1"/>
            <p:nvPr/>
          </p:nvSpPr>
          <p:spPr>
            <a:xfrm>
              <a:off x="406846" y="2799273"/>
              <a:ext cx="998051"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err="1"/>
                <a:t>SystemC</a:t>
              </a:r>
              <a:endParaRPr lang="de-DE" sz="1600" dirty="0"/>
            </a:p>
          </p:txBody>
        </p:sp>
      </p:grpSp>
      <p:grpSp>
        <p:nvGrpSpPr>
          <p:cNvPr id="40" name="Gruppieren 39">
            <a:extLst>
              <a:ext uri="{FF2B5EF4-FFF2-40B4-BE49-F238E27FC236}">
                <a16:creationId xmlns:a16="http://schemas.microsoft.com/office/drawing/2014/main" id="{8CA8C6EC-116A-46FE-885D-2EE71C50FE6D}"/>
              </a:ext>
            </a:extLst>
          </p:cNvPr>
          <p:cNvGrpSpPr/>
          <p:nvPr/>
        </p:nvGrpSpPr>
        <p:grpSpPr>
          <a:xfrm>
            <a:off x="5142934" y="3363924"/>
            <a:ext cx="1535480" cy="1457835"/>
            <a:chOff x="385630" y="2778057"/>
            <a:chExt cx="1040483" cy="724366"/>
          </a:xfrm>
        </p:grpSpPr>
        <p:sp>
          <p:nvSpPr>
            <p:cNvPr id="41" name="Rechteck: abgerundete Ecken 40">
              <a:extLst>
                <a:ext uri="{FF2B5EF4-FFF2-40B4-BE49-F238E27FC236}">
                  <a16:creationId xmlns:a16="http://schemas.microsoft.com/office/drawing/2014/main" id="{7B45D3FD-86AC-4420-82B7-2C0F60A44659}"/>
                </a:ext>
              </a:extLst>
            </p:cNvPr>
            <p:cNvSpPr/>
            <p:nvPr/>
          </p:nvSpPr>
          <p:spPr>
            <a:xfrm>
              <a:off x="385630" y="2778057"/>
              <a:ext cx="1040483"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42" name="Rechteck: abgerundete Ecken 8">
              <a:extLst>
                <a:ext uri="{FF2B5EF4-FFF2-40B4-BE49-F238E27FC236}">
                  <a16:creationId xmlns:a16="http://schemas.microsoft.com/office/drawing/2014/main" id="{F439E73B-B4B3-4F0A-90CA-D7091CBBF528}"/>
                </a:ext>
              </a:extLst>
            </p:cNvPr>
            <p:cNvSpPr txBox="1"/>
            <p:nvPr/>
          </p:nvSpPr>
          <p:spPr>
            <a:xfrm>
              <a:off x="406846" y="2799273"/>
              <a:ext cx="998051"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spcBef>
                  <a:spcPct val="0"/>
                </a:spcBef>
                <a:spcAft>
                  <a:spcPct val="35000"/>
                </a:spcAft>
              </a:pPr>
              <a:r>
                <a:rPr lang="de-DE" sz="1600" dirty="0"/>
                <a:t>Signalfluss-orientierte Sprachen (Simulink)</a:t>
              </a:r>
            </a:p>
          </p:txBody>
        </p:sp>
      </p:grpSp>
      <p:sp>
        <p:nvSpPr>
          <p:cNvPr id="44" name="Rechteck: abgerundete Ecken 4">
            <a:extLst>
              <a:ext uri="{FF2B5EF4-FFF2-40B4-BE49-F238E27FC236}">
                <a16:creationId xmlns:a16="http://schemas.microsoft.com/office/drawing/2014/main" id="{B10D7751-1864-4357-9923-078D41D35CD7}"/>
              </a:ext>
            </a:extLst>
          </p:cNvPr>
          <p:cNvSpPr txBox="1"/>
          <p:nvPr/>
        </p:nvSpPr>
        <p:spPr>
          <a:xfrm rot="16200000">
            <a:off x="1255116" y="3908353"/>
            <a:ext cx="3253718" cy="76004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de-DE" sz="2000" dirty="0">
                <a:solidFill>
                  <a:schemeClr val="accent1">
                    <a:lumMod val="50000"/>
                  </a:schemeClr>
                </a:solidFill>
              </a:rPr>
              <a:t>Modellierungssprachen</a:t>
            </a:r>
          </a:p>
        </p:txBody>
      </p:sp>
      <p:grpSp>
        <p:nvGrpSpPr>
          <p:cNvPr id="120" name="Gruppieren 119">
            <a:extLst>
              <a:ext uri="{FF2B5EF4-FFF2-40B4-BE49-F238E27FC236}">
                <a16:creationId xmlns:a16="http://schemas.microsoft.com/office/drawing/2014/main" id="{3BDB3584-7D0D-4D05-B293-933263612419}"/>
              </a:ext>
            </a:extLst>
          </p:cNvPr>
          <p:cNvGrpSpPr/>
          <p:nvPr/>
        </p:nvGrpSpPr>
        <p:grpSpPr>
          <a:xfrm>
            <a:off x="7235992" y="1797422"/>
            <a:ext cx="2520801" cy="4224892"/>
            <a:chOff x="5036885" y="2085741"/>
            <a:chExt cx="2390460" cy="4224892"/>
          </a:xfrm>
        </p:grpSpPr>
        <p:sp>
          <p:nvSpPr>
            <p:cNvPr id="45" name="Rechteck: abgerundete Ecken 44">
              <a:extLst>
                <a:ext uri="{FF2B5EF4-FFF2-40B4-BE49-F238E27FC236}">
                  <a16:creationId xmlns:a16="http://schemas.microsoft.com/office/drawing/2014/main" id="{DD108E85-58AA-4871-9AD6-19677ACE0E86}"/>
                </a:ext>
              </a:extLst>
            </p:cNvPr>
            <p:cNvSpPr/>
            <p:nvPr/>
          </p:nvSpPr>
          <p:spPr>
            <a:xfrm>
              <a:off x="5036885" y="2085741"/>
              <a:ext cx="2390460" cy="4224892"/>
            </a:xfrm>
            <a:prstGeom prst="roundRect">
              <a:avLst>
                <a:gd name="adj" fmla="val 5047"/>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DE"/>
            </a:p>
          </p:txBody>
        </p:sp>
        <p:sp>
          <p:nvSpPr>
            <p:cNvPr id="46" name="Rechteck: abgerundete Ecken 4">
              <a:extLst>
                <a:ext uri="{FF2B5EF4-FFF2-40B4-BE49-F238E27FC236}">
                  <a16:creationId xmlns:a16="http://schemas.microsoft.com/office/drawing/2014/main" id="{09D63075-F05B-4F70-91D5-E0F0834020BE}"/>
                </a:ext>
              </a:extLst>
            </p:cNvPr>
            <p:cNvSpPr txBox="1"/>
            <p:nvPr/>
          </p:nvSpPr>
          <p:spPr>
            <a:xfrm>
              <a:off x="5036885" y="2085741"/>
              <a:ext cx="2390459" cy="892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de-DE" sz="2000" dirty="0"/>
                <a:t>Implementierung</a:t>
              </a:r>
            </a:p>
          </p:txBody>
        </p:sp>
      </p:grpSp>
      <p:grpSp>
        <p:nvGrpSpPr>
          <p:cNvPr id="49" name="Gruppieren 48">
            <a:extLst>
              <a:ext uri="{FF2B5EF4-FFF2-40B4-BE49-F238E27FC236}">
                <a16:creationId xmlns:a16="http://schemas.microsoft.com/office/drawing/2014/main" id="{933563F5-F378-428C-81A2-34D1FE930F03}"/>
              </a:ext>
            </a:extLst>
          </p:cNvPr>
          <p:cNvGrpSpPr/>
          <p:nvPr/>
        </p:nvGrpSpPr>
        <p:grpSpPr>
          <a:xfrm>
            <a:off x="7326425" y="3093566"/>
            <a:ext cx="2254268" cy="825682"/>
            <a:chOff x="210683" y="1106443"/>
            <a:chExt cx="1390377" cy="724366"/>
          </a:xfrm>
        </p:grpSpPr>
        <p:sp>
          <p:nvSpPr>
            <p:cNvPr id="50" name="Rechteck: abgerundete Ecken 49">
              <a:extLst>
                <a:ext uri="{FF2B5EF4-FFF2-40B4-BE49-F238E27FC236}">
                  <a16:creationId xmlns:a16="http://schemas.microsoft.com/office/drawing/2014/main" id="{3D42C221-AA1F-4F82-B6BB-73EF16A40D39}"/>
                </a:ext>
              </a:extLst>
            </p:cNvPr>
            <p:cNvSpPr/>
            <p:nvPr/>
          </p:nvSpPr>
          <p:spPr>
            <a:xfrm>
              <a:off x="210683" y="1106443"/>
              <a:ext cx="1390377"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51" name="Rechteck: abgerundete Ecken 4">
              <a:extLst>
                <a:ext uri="{FF2B5EF4-FFF2-40B4-BE49-F238E27FC236}">
                  <a16:creationId xmlns:a16="http://schemas.microsoft.com/office/drawing/2014/main" id="{C363D55D-7964-4018-B9C4-EF223437A6CA}"/>
                </a:ext>
              </a:extLst>
            </p:cNvPr>
            <p:cNvSpPr txBox="1"/>
            <p:nvPr/>
          </p:nvSpPr>
          <p:spPr>
            <a:xfrm>
              <a:off x="231899" y="1127659"/>
              <a:ext cx="1347945"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Programmier-sprachen</a:t>
              </a:r>
            </a:p>
          </p:txBody>
        </p:sp>
      </p:grpSp>
      <p:grpSp>
        <p:nvGrpSpPr>
          <p:cNvPr id="76" name="Gruppieren 75">
            <a:extLst>
              <a:ext uri="{FF2B5EF4-FFF2-40B4-BE49-F238E27FC236}">
                <a16:creationId xmlns:a16="http://schemas.microsoft.com/office/drawing/2014/main" id="{58CB1ADC-AE65-405F-BB06-069BFAB7A68C}"/>
              </a:ext>
            </a:extLst>
          </p:cNvPr>
          <p:cNvGrpSpPr/>
          <p:nvPr/>
        </p:nvGrpSpPr>
        <p:grpSpPr>
          <a:xfrm>
            <a:off x="7326425" y="4101678"/>
            <a:ext cx="2254270" cy="877646"/>
            <a:chOff x="183157" y="1942250"/>
            <a:chExt cx="1445429" cy="724366"/>
          </a:xfrm>
        </p:grpSpPr>
        <p:sp>
          <p:nvSpPr>
            <p:cNvPr id="77" name="Rechteck: abgerundete Ecken 76">
              <a:extLst>
                <a:ext uri="{FF2B5EF4-FFF2-40B4-BE49-F238E27FC236}">
                  <a16:creationId xmlns:a16="http://schemas.microsoft.com/office/drawing/2014/main" id="{78AABC99-D9FC-4B3A-842C-D147DC2C4307}"/>
                </a:ext>
              </a:extLst>
            </p:cNvPr>
            <p:cNvSpPr/>
            <p:nvPr/>
          </p:nvSpPr>
          <p:spPr>
            <a:xfrm>
              <a:off x="183157" y="1942250"/>
              <a:ext cx="1445429"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78" name="Rechteck: abgerundete Ecken 6">
              <a:extLst>
                <a:ext uri="{FF2B5EF4-FFF2-40B4-BE49-F238E27FC236}">
                  <a16:creationId xmlns:a16="http://schemas.microsoft.com/office/drawing/2014/main" id="{EC3BEED4-2D8C-4613-A1BC-1A1F316E8375}"/>
                </a:ext>
              </a:extLst>
            </p:cNvPr>
            <p:cNvSpPr txBox="1"/>
            <p:nvPr/>
          </p:nvSpPr>
          <p:spPr>
            <a:xfrm>
              <a:off x="204372" y="1963467"/>
              <a:ext cx="1402997" cy="6819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Betriebssysteme</a:t>
              </a:r>
            </a:p>
          </p:txBody>
        </p:sp>
      </p:grpSp>
      <p:grpSp>
        <p:nvGrpSpPr>
          <p:cNvPr id="82" name="Gruppieren 81">
            <a:extLst>
              <a:ext uri="{FF2B5EF4-FFF2-40B4-BE49-F238E27FC236}">
                <a16:creationId xmlns:a16="http://schemas.microsoft.com/office/drawing/2014/main" id="{7B19A32B-1F54-4FC2-A501-CD345C0C92BB}"/>
              </a:ext>
            </a:extLst>
          </p:cNvPr>
          <p:cNvGrpSpPr/>
          <p:nvPr/>
        </p:nvGrpSpPr>
        <p:grpSpPr>
          <a:xfrm>
            <a:off x="7326423" y="5181799"/>
            <a:ext cx="2254271" cy="592273"/>
            <a:chOff x="210683" y="1106443"/>
            <a:chExt cx="1390377" cy="724366"/>
          </a:xfrm>
          <a:solidFill>
            <a:schemeClr val="accent1"/>
          </a:solidFill>
        </p:grpSpPr>
        <p:sp>
          <p:nvSpPr>
            <p:cNvPr id="83" name="Rechteck: abgerundete Ecken 82">
              <a:extLst>
                <a:ext uri="{FF2B5EF4-FFF2-40B4-BE49-F238E27FC236}">
                  <a16:creationId xmlns:a16="http://schemas.microsoft.com/office/drawing/2014/main" id="{8955F7D8-2906-47F7-A5A7-ED28DEA564CC}"/>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84" name="Rechteck: abgerundete Ecken 4">
              <a:extLst>
                <a:ext uri="{FF2B5EF4-FFF2-40B4-BE49-F238E27FC236}">
                  <a16:creationId xmlns:a16="http://schemas.microsoft.com/office/drawing/2014/main" id="{69ADDB19-EF4B-4851-87A2-2750CE920D5A}"/>
                </a:ext>
              </a:extLst>
            </p:cNvPr>
            <p:cNvSpPr txBox="1"/>
            <p:nvPr/>
          </p:nvSpPr>
          <p:spPr>
            <a:xfrm>
              <a:off x="231899" y="1127659"/>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Synthese</a:t>
              </a:r>
            </a:p>
          </p:txBody>
        </p:sp>
      </p:grpSp>
      <p:grpSp>
        <p:nvGrpSpPr>
          <p:cNvPr id="119" name="Gruppieren 118">
            <a:extLst>
              <a:ext uri="{FF2B5EF4-FFF2-40B4-BE49-F238E27FC236}">
                <a16:creationId xmlns:a16="http://schemas.microsoft.com/office/drawing/2014/main" id="{761CD052-01B5-4C79-8808-DA4A21B254BC}"/>
              </a:ext>
            </a:extLst>
          </p:cNvPr>
          <p:cNvGrpSpPr/>
          <p:nvPr/>
        </p:nvGrpSpPr>
        <p:grpSpPr>
          <a:xfrm>
            <a:off x="9963569" y="1797423"/>
            <a:ext cx="1866150" cy="4224891"/>
            <a:chOff x="7529312" y="2085740"/>
            <a:chExt cx="1403547" cy="4224891"/>
          </a:xfrm>
        </p:grpSpPr>
        <p:sp>
          <p:nvSpPr>
            <p:cNvPr id="86" name="Rechteck: abgerundete Ecken 85">
              <a:extLst>
                <a:ext uri="{FF2B5EF4-FFF2-40B4-BE49-F238E27FC236}">
                  <a16:creationId xmlns:a16="http://schemas.microsoft.com/office/drawing/2014/main" id="{B5B54273-9C16-4B78-86D4-138C448292D7}"/>
                </a:ext>
              </a:extLst>
            </p:cNvPr>
            <p:cNvSpPr/>
            <p:nvPr/>
          </p:nvSpPr>
          <p:spPr>
            <a:xfrm>
              <a:off x="7529312" y="2085740"/>
              <a:ext cx="1403547" cy="4224891"/>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DE"/>
            </a:p>
          </p:txBody>
        </p:sp>
        <p:sp>
          <p:nvSpPr>
            <p:cNvPr id="87" name="Rechteck: abgerundete Ecken 4">
              <a:extLst>
                <a:ext uri="{FF2B5EF4-FFF2-40B4-BE49-F238E27FC236}">
                  <a16:creationId xmlns:a16="http://schemas.microsoft.com/office/drawing/2014/main" id="{E2777FE9-77B8-46E9-BE4D-24A16A7CC20B}"/>
                </a:ext>
              </a:extLst>
            </p:cNvPr>
            <p:cNvSpPr txBox="1"/>
            <p:nvPr/>
          </p:nvSpPr>
          <p:spPr>
            <a:xfrm>
              <a:off x="7529312" y="2085742"/>
              <a:ext cx="1403547" cy="8932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de-DE" dirty="0"/>
                <a:t>Validierung und Verifikation</a:t>
              </a:r>
            </a:p>
          </p:txBody>
        </p:sp>
      </p:grpSp>
      <p:grpSp>
        <p:nvGrpSpPr>
          <p:cNvPr id="88" name="Gruppieren 87">
            <a:extLst>
              <a:ext uri="{FF2B5EF4-FFF2-40B4-BE49-F238E27FC236}">
                <a16:creationId xmlns:a16="http://schemas.microsoft.com/office/drawing/2014/main" id="{C24C9434-09C9-47A7-8531-EA4AF01529AD}"/>
              </a:ext>
            </a:extLst>
          </p:cNvPr>
          <p:cNvGrpSpPr/>
          <p:nvPr/>
        </p:nvGrpSpPr>
        <p:grpSpPr>
          <a:xfrm>
            <a:off x="10087792" y="3021558"/>
            <a:ext cx="1534686" cy="767138"/>
            <a:chOff x="210066" y="1106443"/>
            <a:chExt cx="1390994" cy="724366"/>
          </a:xfrm>
          <a:solidFill>
            <a:schemeClr val="bg2"/>
          </a:solidFill>
        </p:grpSpPr>
        <p:sp>
          <p:nvSpPr>
            <p:cNvPr id="89" name="Rechteck: abgerundete Ecken 88">
              <a:extLst>
                <a:ext uri="{FF2B5EF4-FFF2-40B4-BE49-F238E27FC236}">
                  <a16:creationId xmlns:a16="http://schemas.microsoft.com/office/drawing/2014/main" id="{FC7B26B3-1B00-42EB-AC1E-A928D65314FE}"/>
                </a:ext>
              </a:extLst>
            </p:cNvPr>
            <p:cNvSpPr/>
            <p:nvPr/>
          </p:nvSpPr>
          <p:spPr>
            <a:xfrm>
              <a:off x="210683" y="1106443"/>
              <a:ext cx="1390377" cy="724366"/>
            </a:xfrm>
            <a:prstGeom prst="roundRect">
              <a:avLst>
                <a:gd name="adj" fmla="val 10000"/>
              </a:avLst>
            </a:pr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0" name="Rechteck: abgerundete Ecken 4">
              <a:extLst>
                <a:ext uri="{FF2B5EF4-FFF2-40B4-BE49-F238E27FC236}">
                  <a16:creationId xmlns:a16="http://schemas.microsoft.com/office/drawing/2014/main" id="{F3CD9FAB-11A0-47EF-95F5-26A09B7D6D87}"/>
                </a:ext>
              </a:extLst>
            </p:cNvPr>
            <p:cNvSpPr txBox="1"/>
            <p:nvPr/>
          </p:nvSpPr>
          <p:spPr>
            <a:xfrm>
              <a:off x="210066" y="1143531"/>
              <a:ext cx="1347945" cy="681934"/>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Testen</a:t>
              </a:r>
            </a:p>
          </p:txBody>
        </p:sp>
      </p:grpSp>
      <p:grpSp>
        <p:nvGrpSpPr>
          <p:cNvPr id="91" name="Gruppieren 90">
            <a:extLst>
              <a:ext uri="{FF2B5EF4-FFF2-40B4-BE49-F238E27FC236}">
                <a16:creationId xmlns:a16="http://schemas.microsoft.com/office/drawing/2014/main" id="{E5203C6F-8288-475C-B7CD-4072E3D6F0A8}"/>
              </a:ext>
            </a:extLst>
          </p:cNvPr>
          <p:cNvGrpSpPr/>
          <p:nvPr/>
        </p:nvGrpSpPr>
        <p:grpSpPr>
          <a:xfrm>
            <a:off x="10087792" y="3957663"/>
            <a:ext cx="1534686" cy="807909"/>
            <a:chOff x="210066" y="1106443"/>
            <a:chExt cx="1390994" cy="724366"/>
          </a:xfrm>
          <a:solidFill>
            <a:schemeClr val="bg2"/>
          </a:solidFill>
        </p:grpSpPr>
        <p:sp>
          <p:nvSpPr>
            <p:cNvPr id="92" name="Rechteck: abgerundete Ecken 91">
              <a:extLst>
                <a:ext uri="{FF2B5EF4-FFF2-40B4-BE49-F238E27FC236}">
                  <a16:creationId xmlns:a16="http://schemas.microsoft.com/office/drawing/2014/main" id="{1C3640FB-1F1F-459F-8ADB-1DDBD8F242AE}"/>
                </a:ext>
              </a:extLst>
            </p:cNvPr>
            <p:cNvSpPr/>
            <p:nvPr/>
          </p:nvSpPr>
          <p:spPr>
            <a:xfrm>
              <a:off x="210683" y="1106443"/>
              <a:ext cx="1390377" cy="724366"/>
            </a:xfrm>
            <a:prstGeom prst="roundRect">
              <a:avLst>
                <a:gd name="adj" fmla="val 10000"/>
              </a:avLst>
            </a:pr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3" name="Rechteck: abgerundete Ecken 4">
              <a:extLst>
                <a:ext uri="{FF2B5EF4-FFF2-40B4-BE49-F238E27FC236}">
                  <a16:creationId xmlns:a16="http://schemas.microsoft.com/office/drawing/2014/main" id="{158ADFE3-89CE-4E55-AB26-92BB9976A8F5}"/>
                </a:ext>
              </a:extLst>
            </p:cNvPr>
            <p:cNvSpPr txBox="1"/>
            <p:nvPr/>
          </p:nvSpPr>
          <p:spPr>
            <a:xfrm>
              <a:off x="210066" y="1126481"/>
              <a:ext cx="1347945" cy="681934"/>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Simulation</a:t>
              </a:r>
            </a:p>
          </p:txBody>
        </p:sp>
      </p:grpSp>
      <p:grpSp>
        <p:nvGrpSpPr>
          <p:cNvPr id="94" name="Gruppieren 93">
            <a:extLst>
              <a:ext uri="{FF2B5EF4-FFF2-40B4-BE49-F238E27FC236}">
                <a16:creationId xmlns:a16="http://schemas.microsoft.com/office/drawing/2014/main" id="{CAC052B4-6720-41BC-8662-71F2EDF5D888}"/>
              </a:ext>
            </a:extLst>
          </p:cNvPr>
          <p:cNvGrpSpPr/>
          <p:nvPr/>
        </p:nvGrpSpPr>
        <p:grpSpPr>
          <a:xfrm>
            <a:off x="10088473" y="4900021"/>
            <a:ext cx="1534006" cy="891876"/>
            <a:chOff x="210683" y="1106443"/>
            <a:chExt cx="1390377" cy="724366"/>
          </a:xfrm>
          <a:solidFill>
            <a:schemeClr val="bg2"/>
          </a:solidFill>
        </p:grpSpPr>
        <p:sp>
          <p:nvSpPr>
            <p:cNvPr id="95" name="Rechteck: abgerundete Ecken 94">
              <a:extLst>
                <a:ext uri="{FF2B5EF4-FFF2-40B4-BE49-F238E27FC236}">
                  <a16:creationId xmlns:a16="http://schemas.microsoft.com/office/drawing/2014/main" id="{652D04FB-971C-4EAA-B70F-2A4CA2CEBFCF}"/>
                </a:ext>
              </a:extLst>
            </p:cNvPr>
            <p:cNvSpPr/>
            <p:nvPr/>
          </p:nvSpPr>
          <p:spPr>
            <a:xfrm>
              <a:off x="210683" y="1106443"/>
              <a:ext cx="1390377" cy="724366"/>
            </a:xfrm>
            <a:prstGeom prst="roundRect">
              <a:avLst>
                <a:gd name="adj" fmla="val 10000"/>
              </a:avLst>
            </a:pr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6" name="Rechteck: abgerundete Ecken 4">
              <a:extLst>
                <a:ext uri="{FF2B5EF4-FFF2-40B4-BE49-F238E27FC236}">
                  <a16:creationId xmlns:a16="http://schemas.microsoft.com/office/drawing/2014/main" id="{B3D44CD9-8C16-4242-84A3-72701B4109D0}"/>
                </a:ext>
              </a:extLst>
            </p:cNvPr>
            <p:cNvSpPr txBox="1"/>
            <p:nvPr/>
          </p:nvSpPr>
          <p:spPr>
            <a:xfrm>
              <a:off x="231897" y="1123509"/>
              <a:ext cx="1347945" cy="681934"/>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Model </a:t>
              </a:r>
              <a:r>
                <a:rPr lang="de-DE" sz="1600" dirty="0" err="1"/>
                <a:t>Checking</a:t>
              </a:r>
              <a:endParaRPr lang="de-DE" sz="1600" dirty="0"/>
            </a:p>
          </p:txBody>
        </p:sp>
      </p:grpSp>
      <p:grpSp>
        <p:nvGrpSpPr>
          <p:cNvPr id="107" name="Gruppieren 106">
            <a:extLst>
              <a:ext uri="{FF2B5EF4-FFF2-40B4-BE49-F238E27FC236}">
                <a16:creationId xmlns:a16="http://schemas.microsoft.com/office/drawing/2014/main" id="{788230CF-2D9C-4CE8-842B-1319003DE1FE}"/>
              </a:ext>
            </a:extLst>
          </p:cNvPr>
          <p:cNvGrpSpPr/>
          <p:nvPr/>
        </p:nvGrpSpPr>
        <p:grpSpPr>
          <a:xfrm>
            <a:off x="3262000" y="2542969"/>
            <a:ext cx="3416414" cy="435257"/>
            <a:chOff x="197521" y="1106443"/>
            <a:chExt cx="1403539" cy="724366"/>
          </a:xfrm>
          <a:solidFill>
            <a:schemeClr val="bg2"/>
          </a:solidFill>
        </p:grpSpPr>
        <p:sp>
          <p:nvSpPr>
            <p:cNvPr id="108" name="Rechteck: abgerundete Ecken 107">
              <a:extLst>
                <a:ext uri="{FF2B5EF4-FFF2-40B4-BE49-F238E27FC236}">
                  <a16:creationId xmlns:a16="http://schemas.microsoft.com/office/drawing/2014/main" id="{3A1865B3-C696-4FF9-9911-789BEFAD7112}"/>
                </a:ext>
              </a:extLst>
            </p:cNvPr>
            <p:cNvSpPr/>
            <p:nvPr/>
          </p:nvSpPr>
          <p:spPr>
            <a:xfrm>
              <a:off x="210683" y="1106443"/>
              <a:ext cx="1390377" cy="724366"/>
            </a:xfrm>
            <a:prstGeom prst="roundRect">
              <a:avLst>
                <a:gd name="adj" fmla="val 10000"/>
              </a:avLst>
            </a:prstGeom>
            <a:solidFill>
              <a:schemeClr val="accent1"/>
            </a:solidFill>
            <a:ln>
              <a:solidFill>
                <a:schemeClr val="lt1">
                  <a:hueOff val="0"/>
                  <a:satOff val="0"/>
                  <a:lumOff val="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109" name="Rechteck: abgerundete Ecken 4">
              <a:extLst>
                <a:ext uri="{FF2B5EF4-FFF2-40B4-BE49-F238E27FC236}">
                  <a16:creationId xmlns:a16="http://schemas.microsoft.com/office/drawing/2014/main" id="{B8C8E85E-3030-4230-B061-28DA14BED68F}"/>
                </a:ext>
              </a:extLst>
            </p:cNvPr>
            <p:cNvSpPr txBox="1"/>
            <p:nvPr/>
          </p:nvSpPr>
          <p:spPr>
            <a:xfrm>
              <a:off x="197521" y="1127597"/>
              <a:ext cx="1373754" cy="68193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Modell-basierte Entwicklung</a:t>
              </a:r>
            </a:p>
          </p:txBody>
        </p:sp>
      </p:grpSp>
      <p:grpSp>
        <p:nvGrpSpPr>
          <p:cNvPr id="80" name="Gruppieren 79">
            <a:extLst>
              <a:ext uri="{FF2B5EF4-FFF2-40B4-BE49-F238E27FC236}">
                <a16:creationId xmlns:a16="http://schemas.microsoft.com/office/drawing/2014/main" id="{761CD052-01B5-4C79-8808-DA4A21B254BC}"/>
              </a:ext>
            </a:extLst>
          </p:cNvPr>
          <p:cNvGrpSpPr/>
          <p:nvPr/>
        </p:nvGrpSpPr>
        <p:grpSpPr>
          <a:xfrm>
            <a:off x="386504" y="1797423"/>
            <a:ext cx="2052222" cy="4224891"/>
            <a:chOff x="7529312" y="2085740"/>
            <a:chExt cx="1403547" cy="4224891"/>
          </a:xfrm>
        </p:grpSpPr>
        <p:sp>
          <p:nvSpPr>
            <p:cNvPr id="81" name="Rechteck: abgerundete Ecken 85">
              <a:extLst>
                <a:ext uri="{FF2B5EF4-FFF2-40B4-BE49-F238E27FC236}">
                  <a16:creationId xmlns:a16="http://schemas.microsoft.com/office/drawing/2014/main" id="{B5B54273-9C16-4B78-86D4-138C448292D7}"/>
                </a:ext>
              </a:extLst>
            </p:cNvPr>
            <p:cNvSpPr/>
            <p:nvPr/>
          </p:nvSpPr>
          <p:spPr>
            <a:xfrm>
              <a:off x="7529312" y="2085740"/>
              <a:ext cx="1403547" cy="4224891"/>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DE"/>
            </a:p>
          </p:txBody>
        </p:sp>
        <p:sp>
          <p:nvSpPr>
            <p:cNvPr id="85" name="Rechteck: abgerundete Ecken 4">
              <a:extLst>
                <a:ext uri="{FF2B5EF4-FFF2-40B4-BE49-F238E27FC236}">
                  <a16:creationId xmlns:a16="http://schemas.microsoft.com/office/drawing/2014/main" id="{E2777FE9-77B8-46E9-BE4D-24A16A7CC20B}"/>
                </a:ext>
              </a:extLst>
            </p:cNvPr>
            <p:cNvSpPr txBox="1"/>
            <p:nvPr/>
          </p:nvSpPr>
          <p:spPr>
            <a:xfrm>
              <a:off x="7529312" y="2085742"/>
              <a:ext cx="1403547" cy="8932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de-DE" dirty="0"/>
                <a:t>Eingebettete </a:t>
              </a:r>
              <a:br>
                <a:rPr lang="de-DE" dirty="0"/>
              </a:br>
              <a:r>
                <a:rPr lang="de-DE" dirty="0"/>
                <a:t>Systeme</a:t>
              </a:r>
            </a:p>
          </p:txBody>
        </p:sp>
      </p:grpSp>
      <p:grpSp>
        <p:nvGrpSpPr>
          <p:cNvPr id="97" name="Gruppieren 96">
            <a:extLst>
              <a:ext uri="{FF2B5EF4-FFF2-40B4-BE49-F238E27FC236}">
                <a16:creationId xmlns:a16="http://schemas.microsoft.com/office/drawing/2014/main" id="{C24C9434-09C9-47A7-8531-EA4AF01529AD}"/>
              </a:ext>
            </a:extLst>
          </p:cNvPr>
          <p:cNvGrpSpPr/>
          <p:nvPr/>
        </p:nvGrpSpPr>
        <p:grpSpPr>
          <a:xfrm>
            <a:off x="511408" y="3021558"/>
            <a:ext cx="1686960" cy="767138"/>
            <a:chOff x="210683" y="1106443"/>
            <a:chExt cx="1390377" cy="724366"/>
          </a:xfrm>
          <a:solidFill>
            <a:schemeClr val="accent1"/>
          </a:solidFill>
        </p:grpSpPr>
        <p:sp>
          <p:nvSpPr>
            <p:cNvPr id="98" name="Rechteck: abgerundete Ecken 88">
              <a:extLst>
                <a:ext uri="{FF2B5EF4-FFF2-40B4-BE49-F238E27FC236}">
                  <a16:creationId xmlns:a16="http://schemas.microsoft.com/office/drawing/2014/main" id="{FC7B26B3-1B00-42EB-AC1E-A928D65314FE}"/>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9" name="Rechteck: abgerundete Ecken 4">
              <a:extLst>
                <a:ext uri="{FF2B5EF4-FFF2-40B4-BE49-F238E27FC236}">
                  <a16:creationId xmlns:a16="http://schemas.microsoft.com/office/drawing/2014/main" id="{F3CD9FAB-11A0-47EF-95F5-26A09B7D6D87}"/>
                </a:ext>
              </a:extLst>
            </p:cNvPr>
            <p:cNvSpPr txBox="1"/>
            <p:nvPr/>
          </p:nvSpPr>
          <p:spPr>
            <a:xfrm>
              <a:off x="231899" y="1127660"/>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Definition</a:t>
              </a:r>
            </a:p>
          </p:txBody>
        </p:sp>
      </p:grpSp>
      <p:grpSp>
        <p:nvGrpSpPr>
          <p:cNvPr id="110" name="Gruppieren 109">
            <a:extLst>
              <a:ext uri="{FF2B5EF4-FFF2-40B4-BE49-F238E27FC236}">
                <a16:creationId xmlns:a16="http://schemas.microsoft.com/office/drawing/2014/main" id="{E5203C6F-8288-475C-B7CD-4072E3D6F0A8}"/>
              </a:ext>
            </a:extLst>
          </p:cNvPr>
          <p:cNvGrpSpPr/>
          <p:nvPr/>
        </p:nvGrpSpPr>
        <p:grpSpPr>
          <a:xfrm>
            <a:off x="511408" y="3957663"/>
            <a:ext cx="1686960" cy="807909"/>
            <a:chOff x="210683" y="1106443"/>
            <a:chExt cx="1390377" cy="724366"/>
          </a:xfrm>
          <a:solidFill>
            <a:schemeClr val="accent1"/>
          </a:solidFill>
        </p:grpSpPr>
        <p:sp>
          <p:nvSpPr>
            <p:cNvPr id="111" name="Rechteck: abgerundete Ecken 91">
              <a:extLst>
                <a:ext uri="{FF2B5EF4-FFF2-40B4-BE49-F238E27FC236}">
                  <a16:creationId xmlns:a16="http://schemas.microsoft.com/office/drawing/2014/main" id="{1C3640FB-1F1F-459F-8ADB-1DDBD8F242AE}"/>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112" name="Rechteck: abgerundete Ecken 4">
              <a:extLst>
                <a:ext uri="{FF2B5EF4-FFF2-40B4-BE49-F238E27FC236}">
                  <a16:creationId xmlns:a16="http://schemas.microsoft.com/office/drawing/2014/main" id="{158ADFE3-89CE-4E55-AB26-92BB9976A8F5}"/>
                </a:ext>
              </a:extLst>
            </p:cNvPr>
            <p:cNvSpPr txBox="1"/>
            <p:nvPr/>
          </p:nvSpPr>
          <p:spPr>
            <a:xfrm>
              <a:off x="231899" y="1127659"/>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Eigenschaften</a:t>
              </a:r>
            </a:p>
          </p:txBody>
        </p:sp>
      </p:grpSp>
      <p:grpSp>
        <p:nvGrpSpPr>
          <p:cNvPr id="113" name="Gruppieren 112">
            <a:extLst>
              <a:ext uri="{FF2B5EF4-FFF2-40B4-BE49-F238E27FC236}">
                <a16:creationId xmlns:a16="http://schemas.microsoft.com/office/drawing/2014/main" id="{CAC052B4-6720-41BC-8662-71F2EDF5D888}"/>
              </a:ext>
            </a:extLst>
          </p:cNvPr>
          <p:cNvGrpSpPr/>
          <p:nvPr/>
        </p:nvGrpSpPr>
        <p:grpSpPr>
          <a:xfrm>
            <a:off x="511408" y="4900021"/>
            <a:ext cx="1686960" cy="891876"/>
            <a:chOff x="210683" y="1106443"/>
            <a:chExt cx="1390377" cy="724366"/>
          </a:xfrm>
          <a:solidFill>
            <a:schemeClr val="accent1"/>
          </a:solidFill>
        </p:grpSpPr>
        <p:sp>
          <p:nvSpPr>
            <p:cNvPr id="114" name="Rechteck: abgerundete Ecken 94">
              <a:extLst>
                <a:ext uri="{FF2B5EF4-FFF2-40B4-BE49-F238E27FC236}">
                  <a16:creationId xmlns:a16="http://schemas.microsoft.com/office/drawing/2014/main" id="{652D04FB-971C-4EAA-B70F-2A4CA2CEBFCF}"/>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115" name="Rechteck: abgerundete Ecken 4">
              <a:extLst>
                <a:ext uri="{FF2B5EF4-FFF2-40B4-BE49-F238E27FC236}">
                  <a16:creationId xmlns:a16="http://schemas.microsoft.com/office/drawing/2014/main" id="{B3D44CD9-8C16-4242-84A3-72701B4109D0}"/>
                </a:ext>
              </a:extLst>
            </p:cNvPr>
            <p:cNvSpPr txBox="1"/>
            <p:nvPr/>
          </p:nvSpPr>
          <p:spPr>
            <a:xfrm>
              <a:off x="231899" y="1127659"/>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Anforderungen</a:t>
              </a:r>
            </a:p>
          </p:txBody>
        </p:sp>
      </p:grpSp>
    </p:spTree>
    <p:extLst>
      <p:ext uri="{BB962C8B-B14F-4D97-AF65-F5344CB8AC3E}">
        <p14:creationId xmlns:p14="http://schemas.microsoft.com/office/powerpoint/2010/main" val="1615331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uppieren 48">
            <a:extLst>
              <a:ext uri="{FF2B5EF4-FFF2-40B4-BE49-F238E27FC236}">
                <a16:creationId xmlns:a16="http://schemas.microsoft.com/office/drawing/2014/main" id="{933563F5-F378-428C-81A2-34D1FE930F03}"/>
              </a:ext>
            </a:extLst>
          </p:cNvPr>
          <p:cNvGrpSpPr/>
          <p:nvPr/>
        </p:nvGrpSpPr>
        <p:grpSpPr>
          <a:xfrm>
            <a:off x="7326425" y="3093566"/>
            <a:ext cx="2254268" cy="825682"/>
            <a:chOff x="210683" y="1106443"/>
            <a:chExt cx="1390377" cy="724366"/>
          </a:xfrm>
        </p:grpSpPr>
        <p:sp>
          <p:nvSpPr>
            <p:cNvPr id="50" name="Rechteck: abgerundete Ecken 49">
              <a:extLst>
                <a:ext uri="{FF2B5EF4-FFF2-40B4-BE49-F238E27FC236}">
                  <a16:creationId xmlns:a16="http://schemas.microsoft.com/office/drawing/2014/main" id="{3D42C221-AA1F-4F82-B6BB-73EF16A40D39}"/>
                </a:ext>
              </a:extLst>
            </p:cNvPr>
            <p:cNvSpPr/>
            <p:nvPr/>
          </p:nvSpPr>
          <p:spPr>
            <a:xfrm>
              <a:off x="210683" y="1106443"/>
              <a:ext cx="1390377"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51" name="Rechteck: abgerundete Ecken 4">
              <a:extLst>
                <a:ext uri="{FF2B5EF4-FFF2-40B4-BE49-F238E27FC236}">
                  <a16:creationId xmlns:a16="http://schemas.microsoft.com/office/drawing/2014/main" id="{C363D55D-7964-4018-B9C4-EF223437A6CA}"/>
                </a:ext>
              </a:extLst>
            </p:cNvPr>
            <p:cNvSpPr txBox="1"/>
            <p:nvPr/>
          </p:nvSpPr>
          <p:spPr>
            <a:xfrm>
              <a:off x="231899" y="1127659"/>
              <a:ext cx="1347945"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Programmier-sprachen</a:t>
              </a:r>
            </a:p>
          </p:txBody>
        </p:sp>
      </p:grpSp>
      <p:grpSp>
        <p:nvGrpSpPr>
          <p:cNvPr id="76" name="Gruppieren 75">
            <a:extLst>
              <a:ext uri="{FF2B5EF4-FFF2-40B4-BE49-F238E27FC236}">
                <a16:creationId xmlns:a16="http://schemas.microsoft.com/office/drawing/2014/main" id="{58CB1ADC-AE65-405F-BB06-069BFAB7A68C}"/>
              </a:ext>
            </a:extLst>
          </p:cNvPr>
          <p:cNvGrpSpPr/>
          <p:nvPr/>
        </p:nvGrpSpPr>
        <p:grpSpPr>
          <a:xfrm>
            <a:off x="7326425" y="4101678"/>
            <a:ext cx="2254270" cy="877646"/>
            <a:chOff x="183157" y="1942250"/>
            <a:chExt cx="1445429" cy="724366"/>
          </a:xfrm>
        </p:grpSpPr>
        <p:sp>
          <p:nvSpPr>
            <p:cNvPr id="77" name="Rechteck: abgerundete Ecken 76">
              <a:extLst>
                <a:ext uri="{FF2B5EF4-FFF2-40B4-BE49-F238E27FC236}">
                  <a16:creationId xmlns:a16="http://schemas.microsoft.com/office/drawing/2014/main" id="{78AABC99-D9FC-4B3A-842C-D147DC2C4307}"/>
                </a:ext>
              </a:extLst>
            </p:cNvPr>
            <p:cNvSpPr/>
            <p:nvPr/>
          </p:nvSpPr>
          <p:spPr>
            <a:xfrm>
              <a:off x="183157" y="1942250"/>
              <a:ext cx="1445429"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78" name="Rechteck: abgerundete Ecken 6">
              <a:extLst>
                <a:ext uri="{FF2B5EF4-FFF2-40B4-BE49-F238E27FC236}">
                  <a16:creationId xmlns:a16="http://schemas.microsoft.com/office/drawing/2014/main" id="{EC3BEED4-2D8C-4613-A1BC-1A1F316E8375}"/>
                </a:ext>
              </a:extLst>
            </p:cNvPr>
            <p:cNvSpPr txBox="1"/>
            <p:nvPr/>
          </p:nvSpPr>
          <p:spPr>
            <a:xfrm>
              <a:off x="204372" y="1963467"/>
              <a:ext cx="1402997" cy="6819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Betriebssysteme</a:t>
              </a:r>
            </a:p>
          </p:txBody>
        </p:sp>
      </p:grpSp>
      <p:grpSp>
        <p:nvGrpSpPr>
          <p:cNvPr id="82" name="Gruppieren 81">
            <a:extLst>
              <a:ext uri="{FF2B5EF4-FFF2-40B4-BE49-F238E27FC236}">
                <a16:creationId xmlns:a16="http://schemas.microsoft.com/office/drawing/2014/main" id="{7B19A32B-1F54-4FC2-A501-CD345C0C92BB}"/>
              </a:ext>
            </a:extLst>
          </p:cNvPr>
          <p:cNvGrpSpPr/>
          <p:nvPr/>
        </p:nvGrpSpPr>
        <p:grpSpPr>
          <a:xfrm>
            <a:off x="7326423" y="5181799"/>
            <a:ext cx="2254271" cy="592273"/>
            <a:chOff x="210683" y="1106443"/>
            <a:chExt cx="1390377" cy="724366"/>
          </a:xfrm>
          <a:solidFill>
            <a:schemeClr val="accent1"/>
          </a:solidFill>
        </p:grpSpPr>
        <p:sp>
          <p:nvSpPr>
            <p:cNvPr id="83" name="Rechteck: abgerundete Ecken 82">
              <a:extLst>
                <a:ext uri="{FF2B5EF4-FFF2-40B4-BE49-F238E27FC236}">
                  <a16:creationId xmlns:a16="http://schemas.microsoft.com/office/drawing/2014/main" id="{8955F7D8-2906-47F7-A5A7-ED28DEA564CC}"/>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84" name="Rechteck: abgerundete Ecken 4">
              <a:extLst>
                <a:ext uri="{FF2B5EF4-FFF2-40B4-BE49-F238E27FC236}">
                  <a16:creationId xmlns:a16="http://schemas.microsoft.com/office/drawing/2014/main" id="{69ADDB19-EF4B-4851-87A2-2750CE920D5A}"/>
                </a:ext>
              </a:extLst>
            </p:cNvPr>
            <p:cNvSpPr txBox="1"/>
            <p:nvPr/>
          </p:nvSpPr>
          <p:spPr>
            <a:xfrm>
              <a:off x="231899" y="1127659"/>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Synthese</a:t>
              </a:r>
            </a:p>
          </p:txBody>
        </p:sp>
      </p:grpSp>
      <p:grpSp>
        <p:nvGrpSpPr>
          <p:cNvPr id="88" name="Gruppieren 87">
            <a:extLst>
              <a:ext uri="{FF2B5EF4-FFF2-40B4-BE49-F238E27FC236}">
                <a16:creationId xmlns:a16="http://schemas.microsoft.com/office/drawing/2014/main" id="{C24C9434-09C9-47A7-8531-EA4AF01529AD}"/>
              </a:ext>
            </a:extLst>
          </p:cNvPr>
          <p:cNvGrpSpPr/>
          <p:nvPr/>
        </p:nvGrpSpPr>
        <p:grpSpPr>
          <a:xfrm>
            <a:off x="10087792" y="3021558"/>
            <a:ext cx="1534686" cy="767138"/>
            <a:chOff x="210066" y="1106443"/>
            <a:chExt cx="1390994" cy="724366"/>
          </a:xfrm>
          <a:solidFill>
            <a:schemeClr val="bg2"/>
          </a:solidFill>
        </p:grpSpPr>
        <p:sp>
          <p:nvSpPr>
            <p:cNvPr id="89" name="Rechteck: abgerundete Ecken 88">
              <a:extLst>
                <a:ext uri="{FF2B5EF4-FFF2-40B4-BE49-F238E27FC236}">
                  <a16:creationId xmlns:a16="http://schemas.microsoft.com/office/drawing/2014/main" id="{FC7B26B3-1B00-42EB-AC1E-A928D65314FE}"/>
                </a:ext>
              </a:extLst>
            </p:cNvPr>
            <p:cNvSpPr/>
            <p:nvPr/>
          </p:nvSpPr>
          <p:spPr>
            <a:xfrm>
              <a:off x="210683" y="1106443"/>
              <a:ext cx="1390377" cy="724366"/>
            </a:xfrm>
            <a:prstGeom prst="roundRect">
              <a:avLst>
                <a:gd name="adj" fmla="val 10000"/>
              </a:avLst>
            </a:pr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0" name="Rechteck: abgerundete Ecken 4">
              <a:extLst>
                <a:ext uri="{FF2B5EF4-FFF2-40B4-BE49-F238E27FC236}">
                  <a16:creationId xmlns:a16="http://schemas.microsoft.com/office/drawing/2014/main" id="{F3CD9FAB-11A0-47EF-95F5-26A09B7D6D87}"/>
                </a:ext>
              </a:extLst>
            </p:cNvPr>
            <p:cNvSpPr txBox="1"/>
            <p:nvPr/>
          </p:nvSpPr>
          <p:spPr>
            <a:xfrm>
              <a:off x="210066" y="1143531"/>
              <a:ext cx="1347945" cy="681934"/>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Testen</a:t>
              </a:r>
            </a:p>
          </p:txBody>
        </p:sp>
      </p:grpSp>
      <p:grpSp>
        <p:nvGrpSpPr>
          <p:cNvPr id="91" name="Gruppieren 90">
            <a:extLst>
              <a:ext uri="{FF2B5EF4-FFF2-40B4-BE49-F238E27FC236}">
                <a16:creationId xmlns:a16="http://schemas.microsoft.com/office/drawing/2014/main" id="{E5203C6F-8288-475C-B7CD-4072E3D6F0A8}"/>
              </a:ext>
            </a:extLst>
          </p:cNvPr>
          <p:cNvGrpSpPr/>
          <p:nvPr/>
        </p:nvGrpSpPr>
        <p:grpSpPr>
          <a:xfrm>
            <a:off x="10087792" y="3957663"/>
            <a:ext cx="1534686" cy="807909"/>
            <a:chOff x="210066" y="1106443"/>
            <a:chExt cx="1390994" cy="724366"/>
          </a:xfrm>
          <a:solidFill>
            <a:schemeClr val="bg2"/>
          </a:solidFill>
        </p:grpSpPr>
        <p:sp>
          <p:nvSpPr>
            <p:cNvPr id="92" name="Rechteck: abgerundete Ecken 91">
              <a:extLst>
                <a:ext uri="{FF2B5EF4-FFF2-40B4-BE49-F238E27FC236}">
                  <a16:creationId xmlns:a16="http://schemas.microsoft.com/office/drawing/2014/main" id="{1C3640FB-1F1F-459F-8ADB-1DDBD8F242AE}"/>
                </a:ext>
              </a:extLst>
            </p:cNvPr>
            <p:cNvSpPr/>
            <p:nvPr/>
          </p:nvSpPr>
          <p:spPr>
            <a:xfrm>
              <a:off x="210683" y="1106443"/>
              <a:ext cx="1390377" cy="724366"/>
            </a:xfrm>
            <a:prstGeom prst="roundRect">
              <a:avLst>
                <a:gd name="adj" fmla="val 10000"/>
              </a:avLst>
            </a:pr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3" name="Rechteck: abgerundete Ecken 4">
              <a:extLst>
                <a:ext uri="{FF2B5EF4-FFF2-40B4-BE49-F238E27FC236}">
                  <a16:creationId xmlns:a16="http://schemas.microsoft.com/office/drawing/2014/main" id="{158ADFE3-89CE-4E55-AB26-92BB9976A8F5}"/>
                </a:ext>
              </a:extLst>
            </p:cNvPr>
            <p:cNvSpPr txBox="1"/>
            <p:nvPr/>
          </p:nvSpPr>
          <p:spPr>
            <a:xfrm>
              <a:off x="210066" y="1126481"/>
              <a:ext cx="1347945" cy="681934"/>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Simulation</a:t>
              </a:r>
            </a:p>
          </p:txBody>
        </p:sp>
      </p:grpSp>
      <p:grpSp>
        <p:nvGrpSpPr>
          <p:cNvPr id="94" name="Gruppieren 93">
            <a:extLst>
              <a:ext uri="{FF2B5EF4-FFF2-40B4-BE49-F238E27FC236}">
                <a16:creationId xmlns:a16="http://schemas.microsoft.com/office/drawing/2014/main" id="{CAC052B4-6720-41BC-8662-71F2EDF5D888}"/>
              </a:ext>
            </a:extLst>
          </p:cNvPr>
          <p:cNvGrpSpPr/>
          <p:nvPr/>
        </p:nvGrpSpPr>
        <p:grpSpPr>
          <a:xfrm>
            <a:off x="10088473" y="4900021"/>
            <a:ext cx="1534006" cy="891876"/>
            <a:chOff x="210683" y="1106443"/>
            <a:chExt cx="1390377" cy="724366"/>
          </a:xfrm>
          <a:solidFill>
            <a:schemeClr val="bg2"/>
          </a:solidFill>
        </p:grpSpPr>
        <p:sp>
          <p:nvSpPr>
            <p:cNvPr id="95" name="Rechteck: abgerundete Ecken 94">
              <a:extLst>
                <a:ext uri="{FF2B5EF4-FFF2-40B4-BE49-F238E27FC236}">
                  <a16:creationId xmlns:a16="http://schemas.microsoft.com/office/drawing/2014/main" id="{652D04FB-971C-4EAA-B70F-2A4CA2CEBFCF}"/>
                </a:ext>
              </a:extLst>
            </p:cNvPr>
            <p:cNvSpPr/>
            <p:nvPr/>
          </p:nvSpPr>
          <p:spPr>
            <a:xfrm>
              <a:off x="210683" y="1106443"/>
              <a:ext cx="1390377" cy="724366"/>
            </a:xfrm>
            <a:prstGeom prst="roundRect">
              <a:avLst>
                <a:gd name="adj" fmla="val 10000"/>
              </a:avLst>
            </a:pr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6" name="Rechteck: abgerundete Ecken 4">
              <a:extLst>
                <a:ext uri="{FF2B5EF4-FFF2-40B4-BE49-F238E27FC236}">
                  <a16:creationId xmlns:a16="http://schemas.microsoft.com/office/drawing/2014/main" id="{B3D44CD9-8C16-4242-84A3-72701B4109D0}"/>
                </a:ext>
              </a:extLst>
            </p:cNvPr>
            <p:cNvSpPr txBox="1"/>
            <p:nvPr/>
          </p:nvSpPr>
          <p:spPr>
            <a:xfrm>
              <a:off x="231897" y="1123509"/>
              <a:ext cx="1347945" cy="681934"/>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Model </a:t>
              </a:r>
              <a:r>
                <a:rPr lang="de-DE" sz="1600" dirty="0" err="1"/>
                <a:t>Checking</a:t>
              </a:r>
              <a:endParaRPr lang="de-DE" sz="1600" dirty="0"/>
            </a:p>
          </p:txBody>
        </p:sp>
      </p:grpSp>
      <p:grpSp>
        <p:nvGrpSpPr>
          <p:cNvPr id="97" name="Gruppieren 96">
            <a:extLst>
              <a:ext uri="{FF2B5EF4-FFF2-40B4-BE49-F238E27FC236}">
                <a16:creationId xmlns:a16="http://schemas.microsoft.com/office/drawing/2014/main" id="{C24C9434-09C9-47A7-8531-EA4AF01529AD}"/>
              </a:ext>
            </a:extLst>
          </p:cNvPr>
          <p:cNvGrpSpPr/>
          <p:nvPr/>
        </p:nvGrpSpPr>
        <p:grpSpPr>
          <a:xfrm>
            <a:off x="511408" y="3021558"/>
            <a:ext cx="1686960" cy="767138"/>
            <a:chOff x="210683" y="1106443"/>
            <a:chExt cx="1390377" cy="724366"/>
          </a:xfrm>
          <a:solidFill>
            <a:schemeClr val="accent1"/>
          </a:solidFill>
        </p:grpSpPr>
        <p:sp>
          <p:nvSpPr>
            <p:cNvPr id="98" name="Rechteck: abgerundete Ecken 88">
              <a:extLst>
                <a:ext uri="{FF2B5EF4-FFF2-40B4-BE49-F238E27FC236}">
                  <a16:creationId xmlns:a16="http://schemas.microsoft.com/office/drawing/2014/main" id="{FC7B26B3-1B00-42EB-AC1E-A928D65314FE}"/>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99" name="Rechteck: abgerundete Ecken 4">
              <a:extLst>
                <a:ext uri="{FF2B5EF4-FFF2-40B4-BE49-F238E27FC236}">
                  <a16:creationId xmlns:a16="http://schemas.microsoft.com/office/drawing/2014/main" id="{F3CD9FAB-11A0-47EF-95F5-26A09B7D6D87}"/>
                </a:ext>
              </a:extLst>
            </p:cNvPr>
            <p:cNvSpPr txBox="1"/>
            <p:nvPr/>
          </p:nvSpPr>
          <p:spPr>
            <a:xfrm>
              <a:off x="231899" y="1127660"/>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Definition</a:t>
              </a:r>
            </a:p>
          </p:txBody>
        </p:sp>
      </p:grpSp>
      <p:grpSp>
        <p:nvGrpSpPr>
          <p:cNvPr id="110" name="Gruppieren 109">
            <a:extLst>
              <a:ext uri="{FF2B5EF4-FFF2-40B4-BE49-F238E27FC236}">
                <a16:creationId xmlns:a16="http://schemas.microsoft.com/office/drawing/2014/main" id="{E5203C6F-8288-475C-B7CD-4072E3D6F0A8}"/>
              </a:ext>
            </a:extLst>
          </p:cNvPr>
          <p:cNvGrpSpPr/>
          <p:nvPr/>
        </p:nvGrpSpPr>
        <p:grpSpPr>
          <a:xfrm>
            <a:off x="511408" y="3957663"/>
            <a:ext cx="1686960" cy="807909"/>
            <a:chOff x="210683" y="1106443"/>
            <a:chExt cx="1390377" cy="724366"/>
          </a:xfrm>
          <a:solidFill>
            <a:schemeClr val="accent1"/>
          </a:solidFill>
        </p:grpSpPr>
        <p:sp>
          <p:nvSpPr>
            <p:cNvPr id="111" name="Rechteck: abgerundete Ecken 91">
              <a:extLst>
                <a:ext uri="{FF2B5EF4-FFF2-40B4-BE49-F238E27FC236}">
                  <a16:creationId xmlns:a16="http://schemas.microsoft.com/office/drawing/2014/main" id="{1C3640FB-1F1F-459F-8ADB-1DDBD8F242AE}"/>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112" name="Rechteck: abgerundete Ecken 4">
              <a:extLst>
                <a:ext uri="{FF2B5EF4-FFF2-40B4-BE49-F238E27FC236}">
                  <a16:creationId xmlns:a16="http://schemas.microsoft.com/office/drawing/2014/main" id="{158ADFE3-89CE-4E55-AB26-92BB9976A8F5}"/>
                </a:ext>
              </a:extLst>
            </p:cNvPr>
            <p:cNvSpPr txBox="1"/>
            <p:nvPr/>
          </p:nvSpPr>
          <p:spPr>
            <a:xfrm>
              <a:off x="231899" y="1127659"/>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Eigenschaften</a:t>
              </a:r>
            </a:p>
          </p:txBody>
        </p:sp>
      </p:grpSp>
      <p:grpSp>
        <p:nvGrpSpPr>
          <p:cNvPr id="113" name="Gruppieren 112">
            <a:extLst>
              <a:ext uri="{FF2B5EF4-FFF2-40B4-BE49-F238E27FC236}">
                <a16:creationId xmlns:a16="http://schemas.microsoft.com/office/drawing/2014/main" id="{CAC052B4-6720-41BC-8662-71F2EDF5D888}"/>
              </a:ext>
            </a:extLst>
          </p:cNvPr>
          <p:cNvGrpSpPr/>
          <p:nvPr/>
        </p:nvGrpSpPr>
        <p:grpSpPr>
          <a:xfrm>
            <a:off x="511408" y="4900021"/>
            <a:ext cx="1686960" cy="891876"/>
            <a:chOff x="210683" y="1106443"/>
            <a:chExt cx="1390377" cy="724366"/>
          </a:xfrm>
          <a:solidFill>
            <a:schemeClr val="accent1"/>
          </a:solidFill>
        </p:grpSpPr>
        <p:sp>
          <p:nvSpPr>
            <p:cNvPr id="114" name="Rechteck: abgerundete Ecken 94">
              <a:extLst>
                <a:ext uri="{FF2B5EF4-FFF2-40B4-BE49-F238E27FC236}">
                  <a16:creationId xmlns:a16="http://schemas.microsoft.com/office/drawing/2014/main" id="{652D04FB-971C-4EAA-B70F-2A4CA2CEBFCF}"/>
                </a:ext>
              </a:extLst>
            </p:cNvPr>
            <p:cNvSpPr/>
            <p:nvPr/>
          </p:nvSpPr>
          <p:spPr>
            <a:xfrm>
              <a:off x="210683" y="1106443"/>
              <a:ext cx="1390377" cy="724366"/>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115" name="Rechteck: abgerundete Ecken 4">
              <a:extLst>
                <a:ext uri="{FF2B5EF4-FFF2-40B4-BE49-F238E27FC236}">
                  <a16:creationId xmlns:a16="http://schemas.microsoft.com/office/drawing/2014/main" id="{B3D44CD9-8C16-4242-84A3-72701B4109D0}"/>
                </a:ext>
              </a:extLst>
            </p:cNvPr>
            <p:cNvSpPr txBox="1"/>
            <p:nvPr/>
          </p:nvSpPr>
          <p:spPr>
            <a:xfrm>
              <a:off x="231899" y="1127659"/>
              <a:ext cx="1347945" cy="68193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Anforderungen</a:t>
              </a:r>
            </a:p>
          </p:txBody>
        </p:sp>
      </p:grpSp>
      <p:sp>
        <p:nvSpPr>
          <p:cNvPr id="2" name="Titel 1"/>
          <p:cNvSpPr>
            <a:spLocks noGrp="1"/>
          </p:cNvSpPr>
          <p:nvPr>
            <p:ph type="title"/>
          </p:nvPr>
        </p:nvSpPr>
        <p:spPr>
          <a:xfrm>
            <a:off x="346049" y="1031239"/>
            <a:ext cx="7482498" cy="984885"/>
          </a:xfrm>
        </p:spPr>
        <p:txBody>
          <a:bodyPr/>
          <a:lstStyle/>
          <a:p>
            <a:r>
              <a:rPr lang="de-DE" dirty="0"/>
              <a:t>Überblick über die gesamte Vorlesung</a:t>
            </a:r>
          </a:p>
        </p:txBody>
      </p:sp>
      <p:sp>
        <p:nvSpPr>
          <p:cNvPr id="7" name="Inhaltsplatzhalter 6"/>
          <p:cNvSpPr>
            <a:spLocks noGrp="1"/>
          </p:cNvSpPr>
          <p:nvPr>
            <p:ph idx="1"/>
          </p:nvPr>
        </p:nvSpPr>
        <p:spPr>
          <a:xfrm>
            <a:off x="1754658" y="1430346"/>
            <a:ext cx="1147202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a:t>
            </a:fld>
            <a:r>
              <a:rPr lang="de-DE"/>
              <a:t> </a:t>
            </a:r>
          </a:p>
        </p:txBody>
      </p:sp>
      <p:grpSp>
        <p:nvGrpSpPr>
          <p:cNvPr id="121" name="Gruppieren 120">
            <a:extLst>
              <a:ext uri="{FF2B5EF4-FFF2-40B4-BE49-F238E27FC236}">
                <a16:creationId xmlns:a16="http://schemas.microsoft.com/office/drawing/2014/main" id="{9497BCE8-A6C1-4F47-A712-40D0658E0DFA}"/>
              </a:ext>
            </a:extLst>
          </p:cNvPr>
          <p:cNvGrpSpPr/>
          <p:nvPr/>
        </p:nvGrpSpPr>
        <p:grpSpPr>
          <a:xfrm>
            <a:off x="2645966" y="1797422"/>
            <a:ext cx="4392488" cy="4224892"/>
            <a:chOff x="1908976" y="2085741"/>
            <a:chExt cx="2946423" cy="4224892"/>
          </a:xfrm>
        </p:grpSpPr>
        <p:sp>
          <p:nvSpPr>
            <p:cNvPr id="31" name="Rechteck: abgerundete Ecken 30">
              <a:extLst>
                <a:ext uri="{FF2B5EF4-FFF2-40B4-BE49-F238E27FC236}">
                  <a16:creationId xmlns:a16="http://schemas.microsoft.com/office/drawing/2014/main" id="{084F7617-9B92-4C78-B5EF-0AFE9F08C561}"/>
                </a:ext>
              </a:extLst>
            </p:cNvPr>
            <p:cNvSpPr/>
            <p:nvPr/>
          </p:nvSpPr>
          <p:spPr>
            <a:xfrm>
              <a:off x="1908976" y="2085741"/>
              <a:ext cx="2946423" cy="4224892"/>
            </a:xfrm>
            <a:prstGeom prst="roundRect">
              <a:avLst>
                <a:gd name="adj" fmla="val 349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de-DE" dirty="0"/>
            </a:p>
          </p:txBody>
        </p:sp>
        <p:sp>
          <p:nvSpPr>
            <p:cNvPr id="32" name="Rechteck: abgerundete Ecken 4">
              <a:extLst>
                <a:ext uri="{FF2B5EF4-FFF2-40B4-BE49-F238E27FC236}">
                  <a16:creationId xmlns:a16="http://schemas.microsoft.com/office/drawing/2014/main" id="{9484AC72-FE82-437E-940B-CDB00313CF51}"/>
                </a:ext>
              </a:extLst>
            </p:cNvPr>
            <p:cNvSpPr txBox="1"/>
            <p:nvPr/>
          </p:nvSpPr>
          <p:spPr>
            <a:xfrm>
              <a:off x="1908976" y="2085741"/>
              <a:ext cx="2946423" cy="93068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de-DE" sz="2000" dirty="0"/>
                <a:t>Entwurf Eingebetteter Systeme</a:t>
              </a:r>
            </a:p>
          </p:txBody>
        </p:sp>
      </p:grpSp>
      <p:grpSp>
        <p:nvGrpSpPr>
          <p:cNvPr id="22" name="Gruppieren 21">
            <a:extLst>
              <a:ext uri="{FF2B5EF4-FFF2-40B4-BE49-F238E27FC236}">
                <a16:creationId xmlns:a16="http://schemas.microsoft.com/office/drawing/2014/main" id="{0B3C64BD-2C6B-414D-B767-41BB64776A72}"/>
              </a:ext>
            </a:extLst>
          </p:cNvPr>
          <p:cNvGrpSpPr/>
          <p:nvPr/>
        </p:nvGrpSpPr>
        <p:grpSpPr>
          <a:xfrm>
            <a:off x="3303190" y="3381598"/>
            <a:ext cx="1534006" cy="571450"/>
            <a:chOff x="210683" y="1106443"/>
            <a:chExt cx="1390377" cy="744663"/>
          </a:xfrm>
        </p:grpSpPr>
        <p:sp>
          <p:nvSpPr>
            <p:cNvPr id="29" name="Rechteck: abgerundete Ecken 28">
              <a:extLst>
                <a:ext uri="{FF2B5EF4-FFF2-40B4-BE49-F238E27FC236}">
                  <a16:creationId xmlns:a16="http://schemas.microsoft.com/office/drawing/2014/main" id="{EBC24C3A-79A1-48B5-97A3-6FEB59C7259B}"/>
                </a:ext>
              </a:extLst>
            </p:cNvPr>
            <p:cNvSpPr/>
            <p:nvPr/>
          </p:nvSpPr>
          <p:spPr>
            <a:xfrm>
              <a:off x="210683" y="1106443"/>
              <a:ext cx="1390377"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30" name="Rechteck: abgerundete Ecken 4">
              <a:extLst>
                <a:ext uri="{FF2B5EF4-FFF2-40B4-BE49-F238E27FC236}">
                  <a16:creationId xmlns:a16="http://schemas.microsoft.com/office/drawing/2014/main" id="{B1752A0A-6052-4C0D-913E-268F1A88ECC6}"/>
                </a:ext>
              </a:extLst>
            </p:cNvPr>
            <p:cNvSpPr txBox="1"/>
            <p:nvPr/>
          </p:nvSpPr>
          <p:spPr>
            <a:xfrm>
              <a:off x="231898" y="1169172"/>
              <a:ext cx="1347945"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Endliche Automaten</a:t>
              </a:r>
            </a:p>
          </p:txBody>
        </p:sp>
      </p:grpSp>
      <p:grpSp>
        <p:nvGrpSpPr>
          <p:cNvPr id="23" name="Gruppieren 22">
            <a:extLst>
              <a:ext uri="{FF2B5EF4-FFF2-40B4-BE49-F238E27FC236}">
                <a16:creationId xmlns:a16="http://schemas.microsoft.com/office/drawing/2014/main" id="{EF0844AB-1A6E-472A-846D-04CA09F9C2C0}"/>
              </a:ext>
            </a:extLst>
          </p:cNvPr>
          <p:cNvGrpSpPr/>
          <p:nvPr/>
        </p:nvGrpSpPr>
        <p:grpSpPr>
          <a:xfrm>
            <a:off x="3303190" y="4265884"/>
            <a:ext cx="1535480" cy="555874"/>
            <a:chOff x="183157" y="1942250"/>
            <a:chExt cx="1445429" cy="724366"/>
          </a:xfrm>
        </p:grpSpPr>
        <p:sp>
          <p:nvSpPr>
            <p:cNvPr id="27" name="Rechteck: abgerundete Ecken 26">
              <a:extLst>
                <a:ext uri="{FF2B5EF4-FFF2-40B4-BE49-F238E27FC236}">
                  <a16:creationId xmlns:a16="http://schemas.microsoft.com/office/drawing/2014/main" id="{EECA115F-E83B-46E2-8E15-07573E3D9005}"/>
                </a:ext>
              </a:extLst>
            </p:cNvPr>
            <p:cNvSpPr/>
            <p:nvPr/>
          </p:nvSpPr>
          <p:spPr>
            <a:xfrm>
              <a:off x="183157" y="1942250"/>
              <a:ext cx="1445429"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28" name="Rechteck: abgerundete Ecken 6">
              <a:extLst>
                <a:ext uri="{FF2B5EF4-FFF2-40B4-BE49-F238E27FC236}">
                  <a16:creationId xmlns:a16="http://schemas.microsoft.com/office/drawing/2014/main" id="{46560B74-A999-4CD8-A71B-9CDE4ACC5F14}"/>
                </a:ext>
              </a:extLst>
            </p:cNvPr>
            <p:cNvSpPr txBox="1"/>
            <p:nvPr/>
          </p:nvSpPr>
          <p:spPr>
            <a:xfrm>
              <a:off x="204373" y="1963466"/>
              <a:ext cx="1402997"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err="1"/>
                <a:t>Statecharts</a:t>
              </a:r>
              <a:endParaRPr lang="de-DE" sz="1600" dirty="0"/>
            </a:p>
          </p:txBody>
        </p:sp>
      </p:grpSp>
      <p:grpSp>
        <p:nvGrpSpPr>
          <p:cNvPr id="33" name="Gruppieren 32">
            <a:extLst>
              <a:ext uri="{FF2B5EF4-FFF2-40B4-BE49-F238E27FC236}">
                <a16:creationId xmlns:a16="http://schemas.microsoft.com/office/drawing/2014/main" id="{596A5EA6-9714-4E5B-AAC8-8E4A3A51DEDE}"/>
              </a:ext>
            </a:extLst>
          </p:cNvPr>
          <p:cNvGrpSpPr/>
          <p:nvPr/>
        </p:nvGrpSpPr>
        <p:grpSpPr>
          <a:xfrm>
            <a:off x="3303190" y="5177989"/>
            <a:ext cx="1534006" cy="555874"/>
            <a:chOff x="385630" y="2778057"/>
            <a:chExt cx="1040483" cy="724366"/>
          </a:xfrm>
        </p:grpSpPr>
        <p:sp>
          <p:nvSpPr>
            <p:cNvPr id="34" name="Rechteck: abgerundete Ecken 33">
              <a:extLst>
                <a:ext uri="{FF2B5EF4-FFF2-40B4-BE49-F238E27FC236}">
                  <a16:creationId xmlns:a16="http://schemas.microsoft.com/office/drawing/2014/main" id="{F5B8AB94-7852-404D-98CD-90BE21AA9961}"/>
                </a:ext>
              </a:extLst>
            </p:cNvPr>
            <p:cNvSpPr/>
            <p:nvPr/>
          </p:nvSpPr>
          <p:spPr>
            <a:xfrm>
              <a:off x="385630" y="2778057"/>
              <a:ext cx="1040483"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35" name="Rechteck: abgerundete Ecken 8">
              <a:extLst>
                <a:ext uri="{FF2B5EF4-FFF2-40B4-BE49-F238E27FC236}">
                  <a16:creationId xmlns:a16="http://schemas.microsoft.com/office/drawing/2014/main" id="{B54744FE-2811-46B0-A2E7-1809DCEABF78}"/>
                </a:ext>
              </a:extLst>
            </p:cNvPr>
            <p:cNvSpPr txBox="1"/>
            <p:nvPr/>
          </p:nvSpPr>
          <p:spPr>
            <a:xfrm>
              <a:off x="406846" y="2799273"/>
              <a:ext cx="998051"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err="1"/>
                <a:t>Timed</a:t>
              </a:r>
              <a:r>
                <a:rPr lang="de-DE" sz="1600" dirty="0"/>
                <a:t> </a:t>
              </a:r>
              <a:r>
                <a:rPr lang="de-DE" sz="1600" dirty="0" err="1"/>
                <a:t>Automata</a:t>
              </a:r>
              <a:endParaRPr lang="de-DE" sz="1600" dirty="0"/>
            </a:p>
          </p:txBody>
        </p:sp>
      </p:grpSp>
      <p:grpSp>
        <p:nvGrpSpPr>
          <p:cNvPr id="36" name="Gruppieren 35">
            <a:extLst>
              <a:ext uri="{FF2B5EF4-FFF2-40B4-BE49-F238E27FC236}">
                <a16:creationId xmlns:a16="http://schemas.microsoft.com/office/drawing/2014/main" id="{2ED6C177-B9DA-484B-96E0-913E073C3876}"/>
              </a:ext>
            </a:extLst>
          </p:cNvPr>
          <p:cNvGrpSpPr/>
          <p:nvPr/>
        </p:nvGrpSpPr>
        <p:grpSpPr>
          <a:xfrm>
            <a:off x="5142934" y="5177989"/>
            <a:ext cx="1535480" cy="555874"/>
            <a:chOff x="385630" y="2778057"/>
            <a:chExt cx="1040483" cy="724366"/>
          </a:xfrm>
        </p:grpSpPr>
        <p:sp>
          <p:nvSpPr>
            <p:cNvPr id="37" name="Rechteck: abgerundete Ecken 36">
              <a:extLst>
                <a:ext uri="{FF2B5EF4-FFF2-40B4-BE49-F238E27FC236}">
                  <a16:creationId xmlns:a16="http://schemas.microsoft.com/office/drawing/2014/main" id="{B2A9AA39-1C81-4110-80A0-DBC8CCB465D4}"/>
                </a:ext>
              </a:extLst>
            </p:cNvPr>
            <p:cNvSpPr/>
            <p:nvPr/>
          </p:nvSpPr>
          <p:spPr>
            <a:xfrm>
              <a:off x="385630" y="2778057"/>
              <a:ext cx="1040483"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38" name="Rechteck: abgerundete Ecken 8">
              <a:extLst>
                <a:ext uri="{FF2B5EF4-FFF2-40B4-BE49-F238E27FC236}">
                  <a16:creationId xmlns:a16="http://schemas.microsoft.com/office/drawing/2014/main" id="{D90D5724-31FC-4B34-BC6E-91FC6190CF49}"/>
                </a:ext>
              </a:extLst>
            </p:cNvPr>
            <p:cNvSpPr txBox="1"/>
            <p:nvPr/>
          </p:nvSpPr>
          <p:spPr>
            <a:xfrm>
              <a:off x="406846" y="2799273"/>
              <a:ext cx="998051"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err="1"/>
                <a:t>SystemC</a:t>
              </a:r>
              <a:endParaRPr lang="de-DE" sz="1600" dirty="0"/>
            </a:p>
          </p:txBody>
        </p:sp>
      </p:grpSp>
      <p:grpSp>
        <p:nvGrpSpPr>
          <p:cNvPr id="40" name="Gruppieren 39">
            <a:extLst>
              <a:ext uri="{FF2B5EF4-FFF2-40B4-BE49-F238E27FC236}">
                <a16:creationId xmlns:a16="http://schemas.microsoft.com/office/drawing/2014/main" id="{8CA8C6EC-116A-46FE-885D-2EE71C50FE6D}"/>
              </a:ext>
            </a:extLst>
          </p:cNvPr>
          <p:cNvGrpSpPr/>
          <p:nvPr/>
        </p:nvGrpSpPr>
        <p:grpSpPr>
          <a:xfrm>
            <a:off x="5142934" y="3363924"/>
            <a:ext cx="1535480" cy="1457835"/>
            <a:chOff x="385630" y="2778057"/>
            <a:chExt cx="1040483" cy="724366"/>
          </a:xfrm>
        </p:grpSpPr>
        <p:sp>
          <p:nvSpPr>
            <p:cNvPr id="41" name="Rechteck: abgerundete Ecken 40">
              <a:extLst>
                <a:ext uri="{FF2B5EF4-FFF2-40B4-BE49-F238E27FC236}">
                  <a16:creationId xmlns:a16="http://schemas.microsoft.com/office/drawing/2014/main" id="{7B45D3FD-86AC-4420-82B7-2C0F60A44659}"/>
                </a:ext>
              </a:extLst>
            </p:cNvPr>
            <p:cNvSpPr/>
            <p:nvPr/>
          </p:nvSpPr>
          <p:spPr>
            <a:xfrm>
              <a:off x="385630" y="2778057"/>
              <a:ext cx="1040483" cy="72436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42" name="Rechteck: abgerundete Ecken 8">
              <a:extLst>
                <a:ext uri="{FF2B5EF4-FFF2-40B4-BE49-F238E27FC236}">
                  <a16:creationId xmlns:a16="http://schemas.microsoft.com/office/drawing/2014/main" id="{F439E73B-B4B3-4F0A-90CA-D7091CBBF528}"/>
                </a:ext>
              </a:extLst>
            </p:cNvPr>
            <p:cNvSpPr txBox="1"/>
            <p:nvPr/>
          </p:nvSpPr>
          <p:spPr>
            <a:xfrm>
              <a:off x="406846" y="2799273"/>
              <a:ext cx="998051" cy="6819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spcBef>
                  <a:spcPct val="0"/>
                </a:spcBef>
                <a:spcAft>
                  <a:spcPct val="35000"/>
                </a:spcAft>
              </a:pPr>
              <a:r>
                <a:rPr lang="de-DE" sz="1600" dirty="0"/>
                <a:t>Signalfluss-orientierte Sprachen (Simulink)</a:t>
              </a:r>
            </a:p>
          </p:txBody>
        </p:sp>
      </p:grpSp>
      <p:sp>
        <p:nvSpPr>
          <p:cNvPr id="44" name="Rechteck: abgerundete Ecken 4">
            <a:extLst>
              <a:ext uri="{FF2B5EF4-FFF2-40B4-BE49-F238E27FC236}">
                <a16:creationId xmlns:a16="http://schemas.microsoft.com/office/drawing/2014/main" id="{B10D7751-1864-4357-9923-078D41D35CD7}"/>
              </a:ext>
            </a:extLst>
          </p:cNvPr>
          <p:cNvSpPr txBox="1"/>
          <p:nvPr/>
        </p:nvSpPr>
        <p:spPr>
          <a:xfrm rot="16200000">
            <a:off x="1255116" y="3908353"/>
            <a:ext cx="3253718" cy="76004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de-DE" sz="2000" dirty="0">
                <a:solidFill>
                  <a:schemeClr val="accent1">
                    <a:lumMod val="50000"/>
                  </a:schemeClr>
                </a:solidFill>
              </a:rPr>
              <a:t>Modellierungssprachen</a:t>
            </a:r>
          </a:p>
        </p:txBody>
      </p:sp>
      <p:grpSp>
        <p:nvGrpSpPr>
          <p:cNvPr id="120" name="Gruppieren 119">
            <a:extLst>
              <a:ext uri="{FF2B5EF4-FFF2-40B4-BE49-F238E27FC236}">
                <a16:creationId xmlns:a16="http://schemas.microsoft.com/office/drawing/2014/main" id="{3BDB3584-7D0D-4D05-B293-933263612419}"/>
              </a:ext>
            </a:extLst>
          </p:cNvPr>
          <p:cNvGrpSpPr/>
          <p:nvPr/>
        </p:nvGrpSpPr>
        <p:grpSpPr>
          <a:xfrm>
            <a:off x="7235992" y="1797422"/>
            <a:ext cx="2520801" cy="4224892"/>
            <a:chOff x="5036885" y="2085741"/>
            <a:chExt cx="2390460" cy="4224892"/>
          </a:xfrm>
        </p:grpSpPr>
        <p:sp>
          <p:nvSpPr>
            <p:cNvPr id="45" name="Rechteck: abgerundete Ecken 44">
              <a:extLst>
                <a:ext uri="{FF2B5EF4-FFF2-40B4-BE49-F238E27FC236}">
                  <a16:creationId xmlns:a16="http://schemas.microsoft.com/office/drawing/2014/main" id="{DD108E85-58AA-4871-9AD6-19677ACE0E86}"/>
                </a:ext>
              </a:extLst>
            </p:cNvPr>
            <p:cNvSpPr/>
            <p:nvPr/>
          </p:nvSpPr>
          <p:spPr>
            <a:xfrm>
              <a:off x="5036885" y="2085741"/>
              <a:ext cx="2390460" cy="4224892"/>
            </a:xfrm>
            <a:prstGeom prst="roundRect">
              <a:avLst>
                <a:gd name="adj" fmla="val 5047"/>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DE"/>
            </a:p>
          </p:txBody>
        </p:sp>
        <p:sp>
          <p:nvSpPr>
            <p:cNvPr id="46" name="Rechteck: abgerundete Ecken 4">
              <a:extLst>
                <a:ext uri="{FF2B5EF4-FFF2-40B4-BE49-F238E27FC236}">
                  <a16:creationId xmlns:a16="http://schemas.microsoft.com/office/drawing/2014/main" id="{09D63075-F05B-4F70-91D5-E0F0834020BE}"/>
                </a:ext>
              </a:extLst>
            </p:cNvPr>
            <p:cNvSpPr txBox="1"/>
            <p:nvPr/>
          </p:nvSpPr>
          <p:spPr>
            <a:xfrm>
              <a:off x="5036885" y="2085741"/>
              <a:ext cx="2390459" cy="892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algn="ctr" defTabSz="889000">
                <a:lnSpc>
                  <a:spcPct val="90000"/>
                </a:lnSpc>
                <a:spcBef>
                  <a:spcPct val="0"/>
                </a:spcBef>
                <a:spcAft>
                  <a:spcPct val="35000"/>
                </a:spcAft>
              </a:pPr>
              <a:r>
                <a:rPr lang="de-DE" sz="2000" dirty="0"/>
                <a:t>Implementierung</a:t>
              </a:r>
            </a:p>
          </p:txBody>
        </p:sp>
      </p:grpSp>
      <p:grpSp>
        <p:nvGrpSpPr>
          <p:cNvPr id="119" name="Gruppieren 118">
            <a:extLst>
              <a:ext uri="{FF2B5EF4-FFF2-40B4-BE49-F238E27FC236}">
                <a16:creationId xmlns:a16="http://schemas.microsoft.com/office/drawing/2014/main" id="{761CD052-01B5-4C79-8808-DA4A21B254BC}"/>
              </a:ext>
            </a:extLst>
          </p:cNvPr>
          <p:cNvGrpSpPr/>
          <p:nvPr/>
        </p:nvGrpSpPr>
        <p:grpSpPr>
          <a:xfrm>
            <a:off x="9963569" y="1797423"/>
            <a:ext cx="1866150" cy="4224891"/>
            <a:chOff x="7529312" y="2085740"/>
            <a:chExt cx="1403547" cy="4224891"/>
          </a:xfrm>
        </p:grpSpPr>
        <p:sp>
          <p:nvSpPr>
            <p:cNvPr id="86" name="Rechteck: abgerundete Ecken 85">
              <a:extLst>
                <a:ext uri="{FF2B5EF4-FFF2-40B4-BE49-F238E27FC236}">
                  <a16:creationId xmlns:a16="http://schemas.microsoft.com/office/drawing/2014/main" id="{B5B54273-9C16-4B78-86D4-138C448292D7}"/>
                </a:ext>
              </a:extLst>
            </p:cNvPr>
            <p:cNvSpPr/>
            <p:nvPr/>
          </p:nvSpPr>
          <p:spPr>
            <a:xfrm>
              <a:off x="7529312" y="2085740"/>
              <a:ext cx="1403547" cy="4224891"/>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DE"/>
            </a:p>
          </p:txBody>
        </p:sp>
        <p:sp>
          <p:nvSpPr>
            <p:cNvPr id="87" name="Rechteck: abgerundete Ecken 4">
              <a:extLst>
                <a:ext uri="{FF2B5EF4-FFF2-40B4-BE49-F238E27FC236}">
                  <a16:creationId xmlns:a16="http://schemas.microsoft.com/office/drawing/2014/main" id="{E2777FE9-77B8-46E9-BE4D-24A16A7CC20B}"/>
                </a:ext>
              </a:extLst>
            </p:cNvPr>
            <p:cNvSpPr txBox="1"/>
            <p:nvPr/>
          </p:nvSpPr>
          <p:spPr>
            <a:xfrm>
              <a:off x="7529312" y="2085742"/>
              <a:ext cx="1403547" cy="8932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de-DE" dirty="0"/>
                <a:t>Validierung und Verifikation</a:t>
              </a:r>
            </a:p>
          </p:txBody>
        </p:sp>
      </p:grpSp>
      <p:grpSp>
        <p:nvGrpSpPr>
          <p:cNvPr id="107" name="Gruppieren 106">
            <a:extLst>
              <a:ext uri="{FF2B5EF4-FFF2-40B4-BE49-F238E27FC236}">
                <a16:creationId xmlns:a16="http://schemas.microsoft.com/office/drawing/2014/main" id="{788230CF-2D9C-4CE8-842B-1319003DE1FE}"/>
              </a:ext>
            </a:extLst>
          </p:cNvPr>
          <p:cNvGrpSpPr/>
          <p:nvPr/>
        </p:nvGrpSpPr>
        <p:grpSpPr>
          <a:xfrm>
            <a:off x="3262000" y="2542969"/>
            <a:ext cx="3416414" cy="435257"/>
            <a:chOff x="197521" y="1106443"/>
            <a:chExt cx="1403539" cy="724366"/>
          </a:xfrm>
          <a:solidFill>
            <a:schemeClr val="bg2"/>
          </a:solidFill>
        </p:grpSpPr>
        <p:sp>
          <p:nvSpPr>
            <p:cNvPr id="108" name="Rechteck: abgerundete Ecken 107">
              <a:extLst>
                <a:ext uri="{FF2B5EF4-FFF2-40B4-BE49-F238E27FC236}">
                  <a16:creationId xmlns:a16="http://schemas.microsoft.com/office/drawing/2014/main" id="{3A1865B3-C696-4FF9-9911-789BEFAD7112}"/>
                </a:ext>
              </a:extLst>
            </p:cNvPr>
            <p:cNvSpPr/>
            <p:nvPr/>
          </p:nvSpPr>
          <p:spPr>
            <a:xfrm>
              <a:off x="210683" y="1106443"/>
              <a:ext cx="1390377" cy="724366"/>
            </a:xfrm>
            <a:prstGeom prst="roundRect">
              <a:avLst>
                <a:gd name="adj" fmla="val 10000"/>
              </a:avLst>
            </a:prstGeom>
            <a:solidFill>
              <a:schemeClr val="accent1"/>
            </a:solidFill>
            <a:ln>
              <a:solidFill>
                <a:schemeClr val="lt1">
                  <a:hueOff val="0"/>
                  <a:satOff val="0"/>
                  <a:lumOff val="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DE"/>
            </a:p>
          </p:txBody>
        </p:sp>
        <p:sp>
          <p:nvSpPr>
            <p:cNvPr id="109" name="Rechteck: abgerundete Ecken 4">
              <a:extLst>
                <a:ext uri="{FF2B5EF4-FFF2-40B4-BE49-F238E27FC236}">
                  <a16:creationId xmlns:a16="http://schemas.microsoft.com/office/drawing/2014/main" id="{B8C8E85E-3030-4230-B061-28DA14BED68F}"/>
                </a:ext>
              </a:extLst>
            </p:cNvPr>
            <p:cNvSpPr txBox="1"/>
            <p:nvPr/>
          </p:nvSpPr>
          <p:spPr>
            <a:xfrm>
              <a:off x="197521" y="1127597"/>
              <a:ext cx="1373754" cy="68193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de-DE" sz="1600" dirty="0"/>
                <a:t>Modell-basierte Entwicklung</a:t>
              </a:r>
            </a:p>
          </p:txBody>
        </p:sp>
      </p:grpSp>
      <p:grpSp>
        <p:nvGrpSpPr>
          <p:cNvPr id="80" name="Gruppieren 79">
            <a:extLst>
              <a:ext uri="{FF2B5EF4-FFF2-40B4-BE49-F238E27FC236}">
                <a16:creationId xmlns:a16="http://schemas.microsoft.com/office/drawing/2014/main" id="{761CD052-01B5-4C79-8808-DA4A21B254BC}"/>
              </a:ext>
            </a:extLst>
          </p:cNvPr>
          <p:cNvGrpSpPr/>
          <p:nvPr/>
        </p:nvGrpSpPr>
        <p:grpSpPr>
          <a:xfrm>
            <a:off x="386504" y="1797423"/>
            <a:ext cx="2052222" cy="4224891"/>
            <a:chOff x="7529312" y="2085740"/>
            <a:chExt cx="1403547" cy="4224891"/>
          </a:xfrm>
        </p:grpSpPr>
        <p:sp>
          <p:nvSpPr>
            <p:cNvPr id="81" name="Rechteck: abgerundete Ecken 85">
              <a:extLst>
                <a:ext uri="{FF2B5EF4-FFF2-40B4-BE49-F238E27FC236}">
                  <a16:creationId xmlns:a16="http://schemas.microsoft.com/office/drawing/2014/main" id="{B5B54273-9C16-4B78-86D4-138C448292D7}"/>
                </a:ext>
              </a:extLst>
            </p:cNvPr>
            <p:cNvSpPr/>
            <p:nvPr/>
          </p:nvSpPr>
          <p:spPr>
            <a:xfrm>
              <a:off x="7529312" y="2085740"/>
              <a:ext cx="1403547" cy="4224891"/>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DE"/>
            </a:p>
          </p:txBody>
        </p:sp>
        <p:sp>
          <p:nvSpPr>
            <p:cNvPr id="85" name="Rechteck: abgerundete Ecken 4">
              <a:extLst>
                <a:ext uri="{FF2B5EF4-FFF2-40B4-BE49-F238E27FC236}">
                  <a16:creationId xmlns:a16="http://schemas.microsoft.com/office/drawing/2014/main" id="{E2777FE9-77B8-46E9-BE4D-24A16A7CC20B}"/>
                </a:ext>
              </a:extLst>
            </p:cNvPr>
            <p:cNvSpPr txBox="1"/>
            <p:nvPr/>
          </p:nvSpPr>
          <p:spPr>
            <a:xfrm>
              <a:off x="7529312" y="2085742"/>
              <a:ext cx="1403547" cy="8932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de-DE" dirty="0"/>
                <a:t>Eingebettete </a:t>
              </a:r>
              <a:br>
                <a:rPr lang="de-DE" dirty="0"/>
              </a:br>
              <a:r>
                <a:rPr lang="de-DE" dirty="0"/>
                <a:t>Systeme</a:t>
              </a:r>
            </a:p>
          </p:txBody>
        </p:sp>
      </p:grpSp>
      <p:sp>
        <p:nvSpPr>
          <p:cNvPr id="3" name="Right Arrow 2">
            <a:extLst>
              <a:ext uri="{FF2B5EF4-FFF2-40B4-BE49-F238E27FC236}">
                <a16:creationId xmlns:a16="http://schemas.microsoft.com/office/drawing/2014/main" id="{7DADCAC2-0C63-3AC6-509C-AA9022F0AA7B}"/>
              </a:ext>
            </a:extLst>
          </p:cNvPr>
          <p:cNvSpPr/>
          <p:nvPr/>
        </p:nvSpPr>
        <p:spPr>
          <a:xfrm rot="3084712">
            <a:off x="4957124" y="3075032"/>
            <a:ext cx="609600" cy="3803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4022119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898321CD-AA1B-40EC-BAF3-285DC1443990}"/>
              </a:ext>
            </a:extLst>
          </p:cNvPr>
          <p:cNvSpPr>
            <a:spLocks noGrp="1"/>
          </p:cNvSpPr>
          <p:nvPr>
            <p:ph type="title"/>
          </p:nvPr>
        </p:nvSpPr>
        <p:spPr>
          <a:xfrm>
            <a:off x="346048" y="1031239"/>
            <a:ext cx="7894437" cy="984885"/>
          </a:xfrm>
        </p:spPr>
        <p:txBody>
          <a:bodyPr/>
          <a:lstStyle/>
          <a:p>
            <a:r>
              <a:rPr lang="de-DE" dirty="0"/>
              <a:t>Kontinuierliches Verhalten</a:t>
            </a:r>
          </a:p>
        </p:txBody>
      </p:sp>
      <p:sp>
        <p:nvSpPr>
          <p:cNvPr id="8" name="Inhaltsplatzhalter 7">
            <a:extLst>
              <a:ext uri="{FF2B5EF4-FFF2-40B4-BE49-F238E27FC236}">
                <a16:creationId xmlns:a16="http://schemas.microsoft.com/office/drawing/2014/main" id="{6ADFBDFA-4432-4CF0-B154-A124BA285CDC}"/>
              </a:ext>
            </a:extLst>
          </p:cNvPr>
          <p:cNvSpPr>
            <a:spLocks noGrp="1"/>
          </p:cNvSpPr>
          <p:nvPr>
            <p:ph idx="1"/>
          </p:nvPr>
        </p:nvSpPr>
        <p:spPr>
          <a:xfrm>
            <a:off x="373024" y="1870197"/>
            <a:ext cx="11568653" cy="4448177"/>
          </a:xfrm>
        </p:spPr>
        <p:txBody>
          <a:bodyPr>
            <a:normAutofit/>
          </a:bodyPr>
          <a:lstStyle/>
          <a:p>
            <a:pPr algn="ctr"/>
            <a:r>
              <a:rPr lang="de-DE" sz="2400" dirty="0"/>
              <a:t>Eingebettete Systeme interagieren über Sensoren und Aktoren mit einer </a:t>
            </a:r>
            <a:br>
              <a:rPr lang="de-DE" sz="2400" dirty="0"/>
            </a:br>
            <a:r>
              <a:rPr lang="de-DE" sz="2400" b="1" dirty="0">
                <a:solidFill>
                  <a:srgbClr val="00B0F0"/>
                </a:solidFill>
              </a:rPr>
              <a:t>(analogen) technischen Umgebung</a:t>
            </a:r>
            <a:r>
              <a:rPr lang="de-DE" sz="2400" dirty="0">
                <a:solidFill>
                  <a:srgbClr val="00B0F0"/>
                </a:solidFill>
              </a:rPr>
              <a:t>.</a:t>
            </a:r>
          </a:p>
          <a:p>
            <a:endParaRPr lang="de-DE" sz="2400" dirty="0"/>
          </a:p>
          <a:p>
            <a:pPr marL="342900" indent="-342900">
              <a:buClr>
                <a:schemeClr val="tx1"/>
              </a:buClr>
              <a:buFont typeface="Wingdings" pitchFamily="2" charset="2"/>
              <a:buChar char="§"/>
            </a:pPr>
            <a:r>
              <a:rPr lang="de-DE" sz="2400" dirty="0"/>
              <a:t>Umgebung umfasst oft </a:t>
            </a:r>
            <a:r>
              <a:rPr lang="de-DE" sz="2400" dirty="0">
                <a:solidFill>
                  <a:srgbClr val="00B0F0"/>
                </a:solidFill>
              </a:rPr>
              <a:t>kontinuierliche, physikalische</a:t>
            </a:r>
            <a:r>
              <a:rPr lang="de-DE" sz="2400" dirty="0"/>
              <a:t> </a:t>
            </a:r>
            <a:r>
              <a:rPr lang="de-DE" sz="2400" dirty="0">
                <a:solidFill>
                  <a:srgbClr val="00B0F0"/>
                </a:solidFill>
              </a:rPr>
              <a:t>Prozesse</a:t>
            </a:r>
          </a:p>
          <a:p>
            <a:pPr marL="285750" indent="-285750">
              <a:buClr>
                <a:schemeClr val="tx1"/>
              </a:buClr>
              <a:buFont typeface="Wingdings" pitchFamily="2" charset="2"/>
              <a:buChar char="§"/>
            </a:pPr>
            <a:r>
              <a:rPr lang="de-DE" sz="2400" dirty="0"/>
              <a:t>nicht nur diskrete Ereignisse, sondern auch </a:t>
            </a:r>
            <a:r>
              <a:rPr lang="de-DE" sz="2400" dirty="0">
                <a:solidFill>
                  <a:srgbClr val="00B0F0"/>
                </a:solidFill>
              </a:rPr>
              <a:t>kontinuierliche Signale</a:t>
            </a:r>
          </a:p>
          <a:p>
            <a:pPr marL="285750" indent="-285750">
              <a:buClr>
                <a:schemeClr val="tx1"/>
              </a:buClr>
              <a:buFont typeface="Wingdings" pitchFamily="2" charset="2"/>
              <a:buChar char="§"/>
            </a:pPr>
            <a:r>
              <a:rPr lang="de-DE" sz="2400" dirty="0"/>
              <a:t>müssen </a:t>
            </a:r>
            <a:r>
              <a:rPr lang="de-DE" sz="2400" dirty="0">
                <a:solidFill>
                  <a:srgbClr val="00B0F0"/>
                </a:solidFill>
              </a:rPr>
              <a:t>für die Verifikation und Validierung berücksichtigt </a:t>
            </a:r>
            <a:r>
              <a:rPr lang="de-DE" sz="2400" dirty="0"/>
              <a:t>werden</a:t>
            </a:r>
          </a:p>
          <a:p>
            <a:pPr marL="285750" indent="-285750">
              <a:buClr>
                <a:schemeClr val="tx1"/>
              </a:buClr>
              <a:buFont typeface="Wingdings" pitchFamily="2" charset="2"/>
              <a:buChar char="§"/>
            </a:pPr>
            <a:r>
              <a:rPr lang="de-DE" sz="2400" dirty="0">
                <a:solidFill>
                  <a:srgbClr val="00B0F0"/>
                </a:solidFill>
              </a:rPr>
              <a:t>Modelle</a:t>
            </a:r>
            <a:r>
              <a:rPr lang="de-DE" sz="2400" b="1" dirty="0"/>
              <a:t> </a:t>
            </a:r>
            <a:r>
              <a:rPr lang="de-DE" sz="2400" dirty="0"/>
              <a:t>müssen mit kontinuierlichem Verhalten </a:t>
            </a:r>
            <a:r>
              <a:rPr lang="de-DE" dirty="0"/>
              <a:t>umgehen können</a:t>
            </a:r>
          </a:p>
          <a:p>
            <a:endParaRPr lang="de-DE" dirty="0"/>
          </a:p>
          <a:p>
            <a:r>
              <a:rPr lang="de-DE" sz="2400" b="1" dirty="0">
                <a:sym typeface="Wingdings" panose="05000000000000000000" pitchFamily="2" charset="2"/>
              </a:rPr>
              <a:t> </a:t>
            </a:r>
            <a:r>
              <a:rPr lang="de-DE" sz="2400" b="1" dirty="0"/>
              <a:t>Signalflussbasierte Modellierungssprachen</a:t>
            </a:r>
          </a:p>
          <a:p>
            <a:pPr marL="700087" indent="-342900">
              <a:buClr>
                <a:schemeClr val="tx1"/>
              </a:buClr>
              <a:buFont typeface="Wingdings" pitchFamily="2" charset="2"/>
              <a:buChar char="§"/>
              <a:tabLst>
                <a:tab pos="539750" algn="l"/>
              </a:tabLst>
            </a:pPr>
            <a:r>
              <a:rPr lang="de-DE" sz="2400" dirty="0">
                <a:solidFill>
                  <a:srgbClr val="00B0F0"/>
                </a:solidFill>
              </a:rPr>
              <a:t>MATLAB/Simulink</a:t>
            </a:r>
          </a:p>
          <a:p>
            <a:pPr marL="700087" indent="-342900">
              <a:buClr>
                <a:schemeClr val="tx1"/>
              </a:buClr>
              <a:buFont typeface="Wingdings" pitchFamily="2" charset="2"/>
              <a:buChar char="§"/>
              <a:tabLst>
                <a:tab pos="539750" algn="l"/>
              </a:tabLst>
            </a:pPr>
            <a:r>
              <a:rPr lang="de-DE" sz="2400" dirty="0" err="1"/>
              <a:t>Modelica</a:t>
            </a:r>
            <a:endParaRPr lang="de-DE" sz="2400" dirty="0"/>
          </a:p>
          <a:p>
            <a:endParaRPr lang="de-DE" dirty="0"/>
          </a:p>
        </p:txBody>
      </p:sp>
      <p:sp>
        <p:nvSpPr>
          <p:cNvPr id="4" name="Fußzeilenplatzhalter 3">
            <a:extLst>
              <a:ext uri="{FF2B5EF4-FFF2-40B4-BE49-F238E27FC236}">
                <a16:creationId xmlns:a16="http://schemas.microsoft.com/office/drawing/2014/main" id="{38165421-FC2A-43E1-BFF4-0A514A3F6CAC}"/>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pPr fontAlgn="base">
              <a:spcAft>
                <a:spcPct val="0"/>
              </a:spcAft>
            </a:pPr>
            <a:r>
              <a:rPr lang="de-DE"/>
              <a:t>Prof. Dr. Sebastian Schlesinger</a:t>
            </a:r>
            <a:endParaRPr lang="de-DE">
              <a:solidFill>
                <a:srgbClr val="00004B"/>
              </a:solidFill>
            </a:endParaRPr>
          </a:p>
        </p:txBody>
      </p:sp>
      <p:sp>
        <p:nvSpPr>
          <p:cNvPr id="5" name="Foliennummernplatzhalter 4">
            <a:extLst>
              <a:ext uri="{FF2B5EF4-FFF2-40B4-BE49-F238E27FC236}">
                <a16:creationId xmlns:a16="http://schemas.microsoft.com/office/drawing/2014/main" id="{1024815A-72C5-45F4-93A8-17679071E1FF}"/>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pPr fontAlgn="base">
              <a:spcAft>
                <a:spcPct val="0"/>
              </a:spcAft>
            </a:pPr>
            <a:fld id="{6C8FC03C-C266-4645-ABC5-645062898383}" type="slidenum">
              <a:rPr lang="de-DE" smtClean="0"/>
              <a:pPr fontAlgn="base">
                <a:spcAft>
                  <a:spcPct val="0"/>
                </a:spcAft>
              </a:pPr>
              <a:t>4</a:t>
            </a:fld>
            <a:r>
              <a:rPr lang="de-DE"/>
              <a:t> </a:t>
            </a:r>
            <a:endParaRPr lang="de-DE">
              <a:solidFill>
                <a:srgbClr val="00004B"/>
              </a:solidFill>
            </a:endParaRPr>
          </a:p>
        </p:txBody>
      </p:sp>
      <p:grpSp>
        <p:nvGrpSpPr>
          <p:cNvPr id="2" name="Gruppieren 1"/>
          <p:cNvGrpSpPr/>
          <p:nvPr/>
        </p:nvGrpSpPr>
        <p:grpSpPr>
          <a:xfrm>
            <a:off x="9659208" y="2720303"/>
            <a:ext cx="1964731" cy="2747964"/>
            <a:chOff x="9696400" y="1933779"/>
            <a:chExt cx="1964731" cy="2747964"/>
          </a:xfrm>
        </p:grpSpPr>
        <p:pic>
          <p:nvPicPr>
            <p:cNvPr id="6" name="Picture 4" descr="Bildergebnis für airpla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96400" y="1933779"/>
              <a:ext cx="1169316" cy="7792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8" descr="Bildergebnis für smart hom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94568" y="3787210"/>
              <a:ext cx="1498618" cy="89453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2" descr="Bildergebnis für nuclear plant"/>
            <p:cNvPicPr preferRelativeResize="0">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47943" y="2855693"/>
              <a:ext cx="1313188" cy="73866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8244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7162E2-E5DC-4055-94A1-63F8784359A2}"/>
              </a:ext>
            </a:extLst>
          </p:cNvPr>
          <p:cNvSpPr>
            <a:spLocks noGrp="1"/>
          </p:cNvSpPr>
          <p:nvPr>
            <p:ph type="title"/>
          </p:nvPr>
        </p:nvSpPr>
        <p:spPr>
          <a:xfrm>
            <a:off x="346048" y="1031239"/>
            <a:ext cx="6522837" cy="984885"/>
          </a:xfrm>
        </p:spPr>
        <p:txBody>
          <a:bodyPr/>
          <a:lstStyle/>
          <a:p>
            <a:r>
              <a:rPr lang="de-DE" dirty="0"/>
              <a:t>Modellierungssprachen</a:t>
            </a:r>
          </a:p>
        </p:txBody>
      </p:sp>
      <p:sp>
        <p:nvSpPr>
          <p:cNvPr id="9" name="Inhaltsplatzhalter 8"/>
          <p:cNvSpPr>
            <a:spLocks noGrp="1"/>
          </p:cNvSpPr>
          <p:nvPr>
            <p:ph idx="1"/>
          </p:nvPr>
        </p:nvSpPr>
        <p:spPr>
          <a:xfrm>
            <a:off x="352781" y="2558543"/>
            <a:ext cx="5323205" cy="276999"/>
          </a:xfrm>
        </p:spPr>
        <p:txBody>
          <a:bodyPr/>
          <a:lstStyle/>
          <a:p>
            <a:r>
              <a:rPr lang="de-DE" dirty="0"/>
              <a:t> </a:t>
            </a:r>
          </a:p>
        </p:txBody>
      </p:sp>
      <p:sp>
        <p:nvSpPr>
          <p:cNvPr id="5" name="Fußzeilenplatzhalter 4">
            <a:extLst>
              <a:ext uri="{FF2B5EF4-FFF2-40B4-BE49-F238E27FC236}">
                <a16:creationId xmlns:a16="http://schemas.microsoft.com/office/drawing/2014/main" id="{995BCFAD-5879-411C-AD78-B1A5ADC54CF5}"/>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87978380-09C9-464D-8374-111EC07E88B8}"/>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a:t>
            </a:fld>
            <a:r>
              <a:rPr lang="de-DE"/>
              <a:t> </a:t>
            </a:r>
          </a:p>
        </p:txBody>
      </p:sp>
      <p:graphicFrame>
        <p:nvGraphicFramePr>
          <p:cNvPr id="8" name="Tabelle 7">
            <a:extLst>
              <a:ext uri="{FF2B5EF4-FFF2-40B4-BE49-F238E27FC236}">
                <a16:creationId xmlns:a16="http://schemas.microsoft.com/office/drawing/2014/main" id="{16937321-5EA6-48F2-A43D-5EC9FCE22DE4}"/>
              </a:ext>
            </a:extLst>
          </p:cNvPr>
          <p:cNvGraphicFramePr>
            <a:graphicFrameLocks noGrp="1"/>
          </p:cNvGraphicFramePr>
          <p:nvPr>
            <p:extLst>
              <p:ext uri="{D42A27DB-BD31-4B8C-83A1-F6EECF244321}">
                <p14:modId xmlns:p14="http://schemas.microsoft.com/office/powerpoint/2010/main" val="467833989"/>
              </p:ext>
            </p:extLst>
          </p:nvPr>
        </p:nvGraphicFramePr>
        <p:xfrm>
          <a:off x="1245158" y="1767636"/>
          <a:ext cx="9431373" cy="4509645"/>
        </p:xfrm>
        <a:graphic>
          <a:graphicData uri="http://schemas.openxmlformats.org/drawingml/2006/table">
            <a:tbl>
              <a:tblPr firstRow="1" bandRow="1">
                <a:tableStyleId>{5C22544A-7EE6-4342-B048-85BDC9FD1C3A}</a:tableStyleId>
              </a:tblPr>
              <a:tblGrid>
                <a:gridCol w="2702326">
                  <a:extLst>
                    <a:ext uri="{9D8B030D-6E8A-4147-A177-3AD203B41FA5}">
                      <a16:colId xmlns:a16="http://schemas.microsoft.com/office/drawing/2014/main" val="226911799"/>
                    </a:ext>
                  </a:extLst>
                </a:gridCol>
                <a:gridCol w="960827">
                  <a:extLst>
                    <a:ext uri="{9D8B030D-6E8A-4147-A177-3AD203B41FA5}">
                      <a16:colId xmlns:a16="http://schemas.microsoft.com/office/drawing/2014/main" val="3049581331"/>
                    </a:ext>
                  </a:extLst>
                </a:gridCol>
                <a:gridCol w="960827">
                  <a:extLst>
                    <a:ext uri="{9D8B030D-6E8A-4147-A177-3AD203B41FA5}">
                      <a16:colId xmlns:a16="http://schemas.microsoft.com/office/drawing/2014/main" val="3622968304"/>
                    </a:ext>
                  </a:extLst>
                </a:gridCol>
                <a:gridCol w="960827">
                  <a:extLst>
                    <a:ext uri="{9D8B030D-6E8A-4147-A177-3AD203B41FA5}">
                      <a16:colId xmlns:a16="http://schemas.microsoft.com/office/drawing/2014/main" val="4000024890"/>
                    </a:ext>
                  </a:extLst>
                </a:gridCol>
                <a:gridCol w="960827">
                  <a:extLst>
                    <a:ext uri="{9D8B030D-6E8A-4147-A177-3AD203B41FA5}">
                      <a16:colId xmlns:a16="http://schemas.microsoft.com/office/drawing/2014/main" val="1026930476"/>
                    </a:ext>
                  </a:extLst>
                </a:gridCol>
                <a:gridCol w="960827">
                  <a:extLst>
                    <a:ext uri="{9D8B030D-6E8A-4147-A177-3AD203B41FA5}">
                      <a16:colId xmlns:a16="http://schemas.microsoft.com/office/drawing/2014/main" val="490629193"/>
                    </a:ext>
                  </a:extLst>
                </a:gridCol>
                <a:gridCol w="960827">
                  <a:extLst>
                    <a:ext uri="{9D8B030D-6E8A-4147-A177-3AD203B41FA5}">
                      <a16:colId xmlns:a16="http://schemas.microsoft.com/office/drawing/2014/main" val="1520298654"/>
                    </a:ext>
                  </a:extLst>
                </a:gridCol>
                <a:gridCol w="964085">
                  <a:extLst>
                    <a:ext uri="{9D8B030D-6E8A-4147-A177-3AD203B41FA5}">
                      <a16:colId xmlns:a16="http://schemas.microsoft.com/office/drawing/2014/main" val="1130260783"/>
                    </a:ext>
                  </a:extLst>
                </a:gridCol>
              </a:tblGrid>
              <a:tr h="1296000">
                <a:tc rowSpan="2">
                  <a:txBody>
                    <a:bodyPr/>
                    <a:lstStyle/>
                    <a:p>
                      <a:pPr algn="r"/>
                      <a:r>
                        <a:rPr lang="de-DE" sz="2000" dirty="0">
                          <a:latin typeface="Meta Offc Pro" panose="020B0504030101020102"/>
                        </a:rPr>
                        <a:t>Modellierungssprache</a:t>
                      </a:r>
                    </a:p>
                  </a:txBody>
                  <a:tcPr anchor="b">
                    <a:lnB w="38100" cap="flat" cmpd="sng" algn="ctr">
                      <a:solidFill>
                        <a:schemeClr val="bg1"/>
                      </a:solidFill>
                      <a:prstDash val="solid"/>
                      <a:round/>
                      <a:headEnd type="none" w="med" len="med"/>
                      <a:tailEnd type="none" w="med" len="med"/>
                    </a:lnB>
                    <a:solidFill>
                      <a:srgbClr val="5B9BD5"/>
                    </a:solidFill>
                  </a:tcPr>
                </a:tc>
                <a:tc rowSpan="2">
                  <a:txBody>
                    <a:bodyPr/>
                    <a:lstStyle/>
                    <a:p>
                      <a:r>
                        <a:rPr lang="de-DE" sz="2000" dirty="0">
                          <a:latin typeface="Meta Offc Pro" panose="020B0504030101020102"/>
                        </a:rPr>
                        <a:t>Kontinuierliches Verhalten</a:t>
                      </a:r>
                    </a:p>
                  </a:txBody>
                  <a:tcPr vert="vert270" anchor="ctr">
                    <a:lnB w="38100" cap="flat" cmpd="sng" algn="ctr">
                      <a:solidFill>
                        <a:schemeClr val="bg1"/>
                      </a:solidFill>
                      <a:prstDash val="solid"/>
                      <a:round/>
                      <a:headEnd type="none" w="med" len="med"/>
                      <a:tailEnd type="none" w="med" len="med"/>
                    </a:lnB>
                  </a:tcPr>
                </a:tc>
                <a:tc rowSpan="2">
                  <a:txBody>
                    <a:bodyPr/>
                    <a:lstStyle/>
                    <a:p>
                      <a:r>
                        <a:rPr lang="de-DE" sz="2000" dirty="0">
                          <a:latin typeface="Meta Offc Pro" panose="020B0504030101020102"/>
                        </a:rPr>
                        <a:t>Nebenläufigkeit</a:t>
                      </a:r>
                    </a:p>
                  </a:txBody>
                  <a:tcPr vert="vert270"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rowSpan="2">
                  <a:txBody>
                    <a:bodyPr/>
                    <a:lstStyle/>
                    <a:p>
                      <a:r>
                        <a:rPr lang="de-DE" sz="2000" dirty="0">
                          <a:latin typeface="Meta Offc Pro" panose="020B0504030101020102"/>
                        </a:rPr>
                        <a:t>Echtzeitunterstützung</a:t>
                      </a:r>
                    </a:p>
                  </a:txBody>
                  <a:tcPr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gridSpan="3">
                  <a:txBody>
                    <a:bodyPr/>
                    <a:lstStyle/>
                    <a:p>
                      <a:pPr algn="ctr"/>
                      <a:r>
                        <a:rPr lang="de-DE" sz="2000" dirty="0">
                          <a:latin typeface="Meta Offc Pro" panose="020B0504030101020102"/>
                        </a:rPr>
                        <a:t>Kommunikation</a:t>
                      </a:r>
                    </a:p>
                  </a:txBody>
                  <a:tcPr anchor="ctr">
                    <a:lnL w="12700" cap="flat" cmpd="sng" algn="ctr">
                      <a:solidFill>
                        <a:schemeClr val="bg1"/>
                      </a:solidFill>
                      <a:prstDash val="solid"/>
                      <a:round/>
                      <a:headEnd type="none" w="med" len="med"/>
                      <a:tailEnd type="none" w="med" len="med"/>
                    </a:lnL>
                    <a:lnB w="38100" cmpd="sng">
                      <a:noFill/>
                    </a:lnB>
                  </a:tcPr>
                </a:tc>
                <a:tc hMerge="1">
                  <a:txBody>
                    <a:bodyPr/>
                    <a:lstStyle/>
                    <a:p>
                      <a:endParaRPr lang="de-DE" dirty="0"/>
                    </a:p>
                  </a:txBody>
                  <a:tcPr/>
                </a:tc>
                <a:tc hMerge="1">
                  <a:txBody>
                    <a:bodyPr/>
                    <a:lstStyle/>
                    <a:p>
                      <a:pPr algn="ctr"/>
                      <a:endParaRPr lang="de-DE" dirty="0"/>
                    </a:p>
                  </a:txBody>
                  <a:tcPr anchor="ctr"/>
                </a:tc>
                <a:tc rowSpan="2">
                  <a:txBody>
                    <a:bodyPr/>
                    <a:lstStyle/>
                    <a:p>
                      <a:r>
                        <a:rPr lang="de-DE" sz="2000" dirty="0">
                          <a:latin typeface="Meta Offc Pro" panose="020B0504030101020102"/>
                        </a:rPr>
                        <a:t>Simulation und Verifikation</a:t>
                      </a:r>
                    </a:p>
                  </a:txBody>
                  <a:tcPr vert="vert270" anchor="ctr">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95503351"/>
                  </a:ext>
                </a:extLst>
              </a:tr>
              <a:tr h="1296000">
                <a:tc vMerge="1">
                  <a:txBody>
                    <a:bodyPr/>
                    <a:lstStyle/>
                    <a:p>
                      <a:endParaRPr lang="de-DE" dirty="0"/>
                    </a:p>
                  </a:txBody>
                  <a:tcPr/>
                </a:tc>
                <a:tc vMerge="1">
                  <a:txBody>
                    <a:bodyPr/>
                    <a:lstStyle/>
                    <a:p>
                      <a:endParaRPr lang="de-DE" dirty="0"/>
                    </a:p>
                  </a:txBody>
                  <a:tcPr/>
                </a:tc>
                <a:tc vMerge="1">
                  <a:txBody>
                    <a:bodyPr/>
                    <a:lstStyle/>
                    <a:p>
                      <a:endParaRPr lang="de-DE" dirty="0"/>
                    </a:p>
                  </a:txBody>
                  <a:tcPr/>
                </a:tc>
                <a:tc vMerge="1">
                  <a:txBody>
                    <a:bodyPr/>
                    <a:lstStyle/>
                    <a:p>
                      <a:endParaRPr lang="de-DE"/>
                    </a:p>
                  </a:txBody>
                  <a:tcPr/>
                </a:tc>
                <a:tc>
                  <a:txBody>
                    <a:bodyPr/>
                    <a:lstStyle/>
                    <a:p>
                      <a:r>
                        <a:rPr lang="de-DE" sz="2000" b="1" kern="1200" dirty="0">
                          <a:solidFill>
                            <a:schemeClr val="lt1"/>
                          </a:solidFill>
                          <a:latin typeface="Meta Offc Pro" panose="020B0504030101020102"/>
                          <a:ea typeface="+mn-ea"/>
                          <a:cs typeface="+mn-cs"/>
                        </a:rPr>
                        <a:t>Message </a:t>
                      </a:r>
                      <a:r>
                        <a:rPr lang="de-DE" sz="2000" b="1" kern="1200" dirty="0" err="1">
                          <a:solidFill>
                            <a:schemeClr val="lt1"/>
                          </a:solidFill>
                          <a:latin typeface="Meta Offc Pro" panose="020B0504030101020102"/>
                          <a:ea typeface="+mn-ea"/>
                          <a:cs typeface="+mn-cs"/>
                        </a:rPr>
                        <a:t>Passing</a:t>
                      </a:r>
                      <a:endParaRPr lang="de-DE" sz="2000" b="1" kern="1200" dirty="0">
                        <a:solidFill>
                          <a:schemeClr val="lt1"/>
                        </a:solidFill>
                        <a:latin typeface="Meta Offc Pro" panose="020B0504030101020102"/>
                        <a:ea typeface="+mn-ea"/>
                        <a:cs typeface="+mn-cs"/>
                      </a:endParaRPr>
                    </a:p>
                  </a:txBody>
                  <a:tcPr vert="vert270" anchor="ctr">
                    <a:lnL w="12700" cap="flat" cmpd="sng" algn="ctr">
                      <a:solidFill>
                        <a:schemeClr val="bg1"/>
                      </a:solidFill>
                      <a:prstDash val="solid"/>
                      <a:round/>
                      <a:headEnd type="none" w="med" len="med"/>
                      <a:tailEnd type="none" w="med" len="med"/>
                    </a:lnL>
                    <a:lnT w="38100" cmpd="sng">
                      <a:noFill/>
                    </a:lnT>
                    <a:lnB w="38100" cap="flat" cmpd="sng" algn="ctr">
                      <a:solidFill>
                        <a:schemeClr val="bg1"/>
                      </a:solidFill>
                      <a:prstDash val="solid"/>
                      <a:round/>
                      <a:headEnd type="none" w="med" len="med"/>
                      <a:tailEnd type="none" w="med" len="med"/>
                    </a:lnB>
                    <a:solidFill>
                      <a:srgbClr val="5B9BD5"/>
                    </a:solidFill>
                  </a:tcPr>
                </a:tc>
                <a:tc>
                  <a:txBody>
                    <a:bodyPr/>
                    <a:lstStyle/>
                    <a:p>
                      <a:pPr marL="0" algn="l" defTabSz="685800" rtl="0" eaLnBrk="1" latinLnBrk="0" hangingPunct="1"/>
                      <a:r>
                        <a:rPr lang="de-DE" sz="2000" b="1" kern="1200" dirty="0">
                          <a:solidFill>
                            <a:schemeClr val="lt1"/>
                          </a:solidFill>
                          <a:latin typeface="Meta Offc Pro" panose="020B0504030101020102"/>
                          <a:ea typeface="+mn-ea"/>
                          <a:cs typeface="+mn-cs"/>
                        </a:rPr>
                        <a:t>Geteilte Variablen</a:t>
                      </a:r>
                    </a:p>
                  </a:txBody>
                  <a:tcPr vert="vert270" anchor="ctr">
                    <a:lnT w="38100" cmpd="sng">
                      <a:noFill/>
                    </a:lnT>
                    <a:lnB w="38100" cap="flat" cmpd="sng" algn="ctr">
                      <a:solidFill>
                        <a:schemeClr val="bg1"/>
                      </a:solidFill>
                      <a:prstDash val="solid"/>
                      <a:round/>
                      <a:headEnd type="none" w="med" len="med"/>
                      <a:tailEnd type="none" w="med" len="med"/>
                    </a:lnB>
                    <a:solidFill>
                      <a:srgbClr val="5B9BD5"/>
                    </a:solidFill>
                  </a:tcPr>
                </a:tc>
                <a:tc>
                  <a:txBody>
                    <a:bodyPr/>
                    <a:lstStyle/>
                    <a:p>
                      <a:pPr marL="0" algn="l" defTabSz="685800" rtl="0" eaLnBrk="1" latinLnBrk="0" hangingPunct="1"/>
                      <a:r>
                        <a:rPr lang="de-DE" sz="2000" b="1" kern="1200" dirty="0">
                          <a:solidFill>
                            <a:schemeClr val="lt1"/>
                          </a:solidFill>
                          <a:latin typeface="Meta Offc Pro" panose="020B0504030101020102"/>
                          <a:ea typeface="+mn-ea"/>
                          <a:cs typeface="+mn-cs"/>
                        </a:rPr>
                        <a:t>Signal-orientiert</a:t>
                      </a:r>
                    </a:p>
                  </a:txBody>
                  <a:tcPr vert="vert270" anchor="ctr">
                    <a:lnT w="38100" cmpd="sng">
                      <a:noFill/>
                    </a:lnT>
                    <a:lnB w="38100" cap="flat" cmpd="sng" algn="ctr">
                      <a:solidFill>
                        <a:schemeClr val="bg1"/>
                      </a:solidFill>
                      <a:prstDash val="solid"/>
                      <a:round/>
                      <a:headEnd type="none" w="med" len="med"/>
                      <a:tailEnd type="none" w="med" len="med"/>
                    </a:lnB>
                    <a:solidFill>
                      <a:srgbClr val="5B9BD5"/>
                    </a:solidFill>
                  </a:tcPr>
                </a:tc>
                <a:tc vMerge="1">
                  <a:txBody>
                    <a:bodyPr/>
                    <a:lstStyle/>
                    <a:p>
                      <a:endParaRPr lang="de-DE" dirty="0"/>
                    </a:p>
                  </a:txBody>
                  <a:tcPr/>
                </a:tc>
                <a:extLst>
                  <a:ext uri="{0D108BD9-81ED-4DB2-BD59-A6C34878D82A}">
                    <a16:rowId xmlns:a16="http://schemas.microsoft.com/office/drawing/2014/main" val="4039276889"/>
                  </a:ext>
                </a:extLst>
              </a:tr>
              <a:tr h="383529">
                <a:tc>
                  <a:txBody>
                    <a:bodyPr/>
                    <a:lstStyle/>
                    <a:p>
                      <a:pPr algn="r"/>
                      <a:r>
                        <a:rPr lang="de-DE" sz="1800" dirty="0">
                          <a:latin typeface="Meta Offc Pro" panose="020B0504030101020102"/>
                        </a:rPr>
                        <a:t>Automaten</a:t>
                      </a:r>
                    </a:p>
                  </a:txBody>
                  <a:tcPr anchor="ctr">
                    <a:lnT w="38100" cap="flat" cmpd="sng" algn="ctr">
                      <a:solidFill>
                        <a:schemeClr val="bg1"/>
                      </a:solidFill>
                      <a:prstDash val="solid"/>
                      <a:round/>
                      <a:headEnd type="none" w="med" len="med"/>
                      <a:tailEnd type="none" w="med" len="med"/>
                    </a:lnT>
                  </a:tcPr>
                </a:tc>
                <a:tc>
                  <a:txBody>
                    <a:bodyPr/>
                    <a:lstStyle/>
                    <a:p>
                      <a:pPr marL="0" algn="ctr" defTabSz="685800" rtl="0" eaLnBrk="1" latinLnBrk="0" hangingPunct="1"/>
                      <a:r>
                        <a:rPr kumimoji="0" lang="de-DE" sz="1400" b="0" i="0" u="none" strike="noStrike" kern="1200" cap="none" spc="0" normalizeH="0" baseline="0" noProof="0" dirty="0">
                          <a:ln>
                            <a:noFill/>
                          </a:ln>
                          <a:solidFill>
                            <a:srgbClr val="A5A5A5">
                              <a:lumMod val="75000"/>
                            </a:srgbClr>
                          </a:solidFill>
                          <a:effectLst/>
                          <a:uLnTx/>
                          <a:uFillTx/>
                          <a:latin typeface="Calibri" panose="020F0502020204030204"/>
                          <a:ea typeface="+mn-ea"/>
                          <a:cs typeface="+mn-cs"/>
                        </a:rPr>
                        <a:t>✖</a:t>
                      </a:r>
                      <a:endParaRPr lang="de-DE" sz="1400" kern="1200" dirty="0">
                        <a:solidFill>
                          <a:srgbClr val="D16461"/>
                        </a:solidFill>
                        <a:latin typeface="+mn-lt"/>
                        <a:ea typeface="+mn-ea"/>
                        <a:cs typeface="+mn-cs"/>
                      </a:endParaRPr>
                    </a:p>
                  </a:txBody>
                  <a:tcPr anchor="ctr">
                    <a:lnT w="38100" cap="flat" cmpd="sng" algn="ctr">
                      <a:solidFill>
                        <a:schemeClr val="bg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kern="1200" dirty="0">
                          <a:solidFill>
                            <a:schemeClr val="accent3">
                              <a:lumMod val="75000"/>
                            </a:schemeClr>
                          </a:solidFill>
                          <a:latin typeface="+mn-lt"/>
                          <a:ea typeface="+mn-ea"/>
                          <a:cs typeface="+mn-cs"/>
                        </a:rPr>
                        <a:t>✖</a:t>
                      </a:r>
                      <a:endParaRPr lang="de-DE" sz="1400" kern="1200" dirty="0">
                        <a:solidFill>
                          <a:srgbClr val="D16461"/>
                        </a:solidFill>
                        <a:latin typeface="+mn-lt"/>
                        <a:ea typeface="+mn-ea"/>
                        <a:cs typeface="+mn-cs"/>
                      </a:endParaRPr>
                    </a:p>
                  </a:txBody>
                  <a:tcPr anchor="ctr">
                    <a:lnT w="38100" cap="flat" cmpd="sng" algn="ctr">
                      <a:solidFill>
                        <a:schemeClr val="bg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kern="1200" dirty="0">
                          <a:solidFill>
                            <a:schemeClr val="accent3">
                              <a:lumMod val="75000"/>
                            </a:schemeClr>
                          </a:solidFill>
                          <a:latin typeface="+mn-lt"/>
                          <a:ea typeface="+mn-ea"/>
                          <a:cs typeface="+mn-cs"/>
                        </a:rPr>
                        <a:t>✖</a:t>
                      </a:r>
                      <a:endParaRPr lang="de-DE" sz="1400" kern="1200" dirty="0">
                        <a:solidFill>
                          <a:srgbClr val="D16461"/>
                        </a:solidFill>
                        <a:latin typeface="+mn-lt"/>
                        <a:ea typeface="+mn-ea"/>
                        <a:cs typeface="+mn-cs"/>
                      </a:endParaRPr>
                    </a:p>
                  </a:txBody>
                  <a:tcPr anchor="ctr">
                    <a:lnT w="38100" cap="flat" cmpd="sng" algn="ctr">
                      <a:solidFill>
                        <a:schemeClr val="bg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kern="1200" dirty="0">
                          <a:solidFill>
                            <a:schemeClr val="accent3">
                              <a:lumMod val="75000"/>
                            </a:schemeClr>
                          </a:solidFill>
                          <a:latin typeface="+mn-lt"/>
                          <a:ea typeface="+mn-ea"/>
                          <a:cs typeface="+mn-cs"/>
                        </a:rPr>
                        <a:t>✖</a:t>
                      </a:r>
                    </a:p>
                  </a:txBody>
                  <a:tcPr anchor="ctr">
                    <a:lnT w="38100" cap="flat" cmpd="sng" algn="ctr">
                      <a:solidFill>
                        <a:schemeClr val="bg1"/>
                      </a:solidFill>
                      <a:prstDash val="solid"/>
                      <a:round/>
                      <a:headEnd type="none" w="med" len="med"/>
                      <a:tailEnd type="none" w="med" len="med"/>
                    </a:lnT>
                  </a:tcPr>
                </a:tc>
                <a:tc>
                  <a:txBody>
                    <a:bodyPr/>
                    <a:lstStyle/>
                    <a:p>
                      <a:pPr algn="ctr"/>
                      <a:r>
                        <a:rPr lang="de-DE" sz="1400" kern="1200" dirty="0">
                          <a:solidFill>
                            <a:schemeClr val="accent3">
                              <a:lumMod val="75000"/>
                            </a:schemeClr>
                          </a:solidFill>
                          <a:latin typeface="+mn-lt"/>
                          <a:ea typeface="+mn-ea"/>
                          <a:cs typeface="+mn-cs"/>
                        </a:rPr>
                        <a:t>✖</a:t>
                      </a:r>
                      <a:endParaRPr lang="de-DE" sz="1400" dirty="0"/>
                    </a:p>
                  </a:txBody>
                  <a:tcPr anchor="ctr">
                    <a:lnT w="38100" cap="flat" cmpd="sng" algn="ctr">
                      <a:solidFill>
                        <a:schemeClr val="bg1"/>
                      </a:solidFill>
                      <a:prstDash val="solid"/>
                      <a:round/>
                      <a:headEnd type="none" w="med" len="med"/>
                      <a:tailEnd type="none" w="med" len="med"/>
                    </a:lnT>
                  </a:tcPr>
                </a:tc>
                <a:tc>
                  <a:txBody>
                    <a:bodyPr/>
                    <a:lstStyle/>
                    <a:p>
                      <a:pPr algn="ctr"/>
                      <a:r>
                        <a:rPr lang="de-DE" sz="1400" kern="1200" dirty="0">
                          <a:solidFill>
                            <a:schemeClr val="accent3">
                              <a:lumMod val="75000"/>
                            </a:schemeClr>
                          </a:solidFill>
                          <a:latin typeface="+mn-lt"/>
                          <a:ea typeface="+mn-ea"/>
                          <a:cs typeface="+mn-cs"/>
                        </a:rPr>
                        <a:t>✖</a:t>
                      </a:r>
                      <a:endParaRPr lang="de-DE" sz="1400" dirty="0"/>
                    </a:p>
                  </a:txBody>
                  <a:tcPr anchor="ctr">
                    <a:lnT w="38100" cap="flat" cmpd="sng" algn="ctr">
                      <a:solidFill>
                        <a:schemeClr val="bg1"/>
                      </a:solidFill>
                      <a:prstDash val="solid"/>
                      <a:round/>
                      <a:headEnd type="none" w="med" len="med"/>
                      <a:tailEnd type="none" w="med" len="med"/>
                    </a:lnT>
                  </a:tcPr>
                </a:tc>
                <a:tc>
                  <a:txBody>
                    <a:bodyPr/>
                    <a:lstStyle/>
                    <a:p>
                      <a:pPr algn="ctr"/>
                      <a:r>
                        <a:rPr lang="de-DE" sz="1400" dirty="0">
                          <a:solidFill>
                            <a:srgbClr val="00B050"/>
                          </a:solidFill>
                        </a:rPr>
                        <a:t>✔</a:t>
                      </a:r>
                      <a:endParaRPr lang="de-DE" sz="1400" dirty="0"/>
                    </a:p>
                  </a:txBody>
                  <a:tcPr anchor="ctr">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322709736"/>
                  </a:ext>
                </a:extLst>
              </a:tr>
              <a:tr h="383529">
                <a:tc>
                  <a:txBody>
                    <a:bodyPr/>
                    <a:lstStyle/>
                    <a:p>
                      <a:pPr algn="r"/>
                      <a:r>
                        <a:rPr lang="de-DE" sz="1800" dirty="0" err="1">
                          <a:latin typeface="Meta Offc Pro" panose="020B0504030101020102"/>
                        </a:rPr>
                        <a:t>Statecharts</a:t>
                      </a:r>
                      <a:endParaRPr lang="de-DE" sz="1800" dirty="0">
                        <a:latin typeface="Meta Offc Pro" panose="020B0504030101020102"/>
                      </a:endParaRPr>
                    </a:p>
                  </a:txBody>
                  <a:tcPr anchor="ctr"/>
                </a:tc>
                <a:tc>
                  <a:txBody>
                    <a:bodyPr/>
                    <a:lstStyle/>
                    <a:p>
                      <a:pPr marL="0" algn="ctr" defTabSz="685800" rtl="0" eaLnBrk="1" latinLnBrk="0" hangingPunct="1"/>
                      <a:r>
                        <a:rPr kumimoji="0" lang="de-DE" sz="1400" b="0" i="0" u="none" strike="noStrike" kern="1200" cap="none" spc="0" normalizeH="0" baseline="0" noProof="0" dirty="0">
                          <a:ln>
                            <a:noFill/>
                          </a:ln>
                          <a:solidFill>
                            <a:srgbClr val="A5A5A5">
                              <a:lumMod val="75000"/>
                            </a:srgbClr>
                          </a:solidFill>
                          <a:effectLst/>
                          <a:uLnTx/>
                          <a:uFillTx/>
                          <a:latin typeface="Calibri" panose="020F0502020204030204"/>
                          <a:ea typeface="+mn-ea"/>
                          <a:cs typeface="+mn-cs"/>
                        </a:rPr>
                        <a:t>✖</a:t>
                      </a:r>
                      <a:endParaRPr lang="de-DE" sz="1400" kern="1200" dirty="0">
                        <a:solidFill>
                          <a:srgbClr val="D16461"/>
                        </a:solidFill>
                        <a:latin typeface="+mn-lt"/>
                        <a:ea typeface="+mn-ea"/>
                        <a:cs typeface="+mn-cs"/>
                      </a:endParaRPr>
                    </a:p>
                  </a:txBody>
                  <a:tcPr anchor="ctr"/>
                </a:tc>
                <a:tc>
                  <a:txBody>
                    <a:bodyPr/>
                    <a:lstStyle/>
                    <a:p>
                      <a:pPr algn="ctr"/>
                      <a:r>
                        <a:rPr lang="de-DE" sz="1400" dirty="0">
                          <a:solidFill>
                            <a:srgbClr val="00B050"/>
                          </a:solidFill>
                        </a:rPr>
                        <a:t>✔</a:t>
                      </a:r>
                      <a:endParaRPr lang="de-DE" sz="1400" dirty="0"/>
                    </a:p>
                  </a:txBody>
                  <a:tcPr anchor="ctr"/>
                </a:tc>
                <a:tc>
                  <a:txBody>
                    <a:bodyPr/>
                    <a:lstStyle/>
                    <a:p>
                      <a:pPr marL="0" marR="0" lvl="0" indent="0" algn="ctr" defTabSz="162566" rtl="0" eaLnBrk="1" fontAlgn="auto" latinLnBrk="0" hangingPunct="1">
                        <a:lnSpc>
                          <a:spcPct val="100000"/>
                        </a:lnSpc>
                        <a:spcBef>
                          <a:spcPts val="0"/>
                        </a:spcBef>
                        <a:spcAft>
                          <a:spcPts val="0"/>
                        </a:spcAft>
                        <a:buClrTx/>
                        <a:buSzTx/>
                        <a:buFontTx/>
                        <a:buNone/>
                        <a:tabLst/>
                        <a:defRPr/>
                      </a:pPr>
                      <a:r>
                        <a:rPr lang="de-DE" sz="1400" kern="1200" dirty="0">
                          <a:solidFill>
                            <a:schemeClr val="accent3">
                              <a:lumMod val="75000"/>
                            </a:schemeClr>
                          </a:solidFill>
                          <a:latin typeface="+mn-lt"/>
                          <a:ea typeface="+mn-ea"/>
                          <a:cs typeface="+mn-cs"/>
                        </a:rPr>
                        <a:t>✖</a:t>
                      </a:r>
                      <a:endParaRPr lang="de-DE" sz="1400" kern="1200" dirty="0">
                        <a:solidFill>
                          <a:srgbClr val="D16461"/>
                        </a:solidFill>
                        <a:latin typeface="+mn-lt"/>
                        <a:ea typeface="+mn-ea"/>
                        <a:cs typeface="+mn-cs"/>
                      </a:endParaRPr>
                    </a:p>
                  </a:txBody>
                  <a:tcPr anchor="ctr"/>
                </a:tc>
                <a:tc>
                  <a:txBody>
                    <a:bodyPr/>
                    <a:lstStyle/>
                    <a:p>
                      <a:pPr algn="ctr"/>
                      <a:r>
                        <a:rPr lang="de-DE" sz="1400" dirty="0">
                          <a:solidFill>
                            <a:srgbClr val="00B050"/>
                          </a:solidFill>
                        </a:rPr>
                        <a:t>✔</a:t>
                      </a:r>
                      <a:endParaRPr lang="de-DE" sz="1400" dirty="0">
                        <a:solidFill>
                          <a:schemeClr val="accent4"/>
                        </a:solidFill>
                      </a:endParaRPr>
                    </a:p>
                  </a:txBody>
                  <a:tcPr anchor="ctr"/>
                </a:tc>
                <a:tc>
                  <a:txBody>
                    <a:bodyPr/>
                    <a:lstStyle/>
                    <a:p>
                      <a:pPr algn="ctr"/>
                      <a:r>
                        <a:rPr lang="de-DE" sz="1400" dirty="0">
                          <a:solidFill>
                            <a:srgbClr val="00B050"/>
                          </a:solidFill>
                        </a:rPr>
                        <a:t>✔</a:t>
                      </a:r>
                      <a:endParaRPr lang="de-DE" sz="1400" dirty="0"/>
                    </a:p>
                  </a:txBody>
                  <a:tcPr anchor="ctr"/>
                </a:tc>
                <a:tc>
                  <a:txBody>
                    <a:bodyPr/>
                    <a:lstStyle/>
                    <a:p>
                      <a:pPr algn="ctr"/>
                      <a:r>
                        <a:rPr lang="de-DE" sz="1400" kern="1200" dirty="0">
                          <a:solidFill>
                            <a:schemeClr val="accent3">
                              <a:lumMod val="75000"/>
                            </a:schemeClr>
                          </a:solidFill>
                          <a:latin typeface="+mn-lt"/>
                          <a:ea typeface="+mn-ea"/>
                          <a:cs typeface="+mn-cs"/>
                        </a:rPr>
                        <a:t>✖</a:t>
                      </a:r>
                      <a:endParaRPr lang="de-DE" sz="1400" dirty="0"/>
                    </a:p>
                  </a:txBody>
                  <a:tcPr anchor="ctr"/>
                </a:tc>
                <a:tc>
                  <a:txBody>
                    <a:bodyPr/>
                    <a:lstStyle/>
                    <a:p>
                      <a:pPr algn="ctr"/>
                      <a:r>
                        <a:rPr lang="de-DE" sz="1400" dirty="0">
                          <a:solidFill>
                            <a:srgbClr val="00B050"/>
                          </a:solidFill>
                        </a:rPr>
                        <a:t>✔</a:t>
                      </a:r>
                      <a:endParaRPr lang="de-DE" sz="1400" dirty="0"/>
                    </a:p>
                  </a:txBody>
                  <a:tcPr anchor="ctr"/>
                </a:tc>
                <a:extLst>
                  <a:ext uri="{0D108BD9-81ED-4DB2-BD59-A6C34878D82A}">
                    <a16:rowId xmlns:a16="http://schemas.microsoft.com/office/drawing/2014/main" val="1397272389"/>
                  </a:ext>
                </a:extLst>
              </a:tr>
              <a:tr h="383529">
                <a:tc>
                  <a:txBody>
                    <a:bodyPr/>
                    <a:lstStyle/>
                    <a:p>
                      <a:pPr algn="r"/>
                      <a:r>
                        <a:rPr lang="de-DE" sz="1800" dirty="0" err="1">
                          <a:latin typeface="Meta Offc Pro" panose="020B0504030101020102"/>
                        </a:rPr>
                        <a:t>Timed</a:t>
                      </a:r>
                      <a:r>
                        <a:rPr lang="de-DE" sz="1800" dirty="0">
                          <a:latin typeface="Meta Offc Pro" panose="020B0504030101020102"/>
                        </a:rPr>
                        <a:t> </a:t>
                      </a:r>
                      <a:r>
                        <a:rPr lang="de-DE" sz="1800" dirty="0" err="1">
                          <a:latin typeface="Meta Offc Pro" panose="020B0504030101020102"/>
                        </a:rPr>
                        <a:t>Automata</a:t>
                      </a:r>
                      <a:endParaRPr lang="de-DE" sz="1800" dirty="0">
                        <a:latin typeface="Meta Offc Pro" panose="020B0504030101020102"/>
                      </a:endParaRPr>
                    </a:p>
                  </a:txBody>
                  <a:tcPr anchor="ctr">
                    <a:solidFill>
                      <a:srgbClr val="EAEFF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b="0" dirty="0">
                          <a:solidFill>
                            <a:schemeClr val="accent4"/>
                          </a:solidFill>
                        </a:rPr>
                        <a:t>(✔)</a:t>
                      </a:r>
                    </a:p>
                  </a:txBody>
                  <a:tcPr anchor="ctr">
                    <a:solidFill>
                      <a:srgbClr val="EAEFF7"/>
                    </a:solidFill>
                  </a:tcPr>
                </a:tc>
                <a:tc>
                  <a:txBody>
                    <a:bodyPr/>
                    <a:lstStyle/>
                    <a:p>
                      <a:pPr algn="ctr"/>
                      <a:r>
                        <a:rPr lang="de-DE" sz="1400" dirty="0">
                          <a:solidFill>
                            <a:srgbClr val="00B050"/>
                          </a:solidFill>
                        </a:rPr>
                        <a:t>✔</a:t>
                      </a:r>
                      <a:endParaRPr lang="de-DE" sz="1400" dirty="0"/>
                    </a:p>
                  </a:txBody>
                  <a:tcPr anchor="ctr">
                    <a:solidFill>
                      <a:srgbClr val="EAEFF7"/>
                    </a:solidFill>
                  </a:tcPr>
                </a:tc>
                <a:tc>
                  <a:txBody>
                    <a:bodyPr/>
                    <a:lstStyle/>
                    <a:p>
                      <a:pPr algn="ctr"/>
                      <a:r>
                        <a:rPr lang="de-DE" sz="1400" dirty="0">
                          <a:solidFill>
                            <a:srgbClr val="00B050"/>
                          </a:solidFill>
                        </a:rPr>
                        <a:t>✔</a:t>
                      </a:r>
                      <a:endParaRPr lang="de-DE" sz="1400" dirty="0"/>
                    </a:p>
                  </a:txBody>
                  <a:tcPr anchor="ctr">
                    <a:solidFill>
                      <a:srgbClr val="EAEFF7"/>
                    </a:solidFill>
                  </a:tcPr>
                </a:tc>
                <a:tc>
                  <a:txBody>
                    <a:bodyPr/>
                    <a:lstStyle/>
                    <a:p>
                      <a:pPr algn="ctr"/>
                      <a:r>
                        <a:rPr lang="de-DE" sz="1400" dirty="0">
                          <a:solidFill>
                            <a:srgbClr val="00B050"/>
                          </a:solidFill>
                        </a:rPr>
                        <a:t>✔</a:t>
                      </a:r>
                      <a:endParaRPr lang="de-DE" sz="1400" dirty="0"/>
                    </a:p>
                  </a:txBody>
                  <a:tcPr anchor="ctr">
                    <a:solidFill>
                      <a:srgbClr val="EAEFF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b="0" dirty="0">
                          <a:solidFill>
                            <a:schemeClr val="accent4"/>
                          </a:solidFill>
                        </a:rPr>
                        <a:t>(✔)</a:t>
                      </a:r>
                    </a:p>
                  </a:txBody>
                  <a:tcPr anchor="ctr">
                    <a:solidFill>
                      <a:srgbClr val="EAEFF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kern="1200" dirty="0">
                          <a:solidFill>
                            <a:schemeClr val="accent3">
                              <a:lumMod val="75000"/>
                            </a:schemeClr>
                          </a:solidFill>
                          <a:latin typeface="+mn-lt"/>
                          <a:ea typeface="+mn-ea"/>
                          <a:cs typeface="+mn-cs"/>
                        </a:rPr>
                        <a:t>✖</a:t>
                      </a:r>
                      <a:endParaRPr lang="de-DE" sz="1400" dirty="0"/>
                    </a:p>
                  </a:txBody>
                  <a:tcPr anchor="ctr">
                    <a:solidFill>
                      <a:srgbClr val="EAEFF7"/>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dirty="0">
                          <a:solidFill>
                            <a:srgbClr val="00B050"/>
                          </a:solidFill>
                        </a:rPr>
                        <a:t>✔</a:t>
                      </a:r>
                      <a:endParaRPr lang="de-DE" sz="1400" dirty="0"/>
                    </a:p>
                  </a:txBody>
                  <a:tcPr anchor="ctr">
                    <a:solidFill>
                      <a:srgbClr val="EAEFF7"/>
                    </a:solidFill>
                  </a:tcPr>
                </a:tc>
                <a:extLst>
                  <a:ext uri="{0D108BD9-81ED-4DB2-BD59-A6C34878D82A}">
                    <a16:rowId xmlns:a16="http://schemas.microsoft.com/office/drawing/2014/main" val="2054467141"/>
                  </a:ext>
                </a:extLst>
              </a:tr>
              <a:tr h="383529">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de-DE" sz="1800" dirty="0">
                          <a:latin typeface="Meta Offc Pro" panose="020B0504030101020102"/>
                        </a:rPr>
                        <a:t>Simulink</a:t>
                      </a:r>
                    </a:p>
                  </a:txBody>
                  <a:tcPr anchor="ctr">
                    <a:solidFill>
                      <a:schemeClr val="accent4">
                        <a:lumMod val="40000"/>
                        <a:lumOff val="60000"/>
                      </a:schemeClr>
                    </a:solidFill>
                  </a:tcPr>
                </a:tc>
                <a:tc>
                  <a:txBody>
                    <a:bodyPr/>
                    <a:lstStyle/>
                    <a:p>
                      <a:pPr algn="ctr"/>
                      <a:r>
                        <a:rPr lang="de-DE" sz="1400" dirty="0">
                          <a:solidFill>
                            <a:srgbClr val="00B050"/>
                          </a:solidFill>
                        </a:rPr>
                        <a:t>✔</a:t>
                      </a:r>
                      <a:endParaRPr lang="de-DE" sz="1400" dirty="0"/>
                    </a:p>
                  </a:txBody>
                  <a:tcPr anchor="ctr">
                    <a:solidFill>
                      <a:schemeClr val="accent4">
                        <a:lumMod val="40000"/>
                        <a:lumOff val="6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dirty="0">
                          <a:solidFill>
                            <a:srgbClr val="00B050"/>
                          </a:solidFill>
                        </a:rPr>
                        <a:t>✔</a:t>
                      </a:r>
                      <a:endParaRPr lang="de-DE" sz="1400" dirty="0"/>
                    </a:p>
                  </a:txBody>
                  <a:tcPr anchor="ctr">
                    <a:solidFill>
                      <a:schemeClr val="accent4">
                        <a:lumMod val="40000"/>
                        <a:lumOff val="6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dirty="0">
                          <a:solidFill>
                            <a:srgbClr val="00B050"/>
                          </a:solidFill>
                        </a:rPr>
                        <a:t>✔</a:t>
                      </a:r>
                      <a:endParaRPr lang="de-DE" sz="1400" dirty="0"/>
                    </a:p>
                  </a:txBody>
                  <a:tcPr anchor="ctr">
                    <a:solidFill>
                      <a:schemeClr val="accent4">
                        <a:lumMod val="40000"/>
                        <a:lumOff val="6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kern="1200" dirty="0">
                          <a:solidFill>
                            <a:schemeClr val="accent3">
                              <a:lumMod val="75000"/>
                            </a:schemeClr>
                          </a:solidFill>
                          <a:latin typeface="+mn-lt"/>
                          <a:ea typeface="+mn-ea"/>
                          <a:cs typeface="+mn-cs"/>
                        </a:rPr>
                        <a:t>✖</a:t>
                      </a:r>
                      <a:endParaRPr lang="de-DE" sz="1400" dirty="0"/>
                    </a:p>
                  </a:txBody>
                  <a:tcPr anchor="ctr">
                    <a:solidFill>
                      <a:schemeClr val="accent4">
                        <a:lumMod val="40000"/>
                        <a:lumOff val="60000"/>
                      </a:schemeClr>
                    </a:solidFill>
                  </a:tcPr>
                </a:tc>
                <a:tc>
                  <a:txBody>
                    <a:bodyPr/>
                    <a:lstStyle/>
                    <a:p>
                      <a:pPr algn="ctr"/>
                      <a:r>
                        <a:rPr lang="de-DE" sz="1400" kern="1200" dirty="0">
                          <a:solidFill>
                            <a:schemeClr val="accent3">
                              <a:lumMod val="75000"/>
                            </a:schemeClr>
                          </a:solidFill>
                          <a:latin typeface="+mn-lt"/>
                          <a:ea typeface="+mn-ea"/>
                          <a:cs typeface="+mn-cs"/>
                        </a:rPr>
                        <a:t>✖</a:t>
                      </a:r>
                      <a:endParaRPr lang="de-DE" sz="1400" dirty="0"/>
                    </a:p>
                  </a:txBody>
                  <a:tcPr anchor="ctr">
                    <a:solidFill>
                      <a:schemeClr val="accent4">
                        <a:lumMod val="40000"/>
                        <a:lumOff val="6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dirty="0">
                          <a:solidFill>
                            <a:srgbClr val="00B050"/>
                          </a:solidFill>
                        </a:rPr>
                        <a:t>✔</a:t>
                      </a:r>
                      <a:endParaRPr lang="de-DE" sz="1400" dirty="0"/>
                    </a:p>
                  </a:txBody>
                  <a:tcPr anchor="ctr">
                    <a:solidFill>
                      <a:schemeClr val="accent4">
                        <a:lumMod val="40000"/>
                        <a:lumOff val="60000"/>
                      </a:schemeClr>
                    </a:solidFill>
                  </a:tcPr>
                </a:tc>
                <a:tc>
                  <a:txBody>
                    <a:bodyPr/>
                    <a:lstStyle/>
                    <a:p>
                      <a:pPr marL="0" marR="0" lvl="0" indent="0" algn="ctr" defTabSz="162566" rtl="0" eaLnBrk="1" fontAlgn="auto" latinLnBrk="0" hangingPunct="1">
                        <a:lnSpc>
                          <a:spcPct val="100000"/>
                        </a:lnSpc>
                        <a:spcBef>
                          <a:spcPts val="0"/>
                        </a:spcBef>
                        <a:spcAft>
                          <a:spcPts val="0"/>
                        </a:spcAft>
                        <a:buClrTx/>
                        <a:buSzTx/>
                        <a:buFontTx/>
                        <a:buNone/>
                        <a:tabLst/>
                        <a:defRPr/>
                      </a:pPr>
                      <a:r>
                        <a:rPr lang="de-DE" sz="1400" b="0" dirty="0">
                          <a:solidFill>
                            <a:schemeClr val="accent4"/>
                          </a:solidFill>
                        </a:rPr>
                        <a:t>(✔)</a:t>
                      </a:r>
                    </a:p>
                  </a:txBody>
                  <a:tcPr anchor="ctr">
                    <a:solidFill>
                      <a:schemeClr val="accent4">
                        <a:lumMod val="40000"/>
                        <a:lumOff val="60000"/>
                      </a:schemeClr>
                    </a:solidFill>
                  </a:tcPr>
                </a:tc>
                <a:extLst>
                  <a:ext uri="{0D108BD9-81ED-4DB2-BD59-A6C34878D82A}">
                    <a16:rowId xmlns:a16="http://schemas.microsoft.com/office/drawing/2014/main" val="1332393794"/>
                  </a:ext>
                </a:extLst>
              </a:tr>
              <a:tr h="383529">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de-DE" sz="1800" dirty="0" err="1">
                          <a:latin typeface="Meta Offc Pro" panose="020B0504030101020102"/>
                        </a:rPr>
                        <a:t>SystemC</a:t>
                      </a:r>
                      <a:endParaRPr lang="de-DE" sz="1800" dirty="0">
                        <a:latin typeface="Meta Offc Pro" panose="020B0504030101020102"/>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de-DE" sz="1400" b="0" dirty="0">
                          <a:solidFill>
                            <a:schemeClr val="accent4"/>
                          </a:solidFill>
                        </a:rPr>
                        <a:t>(✔)</a:t>
                      </a:r>
                    </a:p>
                  </a:txBody>
                  <a:tcPr anchor="ctr"/>
                </a:tc>
                <a:tc>
                  <a:txBody>
                    <a:bodyPr/>
                    <a:lstStyle/>
                    <a:p>
                      <a:pPr algn="ctr"/>
                      <a:r>
                        <a:rPr lang="de-DE" sz="1400" dirty="0">
                          <a:solidFill>
                            <a:srgbClr val="00B050"/>
                          </a:solidFill>
                        </a:rPr>
                        <a:t>✔</a:t>
                      </a:r>
                      <a:endParaRPr lang="de-DE" sz="1400" dirty="0"/>
                    </a:p>
                  </a:txBody>
                  <a:tcPr anchor="ctr"/>
                </a:tc>
                <a:tc>
                  <a:txBody>
                    <a:bodyPr/>
                    <a:lstStyle/>
                    <a:p>
                      <a:pPr marL="0" marR="0" lvl="0" indent="0" algn="ctr" defTabSz="162566" rtl="0" eaLnBrk="1" fontAlgn="auto" latinLnBrk="0" hangingPunct="1">
                        <a:lnSpc>
                          <a:spcPct val="100000"/>
                        </a:lnSpc>
                        <a:spcBef>
                          <a:spcPts val="0"/>
                        </a:spcBef>
                        <a:spcAft>
                          <a:spcPts val="0"/>
                        </a:spcAft>
                        <a:buClrTx/>
                        <a:buSzTx/>
                        <a:buFontTx/>
                        <a:buNone/>
                        <a:tabLst/>
                        <a:defRPr/>
                      </a:pPr>
                      <a:r>
                        <a:rPr lang="de-DE" sz="1400" b="0" dirty="0">
                          <a:solidFill>
                            <a:schemeClr val="accent4"/>
                          </a:solidFill>
                        </a:rPr>
                        <a:t>(✔)</a:t>
                      </a:r>
                    </a:p>
                  </a:txBody>
                  <a:tcPr anchor="ctr"/>
                </a:tc>
                <a:tc>
                  <a:txBody>
                    <a:bodyPr/>
                    <a:lstStyle/>
                    <a:p>
                      <a:pPr algn="ctr"/>
                      <a:r>
                        <a:rPr lang="de-DE" sz="1400" dirty="0">
                          <a:solidFill>
                            <a:srgbClr val="00B050"/>
                          </a:solidFill>
                        </a:rPr>
                        <a:t>✔</a:t>
                      </a:r>
                      <a:endParaRPr lang="de-DE" sz="1400" dirty="0"/>
                    </a:p>
                  </a:txBody>
                  <a:tcPr anchor="ctr"/>
                </a:tc>
                <a:tc>
                  <a:txBody>
                    <a:bodyPr/>
                    <a:lstStyle/>
                    <a:p>
                      <a:pPr marL="0" marR="0" lvl="0" indent="0" algn="ctr" defTabSz="162566" rtl="0" eaLnBrk="1" fontAlgn="auto" latinLnBrk="0" hangingPunct="1">
                        <a:lnSpc>
                          <a:spcPct val="100000"/>
                        </a:lnSpc>
                        <a:spcBef>
                          <a:spcPts val="0"/>
                        </a:spcBef>
                        <a:spcAft>
                          <a:spcPts val="0"/>
                        </a:spcAft>
                        <a:buClrTx/>
                        <a:buSzTx/>
                        <a:buFontTx/>
                        <a:buNone/>
                        <a:tabLst/>
                        <a:defRPr/>
                      </a:pPr>
                      <a:r>
                        <a:rPr lang="de-DE" sz="1400" b="0" dirty="0">
                          <a:solidFill>
                            <a:schemeClr val="accent4"/>
                          </a:solidFill>
                        </a:rPr>
                        <a:t>(✔)</a:t>
                      </a:r>
                    </a:p>
                  </a:txBody>
                  <a:tcPr anchor="ctr"/>
                </a:tc>
                <a:tc>
                  <a:txBody>
                    <a:bodyPr/>
                    <a:lstStyle/>
                    <a:p>
                      <a:pPr algn="ctr"/>
                      <a:r>
                        <a:rPr lang="de-DE" sz="1400" kern="1200" dirty="0">
                          <a:solidFill>
                            <a:schemeClr val="accent3">
                              <a:lumMod val="75000"/>
                            </a:schemeClr>
                          </a:solidFill>
                          <a:latin typeface="+mn-lt"/>
                          <a:ea typeface="+mn-ea"/>
                          <a:cs typeface="+mn-cs"/>
                        </a:rPr>
                        <a:t>✖</a:t>
                      </a:r>
                      <a:endParaRPr lang="de-DE" sz="1400" dirty="0"/>
                    </a:p>
                  </a:txBody>
                  <a:tcPr anchor="ctr"/>
                </a:tc>
                <a:tc>
                  <a:txBody>
                    <a:bodyPr/>
                    <a:lstStyle/>
                    <a:p>
                      <a:pPr marL="0" marR="0" lvl="0" indent="0" algn="ctr" defTabSz="162566" rtl="0" eaLnBrk="1" fontAlgn="auto" latinLnBrk="0" hangingPunct="1">
                        <a:lnSpc>
                          <a:spcPct val="100000"/>
                        </a:lnSpc>
                        <a:spcBef>
                          <a:spcPts val="0"/>
                        </a:spcBef>
                        <a:spcAft>
                          <a:spcPts val="0"/>
                        </a:spcAft>
                        <a:buClrTx/>
                        <a:buSzTx/>
                        <a:buFontTx/>
                        <a:buNone/>
                        <a:tabLst/>
                        <a:defRPr/>
                      </a:pPr>
                      <a:r>
                        <a:rPr lang="de-DE" sz="1400" b="0">
                          <a:solidFill>
                            <a:schemeClr val="accent4"/>
                          </a:solidFill>
                        </a:rPr>
                        <a:t>(✔)</a:t>
                      </a:r>
                    </a:p>
                  </a:txBody>
                  <a:tcPr anchor="ctr"/>
                </a:tc>
                <a:extLst>
                  <a:ext uri="{0D108BD9-81ED-4DB2-BD59-A6C34878D82A}">
                    <a16:rowId xmlns:a16="http://schemas.microsoft.com/office/drawing/2014/main" val="2719816320"/>
                  </a:ext>
                </a:extLst>
              </a:tr>
            </a:tbl>
          </a:graphicData>
        </a:graphic>
      </p:graphicFrame>
      <p:sp>
        <p:nvSpPr>
          <p:cNvPr id="3" name="Rechteck 2">
            <a:extLst>
              <a:ext uri="{FF2B5EF4-FFF2-40B4-BE49-F238E27FC236}">
                <a16:creationId xmlns:a16="http://schemas.microsoft.com/office/drawing/2014/main" id="{EA280E59-29A6-4D64-A53B-A00327A5A2E9}"/>
              </a:ext>
            </a:extLst>
          </p:cNvPr>
          <p:cNvSpPr/>
          <p:nvPr/>
        </p:nvSpPr>
        <p:spPr>
          <a:xfrm>
            <a:off x="3963621" y="1740776"/>
            <a:ext cx="936104" cy="4536504"/>
          </a:xfrm>
          <a:prstGeom prst="rect">
            <a:avLst/>
          </a:prstGeom>
          <a:noFill/>
          <a:ln>
            <a:solidFill>
              <a:schemeClr val="accent6">
                <a:lumMod val="20000"/>
                <a:lumOff val="80000"/>
              </a:schemeClr>
            </a:solidFill>
          </a:ln>
          <a:effectLst>
            <a:glow rad="1397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98503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de-DE" dirty="0"/>
              <a:t>Überblick</a:t>
            </a:r>
          </a:p>
        </p:txBody>
      </p:sp>
      <p:sp>
        <p:nvSpPr>
          <p:cNvPr id="9" name="Untertitel 8"/>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t>Simulink</a:t>
            </a:r>
          </a:p>
          <a:p>
            <a:pPr marL="628650" lvl="1" indent="-285750" algn="l">
              <a:buFont typeface="Wingdings" pitchFamily="2" charset="2"/>
              <a:buChar char="§"/>
            </a:pPr>
            <a:r>
              <a:rPr lang="de-DE" sz="2400" dirty="0"/>
              <a:t>Einführung</a:t>
            </a:r>
          </a:p>
          <a:p>
            <a:pPr marL="628650" lvl="1" indent="-285750" algn="l">
              <a:buFont typeface="Wingdings" pitchFamily="2" charset="2"/>
              <a:buChar char="§"/>
            </a:pPr>
            <a:r>
              <a:rPr lang="de-DE" sz="2400" dirty="0"/>
              <a:t>Syntax und Semantik</a:t>
            </a:r>
          </a:p>
          <a:p>
            <a:pPr marL="628650" lvl="1" indent="-285750" algn="l">
              <a:buFont typeface="Wingdings" pitchFamily="2" charset="2"/>
              <a:buChar char="§"/>
            </a:pPr>
            <a:r>
              <a:rPr lang="de-DE" sz="2400" dirty="0"/>
              <a:t>Anwendungsbeispiel</a:t>
            </a:r>
          </a:p>
          <a:p>
            <a:pPr marL="285750" indent="-285750">
              <a:buFont typeface="Wingdings" pitchFamily="2" charset="2"/>
              <a:buChar char="§"/>
            </a:pPr>
            <a:r>
              <a:rPr lang="de-DE" sz="2400" dirty="0" err="1"/>
              <a:t>Stateflow</a:t>
            </a:r>
            <a:endParaRPr lang="de-DE" sz="2400" dirty="0"/>
          </a:p>
          <a:p>
            <a:pPr marL="628650" lvl="1" indent="-285750" algn="l">
              <a:buFont typeface="Wingdings" pitchFamily="2" charset="2"/>
              <a:buChar char="§"/>
            </a:pPr>
            <a:r>
              <a:rPr lang="de-DE" sz="2400" dirty="0"/>
              <a:t>Einführung</a:t>
            </a:r>
          </a:p>
          <a:p>
            <a:pPr marL="628650" lvl="1" indent="-285750" algn="l">
              <a:buFont typeface="Wingdings" pitchFamily="2" charset="2"/>
              <a:buChar char="§"/>
            </a:pPr>
            <a:r>
              <a:rPr lang="de-DE" sz="2400" dirty="0"/>
              <a:t>Syntax und Semantik</a:t>
            </a:r>
          </a:p>
          <a:p>
            <a:pPr marL="285750" indent="-285750">
              <a:buFont typeface="Wingdings" pitchFamily="2" charset="2"/>
              <a:buChar char="§"/>
            </a:pPr>
            <a:r>
              <a:rPr lang="de-DE" sz="2400" dirty="0"/>
              <a:t>Code Generierung</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a:t>
            </a:fld>
            <a:r>
              <a:rPr lang="de-DE"/>
              <a:t> </a:t>
            </a:r>
          </a:p>
        </p:txBody>
      </p:sp>
    </p:spTree>
    <p:extLst>
      <p:ext uri="{BB962C8B-B14F-4D97-AF65-F5344CB8AC3E}">
        <p14:creationId xmlns:p14="http://schemas.microsoft.com/office/powerpoint/2010/main" val="2129629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F80C8-89E0-4D73-F334-D2BB28FBCB2C}"/>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121A0BD8-544F-0677-35F6-7B6CE49FF8FF}"/>
              </a:ext>
            </a:extLst>
          </p:cNvPr>
          <p:cNvSpPr>
            <a:spLocks noGrp="1"/>
          </p:cNvSpPr>
          <p:nvPr>
            <p:ph type="title"/>
          </p:nvPr>
        </p:nvSpPr>
        <p:spPr/>
        <p:txBody>
          <a:bodyPr/>
          <a:lstStyle/>
          <a:p>
            <a:r>
              <a:rPr lang="de-DE" dirty="0"/>
              <a:t>Überblick</a:t>
            </a:r>
          </a:p>
        </p:txBody>
      </p:sp>
      <p:sp>
        <p:nvSpPr>
          <p:cNvPr id="9" name="Untertitel 8">
            <a:extLst>
              <a:ext uri="{FF2B5EF4-FFF2-40B4-BE49-F238E27FC236}">
                <a16:creationId xmlns:a16="http://schemas.microsoft.com/office/drawing/2014/main" id="{4D8FE83F-1E22-51B6-8BC0-C52F66636900}"/>
              </a:ext>
            </a:extLst>
          </p:cNvPr>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t>Simulink</a:t>
            </a:r>
          </a:p>
          <a:p>
            <a:pPr marL="628650" lvl="1" indent="-285750" algn="l">
              <a:buFont typeface="Wingdings" pitchFamily="2" charset="2"/>
              <a:buChar char="§"/>
            </a:pPr>
            <a:r>
              <a:rPr lang="de-DE" sz="2400" dirty="0"/>
              <a:t>Einführung</a:t>
            </a:r>
          </a:p>
          <a:p>
            <a:pPr marL="628650" lvl="1" indent="-285750" algn="l">
              <a:buFont typeface="Wingdings" pitchFamily="2" charset="2"/>
              <a:buChar char="§"/>
            </a:pPr>
            <a:r>
              <a:rPr lang="de-DE" sz="2400" dirty="0">
                <a:solidFill>
                  <a:schemeClr val="bg1">
                    <a:lumMod val="85000"/>
                  </a:schemeClr>
                </a:solidFill>
              </a:rPr>
              <a:t>Syntax und Semantik</a:t>
            </a:r>
          </a:p>
          <a:p>
            <a:pPr marL="628650" lvl="1" indent="-285750" algn="l">
              <a:buFont typeface="Wingdings" pitchFamily="2" charset="2"/>
              <a:buChar char="§"/>
            </a:pPr>
            <a:r>
              <a:rPr lang="de-DE" sz="2400" dirty="0">
                <a:solidFill>
                  <a:schemeClr val="bg1">
                    <a:lumMod val="85000"/>
                  </a:schemeClr>
                </a:solidFill>
              </a:rPr>
              <a:t>Anwendungsbeispiel</a:t>
            </a:r>
          </a:p>
          <a:p>
            <a:pPr marL="285750" indent="-285750">
              <a:buFont typeface="Wingdings" pitchFamily="2" charset="2"/>
              <a:buChar char="§"/>
            </a:pPr>
            <a:r>
              <a:rPr lang="de-DE" sz="2400" dirty="0" err="1">
                <a:solidFill>
                  <a:schemeClr val="bg1">
                    <a:lumMod val="85000"/>
                  </a:schemeClr>
                </a:solidFill>
              </a:rPr>
              <a:t>Stateflow</a:t>
            </a:r>
            <a:endParaRPr lang="de-DE" sz="2400" dirty="0">
              <a:solidFill>
                <a:schemeClr val="bg1">
                  <a:lumMod val="85000"/>
                </a:schemeClr>
              </a:solidFill>
            </a:endParaRP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solidFill>
                  <a:schemeClr val="bg1">
                    <a:lumMod val="85000"/>
                  </a:schemeClr>
                </a:solidFill>
              </a:rPr>
              <a:t>Syntax und Semantik</a:t>
            </a:r>
          </a:p>
          <a:p>
            <a:pPr marL="285750" indent="-285750">
              <a:buFont typeface="Wingdings" pitchFamily="2" charset="2"/>
              <a:buChar char="§"/>
            </a:pPr>
            <a:r>
              <a:rPr lang="de-DE" sz="2400" dirty="0">
                <a:solidFill>
                  <a:schemeClr val="bg1">
                    <a:lumMod val="85000"/>
                  </a:schemeClr>
                </a:solidFill>
              </a:rPr>
              <a:t>Code Generierung</a:t>
            </a:r>
          </a:p>
        </p:txBody>
      </p:sp>
      <p:sp>
        <p:nvSpPr>
          <p:cNvPr id="5" name="Fußzeilenplatzhalter 4">
            <a:extLst>
              <a:ext uri="{FF2B5EF4-FFF2-40B4-BE49-F238E27FC236}">
                <a16:creationId xmlns:a16="http://schemas.microsoft.com/office/drawing/2014/main" id="{42B6D422-C235-C084-AE0F-E443319F9056}"/>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C49287BF-CA05-40DA-CC42-013C98ABF838}"/>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7</a:t>
            </a:fld>
            <a:r>
              <a:rPr lang="de-DE"/>
              <a:t> </a:t>
            </a:r>
          </a:p>
        </p:txBody>
      </p:sp>
    </p:spTree>
    <p:extLst>
      <p:ext uri="{BB962C8B-B14F-4D97-AF65-F5344CB8AC3E}">
        <p14:creationId xmlns:p14="http://schemas.microsoft.com/office/powerpoint/2010/main" val="988579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771111-76B7-4E26-A7AF-7E4D2EDE4718}"/>
              </a:ext>
            </a:extLst>
          </p:cNvPr>
          <p:cNvSpPr>
            <a:spLocks noGrp="1"/>
          </p:cNvSpPr>
          <p:nvPr>
            <p:ph type="title"/>
          </p:nvPr>
        </p:nvSpPr>
        <p:spPr/>
        <p:txBody>
          <a:bodyPr/>
          <a:lstStyle/>
          <a:p>
            <a:r>
              <a:rPr lang="de-DE" dirty="0"/>
              <a:t>MATLAB/Simulink</a:t>
            </a:r>
          </a:p>
        </p:txBody>
      </p:sp>
      <p:sp>
        <p:nvSpPr>
          <p:cNvPr id="3" name="Inhaltsplatzhalter 2">
            <a:extLst>
              <a:ext uri="{FF2B5EF4-FFF2-40B4-BE49-F238E27FC236}">
                <a16:creationId xmlns:a16="http://schemas.microsoft.com/office/drawing/2014/main" id="{AA283663-8D56-41CA-8EC2-F5A017B42DFA}"/>
              </a:ext>
            </a:extLst>
          </p:cNvPr>
          <p:cNvSpPr>
            <a:spLocks noGrp="1"/>
          </p:cNvSpPr>
          <p:nvPr>
            <p:ph idx="1"/>
          </p:nvPr>
        </p:nvSpPr>
        <p:spPr>
          <a:xfrm>
            <a:off x="346049" y="2025142"/>
            <a:ext cx="11094456" cy="2963545"/>
          </a:xfrm>
        </p:spPr>
        <p:txBody>
          <a:bodyPr>
            <a:noAutofit/>
          </a:bodyPr>
          <a:lstStyle/>
          <a:p>
            <a:pPr marL="285750" indent="-285750">
              <a:buClr>
                <a:schemeClr val="tx1"/>
              </a:buClr>
              <a:buFont typeface="Wingdings" pitchFamily="2" charset="2"/>
              <a:buChar char="§"/>
            </a:pPr>
            <a:r>
              <a:rPr lang="de-DE" sz="2400" dirty="0"/>
              <a:t>MATLAB/Simulink ist ein </a:t>
            </a:r>
            <a:r>
              <a:rPr lang="de-DE" sz="2400" dirty="0">
                <a:solidFill>
                  <a:srgbClr val="00B0F0"/>
                </a:solidFill>
              </a:rPr>
              <a:t>de-facto Standard für Modellgetriebene Entwicklung </a:t>
            </a:r>
            <a:r>
              <a:rPr lang="de-DE" sz="2400" dirty="0"/>
              <a:t>in vielen Industrien, z.B.</a:t>
            </a:r>
          </a:p>
          <a:p>
            <a:pPr marL="742950" lvl="1" indent="-285750">
              <a:buClr>
                <a:schemeClr val="tx1"/>
              </a:buClr>
              <a:buFont typeface="Wingdings" pitchFamily="2" charset="2"/>
              <a:buChar char="§"/>
            </a:pPr>
            <a:r>
              <a:rPr lang="de-DE" sz="2400" dirty="0"/>
              <a:t>Automobil</a:t>
            </a:r>
          </a:p>
          <a:p>
            <a:pPr marL="742950" lvl="1" indent="-285750">
              <a:buClr>
                <a:schemeClr val="tx1"/>
              </a:buClr>
              <a:buFont typeface="Wingdings" pitchFamily="2" charset="2"/>
              <a:buChar char="§"/>
            </a:pPr>
            <a:r>
              <a:rPr lang="de-DE" sz="2400" dirty="0"/>
              <a:t>Luftfahrt</a:t>
            </a:r>
          </a:p>
          <a:p>
            <a:pPr marL="742950" lvl="1" indent="-285750">
              <a:buClr>
                <a:schemeClr val="tx1"/>
              </a:buClr>
              <a:buFont typeface="Wingdings" pitchFamily="2" charset="2"/>
              <a:buChar char="§"/>
            </a:pPr>
            <a:r>
              <a:rPr lang="de-DE" sz="2400" dirty="0"/>
              <a:t>Transportwesen</a:t>
            </a:r>
          </a:p>
          <a:p>
            <a:pPr marL="742950" lvl="1" indent="-285750">
              <a:buClr>
                <a:schemeClr val="tx1"/>
              </a:buClr>
              <a:buFont typeface="Wingdings" pitchFamily="2" charset="2"/>
              <a:buChar char="§"/>
            </a:pPr>
            <a:endParaRPr lang="de-DE" sz="2400" dirty="0"/>
          </a:p>
          <a:p>
            <a:pPr marL="285750" indent="-285750">
              <a:buClr>
                <a:schemeClr val="tx1"/>
              </a:buClr>
              <a:buFont typeface="Wingdings" pitchFamily="2" charset="2"/>
              <a:buChar char="§"/>
            </a:pPr>
            <a:r>
              <a:rPr lang="de-DE" sz="2400" dirty="0"/>
              <a:t>Modellierung </a:t>
            </a:r>
            <a:r>
              <a:rPr lang="de-DE" sz="2400" dirty="0">
                <a:solidFill>
                  <a:srgbClr val="00B0F0"/>
                </a:solidFill>
              </a:rPr>
              <a:t>hybrider Systeme</a:t>
            </a:r>
          </a:p>
          <a:p>
            <a:pPr marL="742950" lvl="1" indent="-285750">
              <a:buClr>
                <a:schemeClr val="tx1"/>
              </a:buClr>
              <a:buFont typeface="Wingdings" pitchFamily="2" charset="2"/>
              <a:buChar char="§"/>
            </a:pPr>
            <a:r>
              <a:rPr lang="de-DE" sz="2400" dirty="0">
                <a:solidFill>
                  <a:srgbClr val="00B0F0"/>
                </a:solidFill>
              </a:rPr>
              <a:t>kontinuierliche</a:t>
            </a:r>
            <a:r>
              <a:rPr lang="de-DE" sz="2400" b="1" dirty="0"/>
              <a:t> </a:t>
            </a:r>
            <a:r>
              <a:rPr lang="de-DE" sz="2400" dirty="0"/>
              <a:t>Anteile (z.B. Umgebung oder analoge Komponenten)</a:t>
            </a:r>
          </a:p>
          <a:p>
            <a:pPr marL="742950" lvl="1" indent="-285750">
              <a:buClr>
                <a:schemeClr val="tx1"/>
              </a:buClr>
              <a:buFont typeface="Wingdings" pitchFamily="2" charset="2"/>
              <a:buChar char="§"/>
            </a:pPr>
            <a:r>
              <a:rPr lang="de-DE" sz="2400" dirty="0">
                <a:solidFill>
                  <a:srgbClr val="00B0F0"/>
                </a:solidFill>
              </a:rPr>
              <a:t>diskrete</a:t>
            </a:r>
            <a:r>
              <a:rPr lang="de-DE" sz="2400" b="1" dirty="0"/>
              <a:t> </a:t>
            </a:r>
            <a:r>
              <a:rPr lang="de-DE" sz="2400" dirty="0"/>
              <a:t>Anteile (z.B. Steuerung des Systems)</a:t>
            </a:r>
          </a:p>
          <a:p>
            <a:pPr marL="742950" lvl="1" indent="-285750">
              <a:buClr>
                <a:schemeClr val="tx1"/>
              </a:buClr>
              <a:buFont typeface="Wingdings" pitchFamily="2" charset="2"/>
              <a:buChar char="§"/>
            </a:pPr>
            <a:r>
              <a:rPr lang="de-DE" sz="2400" dirty="0"/>
              <a:t>z.B. ABS, ESP im Automotive Bereich, Steuerung von Flugzeugen oder Satelliten</a:t>
            </a:r>
          </a:p>
          <a:p>
            <a:pPr marL="285750" indent="-285750">
              <a:buClr>
                <a:schemeClr val="tx1"/>
              </a:buClr>
              <a:buFont typeface="Wingdings" pitchFamily="2" charset="2"/>
              <a:buChar char="§"/>
            </a:pPr>
            <a:endParaRPr lang="de-DE" sz="2400" dirty="0"/>
          </a:p>
        </p:txBody>
      </p:sp>
      <p:sp>
        <p:nvSpPr>
          <p:cNvPr id="4" name="Fußzeilenplatzhalter 3">
            <a:extLst>
              <a:ext uri="{FF2B5EF4-FFF2-40B4-BE49-F238E27FC236}">
                <a16:creationId xmlns:a16="http://schemas.microsoft.com/office/drawing/2014/main" id="{67C61893-D00C-42AC-BED9-04FA06C38396}"/>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dirty="0">
              <a:solidFill>
                <a:schemeClr val="tx1"/>
              </a:solidFill>
            </a:endParaRPr>
          </a:p>
        </p:txBody>
      </p:sp>
      <p:sp>
        <p:nvSpPr>
          <p:cNvPr id="5" name="Foliennummernplatzhalter 4">
            <a:extLst>
              <a:ext uri="{FF2B5EF4-FFF2-40B4-BE49-F238E27FC236}">
                <a16:creationId xmlns:a16="http://schemas.microsoft.com/office/drawing/2014/main" id="{A971C04D-CF8F-4AE7-AB37-8A4A96799B6F}"/>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8</a:t>
            </a:fld>
            <a:r>
              <a:rPr lang="de-DE"/>
              <a:t> </a:t>
            </a:r>
            <a:endParaRPr lang="de-DE">
              <a:solidFill>
                <a:schemeClr val="tx1"/>
              </a:solidFill>
            </a:endParaRPr>
          </a:p>
        </p:txBody>
      </p:sp>
    </p:spTree>
    <p:extLst>
      <p:ext uri="{BB962C8B-B14F-4D97-AF65-F5344CB8AC3E}">
        <p14:creationId xmlns:p14="http://schemas.microsoft.com/office/powerpoint/2010/main" val="271068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l"/>
            <a:r>
              <a:rPr lang="en-US" dirty="0"/>
              <a:t>MATLAB</a:t>
            </a:r>
          </a:p>
        </p:txBody>
      </p:sp>
      <p:sp>
        <p:nvSpPr>
          <p:cNvPr id="3" name="Inhaltsplatzhalter 2"/>
          <p:cNvSpPr>
            <a:spLocks noGrp="1"/>
          </p:cNvSpPr>
          <p:nvPr>
            <p:ph idx="1"/>
          </p:nvPr>
        </p:nvSpPr>
        <p:spPr>
          <a:xfrm>
            <a:off x="359625" y="1774770"/>
            <a:ext cx="11485246" cy="2963545"/>
          </a:xfrm>
        </p:spPr>
        <p:txBody>
          <a:bodyPr>
            <a:noAutofit/>
          </a:bodyPr>
          <a:lstStyle/>
          <a:p>
            <a:pPr marL="342900" lvl="1" indent="-342900">
              <a:spcBef>
                <a:spcPts val="1200"/>
              </a:spcBef>
              <a:buClr>
                <a:schemeClr val="tx1"/>
              </a:buClr>
              <a:buFont typeface="Wingdings" pitchFamily="2" charset="2"/>
              <a:buChar char="§"/>
            </a:pPr>
            <a:r>
              <a:rPr lang="de-DE" sz="2800" dirty="0" err="1">
                <a:solidFill>
                  <a:srgbClr val="00B0F0"/>
                </a:solidFill>
              </a:rPr>
              <a:t>MAT</a:t>
            </a:r>
            <a:r>
              <a:rPr lang="de-DE" sz="2800" dirty="0" err="1"/>
              <a:t>rix</a:t>
            </a:r>
            <a:r>
              <a:rPr lang="de-DE" sz="2800" dirty="0">
                <a:solidFill>
                  <a:srgbClr val="00B0F0"/>
                </a:solidFill>
              </a:rPr>
              <a:t> </a:t>
            </a:r>
            <a:r>
              <a:rPr lang="de-DE" sz="2800" dirty="0" err="1">
                <a:solidFill>
                  <a:srgbClr val="00B0F0"/>
                </a:solidFill>
              </a:rPr>
              <a:t>LAB</a:t>
            </a:r>
            <a:r>
              <a:rPr lang="de-DE" sz="2800" dirty="0" err="1"/>
              <a:t>oratory</a:t>
            </a:r>
            <a:endParaRPr lang="de-DE" sz="2800" dirty="0"/>
          </a:p>
          <a:p>
            <a:pPr marL="342900" lvl="1" indent="-342900">
              <a:spcBef>
                <a:spcPts val="1200"/>
              </a:spcBef>
              <a:buClr>
                <a:schemeClr val="tx1"/>
              </a:buClr>
              <a:buFont typeface="Wingdings" pitchFamily="2" charset="2"/>
              <a:buChar char="§"/>
            </a:pPr>
            <a:r>
              <a:rPr lang="de-DE" sz="2800" dirty="0"/>
              <a:t>The </a:t>
            </a:r>
            <a:r>
              <a:rPr lang="de-DE" sz="2800" dirty="0" err="1"/>
              <a:t>MathWorks</a:t>
            </a:r>
            <a:r>
              <a:rPr lang="de-DE" sz="2800" dirty="0"/>
              <a:t>, Inc.</a:t>
            </a:r>
          </a:p>
          <a:p>
            <a:pPr marL="342900" lvl="1" indent="-342900">
              <a:spcBef>
                <a:spcPts val="1200"/>
              </a:spcBef>
              <a:buClr>
                <a:schemeClr val="tx1"/>
              </a:buClr>
              <a:buFont typeface="Wingdings" pitchFamily="2" charset="2"/>
              <a:buChar char="§"/>
            </a:pPr>
            <a:r>
              <a:rPr lang="de-DE" sz="2800" dirty="0"/>
              <a:t>Umgebung zur </a:t>
            </a:r>
            <a:r>
              <a:rPr lang="de-DE" sz="2800" dirty="0">
                <a:solidFill>
                  <a:srgbClr val="00B0F0"/>
                </a:solidFill>
              </a:rPr>
              <a:t>numerischen Berechnung und Simulation</a:t>
            </a:r>
          </a:p>
          <a:p>
            <a:pPr marL="342900" lvl="1" indent="-342900">
              <a:spcBef>
                <a:spcPts val="1200"/>
              </a:spcBef>
              <a:buClr>
                <a:schemeClr val="tx1"/>
              </a:buClr>
              <a:buFont typeface="Wingdings" pitchFamily="2" charset="2"/>
              <a:buChar char="§"/>
            </a:pPr>
            <a:r>
              <a:rPr lang="de-DE" sz="2800" dirty="0">
                <a:solidFill>
                  <a:srgbClr val="00B0F0"/>
                </a:solidFill>
              </a:rPr>
              <a:t>grafische Darstellung </a:t>
            </a:r>
            <a:r>
              <a:rPr lang="de-DE" sz="2800" dirty="0"/>
              <a:t>von Ergebnissen </a:t>
            </a:r>
          </a:p>
          <a:p>
            <a:pPr marL="342900" lvl="1" indent="-342900">
              <a:spcBef>
                <a:spcPts val="1200"/>
              </a:spcBef>
              <a:buClr>
                <a:schemeClr val="tx1"/>
              </a:buClr>
              <a:buFont typeface="Wingdings" pitchFamily="2" charset="2"/>
              <a:buChar char="§"/>
            </a:pPr>
            <a:r>
              <a:rPr lang="de-DE" sz="2800" dirty="0"/>
              <a:t>einfache Programmierung mit spezieller MATLAB-</a:t>
            </a:r>
            <a:r>
              <a:rPr lang="de-DE" sz="2800" dirty="0">
                <a:solidFill>
                  <a:srgbClr val="00B0F0"/>
                </a:solidFill>
              </a:rPr>
              <a:t>Skriptsprache</a:t>
            </a:r>
          </a:p>
          <a:p>
            <a:pPr marL="342900" lvl="1" indent="-342900">
              <a:spcBef>
                <a:spcPts val="1200"/>
              </a:spcBef>
              <a:buClr>
                <a:schemeClr val="tx1"/>
              </a:buClr>
              <a:buFont typeface="Wingdings" pitchFamily="2" charset="2"/>
              <a:buChar char="§"/>
            </a:pPr>
            <a:r>
              <a:rPr lang="de-DE" sz="2800" dirty="0"/>
              <a:t>unterstützt Matrixberechnungen, numerische Integration, komplexe Funktionen</a:t>
            </a:r>
          </a:p>
          <a:p>
            <a:pPr marL="342900" lvl="1" indent="-342900">
              <a:spcBef>
                <a:spcPts val="1200"/>
              </a:spcBef>
              <a:buClr>
                <a:schemeClr val="tx1"/>
              </a:buClr>
              <a:buFont typeface="Wingdings" pitchFamily="2" charset="2"/>
              <a:buChar char="§"/>
            </a:pPr>
            <a:r>
              <a:rPr lang="de-DE" sz="2800" dirty="0"/>
              <a:t>erweiterbar durch sog. </a:t>
            </a:r>
            <a:r>
              <a:rPr lang="de-DE" sz="2800" dirty="0">
                <a:solidFill>
                  <a:srgbClr val="00B0F0"/>
                </a:solidFill>
              </a:rPr>
              <a:t>Toolboxen</a:t>
            </a:r>
            <a:r>
              <a:rPr lang="de-DE" sz="2800" dirty="0"/>
              <a:t>, z.B. Simulink, </a:t>
            </a:r>
            <a:r>
              <a:rPr lang="de-DE" sz="2800" dirty="0" err="1"/>
              <a:t>Stateflow</a:t>
            </a:r>
            <a:endParaRPr lang="de-DE" sz="28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en-US">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9</a:t>
            </a:fld>
            <a:r>
              <a:rPr lang="de-DE"/>
              <a:t> </a:t>
            </a:r>
            <a:endParaRPr lang="en-US">
              <a:solidFill>
                <a:srgbClr val="00004B"/>
              </a:solidFill>
            </a:endParaRPr>
          </a:p>
        </p:txBody>
      </p:sp>
    </p:spTree>
    <p:extLst>
      <p:ext uri="{BB962C8B-B14F-4D97-AF65-F5344CB8AC3E}">
        <p14:creationId xmlns:p14="http://schemas.microsoft.com/office/powerpoint/2010/main" val="212931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algn="l"/>
            <a:r>
              <a:rPr lang="en-US" dirty="0"/>
              <a:t>Simulink</a:t>
            </a:r>
          </a:p>
        </p:txBody>
      </p:sp>
      <p:sp>
        <p:nvSpPr>
          <p:cNvPr id="38" name="Inhaltsplatzhalter 37"/>
          <p:cNvSpPr>
            <a:spLocks noGrp="1"/>
          </p:cNvSpPr>
          <p:nvPr>
            <p:ph idx="1"/>
          </p:nvPr>
        </p:nvSpPr>
        <p:spPr>
          <a:xfrm>
            <a:off x="373024" y="1904270"/>
            <a:ext cx="11640661" cy="4448177"/>
          </a:xfrm>
        </p:spPr>
        <p:txBody>
          <a:bodyPr>
            <a:normAutofit/>
          </a:bodyPr>
          <a:lstStyle/>
          <a:p>
            <a:pPr marL="342900" indent="-342900">
              <a:spcBef>
                <a:spcPts val="1800"/>
              </a:spcBef>
              <a:buClr>
                <a:schemeClr val="tx1"/>
              </a:buClr>
              <a:buFont typeface="Wingdings" pitchFamily="2" charset="2"/>
              <a:buChar char="§"/>
            </a:pPr>
            <a:r>
              <a:rPr lang="en-US" sz="2400" dirty="0"/>
              <a:t>MATLAB Toolbox </a:t>
            </a:r>
            <a:r>
              <a:rPr lang="en-US" sz="2400" dirty="0" err="1"/>
              <a:t>zur</a:t>
            </a:r>
            <a:r>
              <a:rPr lang="en-US" sz="2400" dirty="0"/>
              <a:t> </a:t>
            </a:r>
            <a:r>
              <a:rPr lang="en-US" sz="2400" dirty="0" err="1"/>
              <a:t>grafischen</a:t>
            </a:r>
            <a:r>
              <a:rPr lang="en-US" sz="2400" dirty="0"/>
              <a:t> </a:t>
            </a:r>
            <a:r>
              <a:rPr lang="en-US" sz="2400" dirty="0" err="1">
                <a:solidFill>
                  <a:srgbClr val="00B0F0"/>
                </a:solidFill>
              </a:rPr>
              <a:t>Modellierung</a:t>
            </a:r>
            <a:r>
              <a:rPr lang="en-US" sz="2400" dirty="0">
                <a:solidFill>
                  <a:srgbClr val="00B0F0"/>
                </a:solidFill>
              </a:rPr>
              <a:t> und Simulation </a:t>
            </a:r>
            <a:r>
              <a:rPr lang="en-US" sz="2400" dirty="0" err="1">
                <a:solidFill>
                  <a:srgbClr val="00B0F0"/>
                </a:solidFill>
              </a:rPr>
              <a:t>dynamischer</a:t>
            </a:r>
            <a:r>
              <a:rPr lang="en-US" sz="2400" dirty="0">
                <a:solidFill>
                  <a:srgbClr val="00B0F0"/>
                </a:solidFill>
              </a:rPr>
              <a:t> </a:t>
            </a:r>
            <a:r>
              <a:rPr lang="en-US" sz="2400" dirty="0" err="1">
                <a:solidFill>
                  <a:srgbClr val="00B0F0"/>
                </a:solidFill>
              </a:rPr>
              <a:t>Systeme</a:t>
            </a:r>
            <a:endParaRPr lang="en-US" sz="2400" dirty="0">
              <a:solidFill>
                <a:srgbClr val="00B0F0"/>
              </a:solidFill>
            </a:endParaRPr>
          </a:p>
          <a:p>
            <a:pPr marL="342900" indent="-342900">
              <a:spcBef>
                <a:spcPts val="1800"/>
              </a:spcBef>
              <a:buClr>
                <a:schemeClr val="tx1"/>
              </a:buClr>
              <a:buFont typeface="Wingdings" pitchFamily="2" charset="2"/>
              <a:buChar char="§"/>
            </a:pPr>
            <a:r>
              <a:rPr lang="en-US" sz="2400" dirty="0" err="1"/>
              <a:t>basiert</a:t>
            </a:r>
            <a:r>
              <a:rPr lang="en-US" sz="2400" dirty="0"/>
              <a:t> auf </a:t>
            </a:r>
            <a:r>
              <a:rPr lang="en-US" sz="2400" dirty="0" err="1">
                <a:solidFill>
                  <a:srgbClr val="00B0F0"/>
                </a:solidFill>
              </a:rPr>
              <a:t>Blockdiagrammen</a:t>
            </a:r>
            <a:endParaRPr lang="en-US" sz="2400" dirty="0">
              <a:solidFill>
                <a:srgbClr val="00B0F0"/>
              </a:solidFill>
            </a:endParaRPr>
          </a:p>
          <a:p>
            <a:pPr marL="285750" indent="-285750">
              <a:spcBef>
                <a:spcPts val="1800"/>
              </a:spcBef>
              <a:buClr>
                <a:schemeClr val="tx1"/>
              </a:buClr>
              <a:buFont typeface="Wingdings" pitchFamily="2" charset="2"/>
              <a:buChar char="§"/>
            </a:pPr>
            <a:r>
              <a:rPr lang="en-US" dirty="0" err="1"/>
              <a:t>Blöcke</a:t>
            </a:r>
            <a:r>
              <a:rPr lang="en-US" dirty="0"/>
              <a:t> </a:t>
            </a:r>
            <a:r>
              <a:rPr lang="en-US" dirty="0" err="1"/>
              <a:t>werden</a:t>
            </a:r>
            <a:r>
              <a:rPr lang="en-US" dirty="0"/>
              <a:t> </a:t>
            </a:r>
            <a:r>
              <a:rPr lang="en-US" dirty="0" err="1"/>
              <a:t>mit</a:t>
            </a:r>
            <a:r>
              <a:rPr lang="en-US" dirty="0"/>
              <a:t> </a:t>
            </a:r>
            <a:r>
              <a:rPr lang="en-US" dirty="0" err="1">
                <a:solidFill>
                  <a:srgbClr val="00B0F0"/>
                </a:solidFill>
              </a:rPr>
              <a:t>Signalen</a:t>
            </a:r>
            <a:r>
              <a:rPr lang="en-US" dirty="0">
                <a:solidFill>
                  <a:srgbClr val="00B0F0"/>
                </a:solidFill>
              </a:rPr>
              <a:t> </a:t>
            </a:r>
            <a:r>
              <a:rPr lang="en-US" dirty="0" err="1"/>
              <a:t>verbunden</a:t>
            </a:r>
            <a:endParaRPr lang="en-US" dirty="0"/>
          </a:p>
          <a:p>
            <a:pPr marL="342900" indent="-342900">
              <a:spcBef>
                <a:spcPts val="1800"/>
              </a:spcBef>
              <a:buClr>
                <a:schemeClr val="tx1"/>
              </a:buClr>
              <a:buFont typeface="Wingdings" pitchFamily="2" charset="2"/>
              <a:buChar char="§"/>
            </a:pPr>
            <a:r>
              <a:rPr lang="en-US" sz="2400" dirty="0" err="1"/>
              <a:t>Blockdiagramme</a:t>
            </a:r>
            <a:r>
              <a:rPr lang="en-US" sz="2400" dirty="0"/>
              <a:t> </a:t>
            </a:r>
            <a:r>
              <a:rPr lang="en-US" sz="2400" dirty="0" err="1"/>
              <a:t>sind</a:t>
            </a:r>
            <a:r>
              <a:rPr lang="en-US" sz="2400" dirty="0"/>
              <a:t> </a:t>
            </a:r>
            <a:r>
              <a:rPr lang="en-US" sz="2400" dirty="0" err="1">
                <a:solidFill>
                  <a:srgbClr val="00B0F0"/>
                </a:solidFill>
              </a:rPr>
              <a:t>datenflussorientiert</a:t>
            </a:r>
            <a:r>
              <a:rPr lang="en-US" sz="2400" dirty="0"/>
              <a:t> und </a:t>
            </a:r>
            <a:r>
              <a:rPr lang="en-US" sz="2400" dirty="0" err="1"/>
              <a:t>beschreiben</a:t>
            </a:r>
            <a:r>
              <a:rPr lang="en-US" sz="2400" dirty="0"/>
              <a:t> </a:t>
            </a:r>
            <a:r>
              <a:rPr lang="en-US" sz="2400" dirty="0" err="1">
                <a:solidFill>
                  <a:srgbClr val="00B0F0"/>
                </a:solidFill>
              </a:rPr>
              <a:t>hybride</a:t>
            </a:r>
            <a:r>
              <a:rPr lang="en-US" sz="2400" dirty="0">
                <a:solidFill>
                  <a:srgbClr val="00B0F0"/>
                </a:solidFill>
              </a:rPr>
              <a:t> </a:t>
            </a:r>
            <a:r>
              <a:rPr lang="en-US" sz="2400" dirty="0" err="1">
                <a:solidFill>
                  <a:srgbClr val="00B0F0"/>
                </a:solidFill>
              </a:rPr>
              <a:t>Systeme</a:t>
            </a:r>
            <a:endParaRPr lang="en-US" sz="2400" dirty="0">
              <a:solidFill>
                <a:srgbClr val="00B0F0"/>
              </a:solidFill>
            </a:endParaRPr>
          </a:p>
          <a:p>
            <a:pPr marL="342900" indent="-342900">
              <a:spcBef>
                <a:spcPts val="1800"/>
              </a:spcBef>
              <a:buClr>
                <a:schemeClr val="tx1"/>
              </a:buClr>
              <a:buFont typeface="Wingdings" pitchFamily="2" charset="2"/>
              <a:buChar char="§"/>
            </a:pPr>
            <a:r>
              <a:rPr lang="en-US" sz="2400" dirty="0">
                <a:solidFill>
                  <a:srgbClr val="00B0F0"/>
                </a:solidFill>
              </a:rPr>
              <a:t>Simulation: </a:t>
            </a:r>
            <a:r>
              <a:rPr lang="en-US" sz="2400" dirty="0" err="1"/>
              <a:t>Auswertung</a:t>
            </a:r>
            <a:r>
              <a:rPr lang="en-US" sz="2400" dirty="0"/>
              <a:t> von </a:t>
            </a:r>
            <a:r>
              <a:rPr lang="en-US" sz="2400" dirty="0" err="1"/>
              <a:t>Blöcken</a:t>
            </a:r>
            <a:r>
              <a:rPr lang="en-US" sz="2400" dirty="0"/>
              <a:t>, </a:t>
            </a:r>
            <a:r>
              <a:rPr lang="en-US" sz="2400" dirty="0" err="1"/>
              <a:t>Berechnung</a:t>
            </a:r>
            <a:r>
              <a:rPr lang="en-US" sz="2400" dirty="0"/>
              <a:t> von </a:t>
            </a:r>
            <a:r>
              <a:rPr lang="en-US" sz="2400" dirty="0" err="1"/>
              <a:t>Signalverläufen</a:t>
            </a:r>
            <a:endParaRPr lang="en-US" sz="2400" dirty="0"/>
          </a:p>
          <a:p>
            <a:pPr marL="342900" indent="-342900">
              <a:spcBef>
                <a:spcPts val="1800"/>
              </a:spcBef>
              <a:buClr>
                <a:schemeClr val="tx1"/>
              </a:buClr>
              <a:buFont typeface="Wingdings" pitchFamily="2" charset="2"/>
              <a:buChar char="§"/>
            </a:pPr>
            <a:r>
              <a:rPr lang="en-US" sz="2400" dirty="0" err="1"/>
              <a:t>automatische</a:t>
            </a:r>
            <a:r>
              <a:rPr lang="en-US" sz="2400" dirty="0"/>
              <a:t> </a:t>
            </a:r>
            <a:r>
              <a:rPr lang="en-US" sz="2400" dirty="0">
                <a:solidFill>
                  <a:srgbClr val="00B0F0"/>
                </a:solidFill>
              </a:rPr>
              <a:t>Code-</a:t>
            </a:r>
            <a:r>
              <a:rPr lang="en-US" sz="2400" dirty="0" err="1">
                <a:solidFill>
                  <a:srgbClr val="00B0F0"/>
                </a:solidFill>
              </a:rPr>
              <a:t>Generierung</a:t>
            </a:r>
            <a:r>
              <a:rPr lang="en-US" sz="2400" dirty="0">
                <a:solidFill>
                  <a:srgbClr val="00B0F0"/>
                </a:solidFill>
              </a:rPr>
              <a:t> </a:t>
            </a:r>
          </a:p>
          <a:p>
            <a:pPr marL="742950" lvl="1" indent="-285750">
              <a:buClr>
                <a:schemeClr val="tx1"/>
              </a:buClr>
              <a:buFont typeface="Wingdings" pitchFamily="2" charset="2"/>
              <a:buChar char="§"/>
            </a:pPr>
            <a:r>
              <a:rPr lang="en-US" dirty="0"/>
              <a:t>C, C++, VHDL</a:t>
            </a:r>
          </a:p>
          <a:p>
            <a:pPr marL="742950" lvl="1" indent="-285750">
              <a:buClr>
                <a:schemeClr val="tx1"/>
              </a:buClr>
              <a:buFont typeface="Wingdings" pitchFamily="2" charset="2"/>
              <a:buChar char="§"/>
            </a:pPr>
            <a:r>
              <a:rPr lang="en-US" dirty="0" err="1"/>
              <a:t>direkt</a:t>
            </a:r>
            <a:r>
              <a:rPr lang="en-US" dirty="0"/>
              <a:t> </a:t>
            </a:r>
            <a:r>
              <a:rPr lang="en-US" dirty="0" err="1"/>
              <a:t>unterstützt</a:t>
            </a:r>
            <a:r>
              <a:rPr lang="en-US" dirty="0"/>
              <a:t> </a:t>
            </a:r>
            <a:r>
              <a:rPr lang="en-US" dirty="0" err="1">
                <a:solidFill>
                  <a:srgbClr val="00B0F0"/>
                </a:solidFill>
              </a:rPr>
              <a:t>aus</a:t>
            </a:r>
            <a:r>
              <a:rPr lang="en-US" dirty="0">
                <a:solidFill>
                  <a:srgbClr val="00B0F0"/>
                </a:solidFill>
              </a:rPr>
              <a:t> Simulink </a:t>
            </a:r>
            <a:r>
              <a:rPr lang="en-US" dirty="0" err="1"/>
              <a:t>heraus</a:t>
            </a:r>
            <a:r>
              <a:rPr lang="en-US" dirty="0"/>
              <a:t> </a:t>
            </a:r>
            <a:r>
              <a:rPr lang="en-US" dirty="0" err="1"/>
              <a:t>oder</a:t>
            </a:r>
            <a:r>
              <a:rPr lang="en-US" dirty="0"/>
              <a:t> </a:t>
            </a:r>
            <a:r>
              <a:rPr lang="en-US" dirty="0" err="1"/>
              <a:t>mittels</a:t>
            </a:r>
            <a:r>
              <a:rPr lang="en-US" dirty="0"/>
              <a:t> </a:t>
            </a:r>
            <a:r>
              <a:rPr lang="en-US" dirty="0">
                <a:solidFill>
                  <a:srgbClr val="00B0F0"/>
                </a:solidFill>
              </a:rPr>
              <a:t>Tools von </a:t>
            </a:r>
            <a:r>
              <a:rPr lang="en-US" dirty="0" err="1">
                <a:solidFill>
                  <a:srgbClr val="00B0F0"/>
                </a:solidFill>
              </a:rPr>
              <a:t>externen</a:t>
            </a:r>
            <a:r>
              <a:rPr lang="en-US" dirty="0">
                <a:solidFill>
                  <a:srgbClr val="00B0F0"/>
                </a:solidFill>
              </a:rPr>
              <a:t> </a:t>
            </a:r>
            <a:r>
              <a:rPr lang="en-US" dirty="0" err="1">
                <a:solidFill>
                  <a:srgbClr val="00B0F0"/>
                </a:solidFill>
              </a:rPr>
              <a:t>Anbietern</a:t>
            </a:r>
            <a:endParaRPr lang="en-US" dirty="0">
              <a:solidFill>
                <a:srgbClr val="00B0F0"/>
              </a:solidFill>
            </a:endParaRP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dirty="0">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10</a:t>
            </a:fld>
            <a:r>
              <a:rPr lang="de-DE"/>
              <a:t> </a:t>
            </a:r>
            <a:endParaRPr lang="de-DE">
              <a:solidFill>
                <a:srgbClr val="00004B"/>
              </a:solidFill>
            </a:endParaRPr>
          </a:p>
        </p:txBody>
      </p:sp>
    </p:spTree>
    <p:extLst>
      <p:ext uri="{BB962C8B-B14F-4D97-AF65-F5344CB8AC3E}">
        <p14:creationId xmlns:p14="http://schemas.microsoft.com/office/powerpoint/2010/main" val="58760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FB7413-7ADE-4D5A-BB25-9E01A1F01533}"/>
              </a:ext>
            </a:extLst>
          </p:cNvPr>
          <p:cNvSpPr>
            <a:spLocks noGrp="1"/>
          </p:cNvSpPr>
          <p:nvPr>
            <p:ph type="title"/>
          </p:nvPr>
        </p:nvSpPr>
        <p:spPr/>
        <p:txBody>
          <a:bodyPr/>
          <a:lstStyle/>
          <a:p>
            <a:r>
              <a:rPr lang="de-DE" dirty="0"/>
              <a:t>Architektur</a:t>
            </a:r>
          </a:p>
        </p:txBody>
      </p:sp>
      <p:sp>
        <p:nvSpPr>
          <p:cNvPr id="3" name="Inhaltsplatzhalter 2"/>
          <p:cNvSpPr>
            <a:spLocks noGrp="1"/>
          </p:cNvSpPr>
          <p:nvPr>
            <p:ph idx="1"/>
          </p:nvPr>
        </p:nvSpPr>
        <p:spPr>
          <a:xfrm>
            <a:off x="341711" y="1295409"/>
            <a:ext cx="11472025" cy="276999"/>
          </a:xfrm>
        </p:spPr>
        <p:txBody>
          <a:bodyPr/>
          <a:lstStyle/>
          <a:p>
            <a:r>
              <a:rPr lang="de-DE" dirty="0"/>
              <a:t> </a:t>
            </a:r>
          </a:p>
        </p:txBody>
      </p:sp>
      <p:sp>
        <p:nvSpPr>
          <p:cNvPr id="4" name="Fußzeilenplatzhalter 3">
            <a:extLst>
              <a:ext uri="{FF2B5EF4-FFF2-40B4-BE49-F238E27FC236}">
                <a16:creationId xmlns:a16="http://schemas.microsoft.com/office/drawing/2014/main" id="{9820B318-0786-4B10-BD86-BE4DA404BF66}"/>
              </a:ext>
            </a:extLst>
          </p:cNvPr>
          <p:cNvSpPr>
            <a:spLocks noGrp="1"/>
          </p:cNvSpPr>
          <p:nvPr>
            <p:ph type="ftr" sz="quarter" idx="11"/>
          </p:nvPr>
        </p:nvSpPr>
        <p:spPr>
          <a:xfrm>
            <a:off x="341711" y="6456826"/>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dirty="0"/>
              <a:t>Prof. Dr. Sebastian Schlesinger</a:t>
            </a:r>
            <a:endParaRPr lang="de-DE" dirty="0">
              <a:solidFill>
                <a:srgbClr val="00004B"/>
              </a:solidFill>
            </a:endParaRPr>
          </a:p>
        </p:txBody>
      </p:sp>
      <p:sp>
        <p:nvSpPr>
          <p:cNvPr id="5" name="Foliennummernplatzhalter 4">
            <a:extLst>
              <a:ext uri="{FF2B5EF4-FFF2-40B4-BE49-F238E27FC236}">
                <a16:creationId xmlns:a16="http://schemas.microsoft.com/office/drawing/2014/main" id="{A62BCF7E-4D87-47E2-85E3-842F9C0A1904}"/>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11</a:t>
            </a:fld>
            <a:r>
              <a:rPr lang="de-DE"/>
              <a:t> </a:t>
            </a:r>
            <a:endParaRPr lang="de-DE">
              <a:solidFill>
                <a:srgbClr val="00004B"/>
              </a:solidFill>
            </a:endParaRPr>
          </a:p>
        </p:txBody>
      </p:sp>
      <p:sp>
        <p:nvSpPr>
          <p:cNvPr id="7" name="Rechteck 6">
            <a:extLst>
              <a:ext uri="{FF2B5EF4-FFF2-40B4-BE49-F238E27FC236}">
                <a16:creationId xmlns:a16="http://schemas.microsoft.com/office/drawing/2014/main" id="{9FF46BE8-DB90-45C0-A4D2-8FD325CBAE54}"/>
              </a:ext>
            </a:extLst>
          </p:cNvPr>
          <p:cNvSpPr/>
          <p:nvPr/>
        </p:nvSpPr>
        <p:spPr bwMode="auto">
          <a:xfrm>
            <a:off x="1054658" y="1572408"/>
            <a:ext cx="10095384" cy="857256"/>
          </a:xfrm>
          <a:prstGeom prst="rect">
            <a:avLst/>
          </a:prstGeom>
          <a:ln w="19050">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ctr" fontAlgn="base">
              <a:spcBef>
                <a:spcPct val="20000"/>
              </a:spcBef>
              <a:spcAft>
                <a:spcPct val="0"/>
              </a:spcAft>
            </a:pPr>
            <a:r>
              <a:rPr lang="en-US" sz="2400" dirty="0">
                <a:solidFill>
                  <a:schemeClr val="tx1"/>
                </a:solidFill>
              </a:rPr>
              <a:t>MATLAB IDE</a:t>
            </a:r>
          </a:p>
          <a:p>
            <a:pPr marL="342900" indent="-342900" algn="ctr" fontAlgn="base">
              <a:spcBef>
                <a:spcPct val="20000"/>
              </a:spcBef>
              <a:spcAft>
                <a:spcPct val="0"/>
              </a:spcAft>
            </a:pPr>
            <a:r>
              <a:rPr lang="de-DE" sz="2000" dirty="0">
                <a:solidFill>
                  <a:schemeClr val="tx1"/>
                </a:solidFill>
              </a:rPr>
              <a:t>(M-code, </a:t>
            </a:r>
            <a:r>
              <a:rPr lang="de-DE" sz="2000" dirty="0" err="1">
                <a:solidFill>
                  <a:schemeClr val="tx1"/>
                </a:solidFill>
              </a:rPr>
              <a:t>common</a:t>
            </a:r>
            <a:r>
              <a:rPr lang="de-DE" sz="2000" dirty="0">
                <a:solidFill>
                  <a:schemeClr val="tx1"/>
                </a:solidFill>
              </a:rPr>
              <a:t> </a:t>
            </a:r>
            <a:r>
              <a:rPr lang="de-DE" sz="2000" dirty="0" err="1">
                <a:solidFill>
                  <a:schemeClr val="tx1"/>
                </a:solidFill>
              </a:rPr>
              <a:t>data</a:t>
            </a:r>
            <a:r>
              <a:rPr lang="de-DE" sz="2000" dirty="0">
                <a:solidFill>
                  <a:schemeClr val="tx1"/>
                </a:solidFill>
              </a:rPr>
              <a:t> </a:t>
            </a:r>
            <a:r>
              <a:rPr lang="de-DE" sz="2000" dirty="0" err="1">
                <a:solidFill>
                  <a:schemeClr val="tx1"/>
                </a:solidFill>
              </a:rPr>
              <a:t>types</a:t>
            </a:r>
            <a:r>
              <a:rPr lang="de-DE" sz="2000" dirty="0">
                <a:solidFill>
                  <a:schemeClr val="tx1"/>
                </a:solidFill>
              </a:rPr>
              <a:t>)</a:t>
            </a:r>
          </a:p>
        </p:txBody>
      </p:sp>
      <p:sp>
        <p:nvSpPr>
          <p:cNvPr id="8" name="L-Form 7">
            <a:extLst>
              <a:ext uri="{FF2B5EF4-FFF2-40B4-BE49-F238E27FC236}">
                <a16:creationId xmlns:a16="http://schemas.microsoft.com/office/drawing/2014/main" id="{1AAADA24-650D-4D52-A7B8-D93E047BA8FC}"/>
              </a:ext>
            </a:extLst>
          </p:cNvPr>
          <p:cNvSpPr/>
          <p:nvPr/>
        </p:nvSpPr>
        <p:spPr bwMode="auto">
          <a:xfrm rot="5400000">
            <a:off x="3343931" y="203333"/>
            <a:ext cx="2821217" cy="7399760"/>
          </a:xfrm>
          <a:prstGeom prst="corner">
            <a:avLst>
              <a:gd name="adj1" fmla="val 42774"/>
              <a:gd name="adj2" fmla="val 18687"/>
            </a:avLst>
          </a:prstGeom>
          <a:ln w="19050">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vert270" wrap="square" lIns="91440" tIns="45720" rIns="91440" bIns="45720" numCol="1" rtlCol="0" anchor="t" anchorCtr="0" compatLnSpc="1">
            <a:prstTxWarp prst="textNoShape">
              <a:avLst/>
            </a:prstTxWarp>
          </a:bodyPr>
          <a:lstStyle/>
          <a:p>
            <a:pPr marL="342900" indent="-342900" fontAlgn="base">
              <a:spcBef>
                <a:spcPts val="3200"/>
              </a:spcBef>
              <a:spcAft>
                <a:spcPct val="0"/>
              </a:spcAft>
            </a:pPr>
            <a:r>
              <a:rPr lang="en-US" sz="2400" dirty="0">
                <a:solidFill>
                  <a:schemeClr val="tx1"/>
                </a:solidFill>
              </a:rPr>
              <a:t>Simulink Toolbox</a:t>
            </a:r>
          </a:p>
          <a:p>
            <a:pPr marL="342900" indent="-342900" fontAlgn="base">
              <a:spcBef>
                <a:spcPts val="3200"/>
              </a:spcBef>
              <a:spcAft>
                <a:spcPct val="0"/>
              </a:spcAft>
            </a:pPr>
            <a:r>
              <a:rPr lang="en-US" sz="2000" dirty="0" err="1">
                <a:solidFill>
                  <a:schemeClr val="tx1"/>
                </a:solidFill>
              </a:rPr>
              <a:t>Blöcke</a:t>
            </a:r>
            <a:endParaRPr lang="en-US" sz="2000" dirty="0">
              <a:solidFill>
                <a:schemeClr val="tx1"/>
              </a:solidFill>
            </a:endParaRPr>
          </a:p>
          <a:p>
            <a:pPr marL="342900" indent="-342900" fontAlgn="base">
              <a:spcAft>
                <a:spcPct val="0"/>
              </a:spcAft>
            </a:pPr>
            <a:r>
              <a:rPr lang="en-US" sz="2000" dirty="0">
                <a:solidFill>
                  <a:schemeClr val="tx1"/>
                </a:solidFill>
              </a:rPr>
              <a:t>Signal-</a:t>
            </a:r>
          </a:p>
          <a:p>
            <a:pPr marL="342900" indent="-342900" fontAlgn="base">
              <a:spcAft>
                <a:spcPct val="0"/>
              </a:spcAft>
            </a:pPr>
            <a:r>
              <a:rPr lang="en-US" sz="2000" dirty="0" err="1">
                <a:solidFill>
                  <a:schemeClr val="tx1"/>
                </a:solidFill>
              </a:rPr>
              <a:t>linien</a:t>
            </a:r>
            <a:endParaRPr lang="en-US" sz="2000" dirty="0">
              <a:solidFill>
                <a:schemeClr val="tx1"/>
              </a:solidFill>
            </a:endParaRPr>
          </a:p>
        </p:txBody>
      </p:sp>
      <p:sp>
        <p:nvSpPr>
          <p:cNvPr id="9" name="Rechteck 8">
            <a:extLst>
              <a:ext uri="{FF2B5EF4-FFF2-40B4-BE49-F238E27FC236}">
                <a16:creationId xmlns:a16="http://schemas.microsoft.com/office/drawing/2014/main" id="{A2DA2904-68B3-470E-A75D-4F9ECD68272D}"/>
              </a:ext>
            </a:extLst>
          </p:cNvPr>
          <p:cNvSpPr/>
          <p:nvPr/>
        </p:nvSpPr>
        <p:spPr bwMode="auto">
          <a:xfrm>
            <a:off x="8549574" y="2492605"/>
            <a:ext cx="2586205" cy="2821217"/>
          </a:xfrm>
          <a:prstGeom prst="rect">
            <a:avLst/>
          </a:prstGeom>
          <a:ln w="19050">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fontAlgn="base">
              <a:spcBef>
                <a:spcPts val="1600"/>
              </a:spcBef>
              <a:spcAft>
                <a:spcPct val="0"/>
              </a:spcAft>
            </a:pPr>
            <a:r>
              <a:rPr lang="en-US" sz="2400" dirty="0" err="1">
                <a:solidFill>
                  <a:schemeClr val="tx1"/>
                </a:solidFill>
              </a:rPr>
              <a:t>Weitere</a:t>
            </a:r>
            <a:endParaRPr lang="en-US" sz="2400" dirty="0">
              <a:solidFill>
                <a:schemeClr val="tx1"/>
              </a:solidFill>
            </a:endParaRPr>
          </a:p>
          <a:p>
            <a:pPr marL="342900" indent="-342900" fontAlgn="base">
              <a:spcAft>
                <a:spcPct val="0"/>
              </a:spcAft>
            </a:pPr>
            <a:r>
              <a:rPr lang="en-US" sz="2400" dirty="0" err="1">
                <a:solidFill>
                  <a:schemeClr val="tx1"/>
                </a:solidFill>
              </a:rPr>
              <a:t>Toolboxen</a:t>
            </a:r>
            <a:endParaRPr lang="en-US" sz="2400" dirty="0">
              <a:solidFill>
                <a:schemeClr val="tx1"/>
              </a:solidFill>
            </a:endParaRPr>
          </a:p>
          <a:p>
            <a:pPr marL="342900" indent="-342900" fontAlgn="base">
              <a:spcBef>
                <a:spcPts val="1600"/>
              </a:spcBef>
              <a:spcAft>
                <a:spcPct val="0"/>
              </a:spcAft>
            </a:pPr>
            <a:r>
              <a:rPr lang="en-US" sz="2000" dirty="0">
                <a:solidFill>
                  <a:schemeClr val="tx1"/>
                </a:solidFill>
              </a:rPr>
              <a:t>Fixed Point</a:t>
            </a:r>
          </a:p>
          <a:p>
            <a:pPr marL="342900" indent="-342900" fontAlgn="base">
              <a:spcAft>
                <a:spcPct val="0"/>
              </a:spcAft>
            </a:pPr>
            <a:r>
              <a:rPr lang="en-US" sz="2000" dirty="0">
                <a:solidFill>
                  <a:schemeClr val="tx1"/>
                </a:solidFill>
              </a:rPr>
              <a:t>DSP</a:t>
            </a:r>
          </a:p>
          <a:p>
            <a:pPr marL="342900" indent="-342900" fontAlgn="base">
              <a:spcAft>
                <a:spcPct val="0"/>
              </a:spcAft>
            </a:pPr>
            <a:r>
              <a:rPr lang="en-US" sz="2000" dirty="0">
                <a:solidFill>
                  <a:schemeClr val="tx1"/>
                </a:solidFill>
              </a:rPr>
              <a:t>…</a:t>
            </a:r>
          </a:p>
          <a:p>
            <a:pPr marL="342900" indent="-342900" fontAlgn="base">
              <a:spcAft>
                <a:spcPct val="0"/>
              </a:spcAft>
            </a:pPr>
            <a:endParaRPr lang="en-US" sz="2000" dirty="0">
              <a:solidFill>
                <a:schemeClr val="tx1"/>
              </a:solidFill>
            </a:endParaRPr>
          </a:p>
          <a:p>
            <a:pPr marL="342900" indent="-342900" fontAlgn="base">
              <a:spcAft>
                <a:spcPct val="0"/>
              </a:spcAft>
            </a:pPr>
            <a:endParaRPr lang="de-DE" sz="2000" dirty="0">
              <a:solidFill>
                <a:schemeClr val="tx1"/>
              </a:solidFill>
            </a:endParaRPr>
          </a:p>
        </p:txBody>
      </p:sp>
      <p:sp>
        <p:nvSpPr>
          <p:cNvPr id="10" name="Rechteck 9">
            <a:extLst>
              <a:ext uri="{FF2B5EF4-FFF2-40B4-BE49-F238E27FC236}">
                <a16:creationId xmlns:a16="http://schemas.microsoft.com/office/drawing/2014/main" id="{D7BF3D44-4E6E-4D07-8486-57437D5968F6}"/>
              </a:ext>
            </a:extLst>
          </p:cNvPr>
          <p:cNvSpPr/>
          <p:nvPr/>
        </p:nvSpPr>
        <p:spPr bwMode="auto">
          <a:xfrm>
            <a:off x="1054658" y="5456696"/>
            <a:ext cx="10095384" cy="857256"/>
          </a:xfrm>
          <a:prstGeom prst="rect">
            <a:avLst/>
          </a:prstGeom>
          <a:ln w="19050">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342900" indent="-342900" algn="ctr" fontAlgn="base">
              <a:spcBef>
                <a:spcPct val="20000"/>
              </a:spcBef>
              <a:spcAft>
                <a:spcPct val="0"/>
              </a:spcAft>
            </a:pPr>
            <a:r>
              <a:rPr lang="en-US" sz="2400" dirty="0" err="1">
                <a:solidFill>
                  <a:schemeClr val="tx1"/>
                </a:solidFill>
              </a:rPr>
              <a:t>Codegenerierung</a:t>
            </a:r>
            <a:endParaRPr lang="en-US" sz="2400" dirty="0">
              <a:solidFill>
                <a:schemeClr val="tx1"/>
              </a:solidFill>
            </a:endParaRPr>
          </a:p>
          <a:p>
            <a:pPr marL="342900" indent="-342900" algn="ctr" fontAlgn="base">
              <a:spcBef>
                <a:spcPct val="20000"/>
              </a:spcBef>
              <a:spcAft>
                <a:spcPct val="0"/>
              </a:spcAft>
            </a:pPr>
            <a:r>
              <a:rPr lang="en-US" sz="2000" dirty="0">
                <a:solidFill>
                  <a:schemeClr val="tx1"/>
                </a:solidFill>
              </a:rPr>
              <a:t>(</a:t>
            </a:r>
            <a:r>
              <a:rPr lang="en-US" sz="2000" dirty="0" err="1">
                <a:solidFill>
                  <a:schemeClr val="tx1"/>
                </a:solidFill>
              </a:rPr>
              <a:t>Mathworks</a:t>
            </a:r>
            <a:r>
              <a:rPr lang="en-US" sz="2000" dirty="0">
                <a:solidFill>
                  <a:schemeClr val="tx1"/>
                </a:solidFill>
              </a:rPr>
              <a:t> Embedded Coder, </a:t>
            </a:r>
            <a:r>
              <a:rPr lang="en-US" sz="2000" dirty="0" err="1">
                <a:solidFill>
                  <a:schemeClr val="tx1"/>
                </a:solidFill>
              </a:rPr>
              <a:t>dSPACE</a:t>
            </a:r>
            <a:r>
              <a:rPr lang="en-US" sz="2000" dirty="0">
                <a:solidFill>
                  <a:schemeClr val="tx1"/>
                </a:solidFill>
              </a:rPr>
              <a:t> </a:t>
            </a:r>
            <a:r>
              <a:rPr lang="en-US" sz="2000" dirty="0" err="1">
                <a:solidFill>
                  <a:schemeClr val="tx1"/>
                </a:solidFill>
              </a:rPr>
              <a:t>TargetLink</a:t>
            </a:r>
            <a:r>
              <a:rPr lang="en-US" sz="2000" dirty="0">
                <a:solidFill>
                  <a:schemeClr val="tx1"/>
                </a:solidFill>
              </a:rPr>
              <a:t>)</a:t>
            </a:r>
            <a:endParaRPr lang="de-DE" sz="2000" dirty="0">
              <a:solidFill>
                <a:schemeClr val="tx1"/>
              </a:solidFill>
            </a:endParaRPr>
          </a:p>
        </p:txBody>
      </p:sp>
      <p:sp>
        <p:nvSpPr>
          <p:cNvPr id="11" name="Rechteck 10">
            <a:extLst>
              <a:ext uri="{FF2B5EF4-FFF2-40B4-BE49-F238E27FC236}">
                <a16:creationId xmlns:a16="http://schemas.microsoft.com/office/drawing/2014/main" id="{A41CC732-BC84-4169-8B52-2CB17937BBC9}"/>
              </a:ext>
            </a:extLst>
          </p:cNvPr>
          <p:cNvSpPr/>
          <p:nvPr/>
        </p:nvSpPr>
        <p:spPr bwMode="auto">
          <a:xfrm>
            <a:off x="2350803" y="3094112"/>
            <a:ext cx="2407211" cy="2219708"/>
          </a:xfrm>
          <a:prstGeom prst="rect">
            <a:avLst/>
          </a:prstGeom>
          <a:ln w="19050">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fontAlgn="base">
              <a:spcBef>
                <a:spcPts val="3200"/>
              </a:spcBef>
              <a:spcAft>
                <a:spcPct val="0"/>
              </a:spcAft>
            </a:pPr>
            <a:r>
              <a:rPr lang="en-US" sz="2400" dirty="0">
                <a:solidFill>
                  <a:schemeClr val="tx1"/>
                </a:solidFill>
              </a:rPr>
              <a:t>Stateflow</a:t>
            </a:r>
            <a:endParaRPr lang="en-US" sz="2000" dirty="0">
              <a:solidFill>
                <a:schemeClr val="tx1"/>
              </a:solidFill>
            </a:endParaRPr>
          </a:p>
          <a:p>
            <a:pPr marL="342900" indent="-342900" fontAlgn="base">
              <a:spcBef>
                <a:spcPts val="3200"/>
              </a:spcBef>
              <a:spcAft>
                <a:spcPct val="0"/>
              </a:spcAft>
            </a:pPr>
            <a:r>
              <a:rPr lang="en-US" sz="2000" dirty="0" err="1">
                <a:solidFill>
                  <a:schemeClr val="tx1"/>
                </a:solidFill>
              </a:rPr>
              <a:t>Zustände</a:t>
            </a:r>
            <a:endParaRPr lang="en-US" sz="2000" dirty="0">
              <a:solidFill>
                <a:schemeClr val="tx1"/>
              </a:solidFill>
            </a:endParaRPr>
          </a:p>
          <a:p>
            <a:pPr marL="342900" indent="-342900" fontAlgn="base">
              <a:spcAft>
                <a:spcPct val="0"/>
              </a:spcAft>
            </a:pPr>
            <a:r>
              <a:rPr lang="en-US" sz="2000" dirty="0" err="1">
                <a:solidFill>
                  <a:schemeClr val="tx1"/>
                </a:solidFill>
              </a:rPr>
              <a:t>Transitionen</a:t>
            </a:r>
            <a:endParaRPr lang="en-US" sz="2000" dirty="0">
              <a:solidFill>
                <a:schemeClr val="tx1"/>
              </a:solidFill>
            </a:endParaRPr>
          </a:p>
          <a:p>
            <a:pPr fontAlgn="base">
              <a:spcAft>
                <a:spcPct val="0"/>
              </a:spcAft>
            </a:pPr>
            <a:r>
              <a:rPr lang="en-US" sz="2000" dirty="0" err="1">
                <a:solidFill>
                  <a:schemeClr val="tx1"/>
                </a:solidFill>
              </a:rPr>
              <a:t>Verzweigung</a:t>
            </a:r>
            <a:endParaRPr lang="en-US" sz="2000" dirty="0">
              <a:solidFill>
                <a:schemeClr val="tx1"/>
              </a:solidFill>
            </a:endParaRPr>
          </a:p>
          <a:p>
            <a:pPr marL="342900" indent="-342900" fontAlgn="base">
              <a:spcAft>
                <a:spcPct val="0"/>
              </a:spcAft>
            </a:pPr>
            <a:endParaRPr lang="en-US" sz="2000" dirty="0">
              <a:solidFill>
                <a:schemeClr val="tx1"/>
              </a:solidFill>
            </a:endParaRPr>
          </a:p>
          <a:p>
            <a:pPr marL="342900" indent="-342900" fontAlgn="base">
              <a:spcAft>
                <a:spcPct val="0"/>
              </a:spcAft>
            </a:pPr>
            <a:endParaRPr lang="de-DE" sz="2000" dirty="0">
              <a:solidFill>
                <a:schemeClr val="tx1"/>
              </a:solidFill>
            </a:endParaRPr>
          </a:p>
        </p:txBody>
      </p:sp>
      <p:sp>
        <p:nvSpPr>
          <p:cNvPr id="12" name="Rechteck 11">
            <a:extLst>
              <a:ext uri="{FF2B5EF4-FFF2-40B4-BE49-F238E27FC236}">
                <a16:creationId xmlns:a16="http://schemas.microsoft.com/office/drawing/2014/main" id="{3C5B11A1-2F2E-41DA-B93B-9A6085A6D208}"/>
              </a:ext>
            </a:extLst>
          </p:cNvPr>
          <p:cNvSpPr/>
          <p:nvPr/>
        </p:nvSpPr>
        <p:spPr bwMode="auto">
          <a:xfrm>
            <a:off x="4871082" y="3099242"/>
            <a:ext cx="3583337" cy="2214578"/>
          </a:xfrm>
          <a:prstGeom prst="rect">
            <a:avLst/>
          </a:prstGeom>
          <a:ln w="19050">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fontAlgn="base">
              <a:spcBef>
                <a:spcPts val="1600"/>
              </a:spcBef>
              <a:spcAft>
                <a:spcPct val="0"/>
              </a:spcAft>
            </a:pPr>
            <a:r>
              <a:rPr lang="en-US" sz="2400" dirty="0">
                <a:solidFill>
                  <a:schemeClr val="tx1"/>
                </a:solidFill>
              </a:rPr>
              <a:t>Simulink </a:t>
            </a:r>
          </a:p>
          <a:p>
            <a:pPr marL="342900" indent="-342900" fontAlgn="base">
              <a:spcAft>
                <a:spcPct val="0"/>
              </a:spcAft>
            </a:pPr>
            <a:r>
              <a:rPr lang="en-US" sz="2400" dirty="0" err="1">
                <a:solidFill>
                  <a:schemeClr val="tx1"/>
                </a:solidFill>
              </a:rPr>
              <a:t>Toolboxen</a:t>
            </a:r>
            <a:endParaRPr lang="en-US" sz="2400" dirty="0">
              <a:solidFill>
                <a:schemeClr val="tx1"/>
              </a:solidFill>
            </a:endParaRPr>
          </a:p>
          <a:p>
            <a:pPr marL="342900" indent="-342900" fontAlgn="base">
              <a:spcBef>
                <a:spcPts val="1600"/>
              </a:spcBef>
              <a:spcAft>
                <a:spcPct val="0"/>
              </a:spcAft>
            </a:pPr>
            <a:r>
              <a:rPr lang="en-US" sz="2000" dirty="0">
                <a:solidFill>
                  <a:schemeClr val="tx1"/>
                </a:solidFill>
              </a:rPr>
              <a:t>Fixed Point</a:t>
            </a:r>
          </a:p>
          <a:p>
            <a:pPr marL="342900" indent="-342900" fontAlgn="base">
              <a:spcAft>
                <a:spcPct val="0"/>
              </a:spcAft>
            </a:pPr>
            <a:r>
              <a:rPr lang="en-US" sz="2000" dirty="0">
                <a:solidFill>
                  <a:schemeClr val="tx1"/>
                </a:solidFill>
              </a:rPr>
              <a:t>Verification &amp; Validation</a:t>
            </a:r>
          </a:p>
          <a:p>
            <a:pPr marL="342900" indent="-342900" fontAlgn="base">
              <a:spcAft>
                <a:spcPct val="0"/>
              </a:spcAft>
            </a:pPr>
            <a:r>
              <a:rPr lang="de-DE" sz="2000" dirty="0">
                <a:solidFill>
                  <a:schemeClr val="tx1"/>
                </a:solidFill>
              </a:rPr>
              <a:t>…</a:t>
            </a:r>
          </a:p>
        </p:txBody>
      </p:sp>
    </p:spTree>
    <p:extLst>
      <p:ext uri="{BB962C8B-B14F-4D97-AF65-F5344CB8AC3E}">
        <p14:creationId xmlns:p14="http://schemas.microsoft.com/office/powerpoint/2010/main" val="1029102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4063980" cy="984885"/>
          </a:xfrm>
        </p:spPr>
        <p:txBody>
          <a:bodyPr/>
          <a:lstStyle/>
          <a:p>
            <a:pPr algn="l"/>
            <a:r>
              <a:rPr lang="de-DE" dirty="0"/>
              <a:t>Simulink-Modell: Beispiel</a:t>
            </a:r>
          </a:p>
        </p:txBody>
      </p:sp>
      <p:sp>
        <p:nvSpPr>
          <p:cNvPr id="19" name="Inhaltsplatzhalter 18"/>
          <p:cNvSpPr>
            <a:spLocks noGrp="1"/>
          </p:cNvSpPr>
          <p:nvPr>
            <p:ph idx="1"/>
          </p:nvPr>
        </p:nvSpPr>
        <p:spPr>
          <a:xfrm>
            <a:off x="1341932" y="3022410"/>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12</a:t>
            </a:fld>
            <a:r>
              <a:rPr lang="de-DE"/>
              <a:t> </a:t>
            </a:r>
            <a:endParaRPr lang="de-DE">
              <a:solidFill>
                <a:srgbClr val="00004B"/>
              </a:solidFill>
            </a:endParaRPr>
          </a:p>
        </p:txBody>
      </p:sp>
      <p:pic>
        <p:nvPicPr>
          <p:cNvPr id="6" name="Picture 2" descr="D:\temp\MeMo_Fuelsys_err_html_files\image-082-sl.png"/>
          <p:cNvPicPr>
            <a:picLocks noChangeAspect="1" noChangeArrowheads="1"/>
          </p:cNvPicPr>
          <p:nvPr/>
        </p:nvPicPr>
        <p:blipFill>
          <a:blip r:embed="rId3" cstate="print"/>
          <a:srcRect/>
          <a:stretch>
            <a:fillRect/>
          </a:stretch>
        </p:blipFill>
        <p:spPr bwMode="auto">
          <a:xfrm>
            <a:off x="3043095" y="1373577"/>
            <a:ext cx="7193221" cy="5006482"/>
          </a:xfrm>
          <a:prstGeom prst="rect">
            <a:avLst/>
          </a:prstGeom>
          <a:noFill/>
        </p:spPr>
      </p:pic>
      <p:sp>
        <p:nvSpPr>
          <p:cNvPr id="7" name="Textfeld 6"/>
          <p:cNvSpPr txBox="1"/>
          <p:nvPr/>
        </p:nvSpPr>
        <p:spPr>
          <a:xfrm>
            <a:off x="1402869" y="3719235"/>
            <a:ext cx="1512168" cy="461665"/>
          </a:xfrm>
          <a:prstGeom prst="rect">
            <a:avLst/>
          </a:prstGeom>
          <a:noFill/>
        </p:spPr>
        <p:txBody>
          <a:bodyPr wrap="square" rtlCol="0">
            <a:spAutoFit/>
          </a:bodyPr>
          <a:lstStyle/>
          <a:p>
            <a:pPr algn="ctr" fontAlgn="base">
              <a:spcAft>
                <a:spcPct val="0"/>
              </a:spcAft>
            </a:pPr>
            <a:r>
              <a:rPr lang="en-US" sz="2400" dirty="0" err="1">
                <a:solidFill>
                  <a:srgbClr val="00004B"/>
                </a:solidFill>
              </a:rPr>
              <a:t>Blöcke</a:t>
            </a:r>
            <a:endParaRPr lang="en-US" sz="2400" dirty="0">
              <a:solidFill>
                <a:srgbClr val="00004B"/>
              </a:solidFill>
            </a:endParaRPr>
          </a:p>
        </p:txBody>
      </p:sp>
      <p:cxnSp>
        <p:nvCxnSpPr>
          <p:cNvPr id="8" name="Gerade Verbindung mit Pfeil 7"/>
          <p:cNvCxnSpPr>
            <a:stCxn id="7" idx="3"/>
          </p:cNvCxnSpPr>
          <p:nvPr/>
        </p:nvCxnSpPr>
        <p:spPr bwMode="auto">
          <a:xfrm flipV="1">
            <a:off x="2915037" y="2494633"/>
            <a:ext cx="2556284" cy="1455435"/>
          </a:xfrm>
          <a:prstGeom prst="straightConnector1">
            <a:avLst/>
          </a:prstGeom>
          <a:noFill/>
          <a:ln w="28575" cap="flat" cmpd="sng" algn="ctr">
            <a:solidFill>
              <a:schemeClr val="tx1"/>
            </a:solidFill>
            <a:prstDash val="sysDash"/>
            <a:round/>
            <a:headEnd type="none" w="med" len="med"/>
            <a:tailEnd type="arrow" w="med" len="med"/>
          </a:ln>
          <a:effectLst/>
        </p:spPr>
      </p:cxnSp>
      <p:sp>
        <p:nvSpPr>
          <p:cNvPr id="9" name="Textfeld 8"/>
          <p:cNvSpPr txBox="1"/>
          <p:nvPr/>
        </p:nvSpPr>
        <p:spPr>
          <a:xfrm>
            <a:off x="10368373" y="3964876"/>
            <a:ext cx="1187624" cy="830997"/>
          </a:xfrm>
          <a:prstGeom prst="rect">
            <a:avLst/>
          </a:prstGeom>
          <a:noFill/>
        </p:spPr>
        <p:txBody>
          <a:bodyPr wrap="square" rtlCol="0">
            <a:spAutoFit/>
          </a:bodyPr>
          <a:lstStyle/>
          <a:p>
            <a:pPr algn="ctr" fontAlgn="base">
              <a:spcAft>
                <a:spcPct val="0"/>
              </a:spcAft>
            </a:pPr>
            <a:r>
              <a:rPr lang="en-US" sz="2400" dirty="0">
                <a:solidFill>
                  <a:srgbClr val="00004B"/>
                </a:solidFill>
              </a:rPr>
              <a:t>Signal-</a:t>
            </a:r>
            <a:r>
              <a:rPr lang="en-US" sz="2400" dirty="0" err="1">
                <a:solidFill>
                  <a:srgbClr val="00004B"/>
                </a:solidFill>
              </a:rPr>
              <a:t>linien</a:t>
            </a:r>
            <a:endParaRPr lang="en-US" sz="2400" dirty="0">
              <a:solidFill>
                <a:srgbClr val="00004B"/>
              </a:solidFill>
            </a:endParaRPr>
          </a:p>
        </p:txBody>
      </p:sp>
      <p:cxnSp>
        <p:nvCxnSpPr>
          <p:cNvPr id="10" name="Gerade Verbindung mit Pfeil 9"/>
          <p:cNvCxnSpPr>
            <a:stCxn id="9" idx="0"/>
          </p:cNvCxnSpPr>
          <p:nvPr/>
        </p:nvCxnSpPr>
        <p:spPr bwMode="auto">
          <a:xfrm flipH="1" flipV="1">
            <a:off x="8531661" y="2308691"/>
            <a:ext cx="2430524" cy="1656184"/>
          </a:xfrm>
          <a:prstGeom prst="straightConnector1">
            <a:avLst/>
          </a:prstGeom>
          <a:noFill/>
          <a:ln w="28575" cap="flat" cmpd="sng" algn="ctr">
            <a:solidFill>
              <a:schemeClr val="tx1"/>
            </a:solidFill>
            <a:prstDash val="sysDash"/>
            <a:round/>
            <a:headEnd type="none" w="med" len="med"/>
            <a:tailEnd type="arrow" w="med" len="med"/>
          </a:ln>
          <a:effectLst/>
        </p:spPr>
      </p:cxnSp>
      <p:sp>
        <p:nvSpPr>
          <p:cNvPr id="11" name="Textfeld 10"/>
          <p:cNvSpPr txBox="1"/>
          <p:nvPr/>
        </p:nvSpPr>
        <p:spPr>
          <a:xfrm>
            <a:off x="-234354" y="4653137"/>
            <a:ext cx="2376264" cy="461665"/>
          </a:xfrm>
          <a:prstGeom prst="rect">
            <a:avLst/>
          </a:prstGeom>
          <a:noFill/>
        </p:spPr>
        <p:txBody>
          <a:bodyPr wrap="square" rtlCol="0">
            <a:spAutoFit/>
          </a:bodyPr>
          <a:lstStyle/>
          <a:p>
            <a:pPr algn="ctr" fontAlgn="base">
              <a:spcAft>
                <a:spcPct val="0"/>
              </a:spcAft>
            </a:pPr>
            <a:r>
              <a:rPr lang="en-US" sz="2400" dirty="0" err="1">
                <a:solidFill>
                  <a:srgbClr val="00004B"/>
                </a:solidFill>
              </a:rPr>
              <a:t>Subsysteme</a:t>
            </a:r>
            <a:endParaRPr lang="en-US" sz="2400" dirty="0">
              <a:solidFill>
                <a:srgbClr val="00004B"/>
              </a:solidFill>
            </a:endParaRPr>
          </a:p>
        </p:txBody>
      </p:sp>
      <p:cxnSp>
        <p:nvCxnSpPr>
          <p:cNvPr id="12" name="Gerade Verbindung mit Pfeil 11"/>
          <p:cNvCxnSpPr>
            <a:cxnSpLocks/>
          </p:cNvCxnSpPr>
          <p:nvPr/>
        </p:nvCxnSpPr>
        <p:spPr bwMode="auto">
          <a:xfrm flipV="1">
            <a:off x="3131061" y="3244796"/>
            <a:ext cx="2952328" cy="210304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3" name="Gerade Verbindung mit Pfeil 12"/>
          <p:cNvCxnSpPr>
            <a:cxnSpLocks/>
          </p:cNvCxnSpPr>
          <p:nvPr/>
        </p:nvCxnSpPr>
        <p:spPr bwMode="auto">
          <a:xfrm flipV="1">
            <a:off x="3131061" y="4684956"/>
            <a:ext cx="4680520" cy="66288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4" name="Gerade Verbindung mit Pfeil 13"/>
          <p:cNvCxnSpPr>
            <a:stCxn id="7" idx="3"/>
          </p:cNvCxnSpPr>
          <p:nvPr/>
        </p:nvCxnSpPr>
        <p:spPr bwMode="auto">
          <a:xfrm flipV="1">
            <a:off x="2915037" y="2385181"/>
            <a:ext cx="1800200" cy="1564887"/>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5" name="Gerade Verbindung mit Pfeil 14"/>
          <p:cNvCxnSpPr>
            <a:stCxn id="7" idx="3"/>
          </p:cNvCxnSpPr>
          <p:nvPr/>
        </p:nvCxnSpPr>
        <p:spPr bwMode="auto">
          <a:xfrm>
            <a:off x="2915037" y="3950068"/>
            <a:ext cx="2700300" cy="40201"/>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6" name="Gerade Verbindung mit Pfeil 15"/>
          <p:cNvCxnSpPr>
            <a:stCxn id="9" idx="0"/>
          </p:cNvCxnSpPr>
          <p:nvPr/>
        </p:nvCxnSpPr>
        <p:spPr bwMode="auto">
          <a:xfrm flipH="1">
            <a:off x="8747685" y="3964875"/>
            <a:ext cx="2214500" cy="432048"/>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7" name="Gerade Verbindung mit Pfeil 16"/>
          <p:cNvCxnSpPr>
            <a:stCxn id="9" idx="0"/>
          </p:cNvCxnSpPr>
          <p:nvPr/>
        </p:nvCxnSpPr>
        <p:spPr bwMode="auto">
          <a:xfrm flipH="1" flipV="1">
            <a:off x="8459653" y="3388811"/>
            <a:ext cx="2502532" cy="576064"/>
          </a:xfrm>
          <a:prstGeom prst="straightConnector1">
            <a:avLst/>
          </a:prstGeom>
          <a:noFill/>
          <a:ln w="28575" cap="flat" cmpd="sng" algn="ctr">
            <a:solidFill>
              <a:schemeClr val="tx1"/>
            </a:solidFill>
            <a:prstDash val="sysDash"/>
            <a:round/>
            <a:headEnd type="none" w="med" len="med"/>
            <a:tailEnd type="arrow" w="med" len="med"/>
          </a:ln>
          <a:effectLst/>
        </p:spPr>
      </p:cxnSp>
      <p:sp>
        <p:nvSpPr>
          <p:cNvPr id="18" name="Textfeld 17"/>
          <p:cNvSpPr txBox="1"/>
          <p:nvPr/>
        </p:nvSpPr>
        <p:spPr>
          <a:xfrm>
            <a:off x="8213466" y="6561079"/>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a:t>
            </a:r>
            <a:r>
              <a:rPr lang="de-DE" sz="1050" dirty="0" err="1">
                <a:solidFill>
                  <a:srgbClr val="00004B"/>
                </a:solidFill>
              </a:rPr>
              <a:t>Fuelsys.mdl</a:t>
            </a:r>
            <a:r>
              <a:rPr lang="de-DE" sz="1050" dirty="0">
                <a:solidFill>
                  <a:srgbClr val="00004B"/>
                </a:solidFill>
              </a:rPr>
              <a:t>,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Tree>
    <p:extLst>
      <p:ext uri="{BB962C8B-B14F-4D97-AF65-F5344CB8AC3E}">
        <p14:creationId xmlns:p14="http://schemas.microsoft.com/office/powerpoint/2010/main" val="116286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l"/>
            <a:r>
              <a:rPr lang="de-DE" dirty="0"/>
              <a:t>Simulation</a:t>
            </a:r>
            <a:endParaRPr lang="en-GB" dirty="0"/>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a:xfrm>
                <a:off x="346049" y="2112228"/>
                <a:ext cx="11485246" cy="2963545"/>
              </a:xfrm>
            </p:spPr>
            <p:txBody>
              <a:bodyPr>
                <a:noAutofit/>
              </a:bodyPr>
              <a:lstStyle/>
              <a:p>
                <a:pPr marL="342900" indent="-342900">
                  <a:buClr>
                    <a:schemeClr val="tx1"/>
                  </a:buClr>
                  <a:buFont typeface="Wingdings" pitchFamily="2" charset="2"/>
                  <a:buChar char="§"/>
                </a:pPr>
                <a:r>
                  <a:rPr lang="de-DE" sz="2800" dirty="0"/>
                  <a:t>Simulink </a:t>
                </a:r>
                <a:r>
                  <a:rPr lang="de-DE" sz="2800" dirty="0">
                    <a:solidFill>
                      <a:srgbClr val="00B0F0"/>
                    </a:solidFill>
                  </a:rPr>
                  <a:t>simuliert</a:t>
                </a:r>
                <a:r>
                  <a:rPr lang="de-DE" sz="2800" dirty="0">
                    <a:solidFill>
                      <a:schemeClr val="bg2">
                        <a:lumMod val="50000"/>
                        <a:lumOff val="50000"/>
                      </a:schemeClr>
                    </a:solidFill>
                  </a:rPr>
                  <a:t> </a:t>
                </a:r>
                <a:r>
                  <a:rPr lang="de-DE" sz="2800" dirty="0"/>
                  <a:t>Blockdiagramme</a:t>
                </a:r>
              </a:p>
              <a:p>
                <a:pPr marL="800100" lvl="1" indent="-342900">
                  <a:buClr>
                    <a:schemeClr val="tx1"/>
                  </a:buClr>
                  <a:buFont typeface="Wingdings" pitchFamily="2" charset="2"/>
                  <a:buChar char="§"/>
                </a:pPr>
                <a:r>
                  <a:rPr lang="de-DE" sz="2400" dirty="0"/>
                  <a:t>Signallinien werden mit Signalen instanziiert</a:t>
                </a:r>
              </a:p>
              <a:p>
                <a:pPr marL="800100" lvl="1" indent="-342900">
                  <a:buClr>
                    <a:schemeClr val="tx1"/>
                  </a:buClr>
                  <a:buFont typeface="Wingdings" pitchFamily="2" charset="2"/>
                  <a:buChar char="§"/>
                </a:pPr>
                <a:r>
                  <a:rPr lang="de-DE" sz="2400" dirty="0"/>
                  <a:t>Blöcke modifizieren die Signale entsprechend ihrer Funktion</a:t>
                </a:r>
              </a:p>
              <a:p>
                <a:pPr marL="342900" indent="-342900">
                  <a:buClr>
                    <a:schemeClr val="tx1"/>
                  </a:buClr>
                  <a:buFont typeface="Wingdings" pitchFamily="2" charset="2"/>
                  <a:buChar char="§"/>
                </a:pPr>
                <a:endParaRPr lang="de-DE" sz="2800" dirty="0"/>
              </a:p>
              <a:p>
                <a:pPr marL="342900" indent="-342900">
                  <a:buClr>
                    <a:schemeClr val="tx1"/>
                  </a:buClr>
                  <a:buFont typeface="Wingdings" pitchFamily="2" charset="2"/>
                  <a:buChar char="§"/>
                </a:pPr>
                <a:r>
                  <a:rPr lang="de-DE" sz="2800" dirty="0"/>
                  <a:t>Signale sind </a:t>
                </a:r>
                <a:r>
                  <a:rPr lang="de-DE" sz="2800" dirty="0">
                    <a:solidFill>
                      <a:srgbClr val="00B0F0"/>
                    </a:solidFill>
                  </a:rPr>
                  <a:t>Zeit-Wert Funktionen</a:t>
                </a:r>
              </a:p>
              <a:p>
                <a:pPr marL="800100" lvl="1" indent="-342900">
                  <a:buClr>
                    <a:schemeClr val="tx1"/>
                  </a:buClr>
                  <a:buFont typeface="Wingdings" pitchFamily="2" charset="2"/>
                  <a:buChar char="§"/>
                </a:pPr>
                <a:r>
                  <a:rPr lang="en-GB" sz="2400" dirty="0" err="1"/>
                  <a:t>Funktionen</a:t>
                </a:r>
                <a:r>
                  <a:rPr lang="en-GB" sz="2400" dirty="0"/>
                  <a:t> </a:t>
                </a:r>
                <a14:m>
                  <m:oMath xmlns:m="http://schemas.openxmlformats.org/officeDocument/2006/math">
                    <m:r>
                      <a:rPr lang="de-DE" sz="2400" i="1">
                        <a:latin typeface="Cambria Math" panose="02040503050406030204" pitchFamily="18" charset="0"/>
                      </a:rPr>
                      <m:t>𝐼</m:t>
                    </m:r>
                    <m:r>
                      <a:rPr lang="de-DE" sz="2400" i="1">
                        <a:latin typeface="Cambria Math" panose="02040503050406030204" pitchFamily="18" charset="0"/>
                      </a:rPr>
                      <m:t>→</m:t>
                    </m:r>
                    <m:sSup>
                      <m:sSupPr>
                        <m:ctrlPr>
                          <a:rPr lang="de-DE" sz="2400" i="1">
                            <a:latin typeface="Cambria Math" panose="02040503050406030204" pitchFamily="18" charset="0"/>
                          </a:rPr>
                        </m:ctrlPr>
                      </m:sSupPr>
                      <m:e>
                        <m:r>
                          <a:rPr lang="de-DE" sz="2400" i="1">
                            <a:latin typeface="Cambria Math" panose="02040503050406030204" pitchFamily="18" charset="0"/>
                          </a:rPr>
                          <m:t>ℝ</m:t>
                        </m:r>
                      </m:e>
                      <m:sup>
                        <m:r>
                          <a:rPr lang="de-DE" sz="2400" i="1">
                            <a:latin typeface="Cambria Math" panose="02040503050406030204" pitchFamily="18" charset="0"/>
                          </a:rPr>
                          <m:t>𝑛</m:t>
                        </m:r>
                      </m:sup>
                    </m:sSup>
                  </m:oMath>
                </a14:m>
                <a:endParaRPr lang="de-DE" sz="2400" i="1" dirty="0">
                  <a:latin typeface="Cambria Math" panose="02040503050406030204" pitchFamily="18" charset="0"/>
                </a:endParaRPr>
              </a:p>
              <a:p>
                <a:pPr marL="800100" lvl="1" indent="-342900">
                  <a:buClr>
                    <a:schemeClr val="tx1"/>
                  </a:buClr>
                  <a:buFont typeface="Wingdings" pitchFamily="2" charset="2"/>
                  <a:buChar char="§"/>
                </a:pPr>
                <a14:m>
                  <m:oMath xmlns:m="http://schemas.openxmlformats.org/officeDocument/2006/math">
                    <m:r>
                      <a:rPr lang="de-DE" sz="2400" i="1">
                        <a:latin typeface="Cambria Math" panose="02040503050406030204" pitchFamily="18" charset="0"/>
                      </a:rPr>
                      <m:t>𝐼</m:t>
                    </m:r>
                  </m:oMath>
                </a14:m>
                <a:r>
                  <a:rPr lang="de-DE" sz="2400" dirty="0"/>
                  <a:t> ist das Simulationsintervall </a:t>
                </a:r>
                <a14:m>
                  <m:oMath xmlns:m="http://schemas.openxmlformats.org/officeDocument/2006/math">
                    <m:r>
                      <a:rPr lang="de-DE" sz="2400" i="1">
                        <a:latin typeface="Cambria Math" panose="02040503050406030204" pitchFamily="18" charset="0"/>
                      </a:rPr>
                      <m:t>[0,</m:t>
                    </m:r>
                    <m:sSub>
                      <m:sSubPr>
                        <m:ctrlPr>
                          <a:rPr lang="de-DE" sz="2400" i="1">
                            <a:latin typeface="Cambria Math" panose="02040503050406030204" pitchFamily="18" charset="0"/>
                          </a:rPr>
                        </m:ctrlPr>
                      </m:sSubPr>
                      <m:e>
                        <m:r>
                          <a:rPr lang="de-DE" sz="2400" i="1">
                            <a:latin typeface="Cambria Math" panose="02040503050406030204" pitchFamily="18" charset="0"/>
                          </a:rPr>
                          <m:t>𝑡</m:t>
                        </m:r>
                      </m:e>
                      <m:sub>
                        <m:r>
                          <a:rPr lang="de-DE" sz="2400" i="1">
                            <a:latin typeface="Cambria Math" panose="02040503050406030204" pitchFamily="18" charset="0"/>
                          </a:rPr>
                          <m:t>𝑒𝑛𝑑</m:t>
                        </m:r>
                      </m:sub>
                    </m:sSub>
                    <m:r>
                      <a:rPr lang="de-DE" sz="2400" i="1">
                        <a:latin typeface="Cambria Math" panose="02040503050406030204" pitchFamily="18" charset="0"/>
                      </a:rPr>
                      <m:t>]</m:t>
                    </m:r>
                  </m:oMath>
                </a14:m>
                <a:endParaRPr lang="de-DE" sz="2400" dirty="0"/>
              </a:p>
              <a:p>
                <a:pPr marL="800100" lvl="1" indent="-342900">
                  <a:buClr>
                    <a:schemeClr val="tx1"/>
                  </a:buClr>
                  <a:buFont typeface="Wingdings" pitchFamily="2" charset="2"/>
                  <a:buChar char="§"/>
                </a:pPr>
                <a:r>
                  <a:rPr lang="de-DE" sz="2400" dirty="0"/>
                  <a:t>Vektoren als Wert wenn </a:t>
                </a:r>
                <a14:m>
                  <m:oMath xmlns:m="http://schemas.openxmlformats.org/officeDocument/2006/math">
                    <m:r>
                      <a:rPr lang="de-DE" sz="2400" i="1">
                        <a:latin typeface="Cambria Math" panose="02040503050406030204" pitchFamily="18" charset="0"/>
                      </a:rPr>
                      <m:t>𝑛</m:t>
                    </m:r>
                    <m:r>
                      <a:rPr lang="de-DE" sz="2400" i="1">
                        <a:latin typeface="Cambria Math" panose="02040503050406030204" pitchFamily="18" charset="0"/>
                      </a:rPr>
                      <m:t>&gt;1</m:t>
                    </m:r>
                  </m:oMath>
                </a14:m>
                <a:r>
                  <a:rPr lang="de-DE" sz="2400" dirty="0"/>
                  <a:t> </a:t>
                </a:r>
              </a:p>
              <a:p>
                <a:pPr marL="800100" lvl="1" indent="-342900">
                  <a:buClr>
                    <a:schemeClr val="tx1"/>
                  </a:buClr>
                  <a:buFont typeface="Wingdings" pitchFamily="2" charset="2"/>
                  <a:buChar char="§"/>
                </a:pPr>
                <a:r>
                  <a:rPr lang="de-DE" sz="2400" dirty="0"/>
                  <a:t>Wir vereinfachen im Folgenden mit </a:t>
                </a:r>
                <a14:m>
                  <m:oMath xmlns:m="http://schemas.openxmlformats.org/officeDocument/2006/math">
                    <m:r>
                      <a:rPr lang="de-DE" sz="2400" i="1">
                        <a:latin typeface="Cambria Math" panose="02040503050406030204" pitchFamily="18" charset="0"/>
                      </a:rPr>
                      <m:t>𝑛</m:t>
                    </m:r>
                    <m:r>
                      <a:rPr lang="de-DE" sz="2400" i="1">
                        <a:latin typeface="Cambria Math" panose="02040503050406030204" pitchFamily="18" charset="0"/>
                      </a:rPr>
                      <m:t>=1</m:t>
                    </m:r>
                  </m:oMath>
                </a14:m>
                <a:endParaRPr lang="de-DE" sz="2400" dirty="0"/>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xfrm>
                <a:off x="346049" y="2112228"/>
                <a:ext cx="11485246" cy="2963545"/>
              </a:xfrm>
              <a:blipFill>
                <a:blip r:embed="rId2"/>
                <a:stretch>
                  <a:fillRect l="-1768" t="-3846" b="-23504"/>
                </a:stretch>
              </a:blipFill>
            </p:spPr>
            <p:txBody>
              <a:bodyPr/>
              <a:lstStyle/>
              <a:p>
                <a:r>
                  <a:rPr lang="en-DE">
                    <a:noFill/>
                  </a:rPr>
                  <a:t> </a:t>
                </a:r>
              </a:p>
            </p:txBody>
          </p:sp>
        </mc:Fallback>
      </mc:AlternateContent>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13</a:t>
            </a:fld>
            <a:r>
              <a:rPr lang="de-DE"/>
              <a:t> </a:t>
            </a:r>
            <a:endParaRPr lang="de-DE">
              <a:solidFill>
                <a:srgbClr val="00004B"/>
              </a:solidFill>
            </a:endParaRPr>
          </a:p>
        </p:txBody>
      </p:sp>
    </p:spTree>
    <p:extLst>
      <p:ext uri="{BB962C8B-B14F-4D97-AF65-F5344CB8AC3E}">
        <p14:creationId xmlns:p14="http://schemas.microsoft.com/office/powerpoint/2010/main" val="319033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7883551" cy="492443"/>
          </a:xfrm>
        </p:spPr>
        <p:txBody>
          <a:bodyPr>
            <a:normAutofit/>
          </a:bodyPr>
          <a:lstStyle/>
          <a:p>
            <a:pPr algn="l"/>
            <a:r>
              <a:rPr lang="de-DE" dirty="0"/>
              <a:t>Beispiel mit konstanter Ausgabe</a:t>
            </a:r>
            <a:endParaRPr lang="en-GB" dirty="0"/>
          </a:p>
        </p:txBody>
      </p:sp>
      <p:sp>
        <p:nvSpPr>
          <p:cNvPr id="6" name="Inhaltsplatzhalter 5"/>
          <p:cNvSpPr>
            <a:spLocks noGrp="1"/>
          </p:cNvSpPr>
          <p:nvPr>
            <p:ph idx="1"/>
          </p:nvPr>
        </p:nvSpPr>
        <p:spPr>
          <a:xfrm>
            <a:off x="373024" y="2906886"/>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14</a:t>
            </a:fld>
            <a:r>
              <a:rPr lang="de-DE"/>
              <a:t> </a:t>
            </a:r>
            <a:endParaRPr lang="de-DE">
              <a:solidFill>
                <a:srgbClr val="00004B"/>
              </a:solidFill>
            </a:endParaRPr>
          </a:p>
        </p:txBody>
      </p:sp>
      <p:pic>
        <p:nvPicPr>
          <p:cNvPr id="12" name="Grafik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089" y="2337098"/>
            <a:ext cx="5367714" cy="2702032"/>
          </a:xfrm>
          <a:prstGeom prst="rect">
            <a:avLst/>
          </a:prstGeom>
        </p:spPr>
      </p:pic>
      <p:pic>
        <p:nvPicPr>
          <p:cNvPr id="13" name="Grafik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1401" y="2865074"/>
            <a:ext cx="2661919" cy="1675393"/>
          </a:xfrm>
          <a:prstGeom prst="rect">
            <a:avLst/>
          </a:prstGeom>
        </p:spPr>
      </p:pic>
      <p:sp>
        <p:nvSpPr>
          <p:cNvPr id="14" name="Gleichschenkliges Dreieck 13"/>
          <p:cNvSpPr/>
          <p:nvPr/>
        </p:nvSpPr>
        <p:spPr bwMode="auto">
          <a:xfrm rot="5400000">
            <a:off x="6398095" y="3620649"/>
            <a:ext cx="1282885" cy="185252"/>
          </a:xfrm>
          <a:prstGeom prst="triangle">
            <a:avLst/>
          </a:prstGeom>
          <a:solidFill>
            <a:schemeClr val="bg1">
              <a:lumMod val="75000"/>
            </a:schemeClr>
          </a:solidFill>
          <a:ln w="19050">
            <a:noFill/>
            <a:miter lim="800000"/>
            <a:headEnd/>
            <a:tailEnd/>
          </a:ln>
        </p:spPr>
        <p:txBody>
          <a:bodyPr vert="horz" lIns="72000" tIns="72000" rIns="72000" bIns="72000" rtlCol="0" anchor="ctr"/>
          <a:lstStyle/>
          <a:p>
            <a:pPr algn="ctr" fontAlgn="base">
              <a:spcBef>
                <a:spcPct val="20000"/>
              </a:spcBef>
              <a:spcAft>
                <a:spcPct val="0"/>
              </a:spcAft>
            </a:pPr>
            <a:endParaRPr lang="en-GB" sz="1200" dirty="0">
              <a:solidFill>
                <a:srgbClr val="FFFFFF"/>
              </a:solidFill>
              <a:ea typeface="ＭＳ Ｐゴシック" pitchFamily="-109" charset="-128"/>
            </a:endParaRPr>
          </a:p>
        </p:txBody>
      </p:sp>
      <mc:AlternateContent xmlns:mc="http://schemas.openxmlformats.org/markup-compatibility/2006" xmlns:a14="http://schemas.microsoft.com/office/drawing/2010/main">
        <mc:Choice Requires="a14">
          <p:sp>
            <p:nvSpPr>
              <p:cNvPr id="15" name="Textfeld 14"/>
              <p:cNvSpPr txBox="1"/>
              <p:nvPr/>
            </p:nvSpPr>
            <p:spPr>
              <a:xfrm>
                <a:off x="649985" y="5166417"/>
                <a:ext cx="11208284" cy="1131207"/>
              </a:xfrm>
              <a:prstGeom prst="rect">
                <a:avLst/>
              </a:prstGeom>
              <a:noFill/>
            </p:spPr>
            <p:txBody>
              <a:bodyPr wrap="square" rtlCol="0">
                <a:spAutoFit/>
              </a:bodyPr>
              <a:lstStyle/>
              <a:p>
                <a:pPr fontAlgn="base">
                  <a:spcBef>
                    <a:spcPct val="20000"/>
                  </a:spcBef>
                  <a:spcAft>
                    <a:spcPct val="0"/>
                  </a:spcAft>
                </a:pPr>
                <a:r>
                  <a:rPr lang="de-DE" sz="2800" dirty="0">
                    <a:latin typeface="Meta Offc Pro" panose="020B0504030101020102"/>
                  </a:rPr>
                  <a:t>„Entspricht“ dem Ausdruck </a:t>
                </a:r>
                <a14:m>
                  <m:oMath xmlns:m="http://schemas.openxmlformats.org/officeDocument/2006/math">
                    <m:rad>
                      <m:radPr>
                        <m:degHide m:val="on"/>
                        <m:ctrlPr>
                          <a:rPr lang="de-DE" sz="2800" i="1">
                            <a:latin typeface="Cambria Math" panose="02040503050406030204" pitchFamily="18" charset="0"/>
                          </a:rPr>
                        </m:ctrlPr>
                      </m:radPr>
                      <m:deg/>
                      <m:e>
                        <m:r>
                          <a:rPr lang="de-DE" sz="2800" i="1">
                            <a:latin typeface="Cambria Math" panose="02040503050406030204" pitchFamily="18" charset="0"/>
                          </a:rPr>
                          <m:t>2</m:t>
                        </m:r>
                        <m:d>
                          <m:dPr>
                            <m:ctrlPr>
                              <a:rPr lang="de-DE" sz="2800" i="1">
                                <a:latin typeface="Cambria Math" panose="02040503050406030204" pitchFamily="18" charset="0"/>
                              </a:rPr>
                            </m:ctrlPr>
                          </m:dPr>
                          <m:e>
                            <m:r>
                              <a:rPr lang="de-DE" sz="2800" i="1">
                                <a:latin typeface="Cambria Math" panose="02040503050406030204" pitchFamily="18" charset="0"/>
                              </a:rPr>
                              <m:t>3+5</m:t>
                            </m:r>
                          </m:e>
                        </m:d>
                      </m:e>
                    </m:rad>
                    <m:r>
                      <a:rPr lang="de-DE" sz="2800" i="1">
                        <a:latin typeface="Cambria Math" panose="02040503050406030204" pitchFamily="18" charset="0"/>
                      </a:rPr>
                      <m:t> ∗</m:t>
                    </m:r>
                    <m:sSup>
                      <m:sSupPr>
                        <m:ctrlPr>
                          <a:rPr lang="de-DE" sz="2800" i="1">
                            <a:latin typeface="Cambria Math" panose="02040503050406030204" pitchFamily="18" charset="0"/>
                          </a:rPr>
                        </m:ctrlPr>
                      </m:sSupPr>
                      <m:e>
                        <m:r>
                          <a:rPr lang="de-DE" sz="2800" i="1">
                            <a:latin typeface="Cambria Math" panose="02040503050406030204" pitchFamily="18" charset="0"/>
                          </a:rPr>
                          <m:t>𝑒</m:t>
                        </m:r>
                      </m:e>
                      <m:sup>
                        <m:r>
                          <a:rPr lang="de-DE" sz="2800" i="1">
                            <a:latin typeface="Cambria Math" panose="02040503050406030204" pitchFamily="18" charset="0"/>
                          </a:rPr>
                          <m:t>2</m:t>
                        </m:r>
                      </m:sup>
                    </m:sSup>
                    <m:r>
                      <a:rPr lang="de-DE" sz="2800" i="1">
                        <a:latin typeface="Cambria Math" panose="02040503050406030204" pitchFamily="18" charset="0"/>
                      </a:rPr>
                      <m:t>≈29,5</m:t>
                    </m:r>
                  </m:oMath>
                </a14:m>
                <a:endParaRPr lang="en-GB" sz="2800" dirty="0">
                  <a:latin typeface="Meta Offc Pro" panose="020B0504030101020102"/>
                </a:endParaRPr>
              </a:p>
              <a:p>
                <a:pPr fontAlgn="base">
                  <a:spcBef>
                    <a:spcPct val="20000"/>
                  </a:spcBef>
                  <a:spcAft>
                    <a:spcPct val="0"/>
                  </a:spcAft>
                </a:pPr>
                <a:r>
                  <a:rPr lang="en-GB" sz="2800" dirty="0" err="1">
                    <a:latin typeface="Meta Offc Pro" panose="020B0504030101020102"/>
                  </a:rPr>
                  <a:t>dargestellt</a:t>
                </a:r>
                <a:r>
                  <a:rPr lang="en-GB" sz="2800" dirty="0">
                    <a:latin typeface="Meta Offc Pro" panose="020B0504030101020102"/>
                  </a:rPr>
                  <a:t> </a:t>
                </a:r>
                <a:r>
                  <a:rPr lang="en-GB" sz="2800" dirty="0" err="1">
                    <a:latin typeface="Meta Offc Pro" panose="020B0504030101020102"/>
                  </a:rPr>
                  <a:t>als</a:t>
                </a:r>
                <a:r>
                  <a:rPr lang="en-GB" sz="2800" dirty="0">
                    <a:latin typeface="Meta Offc Pro" panose="020B0504030101020102"/>
                  </a:rPr>
                  <a:t> </a:t>
                </a:r>
                <a:r>
                  <a:rPr lang="en-GB" sz="2800" dirty="0" err="1">
                    <a:latin typeface="Meta Offc Pro" panose="020B0504030101020102"/>
                  </a:rPr>
                  <a:t>konstante</a:t>
                </a:r>
                <a:r>
                  <a:rPr lang="en-GB" sz="2800" dirty="0">
                    <a:latin typeface="Meta Offc Pro" panose="020B0504030101020102"/>
                  </a:rPr>
                  <a:t> </a:t>
                </a:r>
                <a:r>
                  <a:rPr lang="en-GB" sz="2800" dirty="0" err="1">
                    <a:latin typeface="Meta Offc Pro" panose="020B0504030101020102"/>
                  </a:rPr>
                  <a:t>Funktion</a:t>
                </a:r>
                <a:r>
                  <a:rPr lang="en-GB" sz="2800" dirty="0">
                    <a:latin typeface="Meta Offc Pro" panose="020B0504030101020102"/>
                  </a:rPr>
                  <a:t> </a:t>
                </a:r>
              </a:p>
            </p:txBody>
          </p:sp>
        </mc:Choice>
        <mc:Fallback xmlns="">
          <p:sp>
            <p:nvSpPr>
              <p:cNvPr id="15" name="Textfeld 14"/>
              <p:cNvSpPr txBox="1">
                <a:spLocks noRot="1" noChangeAspect="1" noMove="1" noResize="1" noEditPoints="1" noAdjustHandles="1" noChangeArrowheads="1" noChangeShapeType="1" noTextEdit="1"/>
              </p:cNvSpPr>
              <p:nvPr/>
            </p:nvSpPr>
            <p:spPr>
              <a:xfrm>
                <a:off x="649985" y="5166417"/>
                <a:ext cx="11208284" cy="1131207"/>
              </a:xfrm>
              <a:prstGeom prst="rect">
                <a:avLst/>
              </a:prstGeom>
              <a:blipFill>
                <a:blip r:embed="rId5"/>
                <a:stretch>
                  <a:fillRect l="-1133" b="-14607"/>
                </a:stretch>
              </a:blipFill>
            </p:spPr>
            <p:txBody>
              <a:bodyPr/>
              <a:lstStyle/>
              <a:p>
                <a:r>
                  <a:rPr lang="en-DE">
                    <a:noFill/>
                  </a:rPr>
                  <a:t> </a:t>
                </a:r>
              </a:p>
            </p:txBody>
          </p:sp>
        </mc:Fallback>
      </mc:AlternateContent>
      <p:grpSp>
        <p:nvGrpSpPr>
          <p:cNvPr id="3" name="Gruppieren 2"/>
          <p:cNvGrpSpPr/>
          <p:nvPr/>
        </p:nvGrpSpPr>
        <p:grpSpPr>
          <a:xfrm>
            <a:off x="2011755" y="1617103"/>
            <a:ext cx="7423206" cy="1558610"/>
            <a:chOff x="1985162" y="1279187"/>
            <a:chExt cx="7423206" cy="1548182"/>
          </a:xfrm>
        </p:grpSpPr>
        <p:sp>
          <p:nvSpPr>
            <p:cNvPr id="16" name="Rechteck 15"/>
            <p:cNvSpPr/>
            <p:nvPr/>
          </p:nvSpPr>
          <p:spPr bwMode="auto">
            <a:xfrm>
              <a:off x="1985162" y="1279187"/>
              <a:ext cx="1590558" cy="50054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r>
                <a:rPr lang="de-DE" sz="2400" dirty="0">
                  <a:solidFill>
                    <a:srgbClr val="00B0F0"/>
                  </a:solidFill>
                  <a:latin typeface="Meta  "/>
                </a:rPr>
                <a:t>Konstante</a:t>
              </a:r>
              <a:endParaRPr lang="en-GB" sz="2400" dirty="0">
                <a:solidFill>
                  <a:srgbClr val="00B0F0"/>
                </a:solidFill>
                <a:latin typeface="Meta  "/>
              </a:endParaRPr>
            </a:p>
          </p:txBody>
        </p:sp>
        <p:sp>
          <p:nvSpPr>
            <p:cNvPr id="17" name="Rechteck 16"/>
            <p:cNvSpPr/>
            <p:nvPr/>
          </p:nvSpPr>
          <p:spPr bwMode="auto">
            <a:xfrm>
              <a:off x="7989318" y="1279187"/>
              <a:ext cx="1419050" cy="51309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r>
                <a:rPr lang="de-DE" sz="2400" dirty="0">
                  <a:solidFill>
                    <a:srgbClr val="00B0F0"/>
                  </a:solidFill>
                  <a:latin typeface="Meta  "/>
                </a:rPr>
                <a:t>Ausgang</a:t>
              </a:r>
              <a:endParaRPr lang="en-GB" sz="3200" dirty="0">
                <a:solidFill>
                  <a:srgbClr val="00B0F0"/>
                </a:solidFill>
                <a:latin typeface="Meta  "/>
              </a:endParaRPr>
            </a:p>
          </p:txBody>
        </p:sp>
        <p:sp>
          <p:nvSpPr>
            <p:cNvPr id="18" name="Rechteck 17"/>
            <p:cNvSpPr/>
            <p:nvPr/>
          </p:nvSpPr>
          <p:spPr bwMode="auto">
            <a:xfrm>
              <a:off x="4655840" y="1279187"/>
              <a:ext cx="2264477" cy="51309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r>
                <a:rPr lang="de-DE" sz="2400" dirty="0">
                  <a:solidFill>
                    <a:srgbClr val="00B0F0"/>
                  </a:solidFill>
                  <a:latin typeface="Meta  "/>
                </a:rPr>
                <a:t>Funktionsblock</a:t>
              </a:r>
              <a:endParaRPr lang="en-GB" sz="3200" dirty="0">
                <a:solidFill>
                  <a:srgbClr val="00B0F0"/>
                </a:solidFill>
                <a:latin typeface="Meta  "/>
              </a:endParaRPr>
            </a:p>
          </p:txBody>
        </p:sp>
        <p:cxnSp>
          <p:nvCxnSpPr>
            <p:cNvPr id="20" name="Gerade Verbindung mit Pfeil 19"/>
            <p:cNvCxnSpPr>
              <a:stCxn id="16" idx="2"/>
            </p:cNvCxnSpPr>
            <p:nvPr/>
          </p:nvCxnSpPr>
          <p:spPr bwMode="auto">
            <a:xfrm flipH="1">
              <a:off x="2135561" y="1779735"/>
              <a:ext cx="644880" cy="351297"/>
            </a:xfrm>
            <a:prstGeom prst="straightConnector1">
              <a:avLst/>
            </a:prstGeom>
            <a:noFill/>
            <a:ln w="28575" cap="flat" cmpd="sng" algn="ctr">
              <a:solidFill>
                <a:schemeClr val="tx1"/>
              </a:solidFill>
              <a:prstDash val="solid"/>
              <a:round/>
              <a:headEnd type="none" w="med" len="med"/>
              <a:tailEnd type="triangle"/>
            </a:ln>
            <a:effectLst/>
          </p:spPr>
        </p:cxnSp>
        <p:cxnSp>
          <p:nvCxnSpPr>
            <p:cNvPr id="22" name="Gerade Verbindung mit Pfeil 21"/>
            <p:cNvCxnSpPr>
              <a:stCxn id="18" idx="2"/>
            </p:cNvCxnSpPr>
            <p:nvPr/>
          </p:nvCxnSpPr>
          <p:spPr bwMode="auto">
            <a:xfrm flipH="1">
              <a:off x="4943873" y="1792286"/>
              <a:ext cx="844206" cy="395848"/>
            </a:xfrm>
            <a:prstGeom prst="straightConnector1">
              <a:avLst/>
            </a:prstGeom>
            <a:noFill/>
            <a:ln w="28575" cap="flat" cmpd="sng" algn="ctr">
              <a:solidFill>
                <a:schemeClr val="tx1"/>
              </a:solidFill>
              <a:prstDash val="solid"/>
              <a:round/>
              <a:headEnd type="none" w="med" len="med"/>
              <a:tailEnd type="triangle"/>
            </a:ln>
            <a:effectLst/>
          </p:spPr>
        </p:cxnSp>
        <p:cxnSp>
          <p:nvCxnSpPr>
            <p:cNvPr id="30" name="Gerade Verbindung mit Pfeil 29"/>
            <p:cNvCxnSpPr/>
            <p:nvPr/>
          </p:nvCxnSpPr>
          <p:spPr bwMode="auto">
            <a:xfrm flipH="1">
              <a:off x="6628404" y="1792286"/>
              <a:ext cx="2074371" cy="1035083"/>
            </a:xfrm>
            <a:prstGeom prst="straightConnector1">
              <a:avLst/>
            </a:prstGeom>
            <a:noFill/>
            <a:ln w="2857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113979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algn="l"/>
            <a:r>
              <a:rPr lang="de-DE" dirty="0"/>
              <a:t>Diskretes Beispiel</a:t>
            </a:r>
            <a:endParaRPr lang="en-GB" dirty="0"/>
          </a:p>
        </p:txBody>
      </p:sp>
      <p:sp>
        <p:nvSpPr>
          <p:cNvPr id="8" name="Inhaltsplatzhalter 7"/>
          <p:cNvSpPr>
            <a:spLocks noGrp="1"/>
          </p:cNvSpPr>
          <p:nvPr>
            <p:ph idx="1"/>
          </p:nvPr>
        </p:nvSpPr>
        <p:spPr>
          <a:xfrm>
            <a:off x="690238" y="2851859"/>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15</a:t>
            </a:fld>
            <a:r>
              <a:rPr lang="de-DE"/>
              <a:t> </a:t>
            </a:r>
            <a:endParaRPr lang="de-DE">
              <a:solidFill>
                <a:srgbClr val="00004B"/>
              </a:solidFill>
            </a:endParaRPr>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191" y="1634084"/>
            <a:ext cx="5472608" cy="2449496"/>
          </a:xfrm>
          <a:prstGeom prst="rect">
            <a:avLst/>
          </a:prstGeom>
        </p:spPr>
      </p:pic>
      <p:pic>
        <p:nvPicPr>
          <p:cNvPr id="7" name="Grafik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7919" y="1755211"/>
            <a:ext cx="2785446" cy="1866536"/>
          </a:xfrm>
          <a:prstGeom prst="rect">
            <a:avLst/>
          </a:prstGeom>
        </p:spPr>
      </p:pic>
      <p:sp>
        <p:nvSpPr>
          <p:cNvPr id="10" name="Gleichschenkliges Dreieck 9"/>
          <p:cNvSpPr/>
          <p:nvPr/>
        </p:nvSpPr>
        <p:spPr bwMode="auto">
          <a:xfrm rot="5400000">
            <a:off x="6200832" y="2595853"/>
            <a:ext cx="1282885" cy="185252"/>
          </a:xfrm>
          <a:prstGeom prst="triangle">
            <a:avLst/>
          </a:prstGeom>
          <a:solidFill>
            <a:schemeClr val="bg1">
              <a:lumMod val="75000"/>
            </a:schemeClr>
          </a:solidFill>
          <a:ln w="19050">
            <a:noFill/>
            <a:miter lim="800000"/>
            <a:headEnd/>
            <a:tailEnd/>
          </a:ln>
        </p:spPr>
        <p:txBody>
          <a:bodyPr vert="horz" lIns="72000" tIns="72000" rIns="72000" bIns="72000" rtlCol="0" anchor="ctr"/>
          <a:lstStyle/>
          <a:p>
            <a:pPr algn="ctr" fontAlgn="base">
              <a:spcBef>
                <a:spcPct val="20000"/>
              </a:spcBef>
              <a:spcAft>
                <a:spcPct val="0"/>
              </a:spcAft>
            </a:pPr>
            <a:endParaRPr lang="en-GB" sz="1200" dirty="0">
              <a:solidFill>
                <a:srgbClr val="FFFFFF"/>
              </a:solidFill>
              <a:ea typeface="ＭＳ Ｐゴシック" pitchFamily="-109" charset="-128"/>
            </a:endParaRPr>
          </a:p>
        </p:txBody>
      </p:sp>
      <p:sp>
        <p:nvSpPr>
          <p:cNvPr id="12" name="Textfeld 11"/>
          <p:cNvSpPr txBox="1"/>
          <p:nvPr/>
        </p:nvSpPr>
        <p:spPr>
          <a:xfrm>
            <a:off x="895191" y="4319632"/>
            <a:ext cx="11089232" cy="1852815"/>
          </a:xfrm>
          <a:prstGeom prst="rect">
            <a:avLst/>
          </a:prstGeom>
          <a:noFill/>
        </p:spPr>
        <p:txBody>
          <a:bodyPr wrap="square" rtlCol="0">
            <a:spAutoFit/>
          </a:bodyPr>
          <a:lstStyle/>
          <a:p>
            <a:pPr fontAlgn="base">
              <a:spcBef>
                <a:spcPct val="20000"/>
              </a:spcBef>
              <a:spcAft>
                <a:spcPct val="0"/>
              </a:spcAft>
            </a:pPr>
            <a:r>
              <a:rPr lang="de-DE" sz="2800" dirty="0">
                <a:latin typeface="Meta Offc Pro" panose="020B0504030101020102"/>
              </a:rPr>
              <a:t>„</a:t>
            </a:r>
            <a:r>
              <a:rPr lang="de-DE" sz="2400" dirty="0">
                <a:latin typeface="Meta Offc Pro" panose="020B0504030101020102"/>
              </a:rPr>
              <a:t>Entspricht“ dem Programm</a:t>
            </a:r>
          </a:p>
          <a:p>
            <a:pPr lvl="1" fontAlgn="base">
              <a:spcBef>
                <a:spcPct val="20000"/>
              </a:spcBef>
              <a:spcAft>
                <a:spcPct val="0"/>
              </a:spcAft>
            </a:pPr>
            <a:r>
              <a:rPr lang="de-DE" sz="2400" dirty="0" err="1">
                <a:latin typeface="Consolas" panose="020B0609020204030204" pitchFamily="49" charset="0"/>
                <a:ea typeface="Arial Unicode MS" panose="020B0604020202020204" pitchFamily="34" charset="-128"/>
                <a:cs typeface="Arial Unicode MS" panose="020B0604020202020204" pitchFamily="34" charset="-128"/>
              </a:rPr>
              <a:t>while</a:t>
            </a:r>
            <a:r>
              <a:rPr lang="de-DE" sz="2400" dirty="0">
                <a:latin typeface="Consolas" panose="020B0609020204030204" pitchFamily="49" charset="0"/>
                <a:ea typeface="Arial Unicode MS" panose="020B0604020202020204" pitchFamily="34" charset="-128"/>
                <a:cs typeface="Arial Unicode MS" panose="020B0604020202020204" pitchFamily="34" charset="-128"/>
              </a:rPr>
              <a:t>(</a:t>
            </a:r>
            <a:r>
              <a:rPr lang="de-DE" sz="2400" dirty="0" err="1">
                <a:latin typeface="Consolas" panose="020B0609020204030204" pitchFamily="49" charset="0"/>
                <a:ea typeface="Arial Unicode MS" panose="020B0604020202020204" pitchFamily="34" charset="-128"/>
                <a:cs typeface="Arial Unicode MS" panose="020B0604020202020204" pitchFamily="34" charset="-128"/>
              </a:rPr>
              <a:t>simulation</a:t>
            </a:r>
            <a:r>
              <a:rPr lang="de-DE" sz="2400" dirty="0">
                <a:latin typeface="Consolas" panose="020B0609020204030204" pitchFamily="49" charset="0"/>
                <a:ea typeface="Arial Unicode MS" panose="020B0604020202020204" pitchFamily="34" charset="-128"/>
                <a:cs typeface="Arial Unicode MS" panose="020B0604020202020204" pitchFamily="34" charset="-128"/>
              </a:rPr>
              <a:t>)	</a:t>
            </a:r>
          </a:p>
          <a:p>
            <a:pPr lvl="1" fontAlgn="base">
              <a:spcBef>
                <a:spcPct val="20000"/>
              </a:spcBef>
              <a:spcAft>
                <a:spcPct val="0"/>
              </a:spcAft>
            </a:pPr>
            <a:r>
              <a:rPr lang="de-DE" sz="2400" dirty="0">
                <a:latin typeface="Consolas" panose="020B0609020204030204" pitchFamily="49" charset="0"/>
                <a:ea typeface="Arial Unicode MS" panose="020B0604020202020204" pitchFamily="34" charset="-128"/>
                <a:cs typeface="Arial Unicode MS" panose="020B0604020202020204" pitchFamily="34" charset="-128"/>
              </a:rPr>
              <a:t>	</a:t>
            </a:r>
            <a:r>
              <a:rPr lang="de-DE" sz="2400" dirty="0">
                <a:solidFill>
                  <a:srgbClr val="00B0F0"/>
                </a:solidFill>
                <a:latin typeface="Consolas" panose="020B0609020204030204" pitchFamily="49" charset="0"/>
                <a:ea typeface="Arial Unicode MS" panose="020B0604020202020204" pitchFamily="34" charset="-128"/>
                <a:cs typeface="Arial Unicode MS" panose="020B0604020202020204" pitchFamily="34" charset="-128"/>
              </a:rPr>
              <a:t>i</a:t>
            </a:r>
            <a:r>
              <a:rPr lang="de-DE" sz="2400" dirty="0">
                <a:latin typeface="Consolas" panose="020B0609020204030204" pitchFamily="49" charset="0"/>
                <a:ea typeface="Arial Unicode MS" panose="020B0604020202020204" pitchFamily="34" charset="-128"/>
                <a:cs typeface="Arial Unicode MS" panose="020B0604020202020204" pitchFamily="34" charset="-128"/>
              </a:rPr>
              <a:t> := </a:t>
            </a:r>
            <a:r>
              <a:rPr lang="de-DE" sz="2400" dirty="0">
                <a:solidFill>
                  <a:srgbClr val="00B0F0"/>
                </a:solidFill>
                <a:latin typeface="Consolas" panose="020B0609020204030204" pitchFamily="49" charset="0"/>
                <a:ea typeface="Arial Unicode MS" panose="020B0604020202020204" pitchFamily="34" charset="-128"/>
                <a:cs typeface="Arial Unicode MS" panose="020B0604020202020204" pitchFamily="34" charset="-128"/>
              </a:rPr>
              <a:t>i </a:t>
            </a:r>
            <a:r>
              <a:rPr lang="de-DE" sz="2400" dirty="0">
                <a:latin typeface="Consolas" panose="020B0609020204030204" pitchFamily="49" charset="0"/>
                <a:ea typeface="Arial Unicode MS" panose="020B0604020202020204" pitchFamily="34" charset="-128"/>
                <a:cs typeface="Arial Unicode MS" panose="020B0604020202020204" pitchFamily="34" charset="-128"/>
              </a:rPr>
              <a:t>+ 1;</a:t>
            </a:r>
            <a:endParaRPr lang="de-DE" sz="2800" dirty="0">
              <a:latin typeface="Consolas" panose="020B0609020204030204" pitchFamily="49" charset="0"/>
              <a:ea typeface="Arial Unicode MS" panose="020B0604020202020204" pitchFamily="34" charset="-128"/>
              <a:cs typeface="Arial Unicode MS" panose="020B0604020202020204" pitchFamily="34" charset="-128"/>
            </a:endParaRPr>
          </a:p>
          <a:p>
            <a:pPr fontAlgn="base">
              <a:spcBef>
                <a:spcPct val="20000"/>
              </a:spcBef>
              <a:spcAft>
                <a:spcPct val="0"/>
              </a:spcAft>
            </a:pPr>
            <a:r>
              <a:rPr lang="de-DE" sz="2400" dirty="0">
                <a:latin typeface="Meta Offc Pro" panose="020B0504030101020102"/>
              </a:rPr>
              <a:t>Output ist eine Funktion, die in diskreten Schritten den Wert ändert</a:t>
            </a:r>
            <a:endParaRPr lang="en-GB" sz="3200" dirty="0">
              <a:latin typeface="Meta Offc Pro" panose="020B0504030101020102"/>
            </a:endParaRPr>
          </a:p>
        </p:txBody>
      </p:sp>
      <p:grpSp>
        <p:nvGrpSpPr>
          <p:cNvPr id="3" name="Gruppieren 2"/>
          <p:cNvGrpSpPr/>
          <p:nvPr/>
        </p:nvGrpSpPr>
        <p:grpSpPr>
          <a:xfrm>
            <a:off x="4135551" y="3002238"/>
            <a:ext cx="6419056" cy="1360051"/>
            <a:chOff x="3791744" y="2708921"/>
            <a:chExt cx="6419056" cy="1360051"/>
          </a:xfrm>
        </p:grpSpPr>
        <p:sp>
          <p:nvSpPr>
            <p:cNvPr id="13" name="Textfeld 12"/>
            <p:cNvSpPr txBox="1"/>
            <p:nvPr/>
          </p:nvSpPr>
          <p:spPr>
            <a:xfrm>
              <a:off x="7896200" y="3607307"/>
              <a:ext cx="2314600" cy="461665"/>
            </a:xfrm>
            <a:prstGeom prst="rect">
              <a:avLst/>
            </a:prstGeom>
            <a:noFill/>
          </p:spPr>
          <p:txBody>
            <a:bodyPr wrap="square" rtlCol="0">
              <a:spAutoFit/>
            </a:bodyPr>
            <a:lstStyle/>
            <a:p>
              <a:pPr fontAlgn="base">
                <a:spcBef>
                  <a:spcPct val="20000"/>
                </a:spcBef>
                <a:spcAft>
                  <a:spcPct val="0"/>
                </a:spcAft>
              </a:pPr>
              <a:r>
                <a:rPr lang="de-DE" sz="2400" dirty="0">
                  <a:solidFill>
                    <a:srgbClr val="00B0F0"/>
                  </a:solidFill>
                  <a:latin typeface="Meta  "/>
                </a:rPr>
                <a:t>Feedback</a:t>
              </a:r>
              <a:endParaRPr lang="en-GB" sz="3200" dirty="0">
                <a:solidFill>
                  <a:srgbClr val="00B0F0"/>
                </a:solidFill>
                <a:latin typeface="Meta  "/>
              </a:endParaRPr>
            </a:p>
          </p:txBody>
        </p:sp>
        <p:cxnSp>
          <p:nvCxnSpPr>
            <p:cNvPr id="15" name="Gerade Verbindung mit Pfeil 14"/>
            <p:cNvCxnSpPr>
              <a:stCxn id="13" idx="1"/>
            </p:cNvCxnSpPr>
            <p:nvPr/>
          </p:nvCxnSpPr>
          <p:spPr bwMode="auto">
            <a:xfrm flipH="1" flipV="1">
              <a:off x="3791744" y="2708921"/>
              <a:ext cx="4104456" cy="1129219"/>
            </a:xfrm>
            <a:prstGeom prst="straightConnector1">
              <a:avLst/>
            </a:prstGeom>
            <a:noFill/>
            <a:ln w="28575" cap="flat" cmpd="sng" algn="ctr">
              <a:solidFill>
                <a:schemeClr val="tx1"/>
              </a:solidFill>
              <a:prstDash val="solid"/>
              <a:round/>
              <a:headEnd type="none" w="med" len="med"/>
              <a:tailEnd type="triangle"/>
            </a:ln>
            <a:effectLst/>
          </p:spPr>
        </p:cxnSp>
      </p:grpSp>
      <p:grpSp>
        <p:nvGrpSpPr>
          <p:cNvPr id="14" name="Gruppieren 13"/>
          <p:cNvGrpSpPr/>
          <p:nvPr/>
        </p:nvGrpSpPr>
        <p:grpSpPr>
          <a:xfrm>
            <a:off x="3559487" y="3650314"/>
            <a:ext cx="6995120" cy="1729378"/>
            <a:chOff x="3791744" y="2708926"/>
            <a:chExt cx="6995120" cy="1729378"/>
          </a:xfrm>
        </p:grpSpPr>
        <p:sp>
          <p:nvSpPr>
            <p:cNvPr id="16" name="Textfeld 15"/>
            <p:cNvSpPr txBox="1"/>
            <p:nvPr/>
          </p:nvSpPr>
          <p:spPr>
            <a:xfrm>
              <a:off x="7896200" y="3607307"/>
              <a:ext cx="2890664" cy="830997"/>
            </a:xfrm>
            <a:prstGeom prst="rect">
              <a:avLst/>
            </a:prstGeom>
            <a:noFill/>
          </p:spPr>
          <p:txBody>
            <a:bodyPr wrap="square" rtlCol="0">
              <a:spAutoFit/>
            </a:bodyPr>
            <a:lstStyle/>
            <a:p>
              <a:pPr fontAlgn="base">
                <a:spcBef>
                  <a:spcPct val="20000"/>
                </a:spcBef>
                <a:spcAft>
                  <a:spcPct val="0"/>
                </a:spcAft>
              </a:pPr>
              <a:r>
                <a:rPr lang="de-DE" sz="2400" dirty="0">
                  <a:solidFill>
                    <a:srgbClr val="00B0F0"/>
                  </a:solidFill>
                  <a:latin typeface="Meta  "/>
                </a:rPr>
                <a:t>Diskreter Block mit innerem Zustand</a:t>
              </a:r>
              <a:endParaRPr lang="en-GB" sz="2400" dirty="0">
                <a:solidFill>
                  <a:srgbClr val="00B0F0"/>
                </a:solidFill>
                <a:latin typeface="Meta  "/>
              </a:endParaRPr>
            </a:p>
          </p:txBody>
        </p:sp>
        <p:cxnSp>
          <p:nvCxnSpPr>
            <p:cNvPr id="17" name="Gerade Verbindung mit Pfeil 16"/>
            <p:cNvCxnSpPr>
              <a:stCxn id="16" idx="1"/>
            </p:cNvCxnSpPr>
            <p:nvPr/>
          </p:nvCxnSpPr>
          <p:spPr bwMode="auto">
            <a:xfrm flipH="1" flipV="1">
              <a:off x="3791744" y="2708926"/>
              <a:ext cx="4104456" cy="1313880"/>
            </a:xfrm>
            <a:prstGeom prst="straightConnector1">
              <a:avLst/>
            </a:prstGeom>
            <a:noFill/>
            <a:ln w="2857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1319801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7056237" cy="492443"/>
          </a:xfrm>
        </p:spPr>
        <p:txBody>
          <a:bodyPr>
            <a:normAutofit/>
          </a:bodyPr>
          <a:lstStyle/>
          <a:p>
            <a:pPr algn="l"/>
            <a:r>
              <a:rPr lang="de-DE" dirty="0"/>
              <a:t>Kontinuierliches Beispiel</a:t>
            </a:r>
            <a:endParaRPr lang="en-GB" dirty="0"/>
          </a:p>
        </p:txBody>
      </p:sp>
      <p:sp>
        <p:nvSpPr>
          <p:cNvPr id="6" name="Inhaltsplatzhalter 5"/>
          <p:cNvSpPr>
            <a:spLocks noGrp="1"/>
          </p:cNvSpPr>
          <p:nvPr>
            <p:ph idx="1"/>
          </p:nvPr>
        </p:nvSpPr>
        <p:spPr>
          <a:xfrm>
            <a:off x="373024" y="3091943"/>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dirty="0">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16</a:t>
            </a:fld>
            <a:r>
              <a:rPr lang="de-DE"/>
              <a:t> </a:t>
            </a:r>
            <a:endParaRPr lang="de-DE">
              <a:solidFill>
                <a:srgbClr val="00004B"/>
              </a:solidFill>
            </a:endParaRPr>
          </a:p>
        </p:txBody>
      </p:sp>
      <p:pic>
        <p:nvPicPr>
          <p:cNvPr id="8" name="Grafik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969" y="1658144"/>
            <a:ext cx="4733816" cy="2441340"/>
          </a:xfrm>
          <a:prstGeom prst="rect">
            <a:avLst/>
          </a:prstGeom>
        </p:spPr>
      </p:pic>
      <p:pic>
        <p:nvPicPr>
          <p:cNvPr id="9" name="Grafik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2674" y="1826368"/>
            <a:ext cx="3384375" cy="2100103"/>
          </a:xfrm>
          <a:prstGeom prst="rect">
            <a:avLst/>
          </a:prstGeom>
        </p:spPr>
      </p:pic>
      <p:sp>
        <p:nvSpPr>
          <p:cNvPr id="11" name="Gleichschenkliges Dreieck 10"/>
          <p:cNvSpPr/>
          <p:nvPr/>
        </p:nvSpPr>
        <p:spPr bwMode="auto">
          <a:xfrm rot="5400000">
            <a:off x="5573776" y="2721641"/>
            <a:ext cx="1282885" cy="185252"/>
          </a:xfrm>
          <a:prstGeom prst="triangle">
            <a:avLst/>
          </a:prstGeom>
          <a:solidFill>
            <a:schemeClr val="bg1">
              <a:lumMod val="75000"/>
            </a:schemeClr>
          </a:solidFill>
          <a:ln w="19050">
            <a:noFill/>
            <a:miter lim="800000"/>
            <a:headEnd/>
            <a:tailEnd/>
          </a:ln>
        </p:spPr>
        <p:txBody>
          <a:bodyPr vert="horz" lIns="72000" tIns="72000" rIns="72000" bIns="72000" rtlCol="0" anchor="ctr"/>
          <a:lstStyle/>
          <a:p>
            <a:pPr algn="ctr" fontAlgn="base">
              <a:spcBef>
                <a:spcPct val="20000"/>
              </a:spcBef>
              <a:spcAft>
                <a:spcPct val="0"/>
              </a:spcAft>
            </a:pPr>
            <a:endParaRPr lang="en-GB" sz="1200" dirty="0">
              <a:solidFill>
                <a:srgbClr val="FFFFFF"/>
              </a:solidFill>
              <a:ea typeface="ＭＳ Ｐゴシック" pitchFamily="-109" charset="-128"/>
            </a:endParaRPr>
          </a:p>
        </p:txBody>
      </p:sp>
      <mc:AlternateContent xmlns:mc="http://schemas.openxmlformats.org/markup-compatibility/2006" xmlns:a14="http://schemas.microsoft.com/office/drawing/2010/main">
        <mc:Choice Requires="a14">
          <p:sp>
            <p:nvSpPr>
              <p:cNvPr id="12" name="Textfeld 11"/>
              <p:cNvSpPr txBox="1"/>
              <p:nvPr/>
            </p:nvSpPr>
            <p:spPr>
              <a:xfrm>
                <a:off x="433961" y="4600562"/>
                <a:ext cx="10945216" cy="1810111"/>
              </a:xfrm>
              <a:prstGeom prst="rect">
                <a:avLst/>
              </a:prstGeom>
              <a:noFill/>
            </p:spPr>
            <p:txBody>
              <a:bodyPr wrap="square" rtlCol="0">
                <a:spAutoFit/>
              </a:bodyPr>
              <a:lstStyle/>
              <a:p>
                <a:pPr fontAlgn="base">
                  <a:spcBef>
                    <a:spcPct val="20000"/>
                  </a:spcBef>
                  <a:spcAft>
                    <a:spcPct val="0"/>
                  </a:spcAft>
                </a:pPr>
                <a:r>
                  <a:rPr lang="de-DE" sz="2400" dirty="0">
                    <a:latin typeface="Meta Offc Pro" panose="020B0504030101020102"/>
                  </a:rPr>
                  <a:t>Kann als Differentialgleichung (DGL) aufgefasst werden</a:t>
                </a:r>
              </a:p>
              <a:p>
                <a:pPr algn="ctr" fontAlgn="base">
                  <a:spcBef>
                    <a:spcPct val="20000"/>
                  </a:spcBef>
                  <a:spcAft>
                    <a:spcPct val="0"/>
                  </a:spcAft>
                </a:pPr>
                <a:r>
                  <a:rPr lang="de-DE" sz="2400" dirty="0">
                    <a:latin typeface="Meta Offc Pro" panose="020B0504030101020102"/>
                  </a:rPr>
                  <a:t> </a:t>
                </a:r>
                <a14:m>
                  <m:oMath xmlns:m="http://schemas.openxmlformats.org/officeDocument/2006/math">
                    <m:r>
                      <m:rPr>
                        <m:sty m:val="p"/>
                      </m:rPr>
                      <a:rPr lang="de-DE" sz="2400">
                        <a:latin typeface="Cambria Math" panose="02040503050406030204" pitchFamily="18" charset="0"/>
                      </a:rPr>
                      <m:t>y</m:t>
                    </m:r>
                    <m:d>
                      <m:dPr>
                        <m:ctrlPr>
                          <a:rPr lang="de-DE" sz="2400" i="1">
                            <a:latin typeface="Cambria Math" panose="02040503050406030204" pitchFamily="18" charset="0"/>
                          </a:rPr>
                        </m:ctrlPr>
                      </m:dPr>
                      <m:e>
                        <m:r>
                          <m:rPr>
                            <m:sty m:val="p"/>
                          </m:rPr>
                          <a:rPr lang="de-DE" sz="2400">
                            <a:latin typeface="Cambria Math" panose="02040503050406030204" pitchFamily="18" charset="0"/>
                          </a:rPr>
                          <m:t>t</m:t>
                        </m:r>
                      </m:e>
                    </m:d>
                    <m:r>
                      <a:rPr lang="de-DE" sz="2400">
                        <a:latin typeface="Cambria Math" panose="02040503050406030204" pitchFamily="18" charset="0"/>
                      </a:rPr>
                      <m:t>= </m:t>
                    </m:r>
                    <m:nary>
                      <m:naryPr>
                        <m:limLoc m:val="undOvr"/>
                        <m:ctrlPr>
                          <a:rPr lang="de-DE" sz="2400" i="1">
                            <a:latin typeface="Cambria Math" panose="02040503050406030204" pitchFamily="18" charset="0"/>
                          </a:rPr>
                        </m:ctrlPr>
                      </m:naryPr>
                      <m:sub>
                        <m:r>
                          <m:rPr>
                            <m:brk m:alnAt="24"/>
                          </m:rPr>
                          <a:rPr lang="de-DE" sz="2400" i="1">
                            <a:latin typeface="Cambria Math" panose="02040503050406030204" pitchFamily="18" charset="0"/>
                          </a:rPr>
                          <m:t>0</m:t>
                        </m:r>
                      </m:sub>
                      <m:sup>
                        <m:r>
                          <a:rPr lang="de-DE" sz="2400" i="1">
                            <a:latin typeface="Cambria Math" panose="02040503050406030204" pitchFamily="18" charset="0"/>
                          </a:rPr>
                          <m:t>𝑡</m:t>
                        </m:r>
                      </m:sup>
                      <m:e>
                        <m:r>
                          <a:rPr lang="de-DE" sz="2400" i="1">
                            <a:latin typeface="Cambria Math" panose="02040503050406030204" pitchFamily="18" charset="0"/>
                          </a:rPr>
                          <m:t>(1+</m:t>
                        </m:r>
                        <m:r>
                          <a:rPr lang="de-DE" sz="2400" i="1">
                            <a:latin typeface="Cambria Math" panose="02040503050406030204" pitchFamily="18" charset="0"/>
                          </a:rPr>
                          <m:t>𝑦</m:t>
                        </m:r>
                        <m:r>
                          <a:rPr lang="de-DE" sz="2400" i="1">
                            <a:latin typeface="Cambria Math" panose="02040503050406030204" pitchFamily="18" charset="0"/>
                          </a:rPr>
                          <m:t>(</m:t>
                        </m:r>
                        <m:r>
                          <a:rPr lang="de-DE" sz="2400" i="1">
                            <a:latin typeface="Cambria Math" panose="02040503050406030204" pitchFamily="18" charset="0"/>
                          </a:rPr>
                          <m:t>𝜏</m:t>
                        </m:r>
                        <m:r>
                          <a:rPr lang="de-DE" sz="2400" i="1">
                            <a:latin typeface="Cambria Math" panose="02040503050406030204" pitchFamily="18" charset="0"/>
                          </a:rPr>
                          <m:t>))</m:t>
                        </m:r>
                        <m:r>
                          <a:rPr lang="de-DE" sz="2400" i="1">
                            <a:latin typeface="Cambria Math" panose="02040503050406030204" pitchFamily="18" charset="0"/>
                          </a:rPr>
                          <m:t>𝑑</m:t>
                        </m:r>
                        <m:r>
                          <a:rPr lang="de-DE" sz="2400" i="1">
                            <a:latin typeface="Cambria Math" panose="02040503050406030204" pitchFamily="18" charset="0"/>
                          </a:rPr>
                          <m:t>𝜏</m:t>
                        </m:r>
                      </m:e>
                    </m:nary>
                    <m:r>
                      <a:rPr lang="de-DE" sz="2400" i="1">
                        <a:latin typeface="Cambria Math" panose="02040503050406030204" pitchFamily="18" charset="0"/>
                      </a:rPr>
                      <m:t>  </m:t>
                    </m:r>
                    <m:r>
                      <a:rPr lang="de-DE" sz="2400" i="1">
                        <a:latin typeface="Cambria Math" panose="02040503050406030204" pitchFamily="18" charset="0"/>
                        <a:ea typeface="Cambria Math" panose="02040503050406030204" pitchFamily="18" charset="0"/>
                      </a:rPr>
                      <m:t>⟺  </m:t>
                    </m:r>
                    <m:f>
                      <m:fPr>
                        <m:ctrlPr>
                          <a:rPr lang="de-DE" sz="2400" i="1">
                            <a:latin typeface="Cambria Math" panose="02040503050406030204" pitchFamily="18" charset="0"/>
                          </a:rPr>
                        </m:ctrlPr>
                      </m:fPr>
                      <m:num>
                        <m:r>
                          <a:rPr lang="de-DE" sz="2400" i="1">
                            <a:latin typeface="Cambria Math" panose="02040503050406030204" pitchFamily="18" charset="0"/>
                          </a:rPr>
                          <m:t>𝑑</m:t>
                        </m:r>
                      </m:num>
                      <m:den>
                        <m:r>
                          <a:rPr lang="de-DE" sz="2400" i="1">
                            <a:latin typeface="Cambria Math" panose="02040503050406030204" pitchFamily="18" charset="0"/>
                          </a:rPr>
                          <m:t>𝑑𝑡</m:t>
                        </m:r>
                      </m:den>
                    </m:f>
                    <m:r>
                      <a:rPr lang="de-DE" sz="2400" i="1">
                        <a:latin typeface="Cambria Math" panose="02040503050406030204" pitchFamily="18" charset="0"/>
                      </a:rPr>
                      <m:t>𝑦</m:t>
                    </m:r>
                    <m:d>
                      <m:dPr>
                        <m:ctrlPr>
                          <a:rPr lang="de-DE" sz="2400" i="1">
                            <a:latin typeface="Cambria Math" panose="02040503050406030204" pitchFamily="18" charset="0"/>
                          </a:rPr>
                        </m:ctrlPr>
                      </m:dPr>
                      <m:e>
                        <m:r>
                          <a:rPr lang="de-DE" sz="2400" i="1">
                            <a:latin typeface="Cambria Math" panose="02040503050406030204" pitchFamily="18" charset="0"/>
                          </a:rPr>
                          <m:t>𝑡</m:t>
                        </m:r>
                      </m:e>
                    </m:d>
                    <m:r>
                      <a:rPr lang="de-DE" sz="2400" i="1">
                        <a:latin typeface="Cambria Math" panose="02040503050406030204" pitchFamily="18" charset="0"/>
                      </a:rPr>
                      <m:t>=1+</m:t>
                    </m:r>
                    <m:r>
                      <a:rPr lang="de-DE" sz="2400" i="1">
                        <a:latin typeface="Cambria Math" panose="02040503050406030204" pitchFamily="18" charset="0"/>
                      </a:rPr>
                      <m:t>𝑦</m:t>
                    </m:r>
                    <m:d>
                      <m:dPr>
                        <m:ctrlPr>
                          <a:rPr lang="de-DE" sz="2400" i="1">
                            <a:latin typeface="Cambria Math" panose="02040503050406030204" pitchFamily="18" charset="0"/>
                          </a:rPr>
                        </m:ctrlPr>
                      </m:dPr>
                      <m:e>
                        <m:r>
                          <a:rPr lang="de-DE" sz="2400" i="1">
                            <a:latin typeface="Cambria Math" panose="02040503050406030204" pitchFamily="18" charset="0"/>
                          </a:rPr>
                          <m:t>𝑡</m:t>
                        </m:r>
                      </m:e>
                    </m:d>
                    <m:r>
                      <a:rPr lang="de-DE" sz="2400" i="1">
                        <a:latin typeface="Cambria Math" panose="02040503050406030204" pitchFamily="18" charset="0"/>
                      </a:rPr>
                      <m:t>,     </m:t>
                    </m:r>
                    <m:r>
                      <a:rPr lang="de-DE" sz="2400" i="1">
                        <a:latin typeface="Cambria Math" panose="02040503050406030204" pitchFamily="18" charset="0"/>
                      </a:rPr>
                      <m:t>𝑦</m:t>
                    </m:r>
                    <m:d>
                      <m:dPr>
                        <m:ctrlPr>
                          <a:rPr lang="de-DE" sz="2400" i="1">
                            <a:latin typeface="Cambria Math" panose="02040503050406030204" pitchFamily="18" charset="0"/>
                          </a:rPr>
                        </m:ctrlPr>
                      </m:dPr>
                      <m:e>
                        <m:r>
                          <a:rPr lang="de-DE" sz="2400" i="1">
                            <a:latin typeface="Cambria Math" panose="02040503050406030204" pitchFamily="18" charset="0"/>
                          </a:rPr>
                          <m:t>0</m:t>
                        </m:r>
                      </m:e>
                    </m:d>
                    <m:r>
                      <a:rPr lang="de-DE" sz="2400" i="1">
                        <a:latin typeface="Cambria Math" panose="02040503050406030204" pitchFamily="18" charset="0"/>
                      </a:rPr>
                      <m:t>=0</m:t>
                    </m:r>
                  </m:oMath>
                </a14:m>
                <a:r>
                  <a:rPr lang="de-DE" sz="2400" dirty="0">
                    <a:latin typeface="Meta Offc Pro" panose="020B0504030101020102"/>
                  </a:rPr>
                  <a:t> </a:t>
                </a:r>
              </a:p>
              <a:p>
                <a:pPr fontAlgn="base">
                  <a:spcBef>
                    <a:spcPct val="20000"/>
                  </a:spcBef>
                  <a:spcAft>
                    <a:spcPct val="0"/>
                  </a:spcAft>
                </a:pPr>
                <a:endParaRPr lang="de-DE" sz="1100" dirty="0">
                  <a:latin typeface="Meta Offc Pro" panose="020B0504030101020102"/>
                </a:endParaRPr>
              </a:p>
              <a:p>
                <a:pPr fontAlgn="base">
                  <a:spcBef>
                    <a:spcPct val="20000"/>
                  </a:spcBef>
                  <a:spcAft>
                    <a:spcPct val="0"/>
                  </a:spcAft>
                </a:pPr>
                <a:r>
                  <a:rPr lang="de-DE" sz="2400" dirty="0">
                    <a:latin typeface="Meta Offc Pro" panose="020B0504030101020102"/>
                  </a:rPr>
                  <a:t>Output „entspricht“ damit dem Ausdruck</a:t>
                </a:r>
                <a14:m>
                  <m:oMath xmlns:m="http://schemas.openxmlformats.org/officeDocument/2006/math">
                    <m:r>
                      <a:rPr lang="de-DE" sz="2400">
                        <a:latin typeface="Cambria Math" panose="02040503050406030204" pitchFamily="18" charset="0"/>
                      </a:rPr>
                      <m:t> </m:t>
                    </m:r>
                    <m:r>
                      <m:rPr>
                        <m:sty m:val="p"/>
                      </m:rPr>
                      <a:rPr lang="de-DE" sz="2400">
                        <a:latin typeface="Cambria Math" panose="02040503050406030204" pitchFamily="18" charset="0"/>
                      </a:rPr>
                      <m:t>out</m:t>
                    </m:r>
                    <m:d>
                      <m:dPr>
                        <m:ctrlPr>
                          <a:rPr lang="de-DE" sz="2400" i="1">
                            <a:latin typeface="Cambria Math" panose="02040503050406030204" pitchFamily="18" charset="0"/>
                          </a:rPr>
                        </m:ctrlPr>
                      </m:dPr>
                      <m:e>
                        <m:r>
                          <m:rPr>
                            <m:sty m:val="p"/>
                          </m:rPr>
                          <a:rPr lang="de-DE" sz="2400">
                            <a:latin typeface="Cambria Math" panose="02040503050406030204" pitchFamily="18" charset="0"/>
                          </a:rPr>
                          <m:t>t</m:t>
                        </m:r>
                      </m:e>
                    </m:d>
                    <m:r>
                      <a:rPr lang="de-DE" sz="2400">
                        <a:latin typeface="Cambria Math" panose="02040503050406030204" pitchFamily="18" charset="0"/>
                      </a:rPr>
                      <m:t>=</m:t>
                    </m:r>
                    <m:sSup>
                      <m:sSupPr>
                        <m:ctrlPr>
                          <a:rPr lang="de-DE" sz="2400" i="1">
                            <a:latin typeface="Cambria Math" panose="02040503050406030204" pitchFamily="18" charset="0"/>
                          </a:rPr>
                        </m:ctrlPr>
                      </m:sSupPr>
                      <m:e>
                        <m:r>
                          <a:rPr lang="de-DE" sz="2400" i="1">
                            <a:latin typeface="Cambria Math" panose="02040503050406030204" pitchFamily="18" charset="0"/>
                          </a:rPr>
                          <m:t>𝑒</m:t>
                        </m:r>
                      </m:e>
                      <m:sup>
                        <m:r>
                          <a:rPr lang="de-DE" sz="2400" i="1">
                            <a:latin typeface="Cambria Math" panose="02040503050406030204" pitchFamily="18" charset="0"/>
                          </a:rPr>
                          <m:t>𝑡</m:t>
                        </m:r>
                      </m:sup>
                    </m:sSup>
                    <m:r>
                      <a:rPr lang="de-DE" sz="2400" i="1">
                        <a:latin typeface="Cambria Math" panose="02040503050406030204" pitchFamily="18" charset="0"/>
                      </a:rPr>
                      <m:t>−1</m:t>
                    </m:r>
                  </m:oMath>
                </a14:m>
                <a:r>
                  <a:rPr lang="en-GB" sz="2400" dirty="0">
                    <a:latin typeface="Meta Offc Pro" panose="020B0504030101020102"/>
                  </a:rPr>
                  <a:t> (</a:t>
                </a:r>
                <a:r>
                  <a:rPr lang="en-GB" sz="2400" dirty="0" err="1">
                    <a:latin typeface="Meta Offc Pro" panose="020B0504030101020102"/>
                  </a:rPr>
                  <a:t>Lösung</a:t>
                </a:r>
                <a:r>
                  <a:rPr lang="en-GB" sz="2400" dirty="0">
                    <a:latin typeface="Meta Offc Pro" panose="020B0504030101020102"/>
                  </a:rPr>
                  <a:t> der DGL)</a:t>
                </a:r>
              </a:p>
            </p:txBody>
          </p:sp>
        </mc:Choice>
        <mc:Fallback xmlns="">
          <p:sp>
            <p:nvSpPr>
              <p:cNvPr id="12" name="Textfeld 11"/>
              <p:cNvSpPr txBox="1">
                <a:spLocks noRot="1" noChangeAspect="1" noMove="1" noResize="1" noEditPoints="1" noAdjustHandles="1" noChangeArrowheads="1" noChangeShapeType="1" noTextEdit="1"/>
              </p:cNvSpPr>
              <p:nvPr/>
            </p:nvSpPr>
            <p:spPr>
              <a:xfrm>
                <a:off x="433961" y="4600562"/>
                <a:ext cx="10945216" cy="1810111"/>
              </a:xfrm>
              <a:prstGeom prst="rect">
                <a:avLst/>
              </a:prstGeom>
              <a:blipFill>
                <a:blip r:embed="rId5"/>
                <a:stretch>
                  <a:fillRect l="-927" t="-10490" b="-17483"/>
                </a:stretch>
              </a:blipFill>
            </p:spPr>
            <p:txBody>
              <a:bodyPr/>
              <a:lstStyle/>
              <a:p>
                <a:r>
                  <a:rPr lang="en-DE">
                    <a:noFill/>
                  </a:rPr>
                  <a:t> </a:t>
                </a:r>
              </a:p>
            </p:txBody>
          </p:sp>
        </mc:Fallback>
      </mc:AlternateContent>
      <p:grpSp>
        <p:nvGrpSpPr>
          <p:cNvPr id="10" name="Gruppieren 9"/>
          <p:cNvGrpSpPr/>
          <p:nvPr/>
        </p:nvGrpSpPr>
        <p:grpSpPr>
          <a:xfrm>
            <a:off x="2882233" y="3674368"/>
            <a:ext cx="9145016" cy="1225322"/>
            <a:chOff x="2217912" y="3212982"/>
            <a:chExt cx="9145016" cy="1225322"/>
          </a:xfrm>
        </p:grpSpPr>
        <p:sp>
          <p:nvSpPr>
            <p:cNvPr id="13" name="Textfeld 12"/>
            <p:cNvSpPr txBox="1"/>
            <p:nvPr/>
          </p:nvSpPr>
          <p:spPr>
            <a:xfrm>
              <a:off x="7896200" y="3607307"/>
              <a:ext cx="3466728" cy="830997"/>
            </a:xfrm>
            <a:prstGeom prst="rect">
              <a:avLst/>
            </a:prstGeom>
            <a:noFill/>
          </p:spPr>
          <p:txBody>
            <a:bodyPr wrap="square" rtlCol="0">
              <a:spAutoFit/>
            </a:bodyPr>
            <a:lstStyle/>
            <a:p>
              <a:pPr fontAlgn="base">
                <a:spcBef>
                  <a:spcPct val="20000"/>
                </a:spcBef>
                <a:spcAft>
                  <a:spcPct val="0"/>
                </a:spcAft>
              </a:pPr>
              <a:r>
                <a:rPr lang="de-DE" sz="2400" dirty="0">
                  <a:solidFill>
                    <a:srgbClr val="00B0F0"/>
                  </a:solidFill>
                  <a:latin typeface="Meta  "/>
                </a:rPr>
                <a:t>Kontinuierlicher Block mit innerem Zustand</a:t>
              </a:r>
              <a:endParaRPr lang="en-GB" sz="2400" dirty="0">
                <a:solidFill>
                  <a:srgbClr val="00B0F0"/>
                </a:solidFill>
                <a:latin typeface="Meta  "/>
              </a:endParaRPr>
            </a:p>
          </p:txBody>
        </p:sp>
        <p:cxnSp>
          <p:nvCxnSpPr>
            <p:cNvPr id="14" name="Gerade Verbindung mit Pfeil 13"/>
            <p:cNvCxnSpPr>
              <a:stCxn id="13" idx="1"/>
            </p:cNvCxnSpPr>
            <p:nvPr/>
          </p:nvCxnSpPr>
          <p:spPr bwMode="auto">
            <a:xfrm flipH="1" flipV="1">
              <a:off x="2217912" y="3212982"/>
              <a:ext cx="5678288" cy="809824"/>
            </a:xfrm>
            <a:prstGeom prst="straightConnector1">
              <a:avLst/>
            </a:prstGeom>
            <a:noFill/>
            <a:ln w="2857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267272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346049" y="3233854"/>
            <a:ext cx="5323205" cy="276999"/>
          </a:xfrm>
        </p:spPr>
        <p:txBody>
          <a:bodyPr/>
          <a:lstStyle/>
          <a:p>
            <a:r>
              <a:rPr lang="de-DE" dirty="0"/>
              <a:t> </a:t>
            </a: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2D3FC02C-2FB8-4900-8955-1F8D65417350}"/>
                  </a:ext>
                </a:extLst>
              </p:cNvPr>
              <p:cNvSpPr txBox="1"/>
              <p:nvPr/>
            </p:nvSpPr>
            <p:spPr bwMode="auto">
              <a:xfrm>
                <a:off x="359243" y="2078972"/>
                <a:ext cx="10695725" cy="4050681"/>
              </a:xfrm>
              <a:prstGeom prst="rect">
                <a:avLst/>
              </a:prstGeom>
              <a:noFill/>
              <a:ln w="6350">
                <a:noFill/>
                <a:miter lim="800000"/>
                <a:headEnd/>
                <a:tailEnd/>
              </a:ln>
            </p:spPr>
            <p:txBody>
              <a:bodyPr vert="horz" wrap="square" lIns="72000" tIns="50400" rIns="72000" bIns="50400" numCol="1" rtlCol="0" anchor="t" anchorCtr="0" compatLnSpc="1">
                <a:prstTxWarp prst="textNoShape">
                  <a:avLst/>
                </a:prstTxWarp>
                <a:noAutofit/>
              </a:bodyPr>
              <a:lstStyle/>
              <a:p>
                <a:pPr eaLnBrk="0" fontAlgn="base" hangingPunct="0">
                  <a:spcAft>
                    <a:spcPts val="600"/>
                  </a:spcAft>
                </a:pPr>
                <a:r>
                  <a:rPr lang="de-DE" sz="2400" b="1" dirty="0">
                    <a:latin typeface="Meta Offc Pro" panose="020B0504030101020102"/>
                    <a:ea typeface="MS PGothic" pitchFamily="34" charset="-128"/>
                    <a:cs typeface="ＭＳ Ｐゴシック" pitchFamily="-109" charset="-128"/>
                  </a:rPr>
                  <a:t>Ungedämpfter Federschwinger: </a:t>
                </a:r>
                <a14:m>
                  <m:oMath xmlns:m="http://schemas.openxmlformats.org/officeDocument/2006/math">
                    <m:f>
                      <m:fPr>
                        <m:ctrlPr>
                          <a:rPr lang="de-DE" sz="2400" i="1">
                            <a:latin typeface="Cambria Math" panose="02040503050406030204" pitchFamily="18" charset="0"/>
                            <a:ea typeface="MS PGothic" pitchFamily="34" charset="-128"/>
                            <a:cs typeface="ＭＳ Ｐゴシック" pitchFamily="-109" charset="-128"/>
                          </a:rPr>
                        </m:ctrlPr>
                      </m:fPr>
                      <m:num>
                        <m:sSup>
                          <m:sSupPr>
                            <m:ctrlPr>
                              <a:rPr lang="de-DE" sz="2400" i="1">
                                <a:latin typeface="Cambria Math" panose="02040503050406030204" pitchFamily="18" charset="0"/>
                                <a:ea typeface="MS PGothic" pitchFamily="34" charset="-128"/>
                                <a:cs typeface="ＭＳ Ｐゴシック" pitchFamily="-109" charset="-128"/>
                              </a:rPr>
                            </m:ctrlPr>
                          </m:sSupPr>
                          <m:e>
                            <m:r>
                              <a:rPr lang="de-DE" sz="2400" i="1">
                                <a:latin typeface="Cambria Math" panose="02040503050406030204" pitchFamily="18" charset="0"/>
                                <a:ea typeface="MS PGothic" pitchFamily="34" charset="-128"/>
                                <a:cs typeface="ＭＳ Ｐゴシック" pitchFamily="-109" charset="-128"/>
                              </a:rPr>
                              <m:t>𝑑</m:t>
                            </m:r>
                          </m:e>
                          <m:sup>
                            <m:r>
                              <a:rPr lang="de-DE" sz="2400" i="1">
                                <a:latin typeface="Cambria Math" panose="02040503050406030204" pitchFamily="18" charset="0"/>
                                <a:ea typeface="MS PGothic" pitchFamily="34" charset="-128"/>
                                <a:cs typeface="ＭＳ Ｐゴシック" pitchFamily="-109" charset="-128"/>
                              </a:rPr>
                              <m:t>2</m:t>
                            </m:r>
                          </m:sup>
                        </m:sSup>
                        <m:r>
                          <a:rPr lang="de-DE" sz="2400" i="1">
                            <a:latin typeface="Cambria Math" panose="02040503050406030204" pitchFamily="18" charset="0"/>
                            <a:ea typeface="MS PGothic" pitchFamily="34" charset="-128"/>
                            <a:cs typeface="ＭＳ Ｐゴシック" pitchFamily="-109" charset="-128"/>
                          </a:rPr>
                          <m:t>𝑠</m:t>
                        </m:r>
                      </m:num>
                      <m:den>
                        <m:r>
                          <a:rPr lang="de-DE" sz="2400" i="1">
                            <a:latin typeface="Cambria Math" panose="02040503050406030204" pitchFamily="18" charset="0"/>
                            <a:ea typeface="MS PGothic" pitchFamily="34" charset="-128"/>
                            <a:cs typeface="ＭＳ Ｐゴシック" pitchFamily="-109" charset="-128"/>
                          </a:rPr>
                          <m:t>𝑑</m:t>
                        </m:r>
                        <m:sSup>
                          <m:sSupPr>
                            <m:ctrlPr>
                              <a:rPr lang="de-DE" sz="2400" i="1">
                                <a:latin typeface="Cambria Math" panose="02040503050406030204" pitchFamily="18" charset="0"/>
                                <a:ea typeface="MS PGothic" pitchFamily="34" charset="-128"/>
                                <a:cs typeface="ＭＳ Ｐゴシック" pitchFamily="-109" charset="-128"/>
                              </a:rPr>
                            </m:ctrlPr>
                          </m:sSupPr>
                          <m:e>
                            <m:r>
                              <a:rPr lang="de-DE" sz="2400" i="1">
                                <a:latin typeface="Cambria Math" panose="02040503050406030204" pitchFamily="18" charset="0"/>
                                <a:ea typeface="MS PGothic" pitchFamily="34" charset="-128"/>
                                <a:cs typeface="ＭＳ Ｐゴシック" pitchFamily="-109" charset="-128"/>
                              </a:rPr>
                              <m:t>𝑡</m:t>
                            </m:r>
                          </m:e>
                          <m:sup>
                            <m:r>
                              <a:rPr lang="de-DE" sz="2400" i="1">
                                <a:latin typeface="Cambria Math" panose="02040503050406030204" pitchFamily="18" charset="0"/>
                                <a:ea typeface="MS PGothic" pitchFamily="34" charset="-128"/>
                                <a:cs typeface="ＭＳ Ｐゴシック" pitchFamily="-109" charset="-128"/>
                              </a:rPr>
                              <m:t>2</m:t>
                            </m:r>
                          </m:sup>
                        </m:sSup>
                      </m:den>
                    </m:f>
                    <m:d>
                      <m:dPr>
                        <m:ctrlPr>
                          <a:rPr lang="de-DE" sz="2400" i="1">
                            <a:latin typeface="Cambria Math" panose="02040503050406030204" pitchFamily="18" charset="0"/>
                            <a:ea typeface="MS PGothic" pitchFamily="34" charset="-128"/>
                            <a:cs typeface="ＭＳ Ｐゴシック" pitchFamily="-109" charset="-128"/>
                          </a:rPr>
                        </m:ctrlPr>
                      </m:dPr>
                      <m:e>
                        <m:r>
                          <a:rPr lang="de-DE" sz="2400" i="1">
                            <a:latin typeface="Cambria Math" panose="02040503050406030204" pitchFamily="18" charset="0"/>
                            <a:ea typeface="MS PGothic" pitchFamily="34" charset="-128"/>
                            <a:cs typeface="ＭＳ Ｐゴシック" pitchFamily="-109" charset="-128"/>
                          </a:rPr>
                          <m:t>𝑡</m:t>
                        </m:r>
                      </m:e>
                    </m:d>
                    <m:r>
                      <a:rPr lang="de-DE" sz="2400" i="1">
                        <a:latin typeface="Cambria Math" panose="02040503050406030204" pitchFamily="18" charset="0"/>
                        <a:ea typeface="MS PGothic" pitchFamily="34" charset="-128"/>
                        <a:cs typeface="ＭＳ Ｐゴシック" pitchFamily="-109" charset="-128"/>
                      </a:rPr>
                      <m:t>=−</m:t>
                    </m:r>
                    <m:sSup>
                      <m:sSupPr>
                        <m:ctrlPr>
                          <a:rPr lang="de-DE" sz="2400" i="1">
                            <a:latin typeface="Cambria Math" panose="02040503050406030204" pitchFamily="18" charset="0"/>
                            <a:ea typeface="MS PGothic" pitchFamily="34" charset="-128"/>
                            <a:cs typeface="ＭＳ Ｐゴシック" pitchFamily="-109" charset="-128"/>
                          </a:rPr>
                        </m:ctrlPr>
                      </m:sSupPr>
                      <m:e>
                        <m:r>
                          <a:rPr lang="de-DE" sz="2400" i="1">
                            <a:latin typeface="Cambria Math" panose="02040503050406030204" pitchFamily="18" charset="0"/>
                            <a:ea typeface="MS PGothic" pitchFamily="34" charset="-128"/>
                            <a:cs typeface="ＭＳ Ｐゴシック" pitchFamily="-109" charset="-128"/>
                          </a:rPr>
                          <m:t>𝜔</m:t>
                        </m:r>
                      </m:e>
                      <m:sup>
                        <m:r>
                          <a:rPr lang="de-DE" sz="2400" i="1">
                            <a:latin typeface="Cambria Math" panose="02040503050406030204" pitchFamily="18" charset="0"/>
                            <a:ea typeface="MS PGothic" pitchFamily="34" charset="-128"/>
                            <a:cs typeface="ＭＳ Ｐゴシック" pitchFamily="-109" charset="-128"/>
                          </a:rPr>
                          <m:t>2</m:t>
                        </m:r>
                      </m:sup>
                    </m:sSup>
                    <m:r>
                      <a:rPr lang="de-DE" sz="2400" i="1">
                        <a:latin typeface="Cambria Math" panose="02040503050406030204" pitchFamily="18" charset="0"/>
                        <a:ea typeface="MS PGothic" pitchFamily="34" charset="-128"/>
                        <a:cs typeface="ＭＳ Ｐゴシック" pitchFamily="-109" charset="-128"/>
                      </a:rPr>
                      <m:t>𝑠</m:t>
                    </m:r>
                    <m:d>
                      <m:dPr>
                        <m:ctrlPr>
                          <a:rPr lang="de-DE" sz="2400" i="1">
                            <a:latin typeface="Cambria Math" panose="02040503050406030204" pitchFamily="18" charset="0"/>
                            <a:ea typeface="MS PGothic" pitchFamily="34" charset="-128"/>
                            <a:cs typeface="ＭＳ Ｐゴシック" pitchFamily="-109" charset="-128"/>
                          </a:rPr>
                        </m:ctrlPr>
                      </m:dPr>
                      <m:e>
                        <m:r>
                          <a:rPr lang="de-DE" sz="2400" i="1">
                            <a:latin typeface="Cambria Math" panose="02040503050406030204" pitchFamily="18" charset="0"/>
                            <a:ea typeface="MS PGothic" pitchFamily="34" charset="-128"/>
                            <a:cs typeface="ＭＳ Ｐゴシック" pitchFamily="-109" charset="-128"/>
                          </a:rPr>
                          <m:t>𝑡</m:t>
                        </m:r>
                      </m:e>
                    </m:d>
                  </m:oMath>
                </a14:m>
                <a:r>
                  <a:rPr lang="en-GB" sz="2400" dirty="0">
                    <a:latin typeface="Meta Offc Pro" panose="020B0504030101020102"/>
                    <a:ea typeface="MS PGothic" pitchFamily="34" charset="-128"/>
                    <a:cs typeface="ＭＳ Ｐゴシック" pitchFamily="-109" charset="-128"/>
                  </a:rPr>
                  <a:t> </a:t>
                </a:r>
              </a:p>
              <a:p>
                <a:pPr marL="800100" lvl="1" indent="-342900" eaLnBrk="0" fontAlgn="base" hangingPunct="0">
                  <a:spcAft>
                    <a:spcPts val="600"/>
                  </a:spcAft>
                  <a:buFont typeface="Arial" panose="020B0604020202020204" pitchFamily="34" charset="0"/>
                  <a:buChar char="•"/>
                </a:pPr>
                <a14:m>
                  <m:oMath xmlns:m="http://schemas.openxmlformats.org/officeDocument/2006/math">
                    <m:r>
                      <a:rPr lang="de-DE" sz="2400" i="1">
                        <a:latin typeface="Cambria Math" panose="02040503050406030204" pitchFamily="18" charset="0"/>
                        <a:ea typeface="MS PGothic" pitchFamily="34" charset="-128"/>
                        <a:cs typeface="ＭＳ Ｐゴシック" pitchFamily="-109" charset="-128"/>
                      </a:rPr>
                      <m:t>𝑠</m:t>
                    </m:r>
                  </m:oMath>
                </a14:m>
                <a:r>
                  <a:rPr lang="en-GB" sz="2400" dirty="0">
                    <a:latin typeface="Meta Offc Pro" panose="020B0504030101020102"/>
                    <a:ea typeface="MS PGothic" pitchFamily="34" charset="-128"/>
                    <a:cs typeface="ＭＳ Ｐゴシック" pitchFamily="-109" charset="-128"/>
                  </a:rPr>
                  <a:t> – Ort, </a:t>
                </a:r>
                <a14:m>
                  <m:oMath xmlns:m="http://schemas.openxmlformats.org/officeDocument/2006/math">
                    <m:r>
                      <a:rPr lang="de-DE" sz="2400" i="1">
                        <a:latin typeface="Cambria Math" panose="02040503050406030204" pitchFamily="18" charset="0"/>
                        <a:ea typeface="MS PGothic" pitchFamily="34" charset="-128"/>
                        <a:cs typeface="ＭＳ Ｐゴシック" pitchFamily="-109" charset="-128"/>
                      </a:rPr>
                      <m:t>𝜔</m:t>
                    </m:r>
                  </m:oMath>
                </a14:m>
                <a:r>
                  <a:rPr lang="en-GB" sz="2400" dirty="0">
                    <a:latin typeface="Meta Offc Pro" panose="020B0504030101020102"/>
                    <a:ea typeface="MS PGothic" pitchFamily="34" charset="-128"/>
                    <a:cs typeface="ＭＳ Ｐゴシック" pitchFamily="-109" charset="-128"/>
                  </a:rPr>
                  <a:t> – </a:t>
                </a:r>
                <a:r>
                  <a:rPr lang="en-GB" sz="2400" dirty="0" err="1">
                    <a:latin typeface="Meta Offc Pro" panose="020B0504030101020102"/>
                    <a:ea typeface="MS PGothic" pitchFamily="34" charset="-128"/>
                    <a:cs typeface="ＭＳ Ｐゴシック" pitchFamily="-109" charset="-128"/>
                  </a:rPr>
                  <a:t>Frequenz</a:t>
                </a:r>
                <a:r>
                  <a:rPr lang="en-GB" sz="2400" dirty="0">
                    <a:latin typeface="Meta Offc Pro" panose="020B0504030101020102"/>
                    <a:ea typeface="MS PGothic" pitchFamily="34" charset="-128"/>
                    <a:cs typeface="ＭＳ Ｐゴシック" pitchFamily="-109" charset="-128"/>
                  </a:rPr>
                  <a:t>, </a:t>
                </a:r>
                <a:r>
                  <a:rPr lang="en-GB" sz="2400" dirty="0" err="1">
                    <a:latin typeface="Meta Offc Pro" panose="020B0504030101020102"/>
                    <a:ea typeface="MS PGothic" pitchFamily="34" charset="-128"/>
                    <a:cs typeface="ＭＳ Ｐゴシック" pitchFamily="-109" charset="-128"/>
                  </a:rPr>
                  <a:t>hier</a:t>
                </a:r>
                <a:r>
                  <a:rPr lang="en-GB" sz="2400" dirty="0">
                    <a:latin typeface="Meta Offc Pro" panose="020B0504030101020102"/>
                    <a:ea typeface="MS PGothic" pitchFamily="34" charset="-128"/>
                    <a:cs typeface="ＭＳ Ｐゴシック" pitchFamily="-109" charset="-128"/>
                  </a:rPr>
                  <a:t> </a:t>
                </a:r>
                <a:r>
                  <a:rPr lang="en-GB" sz="2400" dirty="0" err="1">
                    <a:latin typeface="Meta Offc Pro" panose="020B0504030101020102"/>
                    <a:ea typeface="MS PGothic" pitchFamily="34" charset="-128"/>
                    <a:cs typeface="ＭＳ Ｐゴシック" pitchFamily="-109" charset="-128"/>
                  </a:rPr>
                  <a:t>konstant</a:t>
                </a:r>
                <a:r>
                  <a:rPr lang="en-GB" sz="2400" dirty="0">
                    <a:latin typeface="Meta Offc Pro" panose="020B0504030101020102"/>
                    <a:ea typeface="MS PGothic" pitchFamily="34" charset="-128"/>
                    <a:cs typeface="ＭＳ Ｐゴシック" pitchFamily="-109" charset="-128"/>
                  </a:rPr>
                  <a:t> </a:t>
                </a:r>
              </a:p>
              <a:p>
                <a:pPr marL="288000" indent="-288000" eaLnBrk="0" fontAlgn="base" hangingPunct="0">
                  <a:spcAft>
                    <a:spcPts val="600"/>
                  </a:spcAft>
                  <a:buFont typeface="Wingdings" panose="05000000000000000000" pitchFamily="2" charset="2"/>
                  <a:buChar char="à"/>
                </a:pPr>
                <a:r>
                  <a:rPr lang="de-DE" sz="2400" dirty="0">
                    <a:latin typeface="Meta Offc Pro" panose="020B0504030101020102"/>
                    <a:ea typeface="MS PGothic" pitchFamily="34" charset="-128"/>
                    <a:cs typeface="ＭＳ Ｐゴシック" pitchFamily="-109" charset="-128"/>
                    <a:sym typeface="Wingdings" panose="05000000000000000000" pitchFamily="2" charset="2"/>
                  </a:rPr>
                  <a:t>Analytische Lösung: </a:t>
                </a:r>
                <a14:m>
                  <m:oMath xmlns:m="http://schemas.openxmlformats.org/officeDocument/2006/math">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𝑠</m:t>
                    </m:r>
                    <m:d>
                      <m:dPr>
                        <m:ctrlP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ctrlPr>
                      </m:dPr>
                      <m:e>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𝑡</m:t>
                        </m:r>
                      </m:e>
                    </m:d>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𝑎</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func>
                      <m:funcPr>
                        <m:ctrlP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ctrlPr>
                      </m:funcPr>
                      <m:fName>
                        <m:r>
                          <m:rPr>
                            <m:sty m:val="p"/>
                          </m:rPr>
                          <a:rPr lang="de-DE" sz="2400">
                            <a:latin typeface="Cambria Math" panose="02040503050406030204" pitchFamily="18" charset="0"/>
                            <a:ea typeface="MS PGothic" pitchFamily="34" charset="-128"/>
                            <a:cs typeface="ＭＳ Ｐゴシック" pitchFamily="-109" charset="-128"/>
                            <a:sym typeface="Wingdings" panose="05000000000000000000" pitchFamily="2" charset="2"/>
                          </a:rPr>
                          <m:t>cos</m:t>
                        </m:r>
                      </m:fName>
                      <m:e>
                        <m:d>
                          <m:dPr>
                            <m:ctrlP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ctrlPr>
                          </m:dPr>
                          <m:e>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𝜔</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𝑡</m:t>
                            </m:r>
                          </m:e>
                        </m:d>
                      </m:e>
                    </m:func>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𝑏</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m:rPr>
                        <m:sty m:val="p"/>
                      </m:rPr>
                      <a:rPr lang="de-DE" sz="2400">
                        <a:latin typeface="Cambria Math" panose="02040503050406030204" pitchFamily="18" charset="0"/>
                        <a:ea typeface="MS PGothic" pitchFamily="34" charset="-128"/>
                        <a:cs typeface="ＭＳ Ｐゴシック" pitchFamily="-109" charset="-128"/>
                        <a:sym typeface="Wingdings" panose="05000000000000000000" pitchFamily="2" charset="2"/>
                      </a:rPr>
                      <m:t>sin</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𝜔</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𝑡</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oMath>
                </a14:m>
                <a:endParaRPr lang="en-GB" sz="2400" dirty="0">
                  <a:latin typeface="Meta Offc Pro" panose="020B0504030101020102"/>
                  <a:ea typeface="MS PGothic" pitchFamily="34" charset="-128"/>
                  <a:cs typeface="ＭＳ Ｐゴシック" pitchFamily="-109" charset="-128"/>
                </a:endParaRPr>
              </a:p>
              <a:p>
                <a:pPr marL="288000" indent="-288000" eaLnBrk="0" fontAlgn="base" hangingPunct="0">
                  <a:spcAft>
                    <a:spcPts val="600"/>
                  </a:spcAft>
                  <a:buFont typeface="Wingdings" panose="05000000000000000000" pitchFamily="2" charset="2"/>
                  <a:buChar char="à"/>
                </a:pPr>
                <a:r>
                  <a:rPr lang="de-DE" sz="2400" dirty="0">
                    <a:latin typeface="Meta Offc Pro" panose="020B0504030101020102"/>
                    <a:ea typeface="MS PGothic" pitchFamily="34" charset="-128"/>
                    <a:cs typeface="ＭＳ Ｐゴシック" pitchFamily="-109" charset="-128"/>
                  </a:rPr>
                  <a:t>Numerische Lösung mit Simulink</a:t>
                </a:r>
              </a:p>
              <a:p>
                <a:pPr eaLnBrk="0" fontAlgn="base" hangingPunct="0">
                  <a:spcAft>
                    <a:spcPts val="600"/>
                  </a:spcAft>
                </a:pPr>
                <a:endParaRPr lang="de-DE" sz="2000" dirty="0">
                  <a:latin typeface="Meta Offc Pro" panose="020B0504030101020102"/>
                  <a:ea typeface="MS PGothic" pitchFamily="34" charset="-128"/>
                  <a:cs typeface="ＭＳ Ｐゴシック" pitchFamily="-109" charset="-128"/>
                </a:endParaRPr>
              </a:p>
              <a:p>
                <a:pPr algn="ctr" eaLnBrk="0" fontAlgn="base" hangingPunct="0">
                  <a:spcAft>
                    <a:spcPts val="600"/>
                  </a:spcAft>
                </a:pPr>
                <a:endParaRPr lang="de-DE" sz="2400" b="1" dirty="0">
                  <a:solidFill>
                    <a:srgbClr val="FF0000"/>
                  </a:solidFill>
                  <a:latin typeface="Meta Offc Pro" panose="020B0504030101020102"/>
                  <a:ea typeface="MS PGothic" pitchFamily="34" charset="-128"/>
                  <a:cs typeface="ＭＳ Ｐゴシック" pitchFamily="-109" charset="-128"/>
                </a:endParaRPr>
              </a:p>
              <a:p>
                <a:pPr algn="ctr" eaLnBrk="0" fontAlgn="base" hangingPunct="0">
                  <a:spcAft>
                    <a:spcPts val="600"/>
                  </a:spcAft>
                </a:pPr>
                <a:r>
                  <a:rPr lang="de-DE" sz="2400" b="1" dirty="0">
                    <a:solidFill>
                      <a:srgbClr val="FF0000"/>
                    </a:solidFill>
                    <a:latin typeface="Meta Offc Pro" panose="020B0504030101020102"/>
                    <a:ea typeface="MS PGothic" pitchFamily="34" charset="-128"/>
                    <a:cs typeface="ＭＳ Ｐゴシック" pitchFamily="-109" charset="-128"/>
                  </a:rPr>
                  <a:t>Wie könnte man den </a:t>
                </a:r>
                <a:r>
                  <a:rPr lang="de-DE" sz="2400" b="1" dirty="0" err="1">
                    <a:solidFill>
                      <a:srgbClr val="FF0000"/>
                    </a:solidFill>
                    <a:latin typeface="Meta Offc Pro" panose="020B0504030101020102"/>
                    <a:ea typeface="MS PGothic" pitchFamily="34" charset="-128"/>
                    <a:cs typeface="ＭＳ Ｐゴシック" pitchFamily="-109" charset="-128"/>
                  </a:rPr>
                  <a:t>ungedämpften</a:t>
                </a:r>
                <a:r>
                  <a:rPr lang="de-DE" sz="2400" b="1" dirty="0">
                    <a:solidFill>
                      <a:srgbClr val="FF0000"/>
                    </a:solidFill>
                    <a:latin typeface="Meta Offc Pro" panose="020B0504030101020102"/>
                    <a:ea typeface="MS PGothic" pitchFamily="34" charset="-128"/>
                    <a:cs typeface="ＭＳ Ｐゴシック" pitchFamily="-109" charset="-128"/>
                  </a:rPr>
                  <a:t> Federschwinger in Simulink umsetzen?</a:t>
                </a:r>
              </a:p>
              <a:p>
                <a:pPr algn="ctr" eaLnBrk="0" fontAlgn="base" hangingPunct="0">
                  <a:spcAft>
                    <a:spcPts val="600"/>
                  </a:spcAft>
                </a:pPr>
                <a:r>
                  <a:rPr lang="de-DE" sz="2400" b="1" dirty="0">
                    <a:solidFill>
                      <a:srgbClr val="FF0000"/>
                    </a:solidFill>
                    <a:latin typeface="Meta Offc Pro" panose="020B0504030101020102"/>
                    <a:ea typeface="MS PGothic" pitchFamily="34" charset="-128"/>
                    <a:cs typeface="ＭＳ Ｐゴシック" pitchFamily="-109" charset="-128"/>
                  </a:rPr>
                  <a:t>Zeichnen Sie das Blockdiagramm!</a:t>
                </a:r>
              </a:p>
              <a:p>
                <a:pPr eaLnBrk="0" fontAlgn="base" hangingPunct="0">
                  <a:spcAft>
                    <a:spcPts val="600"/>
                  </a:spcAft>
                </a:pPr>
                <a:endParaRPr lang="de-DE" sz="2000" dirty="0">
                  <a:latin typeface="Meta Offc Pro" panose="020B0504030101020102"/>
                  <a:ea typeface="MS PGothic" pitchFamily="34" charset="-128"/>
                  <a:cs typeface="ＭＳ Ｐゴシック" pitchFamily="-109" charset="-128"/>
                </a:endParaRPr>
              </a:p>
            </p:txBody>
          </p:sp>
        </mc:Choice>
        <mc:Fallback xmlns="">
          <p:sp>
            <p:nvSpPr>
              <p:cNvPr id="7" name="Textfeld 6">
                <a:extLst>
                  <a:ext uri="{FF2B5EF4-FFF2-40B4-BE49-F238E27FC236}">
                    <a16:creationId xmlns:a16="http://schemas.microsoft.com/office/drawing/2014/main" id="{2D3FC02C-2FB8-4900-8955-1F8D65417350}"/>
                  </a:ext>
                </a:extLst>
              </p:cNvPr>
              <p:cNvSpPr txBox="1">
                <a:spLocks noRot="1" noChangeAspect="1" noMove="1" noResize="1" noEditPoints="1" noAdjustHandles="1" noChangeArrowheads="1" noChangeShapeType="1" noTextEdit="1"/>
              </p:cNvSpPr>
              <p:nvPr/>
            </p:nvSpPr>
            <p:spPr bwMode="auto">
              <a:xfrm>
                <a:off x="359243" y="2078972"/>
                <a:ext cx="10695725" cy="4050681"/>
              </a:xfrm>
              <a:prstGeom prst="rect">
                <a:avLst/>
              </a:prstGeom>
              <a:blipFill>
                <a:blip r:embed="rId2"/>
                <a:stretch>
                  <a:fillRect l="-1068"/>
                </a:stretch>
              </a:blipFill>
              <a:ln w="6350">
                <a:noFill/>
                <a:miter lim="800000"/>
                <a:headEnd/>
                <a:tailEnd/>
              </a:ln>
            </p:spPr>
            <p:txBody>
              <a:bodyPr/>
              <a:lstStyle/>
              <a:p>
                <a:r>
                  <a:rPr lang="en-DE">
                    <a:noFill/>
                  </a:rPr>
                  <a:t> </a:t>
                </a:r>
              </a:p>
            </p:txBody>
          </p:sp>
        </mc:Fallback>
      </mc:AlternateContent>
      <p:sp>
        <p:nvSpPr>
          <p:cNvPr id="2" name="Titel 1">
            <a:extLst>
              <a:ext uri="{FF2B5EF4-FFF2-40B4-BE49-F238E27FC236}">
                <a16:creationId xmlns:a16="http://schemas.microsoft.com/office/drawing/2014/main" id="{75BCD11E-31D3-44C7-99DA-D18ABC0E1C77}"/>
              </a:ext>
            </a:extLst>
          </p:cNvPr>
          <p:cNvSpPr>
            <a:spLocks noGrp="1"/>
          </p:cNvSpPr>
          <p:nvPr>
            <p:ph type="title"/>
          </p:nvPr>
        </p:nvSpPr>
        <p:spPr>
          <a:xfrm>
            <a:off x="346049" y="1031239"/>
            <a:ext cx="6468408" cy="984885"/>
          </a:xfrm>
        </p:spPr>
        <p:txBody>
          <a:bodyPr/>
          <a:lstStyle/>
          <a:p>
            <a:r>
              <a:rPr lang="de-DE" dirty="0"/>
              <a:t>Beispiel aus der Physik</a:t>
            </a:r>
          </a:p>
        </p:txBody>
      </p:sp>
      <p:sp>
        <p:nvSpPr>
          <p:cNvPr id="5" name="Fußzeilenplatzhalter 4">
            <a:extLst>
              <a:ext uri="{FF2B5EF4-FFF2-40B4-BE49-F238E27FC236}">
                <a16:creationId xmlns:a16="http://schemas.microsoft.com/office/drawing/2014/main" id="{CEB1C004-4B1E-41A2-9D3E-462F72A906BB}"/>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a:extLst>
              <a:ext uri="{FF2B5EF4-FFF2-40B4-BE49-F238E27FC236}">
                <a16:creationId xmlns:a16="http://schemas.microsoft.com/office/drawing/2014/main" id="{B3E20D16-609E-4347-A8B6-B0D673879A64}"/>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17</a:t>
            </a:fld>
            <a:r>
              <a:rPr lang="de-DE"/>
              <a:t> </a:t>
            </a:r>
            <a:endParaRPr lang="de-DE">
              <a:solidFill>
                <a:srgbClr val="00004B"/>
              </a:solidFill>
            </a:endParaRPr>
          </a:p>
        </p:txBody>
      </p:sp>
      <p:pic>
        <p:nvPicPr>
          <p:cNvPr id="8" name="Grafik 7">
            <a:extLst>
              <a:ext uri="{FF2B5EF4-FFF2-40B4-BE49-F238E27FC236}">
                <a16:creationId xmlns:a16="http://schemas.microsoft.com/office/drawing/2014/main" id="{C7B83A5A-4D77-4C9C-9A5E-AD255089D0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810" y="2016124"/>
            <a:ext cx="3744416" cy="1335420"/>
          </a:xfrm>
          <a:prstGeom prst="rect">
            <a:avLst/>
          </a:prstGeom>
        </p:spPr>
      </p:pic>
    </p:spTree>
    <p:extLst>
      <p:ext uri="{BB962C8B-B14F-4D97-AF65-F5344CB8AC3E}">
        <p14:creationId xmlns:p14="http://schemas.microsoft.com/office/powerpoint/2010/main" val="325846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346431" y="2930962"/>
            <a:ext cx="5323205" cy="276999"/>
          </a:xfrm>
        </p:spPr>
        <p:txBody>
          <a:bodyPr/>
          <a:lstStyle/>
          <a:p>
            <a:r>
              <a:rPr lang="de-DE" dirty="0"/>
              <a:t> </a:t>
            </a:r>
          </a:p>
        </p:txBody>
      </p:sp>
      <p:sp>
        <p:nvSpPr>
          <p:cNvPr id="2" name="Titel 1">
            <a:extLst>
              <a:ext uri="{FF2B5EF4-FFF2-40B4-BE49-F238E27FC236}">
                <a16:creationId xmlns:a16="http://schemas.microsoft.com/office/drawing/2014/main" id="{75BCD11E-31D3-44C7-99DA-D18ABC0E1C77}"/>
              </a:ext>
            </a:extLst>
          </p:cNvPr>
          <p:cNvSpPr>
            <a:spLocks noGrp="1"/>
          </p:cNvSpPr>
          <p:nvPr>
            <p:ph type="title"/>
          </p:nvPr>
        </p:nvSpPr>
        <p:spPr>
          <a:xfrm>
            <a:off x="346048" y="1031239"/>
            <a:ext cx="7132437" cy="984885"/>
          </a:xfrm>
        </p:spPr>
        <p:txBody>
          <a:bodyPr/>
          <a:lstStyle/>
          <a:p>
            <a:r>
              <a:rPr lang="de-DE" dirty="0"/>
              <a:t>Beispiel aus der Physik</a:t>
            </a:r>
          </a:p>
        </p:txBody>
      </p:sp>
      <p:sp>
        <p:nvSpPr>
          <p:cNvPr id="5" name="Fußzeilenplatzhalter 4">
            <a:extLst>
              <a:ext uri="{FF2B5EF4-FFF2-40B4-BE49-F238E27FC236}">
                <a16:creationId xmlns:a16="http://schemas.microsoft.com/office/drawing/2014/main" id="{CEB1C004-4B1E-41A2-9D3E-462F72A906BB}"/>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a:extLst>
              <a:ext uri="{FF2B5EF4-FFF2-40B4-BE49-F238E27FC236}">
                <a16:creationId xmlns:a16="http://schemas.microsoft.com/office/drawing/2014/main" id="{B3E20D16-609E-4347-A8B6-B0D673879A64}"/>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18</a:t>
            </a:fld>
            <a:r>
              <a:rPr lang="de-DE"/>
              <a:t> </a:t>
            </a:r>
            <a:endParaRPr lang="de-DE">
              <a:solidFill>
                <a:srgbClr val="00004B"/>
              </a:solidFill>
            </a:endParaRPr>
          </a:p>
        </p:txBody>
      </p:sp>
      <p:pic>
        <p:nvPicPr>
          <p:cNvPr id="8" name="Grafik 7">
            <a:extLst>
              <a:ext uri="{FF2B5EF4-FFF2-40B4-BE49-F238E27FC236}">
                <a16:creationId xmlns:a16="http://schemas.microsoft.com/office/drawing/2014/main" id="{C7B83A5A-4D77-4C9C-9A5E-AD255089D0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4192" y="1713232"/>
            <a:ext cx="3744416" cy="1335420"/>
          </a:xfrm>
          <a:prstGeom prst="rect">
            <a:avLst/>
          </a:prstGeom>
        </p:spPr>
      </p:pic>
      <p:pic>
        <p:nvPicPr>
          <p:cNvPr id="9" name="Grafik 8">
            <a:extLst>
              <a:ext uri="{FF2B5EF4-FFF2-40B4-BE49-F238E27FC236}">
                <a16:creationId xmlns:a16="http://schemas.microsoft.com/office/drawing/2014/main" id="{32C96C06-EF5A-4DA1-90ED-C3E1DCC585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32" y="3801419"/>
            <a:ext cx="4692200" cy="2450524"/>
          </a:xfrm>
          <a:prstGeom prst="rect">
            <a:avLst/>
          </a:prstGeom>
        </p:spPr>
      </p:pic>
      <p:pic>
        <p:nvPicPr>
          <p:cNvPr id="10" name="Grafik 9">
            <a:extLst>
              <a:ext uri="{FF2B5EF4-FFF2-40B4-BE49-F238E27FC236}">
                <a16:creationId xmlns:a16="http://schemas.microsoft.com/office/drawing/2014/main" id="{8CFDE584-8F89-4B00-9DFC-BB75E40F91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3644" y="3679601"/>
            <a:ext cx="3708860" cy="2642098"/>
          </a:xfrm>
          <a:prstGeom prst="rect">
            <a:avLst/>
          </a:prstGeom>
        </p:spPr>
      </p:pic>
      <p:sp>
        <p:nvSpPr>
          <p:cNvPr id="11" name="Gleichschenkliges Dreieck 10">
            <a:extLst>
              <a:ext uri="{FF2B5EF4-FFF2-40B4-BE49-F238E27FC236}">
                <a16:creationId xmlns:a16="http://schemas.microsoft.com/office/drawing/2014/main" id="{19A55A45-8698-4DA0-B67D-9362C0F6A4C2}"/>
              </a:ext>
            </a:extLst>
          </p:cNvPr>
          <p:cNvSpPr/>
          <p:nvPr/>
        </p:nvSpPr>
        <p:spPr bwMode="auto">
          <a:xfrm rot="5400000">
            <a:off x="5327639" y="4880265"/>
            <a:ext cx="2047849" cy="223093"/>
          </a:xfrm>
          <a:prstGeom prst="triangle">
            <a:avLst/>
          </a:prstGeom>
          <a:solidFill>
            <a:schemeClr val="bg1">
              <a:lumMod val="75000"/>
            </a:schemeClr>
          </a:solidFill>
          <a:ln w="19050">
            <a:noFill/>
            <a:miter lim="800000"/>
            <a:headEnd/>
            <a:tailEnd/>
          </a:ln>
        </p:spPr>
        <p:txBody>
          <a:bodyPr vert="horz" lIns="72000" tIns="72000" rIns="72000" bIns="72000" rtlCol="0" anchor="ctr"/>
          <a:lstStyle/>
          <a:p>
            <a:pPr algn="ctr" fontAlgn="base">
              <a:spcBef>
                <a:spcPct val="20000"/>
              </a:spcBef>
              <a:spcAft>
                <a:spcPct val="0"/>
              </a:spcAft>
            </a:pPr>
            <a:endParaRPr lang="en-GB" sz="1200" dirty="0">
              <a:solidFill>
                <a:srgbClr val="FFFFFF"/>
              </a:solidFill>
              <a:ea typeface="ＭＳ Ｐゴシック" pitchFamily="-109" charset="-128"/>
            </a:endParaRPr>
          </a:p>
        </p:txBody>
      </p:sp>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2D3FC02C-2FB8-4900-8955-1F8D65417350}"/>
                  </a:ext>
                </a:extLst>
              </p:cNvPr>
              <p:cNvSpPr txBox="1"/>
              <p:nvPr/>
            </p:nvSpPr>
            <p:spPr bwMode="auto">
              <a:xfrm>
                <a:off x="359625" y="1776080"/>
                <a:ext cx="10695725" cy="4050681"/>
              </a:xfrm>
              <a:prstGeom prst="rect">
                <a:avLst/>
              </a:prstGeom>
              <a:noFill/>
              <a:ln w="6350">
                <a:noFill/>
                <a:miter lim="800000"/>
                <a:headEnd/>
                <a:tailEnd/>
              </a:ln>
            </p:spPr>
            <p:txBody>
              <a:bodyPr vert="horz" wrap="square" lIns="72000" tIns="50400" rIns="72000" bIns="50400" numCol="1" rtlCol="0" anchor="t" anchorCtr="0" compatLnSpc="1">
                <a:prstTxWarp prst="textNoShape">
                  <a:avLst/>
                </a:prstTxWarp>
                <a:noAutofit/>
              </a:bodyPr>
              <a:lstStyle/>
              <a:p>
                <a:pPr eaLnBrk="0" fontAlgn="base" hangingPunct="0">
                  <a:spcAft>
                    <a:spcPts val="600"/>
                  </a:spcAft>
                </a:pPr>
                <a:r>
                  <a:rPr lang="de-DE" sz="2400" b="1" dirty="0">
                    <a:latin typeface="Meta Offc Pro" panose="020B0504030101020102"/>
                    <a:ea typeface="MS PGothic" pitchFamily="34" charset="-128"/>
                    <a:cs typeface="ＭＳ Ｐゴシック" pitchFamily="-109" charset="-128"/>
                  </a:rPr>
                  <a:t>Ungedämpfter Federschwinger: </a:t>
                </a:r>
                <a14:m>
                  <m:oMath xmlns:m="http://schemas.openxmlformats.org/officeDocument/2006/math">
                    <m:f>
                      <m:fPr>
                        <m:ctrlPr>
                          <a:rPr lang="de-DE" sz="2400" i="1">
                            <a:latin typeface="Cambria Math" panose="02040503050406030204" pitchFamily="18" charset="0"/>
                            <a:ea typeface="MS PGothic" pitchFamily="34" charset="-128"/>
                            <a:cs typeface="ＭＳ Ｐゴシック" pitchFamily="-109" charset="-128"/>
                          </a:rPr>
                        </m:ctrlPr>
                      </m:fPr>
                      <m:num>
                        <m:sSup>
                          <m:sSupPr>
                            <m:ctrlPr>
                              <a:rPr lang="de-DE" sz="2400" i="1">
                                <a:latin typeface="Cambria Math" panose="02040503050406030204" pitchFamily="18" charset="0"/>
                                <a:ea typeface="MS PGothic" pitchFamily="34" charset="-128"/>
                                <a:cs typeface="ＭＳ Ｐゴシック" pitchFamily="-109" charset="-128"/>
                              </a:rPr>
                            </m:ctrlPr>
                          </m:sSupPr>
                          <m:e>
                            <m:r>
                              <a:rPr lang="de-DE" sz="2400" i="1">
                                <a:latin typeface="Cambria Math" panose="02040503050406030204" pitchFamily="18" charset="0"/>
                                <a:ea typeface="MS PGothic" pitchFamily="34" charset="-128"/>
                                <a:cs typeface="ＭＳ Ｐゴシック" pitchFamily="-109" charset="-128"/>
                              </a:rPr>
                              <m:t>𝑑</m:t>
                            </m:r>
                          </m:e>
                          <m:sup>
                            <m:r>
                              <a:rPr lang="de-DE" sz="2400" i="1">
                                <a:latin typeface="Cambria Math" panose="02040503050406030204" pitchFamily="18" charset="0"/>
                                <a:ea typeface="MS PGothic" pitchFamily="34" charset="-128"/>
                                <a:cs typeface="ＭＳ Ｐゴシック" pitchFamily="-109" charset="-128"/>
                              </a:rPr>
                              <m:t>2</m:t>
                            </m:r>
                          </m:sup>
                        </m:sSup>
                        <m:r>
                          <a:rPr lang="de-DE" sz="2400" i="1">
                            <a:latin typeface="Cambria Math" panose="02040503050406030204" pitchFamily="18" charset="0"/>
                            <a:ea typeface="MS PGothic" pitchFamily="34" charset="-128"/>
                            <a:cs typeface="ＭＳ Ｐゴシック" pitchFamily="-109" charset="-128"/>
                          </a:rPr>
                          <m:t>𝑠</m:t>
                        </m:r>
                      </m:num>
                      <m:den>
                        <m:r>
                          <a:rPr lang="de-DE" sz="2400" i="1">
                            <a:latin typeface="Cambria Math" panose="02040503050406030204" pitchFamily="18" charset="0"/>
                            <a:ea typeface="MS PGothic" pitchFamily="34" charset="-128"/>
                            <a:cs typeface="ＭＳ Ｐゴシック" pitchFamily="-109" charset="-128"/>
                          </a:rPr>
                          <m:t>𝑑</m:t>
                        </m:r>
                        <m:sSup>
                          <m:sSupPr>
                            <m:ctrlPr>
                              <a:rPr lang="de-DE" sz="2400" i="1">
                                <a:latin typeface="Cambria Math" panose="02040503050406030204" pitchFamily="18" charset="0"/>
                                <a:ea typeface="MS PGothic" pitchFamily="34" charset="-128"/>
                                <a:cs typeface="ＭＳ Ｐゴシック" pitchFamily="-109" charset="-128"/>
                              </a:rPr>
                            </m:ctrlPr>
                          </m:sSupPr>
                          <m:e>
                            <m:r>
                              <a:rPr lang="de-DE" sz="2400" i="1">
                                <a:latin typeface="Cambria Math" panose="02040503050406030204" pitchFamily="18" charset="0"/>
                                <a:ea typeface="MS PGothic" pitchFamily="34" charset="-128"/>
                                <a:cs typeface="ＭＳ Ｐゴシック" pitchFamily="-109" charset="-128"/>
                              </a:rPr>
                              <m:t>𝑡</m:t>
                            </m:r>
                          </m:e>
                          <m:sup>
                            <m:r>
                              <a:rPr lang="de-DE" sz="2400" i="1">
                                <a:latin typeface="Cambria Math" panose="02040503050406030204" pitchFamily="18" charset="0"/>
                                <a:ea typeface="MS PGothic" pitchFamily="34" charset="-128"/>
                                <a:cs typeface="ＭＳ Ｐゴシック" pitchFamily="-109" charset="-128"/>
                              </a:rPr>
                              <m:t>2</m:t>
                            </m:r>
                          </m:sup>
                        </m:sSup>
                      </m:den>
                    </m:f>
                    <m:d>
                      <m:dPr>
                        <m:ctrlPr>
                          <a:rPr lang="de-DE" sz="2400" i="1">
                            <a:latin typeface="Cambria Math" panose="02040503050406030204" pitchFamily="18" charset="0"/>
                            <a:ea typeface="MS PGothic" pitchFamily="34" charset="-128"/>
                            <a:cs typeface="ＭＳ Ｐゴシック" pitchFamily="-109" charset="-128"/>
                          </a:rPr>
                        </m:ctrlPr>
                      </m:dPr>
                      <m:e>
                        <m:r>
                          <a:rPr lang="de-DE" sz="2400" i="1">
                            <a:latin typeface="Cambria Math" panose="02040503050406030204" pitchFamily="18" charset="0"/>
                            <a:ea typeface="MS PGothic" pitchFamily="34" charset="-128"/>
                            <a:cs typeface="ＭＳ Ｐゴシック" pitchFamily="-109" charset="-128"/>
                          </a:rPr>
                          <m:t>𝑡</m:t>
                        </m:r>
                      </m:e>
                    </m:d>
                    <m:r>
                      <a:rPr lang="de-DE" sz="2400" i="1">
                        <a:latin typeface="Cambria Math" panose="02040503050406030204" pitchFamily="18" charset="0"/>
                        <a:ea typeface="MS PGothic" pitchFamily="34" charset="-128"/>
                        <a:cs typeface="ＭＳ Ｐゴシック" pitchFamily="-109" charset="-128"/>
                      </a:rPr>
                      <m:t>=−</m:t>
                    </m:r>
                    <m:sSup>
                      <m:sSupPr>
                        <m:ctrlPr>
                          <a:rPr lang="de-DE" sz="2400" i="1">
                            <a:latin typeface="Cambria Math" panose="02040503050406030204" pitchFamily="18" charset="0"/>
                            <a:ea typeface="MS PGothic" pitchFamily="34" charset="-128"/>
                            <a:cs typeface="ＭＳ Ｐゴシック" pitchFamily="-109" charset="-128"/>
                          </a:rPr>
                        </m:ctrlPr>
                      </m:sSupPr>
                      <m:e>
                        <m:r>
                          <a:rPr lang="de-DE" sz="2400" i="1">
                            <a:latin typeface="Cambria Math" panose="02040503050406030204" pitchFamily="18" charset="0"/>
                            <a:ea typeface="MS PGothic" pitchFamily="34" charset="-128"/>
                            <a:cs typeface="ＭＳ Ｐゴシック" pitchFamily="-109" charset="-128"/>
                          </a:rPr>
                          <m:t>𝜔</m:t>
                        </m:r>
                      </m:e>
                      <m:sup>
                        <m:r>
                          <a:rPr lang="de-DE" sz="2400" i="1">
                            <a:latin typeface="Cambria Math" panose="02040503050406030204" pitchFamily="18" charset="0"/>
                            <a:ea typeface="MS PGothic" pitchFamily="34" charset="-128"/>
                            <a:cs typeface="ＭＳ Ｐゴシック" pitchFamily="-109" charset="-128"/>
                          </a:rPr>
                          <m:t>2</m:t>
                        </m:r>
                      </m:sup>
                    </m:sSup>
                    <m:r>
                      <a:rPr lang="de-DE" sz="2400" i="1">
                        <a:latin typeface="Cambria Math" panose="02040503050406030204" pitchFamily="18" charset="0"/>
                        <a:ea typeface="MS PGothic" pitchFamily="34" charset="-128"/>
                        <a:cs typeface="ＭＳ Ｐゴシック" pitchFamily="-109" charset="-128"/>
                      </a:rPr>
                      <m:t>𝑠</m:t>
                    </m:r>
                    <m:d>
                      <m:dPr>
                        <m:ctrlPr>
                          <a:rPr lang="de-DE" sz="2400" i="1">
                            <a:latin typeface="Cambria Math" panose="02040503050406030204" pitchFamily="18" charset="0"/>
                            <a:ea typeface="MS PGothic" pitchFamily="34" charset="-128"/>
                            <a:cs typeface="ＭＳ Ｐゴシック" pitchFamily="-109" charset="-128"/>
                          </a:rPr>
                        </m:ctrlPr>
                      </m:dPr>
                      <m:e>
                        <m:r>
                          <a:rPr lang="de-DE" sz="2400" i="1">
                            <a:latin typeface="Cambria Math" panose="02040503050406030204" pitchFamily="18" charset="0"/>
                            <a:ea typeface="MS PGothic" pitchFamily="34" charset="-128"/>
                            <a:cs typeface="ＭＳ Ｐゴシック" pitchFamily="-109" charset="-128"/>
                          </a:rPr>
                          <m:t>𝑡</m:t>
                        </m:r>
                      </m:e>
                    </m:d>
                  </m:oMath>
                </a14:m>
                <a:r>
                  <a:rPr lang="en-GB" sz="2400" dirty="0">
                    <a:latin typeface="Meta Offc Pro" panose="020B0504030101020102"/>
                    <a:ea typeface="MS PGothic" pitchFamily="34" charset="-128"/>
                    <a:cs typeface="ＭＳ Ｐゴシック" pitchFamily="-109" charset="-128"/>
                  </a:rPr>
                  <a:t> </a:t>
                </a:r>
              </a:p>
              <a:p>
                <a:pPr marL="800100" lvl="1" indent="-342900" eaLnBrk="0" fontAlgn="base" hangingPunct="0">
                  <a:spcAft>
                    <a:spcPts val="600"/>
                  </a:spcAft>
                  <a:buFont typeface="Arial" panose="020B0604020202020204" pitchFamily="34" charset="0"/>
                  <a:buChar char="•"/>
                </a:pPr>
                <a14:m>
                  <m:oMath xmlns:m="http://schemas.openxmlformats.org/officeDocument/2006/math">
                    <m:r>
                      <a:rPr lang="de-DE" sz="2400" i="1">
                        <a:latin typeface="Cambria Math" panose="02040503050406030204" pitchFamily="18" charset="0"/>
                        <a:ea typeface="MS PGothic" pitchFamily="34" charset="-128"/>
                        <a:cs typeface="ＭＳ Ｐゴシック" pitchFamily="-109" charset="-128"/>
                      </a:rPr>
                      <m:t>𝑠</m:t>
                    </m:r>
                  </m:oMath>
                </a14:m>
                <a:r>
                  <a:rPr lang="en-GB" sz="2400" dirty="0">
                    <a:latin typeface="Meta Offc Pro" panose="020B0504030101020102"/>
                    <a:ea typeface="MS PGothic" pitchFamily="34" charset="-128"/>
                    <a:cs typeface="ＭＳ Ｐゴシック" pitchFamily="-109" charset="-128"/>
                  </a:rPr>
                  <a:t> – Ort, </a:t>
                </a:r>
                <a14:m>
                  <m:oMath xmlns:m="http://schemas.openxmlformats.org/officeDocument/2006/math">
                    <m:r>
                      <a:rPr lang="de-DE" sz="2400" i="1">
                        <a:latin typeface="Cambria Math" panose="02040503050406030204" pitchFamily="18" charset="0"/>
                        <a:ea typeface="MS PGothic" pitchFamily="34" charset="-128"/>
                        <a:cs typeface="ＭＳ Ｐゴシック" pitchFamily="-109" charset="-128"/>
                      </a:rPr>
                      <m:t>𝜔</m:t>
                    </m:r>
                  </m:oMath>
                </a14:m>
                <a:r>
                  <a:rPr lang="en-GB" sz="2400" dirty="0">
                    <a:latin typeface="Meta Offc Pro" panose="020B0504030101020102"/>
                    <a:ea typeface="MS PGothic" pitchFamily="34" charset="-128"/>
                    <a:cs typeface="ＭＳ Ｐゴシック" pitchFamily="-109" charset="-128"/>
                  </a:rPr>
                  <a:t> – </a:t>
                </a:r>
                <a:r>
                  <a:rPr lang="en-GB" sz="2400" dirty="0" err="1">
                    <a:latin typeface="Meta Offc Pro" panose="020B0504030101020102"/>
                    <a:ea typeface="MS PGothic" pitchFamily="34" charset="-128"/>
                    <a:cs typeface="ＭＳ Ｐゴシック" pitchFamily="-109" charset="-128"/>
                  </a:rPr>
                  <a:t>Frequenz</a:t>
                </a:r>
                <a:r>
                  <a:rPr lang="en-GB" sz="2400" dirty="0">
                    <a:latin typeface="Meta Offc Pro" panose="020B0504030101020102"/>
                    <a:ea typeface="MS PGothic" pitchFamily="34" charset="-128"/>
                    <a:cs typeface="ＭＳ Ｐゴシック" pitchFamily="-109" charset="-128"/>
                  </a:rPr>
                  <a:t>, </a:t>
                </a:r>
                <a:r>
                  <a:rPr lang="en-GB" sz="2400" dirty="0" err="1">
                    <a:latin typeface="Meta Offc Pro" panose="020B0504030101020102"/>
                    <a:ea typeface="MS PGothic" pitchFamily="34" charset="-128"/>
                    <a:cs typeface="ＭＳ Ｐゴシック" pitchFamily="-109" charset="-128"/>
                  </a:rPr>
                  <a:t>hier</a:t>
                </a:r>
                <a:r>
                  <a:rPr lang="en-GB" sz="2400" dirty="0">
                    <a:latin typeface="Meta Offc Pro" panose="020B0504030101020102"/>
                    <a:ea typeface="MS PGothic" pitchFamily="34" charset="-128"/>
                    <a:cs typeface="ＭＳ Ｐゴシック" pitchFamily="-109" charset="-128"/>
                  </a:rPr>
                  <a:t> </a:t>
                </a:r>
                <a:r>
                  <a:rPr lang="en-GB" sz="2400" dirty="0" err="1">
                    <a:latin typeface="Meta Offc Pro" panose="020B0504030101020102"/>
                    <a:ea typeface="MS PGothic" pitchFamily="34" charset="-128"/>
                    <a:cs typeface="ＭＳ Ｐゴシック" pitchFamily="-109" charset="-128"/>
                  </a:rPr>
                  <a:t>konstant</a:t>
                </a:r>
                <a:r>
                  <a:rPr lang="en-GB" sz="2400" dirty="0">
                    <a:latin typeface="Meta Offc Pro" panose="020B0504030101020102"/>
                    <a:ea typeface="MS PGothic" pitchFamily="34" charset="-128"/>
                    <a:cs typeface="ＭＳ Ｐゴシック" pitchFamily="-109" charset="-128"/>
                  </a:rPr>
                  <a:t> </a:t>
                </a:r>
              </a:p>
              <a:p>
                <a:pPr marL="288000" indent="-288000" eaLnBrk="0" fontAlgn="base" hangingPunct="0">
                  <a:spcAft>
                    <a:spcPts val="600"/>
                  </a:spcAft>
                  <a:buFont typeface="Wingdings" panose="05000000000000000000" pitchFamily="2" charset="2"/>
                  <a:buChar char="à"/>
                </a:pPr>
                <a:r>
                  <a:rPr lang="de-DE" sz="2400" dirty="0">
                    <a:latin typeface="Meta Offc Pro" panose="020B0504030101020102"/>
                    <a:ea typeface="MS PGothic" pitchFamily="34" charset="-128"/>
                    <a:cs typeface="ＭＳ Ｐゴシック" pitchFamily="-109" charset="-128"/>
                    <a:sym typeface="Wingdings" panose="05000000000000000000" pitchFamily="2" charset="2"/>
                  </a:rPr>
                  <a:t>Analytische Lösung: </a:t>
                </a:r>
                <a14:m>
                  <m:oMath xmlns:m="http://schemas.openxmlformats.org/officeDocument/2006/math">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𝑠</m:t>
                    </m:r>
                    <m:d>
                      <m:dPr>
                        <m:ctrlP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ctrlPr>
                      </m:dPr>
                      <m:e>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𝑡</m:t>
                        </m:r>
                      </m:e>
                    </m:d>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𝑎</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func>
                      <m:funcPr>
                        <m:ctrlP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ctrlPr>
                      </m:funcPr>
                      <m:fName>
                        <m:r>
                          <m:rPr>
                            <m:sty m:val="p"/>
                          </m:rPr>
                          <a:rPr lang="de-DE" sz="2400">
                            <a:latin typeface="Cambria Math" panose="02040503050406030204" pitchFamily="18" charset="0"/>
                            <a:ea typeface="MS PGothic" pitchFamily="34" charset="-128"/>
                            <a:cs typeface="ＭＳ Ｐゴシック" pitchFamily="-109" charset="-128"/>
                            <a:sym typeface="Wingdings" panose="05000000000000000000" pitchFamily="2" charset="2"/>
                          </a:rPr>
                          <m:t>cos</m:t>
                        </m:r>
                      </m:fName>
                      <m:e>
                        <m:d>
                          <m:dPr>
                            <m:ctrlP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ctrlPr>
                          </m:dPr>
                          <m:e>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𝜔</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𝑡</m:t>
                            </m:r>
                          </m:e>
                        </m:d>
                      </m:e>
                    </m:func>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𝑏</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m:rPr>
                        <m:sty m:val="p"/>
                      </m:rPr>
                      <a:rPr lang="de-DE" sz="2400">
                        <a:latin typeface="Cambria Math" panose="02040503050406030204" pitchFamily="18" charset="0"/>
                        <a:ea typeface="MS PGothic" pitchFamily="34" charset="-128"/>
                        <a:cs typeface="ＭＳ Ｐゴシック" pitchFamily="-109" charset="-128"/>
                        <a:sym typeface="Wingdings" panose="05000000000000000000" pitchFamily="2" charset="2"/>
                      </a:rPr>
                      <m:t>sin</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𝜔</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𝑡</m:t>
                    </m:r>
                    <m:r>
                      <a:rPr lang="de-DE" sz="2400" i="1">
                        <a:latin typeface="Cambria Math" panose="02040503050406030204" pitchFamily="18" charset="0"/>
                        <a:ea typeface="MS PGothic" pitchFamily="34" charset="-128"/>
                        <a:cs typeface="ＭＳ Ｐゴシック" pitchFamily="-109" charset="-128"/>
                        <a:sym typeface="Wingdings" panose="05000000000000000000" pitchFamily="2" charset="2"/>
                      </a:rPr>
                      <m:t>)</m:t>
                    </m:r>
                  </m:oMath>
                </a14:m>
                <a:endParaRPr lang="en-GB" sz="2400" dirty="0">
                  <a:latin typeface="Meta Offc Pro" panose="020B0504030101020102"/>
                  <a:ea typeface="MS PGothic" pitchFamily="34" charset="-128"/>
                  <a:cs typeface="ＭＳ Ｐゴシック" pitchFamily="-109" charset="-128"/>
                </a:endParaRPr>
              </a:p>
              <a:p>
                <a:pPr marL="288000" indent="-288000" eaLnBrk="0" fontAlgn="base" hangingPunct="0">
                  <a:spcAft>
                    <a:spcPts val="600"/>
                  </a:spcAft>
                  <a:buFont typeface="Wingdings" panose="05000000000000000000" pitchFamily="2" charset="2"/>
                  <a:buChar char="à"/>
                </a:pPr>
                <a:r>
                  <a:rPr lang="de-DE" sz="2400" dirty="0">
                    <a:latin typeface="Meta Offc Pro" panose="020B0504030101020102"/>
                    <a:ea typeface="MS PGothic" pitchFamily="34" charset="-128"/>
                    <a:cs typeface="ＭＳ Ｐゴシック" pitchFamily="-109" charset="-128"/>
                  </a:rPr>
                  <a:t>Numerische Lösung mit Simulink</a:t>
                </a:r>
              </a:p>
              <a:p>
                <a:pPr eaLnBrk="0" fontAlgn="base" hangingPunct="0">
                  <a:spcAft>
                    <a:spcPts val="600"/>
                  </a:spcAft>
                </a:pPr>
                <a:endParaRPr lang="de-DE" sz="2000" dirty="0">
                  <a:latin typeface="Meta Offc Pro" panose="020B0504030101020102"/>
                  <a:ea typeface="MS PGothic" pitchFamily="34" charset="-128"/>
                  <a:cs typeface="ＭＳ Ｐゴシック" pitchFamily="-109" charset="-128"/>
                </a:endParaRPr>
              </a:p>
              <a:p>
                <a:pPr algn="ctr" eaLnBrk="0" fontAlgn="base" hangingPunct="0">
                  <a:spcAft>
                    <a:spcPts val="600"/>
                  </a:spcAft>
                </a:pPr>
                <a:endParaRPr lang="de-DE" sz="2400" b="1" dirty="0">
                  <a:solidFill>
                    <a:srgbClr val="FF0000"/>
                  </a:solidFill>
                  <a:latin typeface="Meta Offc Pro" panose="020B0504030101020102"/>
                  <a:ea typeface="MS PGothic" pitchFamily="34" charset="-128"/>
                  <a:cs typeface="ＭＳ Ｐゴシック" pitchFamily="-109" charset="-128"/>
                </a:endParaRPr>
              </a:p>
              <a:p>
                <a:pPr eaLnBrk="0" fontAlgn="base" hangingPunct="0">
                  <a:spcAft>
                    <a:spcPts val="600"/>
                  </a:spcAft>
                </a:pPr>
                <a:endParaRPr lang="de-DE" sz="2000" dirty="0">
                  <a:latin typeface="Meta Offc Pro" panose="020B0504030101020102"/>
                  <a:ea typeface="MS PGothic" pitchFamily="34" charset="-128"/>
                  <a:cs typeface="ＭＳ Ｐゴシック" pitchFamily="-109" charset="-128"/>
                </a:endParaRPr>
              </a:p>
            </p:txBody>
          </p:sp>
        </mc:Choice>
        <mc:Fallback xmlns="">
          <p:sp>
            <p:nvSpPr>
              <p:cNvPr id="12" name="Textfeld 11">
                <a:extLst>
                  <a:ext uri="{FF2B5EF4-FFF2-40B4-BE49-F238E27FC236}">
                    <a16:creationId xmlns:a16="http://schemas.microsoft.com/office/drawing/2014/main" id="{2D3FC02C-2FB8-4900-8955-1F8D65417350}"/>
                  </a:ext>
                </a:extLst>
              </p:cNvPr>
              <p:cNvSpPr txBox="1">
                <a:spLocks noRot="1" noChangeAspect="1" noMove="1" noResize="1" noEditPoints="1" noAdjustHandles="1" noChangeArrowheads="1" noChangeShapeType="1" noTextEdit="1"/>
              </p:cNvSpPr>
              <p:nvPr/>
            </p:nvSpPr>
            <p:spPr bwMode="auto">
              <a:xfrm>
                <a:off x="359625" y="1776080"/>
                <a:ext cx="10695725" cy="4050681"/>
              </a:xfrm>
              <a:prstGeom prst="rect">
                <a:avLst/>
              </a:prstGeom>
              <a:blipFill>
                <a:blip r:embed="rId5"/>
                <a:stretch>
                  <a:fillRect l="-1068"/>
                </a:stretch>
              </a:blipFill>
              <a:ln w="6350">
                <a:noFill/>
                <a:miter lim="800000"/>
                <a:headEnd/>
                <a:tailEnd/>
              </a:ln>
            </p:spPr>
            <p:txBody>
              <a:bodyPr/>
              <a:lstStyle/>
              <a:p>
                <a:r>
                  <a:rPr lang="en-DE">
                    <a:noFill/>
                  </a:rPr>
                  <a:t> </a:t>
                </a:r>
              </a:p>
            </p:txBody>
          </p:sp>
        </mc:Fallback>
      </mc:AlternateContent>
    </p:spTree>
    <p:extLst>
      <p:ext uri="{BB962C8B-B14F-4D97-AF65-F5344CB8AC3E}">
        <p14:creationId xmlns:p14="http://schemas.microsoft.com/office/powerpoint/2010/main" val="3124861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A1397-B07D-2E58-9DCD-108A1E967D82}"/>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F64C688F-D46D-D4FA-DF19-C755DAAFEC9C}"/>
              </a:ext>
            </a:extLst>
          </p:cNvPr>
          <p:cNvSpPr>
            <a:spLocks noGrp="1"/>
          </p:cNvSpPr>
          <p:nvPr>
            <p:ph type="title"/>
          </p:nvPr>
        </p:nvSpPr>
        <p:spPr/>
        <p:txBody>
          <a:bodyPr/>
          <a:lstStyle/>
          <a:p>
            <a:r>
              <a:rPr lang="de-DE" dirty="0"/>
              <a:t>Überblick</a:t>
            </a:r>
          </a:p>
        </p:txBody>
      </p:sp>
      <p:sp>
        <p:nvSpPr>
          <p:cNvPr id="9" name="Untertitel 8">
            <a:extLst>
              <a:ext uri="{FF2B5EF4-FFF2-40B4-BE49-F238E27FC236}">
                <a16:creationId xmlns:a16="http://schemas.microsoft.com/office/drawing/2014/main" id="{8D723356-E0E4-F673-4395-498D29612D2D}"/>
              </a:ext>
            </a:extLst>
          </p:cNvPr>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t>Simulink</a:t>
            </a: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t>Syntax und Semantik</a:t>
            </a:r>
          </a:p>
          <a:p>
            <a:pPr marL="628650" lvl="1" indent="-285750" algn="l">
              <a:buFont typeface="Wingdings" pitchFamily="2" charset="2"/>
              <a:buChar char="§"/>
            </a:pPr>
            <a:r>
              <a:rPr lang="de-DE" sz="2400" dirty="0">
                <a:solidFill>
                  <a:schemeClr val="bg1">
                    <a:lumMod val="85000"/>
                  </a:schemeClr>
                </a:solidFill>
              </a:rPr>
              <a:t>Anwendungsbeispiel</a:t>
            </a:r>
          </a:p>
          <a:p>
            <a:pPr marL="285750" indent="-285750">
              <a:buFont typeface="Wingdings" pitchFamily="2" charset="2"/>
              <a:buChar char="§"/>
            </a:pPr>
            <a:r>
              <a:rPr lang="de-DE" sz="2400" dirty="0" err="1">
                <a:solidFill>
                  <a:schemeClr val="bg1">
                    <a:lumMod val="85000"/>
                  </a:schemeClr>
                </a:solidFill>
              </a:rPr>
              <a:t>Stateflow</a:t>
            </a:r>
            <a:endParaRPr lang="de-DE" sz="2400" dirty="0">
              <a:solidFill>
                <a:schemeClr val="bg1">
                  <a:lumMod val="85000"/>
                </a:schemeClr>
              </a:solidFill>
            </a:endParaRP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solidFill>
                  <a:schemeClr val="bg1">
                    <a:lumMod val="85000"/>
                  </a:schemeClr>
                </a:solidFill>
              </a:rPr>
              <a:t>Syntax und Semantik</a:t>
            </a:r>
          </a:p>
          <a:p>
            <a:pPr marL="285750" indent="-285750">
              <a:buFont typeface="Wingdings" pitchFamily="2" charset="2"/>
              <a:buChar char="§"/>
            </a:pPr>
            <a:r>
              <a:rPr lang="de-DE" sz="2400" dirty="0">
                <a:solidFill>
                  <a:schemeClr val="bg1">
                    <a:lumMod val="85000"/>
                  </a:schemeClr>
                </a:solidFill>
              </a:rPr>
              <a:t>Code Generierung</a:t>
            </a:r>
          </a:p>
        </p:txBody>
      </p:sp>
      <p:sp>
        <p:nvSpPr>
          <p:cNvPr id="5" name="Fußzeilenplatzhalter 4">
            <a:extLst>
              <a:ext uri="{FF2B5EF4-FFF2-40B4-BE49-F238E27FC236}">
                <a16:creationId xmlns:a16="http://schemas.microsoft.com/office/drawing/2014/main" id="{4820D4BC-7402-D779-9C33-2B972F673D95}"/>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3501DF10-04B3-BE6D-FF77-DD4598404A5A}"/>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19</a:t>
            </a:fld>
            <a:r>
              <a:rPr lang="de-DE"/>
              <a:t> </a:t>
            </a:r>
          </a:p>
        </p:txBody>
      </p:sp>
    </p:spTree>
    <p:extLst>
      <p:ext uri="{BB962C8B-B14F-4D97-AF65-F5344CB8AC3E}">
        <p14:creationId xmlns:p14="http://schemas.microsoft.com/office/powerpoint/2010/main" val="2665571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362BEE3-2AF0-449A-8DDA-7B68DD0C39FA}"/>
              </a:ext>
            </a:extLst>
          </p:cNvPr>
          <p:cNvSpPr>
            <a:spLocks noGrp="1"/>
          </p:cNvSpPr>
          <p:nvPr>
            <p:ph type="title"/>
          </p:nvPr>
        </p:nvSpPr>
        <p:spPr>
          <a:xfrm>
            <a:off x="346048" y="1031239"/>
            <a:ext cx="7006533" cy="984885"/>
          </a:xfrm>
        </p:spPr>
        <p:txBody>
          <a:bodyPr/>
          <a:lstStyle/>
          <a:p>
            <a:r>
              <a:rPr lang="de-DE" dirty="0"/>
              <a:t>Simulink Syntax: Blöcke</a:t>
            </a:r>
          </a:p>
        </p:txBody>
      </p:sp>
      <p:sp>
        <p:nvSpPr>
          <p:cNvPr id="8" name="Inhaltsplatzhalter 7">
            <a:extLst>
              <a:ext uri="{FF2B5EF4-FFF2-40B4-BE49-F238E27FC236}">
                <a16:creationId xmlns:a16="http://schemas.microsoft.com/office/drawing/2014/main" id="{FD9BD086-E647-4B09-866D-A2C3D5FD2AC7}"/>
              </a:ext>
            </a:extLst>
          </p:cNvPr>
          <p:cNvSpPr>
            <a:spLocks noGrp="1"/>
          </p:cNvSpPr>
          <p:nvPr>
            <p:ph idx="1"/>
          </p:nvPr>
        </p:nvSpPr>
        <p:spPr/>
        <p:txBody>
          <a:bodyPr>
            <a:normAutofit/>
          </a:bodyPr>
          <a:lstStyle/>
          <a:p>
            <a:r>
              <a:rPr lang="de-DE" dirty="0"/>
              <a:t>  </a:t>
            </a:r>
          </a:p>
          <a:p>
            <a:endParaRPr lang="de-DE" dirty="0"/>
          </a:p>
        </p:txBody>
      </p:sp>
      <p:sp>
        <p:nvSpPr>
          <p:cNvPr id="5" name="Fußzeilenplatzhalter 4">
            <a:extLst>
              <a:ext uri="{FF2B5EF4-FFF2-40B4-BE49-F238E27FC236}">
                <a16:creationId xmlns:a16="http://schemas.microsoft.com/office/drawing/2014/main" id="{C4F5AC51-E3FD-41C8-8A72-0456BFC5752C}"/>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pPr fontAlgn="base">
              <a:spcAft>
                <a:spcPct val="0"/>
              </a:spcAft>
            </a:pPr>
            <a:r>
              <a:rPr lang="de-DE"/>
              <a:t>Prof. Dr. Sebastian Schlesinger</a:t>
            </a:r>
            <a:endParaRPr lang="de-DE">
              <a:solidFill>
                <a:srgbClr val="00004B"/>
              </a:solidFill>
            </a:endParaRPr>
          </a:p>
        </p:txBody>
      </p:sp>
      <p:sp>
        <p:nvSpPr>
          <p:cNvPr id="6" name="Foliennummernplatzhalter 5">
            <a:extLst>
              <a:ext uri="{FF2B5EF4-FFF2-40B4-BE49-F238E27FC236}">
                <a16:creationId xmlns:a16="http://schemas.microsoft.com/office/drawing/2014/main" id="{C0A30FB8-3B9A-4724-B6F8-A208AF0216D3}"/>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pPr fontAlgn="base">
              <a:spcAft>
                <a:spcPct val="0"/>
              </a:spcAft>
            </a:pPr>
            <a:fld id="{6C8FC03C-C266-4645-ABC5-645062898383}" type="slidenum">
              <a:rPr lang="de-DE" smtClean="0"/>
              <a:pPr fontAlgn="base">
                <a:spcAft>
                  <a:spcPct val="0"/>
                </a:spcAft>
              </a:pPr>
              <a:t>20</a:t>
            </a:fld>
            <a:r>
              <a:rPr lang="de-DE"/>
              <a:t> </a:t>
            </a:r>
            <a:endParaRPr lang="de-DE">
              <a:solidFill>
                <a:srgbClr val="00004B"/>
              </a:solidFill>
            </a:endParaRPr>
          </a:p>
        </p:txBody>
      </p:sp>
      <p:graphicFrame>
        <p:nvGraphicFramePr>
          <p:cNvPr id="19" name="Tabelle 18">
            <a:extLst>
              <a:ext uri="{FF2B5EF4-FFF2-40B4-BE49-F238E27FC236}">
                <a16:creationId xmlns:a16="http://schemas.microsoft.com/office/drawing/2014/main" id="{5C2C60C0-CA97-45AD-B56D-AB9B8634FE9F}"/>
              </a:ext>
            </a:extLst>
          </p:cNvPr>
          <p:cNvGraphicFramePr>
            <a:graphicFrameLocks noGrp="1"/>
          </p:cNvGraphicFramePr>
          <p:nvPr>
            <p:extLst>
              <p:ext uri="{D42A27DB-BD31-4B8C-83A1-F6EECF244321}">
                <p14:modId xmlns:p14="http://schemas.microsoft.com/office/powerpoint/2010/main" val="3755691054"/>
              </p:ext>
            </p:extLst>
          </p:nvPr>
        </p:nvGraphicFramePr>
        <p:xfrm>
          <a:off x="1659628" y="1804937"/>
          <a:ext cx="8712967" cy="4367510"/>
        </p:xfrm>
        <a:graphic>
          <a:graphicData uri="http://schemas.openxmlformats.org/drawingml/2006/table">
            <a:tbl>
              <a:tblPr bandRow="1">
                <a:tableStyleId>{69012ECD-51FC-41F1-AA8D-1B2483CD663E}</a:tableStyleId>
              </a:tblPr>
              <a:tblGrid>
                <a:gridCol w="3888432">
                  <a:extLst>
                    <a:ext uri="{9D8B030D-6E8A-4147-A177-3AD203B41FA5}">
                      <a16:colId xmlns:a16="http://schemas.microsoft.com/office/drawing/2014/main" val="413572624"/>
                    </a:ext>
                  </a:extLst>
                </a:gridCol>
                <a:gridCol w="4824535">
                  <a:extLst>
                    <a:ext uri="{9D8B030D-6E8A-4147-A177-3AD203B41FA5}">
                      <a16:colId xmlns:a16="http://schemas.microsoft.com/office/drawing/2014/main" val="492148432"/>
                    </a:ext>
                  </a:extLst>
                </a:gridCol>
              </a:tblGrid>
              <a:tr h="873502">
                <a:tc>
                  <a:txBody>
                    <a:bodyPr/>
                    <a:lstStyle/>
                    <a:p>
                      <a:r>
                        <a:rPr lang="de-DE" sz="1800" i="1" dirty="0" err="1"/>
                        <a:t>direct-feedthrough</a:t>
                      </a:r>
                      <a:r>
                        <a:rPr lang="de-DE" sz="1800" i="0" baseline="0" dirty="0"/>
                        <a:t> </a:t>
                      </a:r>
                      <a:r>
                        <a:rPr lang="de-DE" sz="1800" dirty="0"/>
                        <a:t>Blocks</a:t>
                      </a:r>
                    </a:p>
                  </a:txBody>
                  <a:tcPr anchor="ctr"/>
                </a:tc>
                <a:tc>
                  <a:txBody>
                    <a:bodyPr/>
                    <a:lstStyle/>
                    <a:p>
                      <a:endParaRPr lang="de-DE" sz="1800" dirty="0"/>
                    </a:p>
                  </a:txBody>
                  <a:tcPr anchor="ctr"/>
                </a:tc>
                <a:extLst>
                  <a:ext uri="{0D108BD9-81ED-4DB2-BD59-A6C34878D82A}">
                    <a16:rowId xmlns:a16="http://schemas.microsoft.com/office/drawing/2014/main" val="2242011704"/>
                  </a:ext>
                </a:extLst>
              </a:tr>
              <a:tr h="873502">
                <a:tc>
                  <a:txBody>
                    <a:bodyPr/>
                    <a:lstStyle/>
                    <a:p>
                      <a:r>
                        <a:rPr lang="de-DE" sz="1800" dirty="0"/>
                        <a:t>Diskrete Blöcke</a:t>
                      </a:r>
                    </a:p>
                  </a:txBody>
                  <a:tcPr anchor="ctr"/>
                </a:tc>
                <a:tc>
                  <a:txBody>
                    <a:bodyPr/>
                    <a:lstStyle/>
                    <a:p>
                      <a:endParaRPr lang="de-DE" sz="1800" dirty="0"/>
                    </a:p>
                  </a:txBody>
                  <a:tcPr anchor="ctr"/>
                </a:tc>
                <a:extLst>
                  <a:ext uri="{0D108BD9-81ED-4DB2-BD59-A6C34878D82A}">
                    <a16:rowId xmlns:a16="http://schemas.microsoft.com/office/drawing/2014/main" val="2609843135"/>
                  </a:ext>
                </a:extLst>
              </a:tr>
              <a:tr h="873502">
                <a:tc>
                  <a:txBody>
                    <a:bodyPr/>
                    <a:lstStyle/>
                    <a:p>
                      <a:r>
                        <a:rPr lang="de-DE" sz="1800" dirty="0"/>
                        <a:t>Kontinuierliche Blöcke</a:t>
                      </a:r>
                    </a:p>
                  </a:txBody>
                  <a:tcPr anchor="ctr"/>
                </a:tc>
                <a:tc>
                  <a:txBody>
                    <a:bodyPr/>
                    <a:lstStyle/>
                    <a:p>
                      <a:endParaRPr lang="de-DE" sz="1800"/>
                    </a:p>
                  </a:txBody>
                  <a:tcPr anchor="ctr"/>
                </a:tc>
                <a:extLst>
                  <a:ext uri="{0D108BD9-81ED-4DB2-BD59-A6C34878D82A}">
                    <a16:rowId xmlns:a16="http://schemas.microsoft.com/office/drawing/2014/main" val="3726941769"/>
                  </a:ext>
                </a:extLst>
              </a:tr>
              <a:tr h="8735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1800" dirty="0"/>
                        <a:t>Kontrollfluss-Blöcke</a:t>
                      </a:r>
                    </a:p>
                  </a:txBody>
                  <a:tcPr anchor="ctr"/>
                </a:tc>
                <a:tc>
                  <a:txBody>
                    <a:bodyPr/>
                    <a:lstStyle/>
                    <a:p>
                      <a:endParaRPr lang="de-DE" sz="1800"/>
                    </a:p>
                  </a:txBody>
                  <a:tcPr anchor="ctr"/>
                </a:tc>
                <a:extLst>
                  <a:ext uri="{0D108BD9-81ED-4DB2-BD59-A6C34878D82A}">
                    <a16:rowId xmlns:a16="http://schemas.microsoft.com/office/drawing/2014/main" val="3948774890"/>
                  </a:ext>
                </a:extLst>
              </a:tr>
              <a:tr h="8735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1800" dirty="0"/>
                        <a:t>sonstige Blöcke</a:t>
                      </a:r>
                    </a:p>
                  </a:txBody>
                  <a:tcPr anchor="ctr"/>
                </a:tc>
                <a:tc>
                  <a:txBody>
                    <a:bodyPr/>
                    <a:lstStyle/>
                    <a:p>
                      <a:endParaRPr lang="de-DE" sz="1800" dirty="0"/>
                    </a:p>
                  </a:txBody>
                  <a:tcPr anchor="ctr"/>
                </a:tc>
                <a:extLst>
                  <a:ext uri="{0D108BD9-81ED-4DB2-BD59-A6C34878D82A}">
                    <a16:rowId xmlns:a16="http://schemas.microsoft.com/office/drawing/2014/main" val="4137325216"/>
                  </a:ext>
                </a:extLst>
              </a:tr>
            </a:tbl>
          </a:graphicData>
        </a:graphic>
      </p:graphicFrame>
      <p:pic>
        <p:nvPicPr>
          <p:cNvPr id="9" name="Grafik 8">
            <a:extLst>
              <a:ext uri="{FF2B5EF4-FFF2-40B4-BE49-F238E27FC236}">
                <a16:creationId xmlns:a16="http://schemas.microsoft.com/office/drawing/2014/main" id="{58A7C990-7080-4D99-BC4E-9F797FDE3ADE}"/>
              </a:ext>
            </a:extLst>
          </p:cNvPr>
          <p:cNvPicPr>
            <a:picLocks noChangeAspect="1"/>
          </p:cNvPicPr>
          <p:nvPr/>
        </p:nvPicPr>
        <p:blipFill>
          <a:blip r:embed="rId3"/>
          <a:stretch>
            <a:fillRect/>
          </a:stretch>
        </p:blipFill>
        <p:spPr>
          <a:xfrm>
            <a:off x="5938055" y="2722564"/>
            <a:ext cx="915157" cy="828000"/>
          </a:xfrm>
          <a:prstGeom prst="rect">
            <a:avLst/>
          </a:prstGeom>
        </p:spPr>
      </p:pic>
      <p:grpSp>
        <p:nvGrpSpPr>
          <p:cNvPr id="20" name="Gruppieren 19">
            <a:extLst>
              <a:ext uri="{FF2B5EF4-FFF2-40B4-BE49-F238E27FC236}">
                <a16:creationId xmlns:a16="http://schemas.microsoft.com/office/drawing/2014/main" id="{26500193-189F-45E0-8B4C-DF54EC9978A0}"/>
              </a:ext>
            </a:extLst>
          </p:cNvPr>
          <p:cNvGrpSpPr/>
          <p:nvPr/>
        </p:nvGrpSpPr>
        <p:grpSpPr>
          <a:xfrm>
            <a:off x="5953526" y="1863173"/>
            <a:ext cx="3850796" cy="756000"/>
            <a:chOff x="3576735" y="2044381"/>
            <a:chExt cx="3850796" cy="756000"/>
          </a:xfrm>
        </p:grpSpPr>
        <p:pic>
          <p:nvPicPr>
            <p:cNvPr id="10" name="Grafik 9">
              <a:extLst>
                <a:ext uri="{FF2B5EF4-FFF2-40B4-BE49-F238E27FC236}">
                  <a16:creationId xmlns:a16="http://schemas.microsoft.com/office/drawing/2014/main" id="{CE60A8E3-C692-4F02-8E34-1D5A42CA8CFD}"/>
                </a:ext>
              </a:extLst>
            </p:cNvPr>
            <p:cNvPicPr>
              <a:picLocks noChangeAspect="1"/>
            </p:cNvPicPr>
            <p:nvPr/>
          </p:nvPicPr>
          <p:blipFill>
            <a:blip r:embed="rId4"/>
            <a:stretch>
              <a:fillRect/>
            </a:stretch>
          </p:blipFill>
          <p:spPr>
            <a:xfrm>
              <a:off x="3576735" y="2062381"/>
              <a:ext cx="884213" cy="720000"/>
            </a:xfrm>
            <a:prstGeom prst="rect">
              <a:avLst/>
            </a:prstGeom>
          </p:spPr>
        </p:pic>
        <p:pic>
          <p:nvPicPr>
            <p:cNvPr id="11" name="Grafik 10">
              <a:extLst>
                <a:ext uri="{FF2B5EF4-FFF2-40B4-BE49-F238E27FC236}">
                  <a16:creationId xmlns:a16="http://schemas.microsoft.com/office/drawing/2014/main" id="{B3C65868-7B0D-4D60-9E17-02E38F5A5AA8}"/>
                </a:ext>
              </a:extLst>
            </p:cNvPr>
            <p:cNvPicPr>
              <a:picLocks noChangeAspect="1"/>
            </p:cNvPicPr>
            <p:nvPr/>
          </p:nvPicPr>
          <p:blipFill>
            <a:blip r:embed="rId5"/>
            <a:stretch>
              <a:fillRect/>
            </a:stretch>
          </p:blipFill>
          <p:spPr>
            <a:xfrm>
              <a:off x="4639784" y="2062381"/>
              <a:ext cx="720000" cy="720000"/>
            </a:xfrm>
            <a:prstGeom prst="rect">
              <a:avLst/>
            </a:prstGeom>
          </p:spPr>
        </p:pic>
        <p:pic>
          <p:nvPicPr>
            <p:cNvPr id="12" name="Grafik 11">
              <a:extLst>
                <a:ext uri="{FF2B5EF4-FFF2-40B4-BE49-F238E27FC236}">
                  <a16:creationId xmlns:a16="http://schemas.microsoft.com/office/drawing/2014/main" id="{0D5B2208-2296-4573-BE8A-6AFAE4CDE370}"/>
                </a:ext>
              </a:extLst>
            </p:cNvPr>
            <p:cNvPicPr>
              <a:picLocks noChangeAspect="1"/>
            </p:cNvPicPr>
            <p:nvPr/>
          </p:nvPicPr>
          <p:blipFill>
            <a:blip r:embed="rId6"/>
            <a:stretch>
              <a:fillRect/>
            </a:stretch>
          </p:blipFill>
          <p:spPr>
            <a:xfrm>
              <a:off x="5544064" y="2044381"/>
              <a:ext cx="802522" cy="756000"/>
            </a:xfrm>
            <a:prstGeom prst="rect">
              <a:avLst/>
            </a:prstGeom>
          </p:spPr>
        </p:pic>
        <p:pic>
          <p:nvPicPr>
            <p:cNvPr id="13" name="Grafik 12">
              <a:extLst>
                <a:ext uri="{FF2B5EF4-FFF2-40B4-BE49-F238E27FC236}">
                  <a16:creationId xmlns:a16="http://schemas.microsoft.com/office/drawing/2014/main" id="{D15B8605-0DD4-4E5C-8F89-6183F92F2101}"/>
                </a:ext>
              </a:extLst>
            </p:cNvPr>
            <p:cNvPicPr>
              <a:picLocks noChangeAspect="1"/>
            </p:cNvPicPr>
            <p:nvPr/>
          </p:nvPicPr>
          <p:blipFill rotWithShape="1">
            <a:blip r:embed="rId7"/>
            <a:srcRect t="6488" b="6012"/>
            <a:stretch/>
          </p:blipFill>
          <p:spPr>
            <a:xfrm>
              <a:off x="6427111" y="2044381"/>
              <a:ext cx="1000420" cy="756000"/>
            </a:xfrm>
            <a:prstGeom prst="rect">
              <a:avLst/>
            </a:prstGeom>
          </p:spPr>
        </p:pic>
      </p:grpSp>
      <p:pic>
        <p:nvPicPr>
          <p:cNvPr id="14" name="Grafik 13">
            <a:extLst>
              <a:ext uri="{FF2B5EF4-FFF2-40B4-BE49-F238E27FC236}">
                <a16:creationId xmlns:a16="http://schemas.microsoft.com/office/drawing/2014/main" id="{0C4D65FA-FD54-4E6C-BF4F-006BA7C035F7}"/>
              </a:ext>
            </a:extLst>
          </p:cNvPr>
          <p:cNvPicPr>
            <a:picLocks noChangeAspect="1"/>
          </p:cNvPicPr>
          <p:nvPr/>
        </p:nvPicPr>
        <p:blipFill>
          <a:blip r:embed="rId8"/>
          <a:stretch>
            <a:fillRect/>
          </a:stretch>
        </p:blipFill>
        <p:spPr>
          <a:xfrm>
            <a:off x="5938055" y="3628691"/>
            <a:ext cx="882581" cy="720000"/>
          </a:xfrm>
          <a:prstGeom prst="rect">
            <a:avLst/>
          </a:prstGeom>
        </p:spPr>
      </p:pic>
      <p:pic>
        <p:nvPicPr>
          <p:cNvPr id="15" name="Grafik 14">
            <a:extLst>
              <a:ext uri="{FF2B5EF4-FFF2-40B4-BE49-F238E27FC236}">
                <a16:creationId xmlns:a16="http://schemas.microsoft.com/office/drawing/2014/main" id="{F0086009-95C2-4A93-878E-1F5BDC0FB349}"/>
              </a:ext>
            </a:extLst>
          </p:cNvPr>
          <p:cNvPicPr>
            <a:picLocks noChangeAspect="1"/>
          </p:cNvPicPr>
          <p:nvPr/>
        </p:nvPicPr>
        <p:blipFill rotWithShape="1">
          <a:blip r:embed="rId9"/>
          <a:srcRect b="19587"/>
          <a:stretch/>
        </p:blipFill>
        <p:spPr>
          <a:xfrm>
            <a:off x="5974317" y="4461991"/>
            <a:ext cx="829368" cy="752667"/>
          </a:xfrm>
          <a:prstGeom prst="rect">
            <a:avLst/>
          </a:prstGeom>
        </p:spPr>
      </p:pic>
      <p:pic>
        <p:nvPicPr>
          <p:cNvPr id="16" name="Grafik 15">
            <a:extLst>
              <a:ext uri="{FF2B5EF4-FFF2-40B4-BE49-F238E27FC236}">
                <a16:creationId xmlns:a16="http://schemas.microsoft.com/office/drawing/2014/main" id="{596BEAF2-104B-4725-A1AB-3FF8B90288E8}"/>
              </a:ext>
            </a:extLst>
          </p:cNvPr>
          <p:cNvPicPr>
            <a:picLocks noChangeAspect="1"/>
          </p:cNvPicPr>
          <p:nvPr/>
        </p:nvPicPr>
        <p:blipFill rotWithShape="1">
          <a:blip r:embed="rId10"/>
          <a:srcRect t="8402" b="18619"/>
          <a:stretch/>
        </p:blipFill>
        <p:spPr>
          <a:xfrm>
            <a:off x="6970195" y="4446168"/>
            <a:ext cx="867098" cy="840713"/>
          </a:xfrm>
          <a:prstGeom prst="rect">
            <a:avLst/>
          </a:prstGeom>
        </p:spPr>
      </p:pic>
      <p:pic>
        <p:nvPicPr>
          <p:cNvPr id="17" name="Grafik 16">
            <a:extLst>
              <a:ext uri="{FF2B5EF4-FFF2-40B4-BE49-F238E27FC236}">
                <a16:creationId xmlns:a16="http://schemas.microsoft.com/office/drawing/2014/main" id="{F3A6FCF8-FB4F-468C-AB0C-4557C60D47DC}"/>
              </a:ext>
            </a:extLst>
          </p:cNvPr>
          <p:cNvPicPr>
            <a:picLocks noChangeAspect="1"/>
          </p:cNvPicPr>
          <p:nvPr/>
        </p:nvPicPr>
        <p:blipFill rotWithShape="1">
          <a:blip r:embed="rId11"/>
          <a:srcRect b="14286"/>
          <a:stretch/>
        </p:blipFill>
        <p:spPr>
          <a:xfrm>
            <a:off x="6210848" y="5465955"/>
            <a:ext cx="471273" cy="648000"/>
          </a:xfrm>
          <a:prstGeom prst="rect">
            <a:avLst/>
          </a:prstGeom>
        </p:spPr>
      </p:pic>
      <p:pic>
        <p:nvPicPr>
          <p:cNvPr id="18" name="Grafik 17">
            <a:extLst>
              <a:ext uri="{FF2B5EF4-FFF2-40B4-BE49-F238E27FC236}">
                <a16:creationId xmlns:a16="http://schemas.microsoft.com/office/drawing/2014/main" id="{E67D6886-271F-405F-973C-86416DDAC6D7}"/>
              </a:ext>
            </a:extLst>
          </p:cNvPr>
          <p:cNvPicPr>
            <a:picLocks noChangeAspect="1"/>
          </p:cNvPicPr>
          <p:nvPr/>
        </p:nvPicPr>
        <p:blipFill>
          <a:blip r:embed="rId12"/>
          <a:stretch>
            <a:fillRect/>
          </a:stretch>
        </p:blipFill>
        <p:spPr>
          <a:xfrm>
            <a:off x="7016577" y="5465955"/>
            <a:ext cx="589091" cy="648000"/>
          </a:xfrm>
          <a:prstGeom prst="rect">
            <a:avLst/>
          </a:prstGeom>
        </p:spPr>
      </p:pic>
    </p:spTree>
    <p:extLst>
      <p:ext uri="{BB962C8B-B14F-4D97-AF65-F5344CB8AC3E}">
        <p14:creationId xmlns:p14="http://schemas.microsoft.com/office/powerpoint/2010/main" val="823264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EEC176-93E6-4EFC-B929-636351D852A0}"/>
              </a:ext>
            </a:extLst>
          </p:cNvPr>
          <p:cNvSpPr>
            <a:spLocks noGrp="1"/>
          </p:cNvSpPr>
          <p:nvPr>
            <p:ph type="title"/>
          </p:nvPr>
        </p:nvSpPr>
        <p:spPr>
          <a:xfrm>
            <a:off x="346049" y="1031239"/>
            <a:ext cx="7709380" cy="984885"/>
          </a:xfrm>
        </p:spPr>
        <p:txBody>
          <a:bodyPr/>
          <a:lstStyle/>
          <a:p>
            <a:r>
              <a:rPr lang="de-DE" dirty="0"/>
              <a:t>Konfiguration der Blöcke</a:t>
            </a:r>
          </a:p>
        </p:txBody>
      </p:sp>
      <p:sp>
        <p:nvSpPr>
          <p:cNvPr id="3" name="Inhaltsplatzhalter 2">
            <a:extLst>
              <a:ext uri="{FF2B5EF4-FFF2-40B4-BE49-F238E27FC236}">
                <a16:creationId xmlns:a16="http://schemas.microsoft.com/office/drawing/2014/main" id="{3A339206-C1E4-4F55-8481-A552D3F308D2}"/>
              </a:ext>
            </a:extLst>
          </p:cNvPr>
          <p:cNvSpPr>
            <a:spLocks noGrp="1"/>
          </p:cNvSpPr>
          <p:nvPr>
            <p:ph idx="1"/>
          </p:nvPr>
        </p:nvSpPr>
        <p:spPr>
          <a:xfrm>
            <a:off x="346049" y="2432291"/>
            <a:ext cx="10824490" cy="1107996"/>
          </a:xfrm>
        </p:spPr>
        <p:txBody>
          <a:bodyPr/>
          <a:lstStyle/>
          <a:p>
            <a:r>
              <a:rPr lang="en-US" sz="2400" dirty="0" err="1"/>
              <a:t>Viele</a:t>
            </a:r>
            <a:r>
              <a:rPr lang="en-US" sz="2400" dirty="0"/>
              <a:t> </a:t>
            </a:r>
            <a:r>
              <a:rPr lang="en-US" sz="2400" dirty="0" err="1"/>
              <a:t>Blöcke</a:t>
            </a:r>
            <a:r>
              <a:rPr lang="en-US" sz="2400" dirty="0"/>
              <a:t> </a:t>
            </a:r>
            <a:r>
              <a:rPr lang="en-US" sz="2400" dirty="0" err="1"/>
              <a:t>sind</a:t>
            </a:r>
            <a:r>
              <a:rPr lang="en-US" sz="2400" dirty="0"/>
              <a:t> </a:t>
            </a:r>
            <a:r>
              <a:rPr lang="en-US" sz="2400" dirty="0" err="1"/>
              <a:t>konfigurierbar</a:t>
            </a:r>
            <a:r>
              <a:rPr lang="en-US" sz="2400" dirty="0"/>
              <a:t> (</a:t>
            </a:r>
            <a:r>
              <a:rPr lang="en-US" sz="2400" dirty="0" err="1"/>
              <a:t>z.B</a:t>
            </a:r>
            <a:r>
              <a:rPr lang="en-US" sz="2400" dirty="0"/>
              <a:t>. </a:t>
            </a:r>
            <a:r>
              <a:rPr lang="en-US" sz="2400" i="1" dirty="0"/>
              <a:t>sample time</a:t>
            </a:r>
            <a:r>
              <a:rPr lang="en-US" sz="2400" dirty="0"/>
              <a:t>, </a:t>
            </a:r>
            <a:r>
              <a:rPr lang="en-US" sz="2400" dirty="0" err="1"/>
              <a:t>Initialwerte</a:t>
            </a:r>
            <a:r>
              <a:rPr lang="en-US" sz="2400" dirty="0"/>
              <a:t>)</a:t>
            </a:r>
          </a:p>
          <a:p>
            <a:endParaRPr lang="de-DE" sz="2400" dirty="0"/>
          </a:p>
        </p:txBody>
      </p:sp>
      <p:sp>
        <p:nvSpPr>
          <p:cNvPr id="5" name="Fußzeilenplatzhalter 4">
            <a:extLst>
              <a:ext uri="{FF2B5EF4-FFF2-40B4-BE49-F238E27FC236}">
                <a16:creationId xmlns:a16="http://schemas.microsoft.com/office/drawing/2014/main" id="{8C1A217D-5C66-4BA1-AFDD-3AE2D7C1BAAE}"/>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a:extLst>
              <a:ext uri="{FF2B5EF4-FFF2-40B4-BE49-F238E27FC236}">
                <a16:creationId xmlns:a16="http://schemas.microsoft.com/office/drawing/2014/main" id="{2EF8BF59-AEF5-4DA5-A15B-C059B137667D}"/>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21</a:t>
            </a:fld>
            <a:r>
              <a:rPr lang="de-DE"/>
              <a:t> </a:t>
            </a:r>
            <a:endParaRPr lang="de-DE">
              <a:solidFill>
                <a:srgbClr val="00004B"/>
              </a:solidFill>
            </a:endParaRPr>
          </a:p>
        </p:txBody>
      </p:sp>
      <p:pic>
        <p:nvPicPr>
          <p:cNvPr id="7" name="Grafik 6">
            <a:extLst>
              <a:ext uri="{FF2B5EF4-FFF2-40B4-BE49-F238E27FC236}">
                <a16:creationId xmlns:a16="http://schemas.microsoft.com/office/drawing/2014/main" id="{241A2F05-7B97-4D3C-8D07-FA576CD536F6}"/>
              </a:ext>
            </a:extLst>
          </p:cNvPr>
          <p:cNvPicPr>
            <a:picLocks noChangeAspect="1"/>
          </p:cNvPicPr>
          <p:nvPr/>
        </p:nvPicPr>
        <p:blipFill rotWithShape="1">
          <a:blip r:embed="rId3"/>
          <a:srcRect l="1020" t="-1" r="1888" b="1093"/>
          <a:stretch/>
        </p:blipFill>
        <p:spPr>
          <a:xfrm>
            <a:off x="6102350" y="3043104"/>
            <a:ext cx="5068189" cy="2951827"/>
          </a:xfrm>
          <a:prstGeom prst="rect">
            <a:avLst/>
          </a:prstGeom>
        </p:spPr>
      </p:pic>
      <p:pic>
        <p:nvPicPr>
          <p:cNvPr id="8" name="Grafik 7">
            <a:extLst>
              <a:ext uri="{FF2B5EF4-FFF2-40B4-BE49-F238E27FC236}">
                <a16:creationId xmlns:a16="http://schemas.microsoft.com/office/drawing/2014/main" id="{DCE2B4F2-D7B2-49C0-AC45-8006765F85F1}"/>
              </a:ext>
            </a:extLst>
          </p:cNvPr>
          <p:cNvPicPr>
            <a:picLocks noChangeAspect="1"/>
          </p:cNvPicPr>
          <p:nvPr/>
        </p:nvPicPr>
        <p:blipFill>
          <a:blip r:embed="rId4"/>
          <a:stretch>
            <a:fillRect/>
          </a:stretch>
        </p:blipFill>
        <p:spPr>
          <a:xfrm>
            <a:off x="2421843" y="3540287"/>
            <a:ext cx="1778896" cy="1609479"/>
          </a:xfrm>
          <a:prstGeom prst="rect">
            <a:avLst/>
          </a:prstGeom>
        </p:spPr>
      </p:pic>
    </p:spTree>
    <p:extLst>
      <p:ext uri="{BB962C8B-B14F-4D97-AF65-F5344CB8AC3E}">
        <p14:creationId xmlns:p14="http://schemas.microsoft.com/office/powerpoint/2010/main" val="4227598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346048" y="1031239"/>
            <a:ext cx="7376989" cy="984885"/>
          </a:xfrm>
        </p:spPr>
        <p:txBody>
          <a:bodyPr/>
          <a:lstStyle/>
          <a:p>
            <a:pPr algn="l"/>
            <a:r>
              <a:rPr lang="en-US" dirty="0"/>
              <a:t>Simulink Syntax: </a:t>
            </a:r>
            <a:r>
              <a:rPr lang="en-US" dirty="0" err="1"/>
              <a:t>Subsysteme</a:t>
            </a:r>
            <a:endParaRPr lang="en-US" dirty="0"/>
          </a:p>
        </p:txBody>
      </p:sp>
      <p:sp>
        <p:nvSpPr>
          <p:cNvPr id="38" name="Inhaltsplatzhalter 37"/>
          <p:cNvSpPr>
            <a:spLocks noGrp="1"/>
          </p:cNvSpPr>
          <p:nvPr>
            <p:ph idx="1"/>
          </p:nvPr>
        </p:nvSpPr>
        <p:spPr>
          <a:xfrm>
            <a:off x="386302" y="1878648"/>
            <a:ext cx="11472350" cy="3277820"/>
          </a:xfrm>
        </p:spPr>
        <p:txBody>
          <a:bodyPr/>
          <a:lstStyle/>
          <a:p>
            <a:pPr marL="342900" indent="-342900">
              <a:buFont typeface="Wingdings" pitchFamily="2" charset="2"/>
              <a:buChar char="§"/>
            </a:pPr>
            <a:r>
              <a:rPr lang="en-US" sz="2400" dirty="0" err="1"/>
              <a:t>Blöcke</a:t>
            </a:r>
            <a:r>
              <a:rPr lang="en-US" sz="2400" dirty="0"/>
              <a:t> </a:t>
            </a:r>
            <a:r>
              <a:rPr lang="en-US" sz="2400" dirty="0" err="1"/>
              <a:t>können</a:t>
            </a:r>
            <a:r>
              <a:rPr lang="en-US" sz="2400" dirty="0"/>
              <a:t> in </a:t>
            </a:r>
            <a:r>
              <a:rPr lang="en-US" sz="2400" dirty="0" err="1"/>
              <a:t>Subsystemen</a:t>
            </a:r>
            <a:r>
              <a:rPr lang="en-US" sz="2400" dirty="0"/>
              <a:t> </a:t>
            </a:r>
            <a:r>
              <a:rPr lang="en-US" sz="2400" dirty="0" err="1"/>
              <a:t>gruppiert</a:t>
            </a:r>
            <a:r>
              <a:rPr lang="en-US" sz="2400" dirty="0"/>
              <a:t> </a:t>
            </a:r>
            <a:r>
              <a:rPr lang="en-US" sz="2400" dirty="0" err="1"/>
              <a:t>werden</a:t>
            </a:r>
            <a:r>
              <a:rPr lang="en-US" sz="2400" dirty="0"/>
              <a:t> </a:t>
            </a:r>
            <a:br>
              <a:rPr lang="en-US" sz="2400" dirty="0"/>
            </a:br>
            <a:r>
              <a:rPr lang="en-US" dirty="0" err="1"/>
              <a:t>grafische</a:t>
            </a:r>
            <a:r>
              <a:rPr lang="en-US" dirty="0"/>
              <a:t> </a:t>
            </a:r>
            <a:r>
              <a:rPr lang="en-US" dirty="0" err="1"/>
              <a:t>Gruppierung</a:t>
            </a:r>
            <a:r>
              <a:rPr lang="en-US" dirty="0"/>
              <a:t>, </a:t>
            </a:r>
            <a:r>
              <a:rPr lang="en-US" dirty="0" err="1"/>
              <a:t>Abstraktion</a:t>
            </a:r>
            <a:r>
              <a:rPr lang="en-US" dirty="0"/>
              <a:t>, </a:t>
            </a:r>
            <a:r>
              <a:rPr lang="en-US" dirty="0" err="1"/>
              <a:t>hierarchischer</a:t>
            </a:r>
            <a:r>
              <a:rPr lang="en-US" dirty="0"/>
              <a:t> </a:t>
            </a:r>
            <a:r>
              <a:rPr lang="en-US" dirty="0" err="1"/>
              <a:t>Entwurf</a:t>
            </a:r>
            <a:endParaRPr lang="en-US" dirty="0"/>
          </a:p>
          <a:p>
            <a:pPr marL="342900" indent="-342900">
              <a:buFont typeface="Wingdings" pitchFamily="2" charset="2"/>
              <a:buChar char="§"/>
            </a:pPr>
            <a:endParaRPr lang="en-US" sz="2400" dirty="0"/>
          </a:p>
          <a:p>
            <a:pPr marL="342900" indent="-342900">
              <a:buFont typeface="Wingdings" pitchFamily="2" charset="2"/>
              <a:buChar char="§"/>
            </a:pPr>
            <a:endParaRPr lang="en-US" sz="2400" dirty="0"/>
          </a:p>
          <a:p>
            <a:pPr marL="342900" indent="-342900">
              <a:buFont typeface="Wingdings" pitchFamily="2" charset="2"/>
              <a:buChar char="§"/>
            </a:pPr>
            <a:r>
              <a:rPr lang="en-US" sz="2400" dirty="0" err="1"/>
              <a:t>Spezielle</a:t>
            </a:r>
            <a:r>
              <a:rPr lang="en-US" sz="2400" dirty="0"/>
              <a:t> </a:t>
            </a:r>
            <a:r>
              <a:rPr lang="en-US" sz="2400" dirty="0" err="1"/>
              <a:t>Subsysteme</a:t>
            </a:r>
            <a:r>
              <a:rPr lang="en-US" sz="2400" dirty="0"/>
              <a:t>: </a:t>
            </a:r>
            <a:r>
              <a:rPr lang="en-US" sz="2400" dirty="0" err="1"/>
              <a:t>steuern</a:t>
            </a:r>
            <a:r>
              <a:rPr lang="en-US" sz="2400" dirty="0"/>
              <a:t> den </a:t>
            </a:r>
            <a:r>
              <a:rPr lang="en-US" sz="2400" dirty="0" err="1"/>
              <a:t>Datenfluss</a:t>
            </a:r>
            <a:r>
              <a:rPr lang="en-US" sz="2400" dirty="0"/>
              <a:t> (</a:t>
            </a:r>
            <a:r>
              <a:rPr lang="en-US" sz="2400" dirty="0" err="1"/>
              <a:t>einfache</a:t>
            </a:r>
            <a:r>
              <a:rPr lang="en-US" sz="2400" dirty="0"/>
              <a:t> Form von </a:t>
            </a:r>
            <a:r>
              <a:rPr lang="en-US" sz="2400" dirty="0" err="1"/>
              <a:t>Kontrollfluss</a:t>
            </a:r>
            <a:r>
              <a:rPr lang="en-US" sz="2400" dirty="0"/>
              <a:t>!)</a:t>
            </a:r>
          </a:p>
          <a:p>
            <a:pPr marL="742950" lvl="1" indent="-285750">
              <a:buFont typeface="Wingdings" pitchFamily="2" charset="2"/>
              <a:buChar char="§"/>
            </a:pPr>
            <a:r>
              <a:rPr lang="en-US" dirty="0" err="1"/>
              <a:t>z.B</a:t>
            </a:r>
            <a:r>
              <a:rPr lang="en-US" dirty="0"/>
              <a:t>. If Action Subsystem, Enabled Subsystem, While Iterator Subsystem</a:t>
            </a:r>
          </a:p>
          <a:p>
            <a:pPr marL="342900" indent="-342900">
              <a:buFont typeface="Wingdings" pitchFamily="2" charset="2"/>
              <a:buChar char="§"/>
            </a:pPr>
            <a:endParaRPr lang="en-US" sz="2400" dirty="0"/>
          </a:p>
          <a:p>
            <a:endParaRPr lang="en-US" dirty="0"/>
          </a:p>
          <a:p>
            <a:endParaRPr lang="en-US" dirty="0"/>
          </a:p>
          <a:p>
            <a:endParaRPr lang="en-US" sz="1050" dirty="0"/>
          </a:p>
          <a:p>
            <a:endParaRPr lang="en-US" sz="105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dirty="0">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22</a:t>
            </a:fld>
            <a:r>
              <a:rPr lang="de-DE"/>
              <a:t> </a:t>
            </a:r>
            <a:endParaRPr lang="de-DE">
              <a:solidFill>
                <a:srgbClr val="00004B"/>
              </a:solidFill>
            </a:endParaRPr>
          </a:p>
        </p:txBody>
      </p:sp>
      <p:pic>
        <p:nvPicPr>
          <p:cNvPr id="3" name="Grafik 2"/>
          <p:cNvPicPr>
            <a:picLocks noChangeAspect="1"/>
          </p:cNvPicPr>
          <p:nvPr/>
        </p:nvPicPr>
        <p:blipFill>
          <a:blip r:embed="rId3"/>
          <a:stretch>
            <a:fillRect/>
          </a:stretch>
        </p:blipFill>
        <p:spPr>
          <a:xfrm>
            <a:off x="9265535" y="1723459"/>
            <a:ext cx="1776117" cy="1336016"/>
          </a:xfrm>
          <a:prstGeom prst="rect">
            <a:avLst/>
          </a:prstGeom>
        </p:spPr>
      </p:pic>
      <p:pic>
        <p:nvPicPr>
          <p:cNvPr id="7" name="Grafik 6"/>
          <p:cNvPicPr>
            <a:picLocks noChangeAspect="1"/>
          </p:cNvPicPr>
          <p:nvPr/>
        </p:nvPicPr>
        <p:blipFill>
          <a:blip r:embed="rId4"/>
          <a:stretch>
            <a:fillRect/>
          </a:stretch>
        </p:blipFill>
        <p:spPr>
          <a:xfrm>
            <a:off x="1903510" y="4418256"/>
            <a:ext cx="1740337" cy="1336015"/>
          </a:xfrm>
          <a:prstGeom prst="rect">
            <a:avLst/>
          </a:prstGeom>
        </p:spPr>
      </p:pic>
      <p:pic>
        <p:nvPicPr>
          <p:cNvPr id="8" name="Grafik 7"/>
          <p:cNvPicPr>
            <a:picLocks noChangeAspect="1"/>
          </p:cNvPicPr>
          <p:nvPr/>
        </p:nvPicPr>
        <p:blipFill>
          <a:blip r:embed="rId5"/>
          <a:stretch>
            <a:fillRect/>
          </a:stretch>
        </p:blipFill>
        <p:spPr>
          <a:xfrm>
            <a:off x="4140937" y="4458414"/>
            <a:ext cx="1926549" cy="1255696"/>
          </a:xfrm>
          <a:prstGeom prst="rect">
            <a:avLst/>
          </a:prstGeom>
        </p:spPr>
      </p:pic>
      <p:pic>
        <p:nvPicPr>
          <p:cNvPr id="11" name="Picture 3">
            <a:extLst>
              <a:ext uri="{FF2B5EF4-FFF2-40B4-BE49-F238E27FC236}">
                <a16:creationId xmlns:a16="http://schemas.microsoft.com/office/drawing/2014/main" id="{AD6755AF-D34C-4E1C-90D2-9D24C838647D}"/>
              </a:ext>
            </a:extLst>
          </p:cNvPr>
          <p:cNvPicPr>
            <a:picLocks noChangeAspect="1" noChangeArrowheads="1"/>
          </p:cNvPicPr>
          <p:nvPr/>
        </p:nvPicPr>
        <p:blipFill>
          <a:blip r:embed="rId6" cstate="print"/>
          <a:srcRect/>
          <a:stretch>
            <a:fillRect/>
          </a:stretch>
        </p:blipFill>
        <p:spPr bwMode="auto">
          <a:xfrm>
            <a:off x="6679686" y="4165078"/>
            <a:ext cx="1374579" cy="1842368"/>
          </a:xfrm>
          <a:prstGeom prst="rect">
            <a:avLst/>
          </a:prstGeom>
          <a:noFill/>
          <a:ln w="9525">
            <a:noFill/>
            <a:miter lim="800000"/>
            <a:headEnd/>
            <a:tailEnd/>
          </a:ln>
        </p:spPr>
      </p:pic>
      <p:sp>
        <p:nvSpPr>
          <p:cNvPr id="12" name="Textfeld 11">
            <a:extLst>
              <a:ext uri="{FF2B5EF4-FFF2-40B4-BE49-F238E27FC236}">
                <a16:creationId xmlns:a16="http://schemas.microsoft.com/office/drawing/2014/main" id="{6B6535DF-5F93-49C3-A985-2E3442033160}"/>
              </a:ext>
            </a:extLst>
          </p:cNvPr>
          <p:cNvSpPr txBox="1"/>
          <p:nvPr/>
        </p:nvSpPr>
        <p:spPr>
          <a:xfrm>
            <a:off x="8228365" y="4207248"/>
            <a:ext cx="1403648" cy="830997"/>
          </a:xfrm>
          <a:prstGeom prst="rect">
            <a:avLst/>
          </a:prstGeom>
          <a:noFill/>
        </p:spPr>
        <p:txBody>
          <a:bodyPr wrap="square" rtlCol="0">
            <a:spAutoFit/>
          </a:bodyPr>
          <a:lstStyle/>
          <a:p>
            <a:pPr algn="ctr" fontAlgn="base">
              <a:spcAft>
                <a:spcPct val="0"/>
              </a:spcAft>
            </a:pPr>
            <a:r>
              <a:rPr lang="en-US" sz="2400" dirty="0">
                <a:solidFill>
                  <a:srgbClr val="00004B"/>
                </a:solidFill>
              </a:rPr>
              <a:t>Enable</a:t>
            </a:r>
          </a:p>
          <a:p>
            <a:pPr algn="ctr" fontAlgn="base">
              <a:spcAft>
                <a:spcPct val="0"/>
              </a:spcAft>
            </a:pPr>
            <a:r>
              <a:rPr lang="en-US" sz="2400" dirty="0">
                <a:solidFill>
                  <a:srgbClr val="00004B"/>
                </a:solidFill>
              </a:rPr>
              <a:t>Port</a:t>
            </a:r>
          </a:p>
        </p:txBody>
      </p:sp>
      <p:cxnSp>
        <p:nvCxnSpPr>
          <p:cNvPr id="13" name="Gerade Verbindung mit Pfeil 12">
            <a:extLst>
              <a:ext uri="{FF2B5EF4-FFF2-40B4-BE49-F238E27FC236}">
                <a16:creationId xmlns:a16="http://schemas.microsoft.com/office/drawing/2014/main" id="{2219FDE9-CCDB-4261-B6E4-A8BC4EF1090D}"/>
              </a:ext>
            </a:extLst>
          </p:cNvPr>
          <p:cNvCxnSpPr>
            <a:cxnSpLocks/>
          </p:cNvCxnSpPr>
          <p:nvPr/>
        </p:nvCxnSpPr>
        <p:spPr bwMode="auto">
          <a:xfrm flipH="1">
            <a:off x="7385231" y="4495279"/>
            <a:ext cx="950638" cy="360040"/>
          </a:xfrm>
          <a:prstGeom prst="straightConnector1">
            <a:avLst/>
          </a:prstGeom>
          <a:noFill/>
          <a:ln w="28575" cap="flat" cmpd="sng" algn="ctr">
            <a:solidFill>
              <a:schemeClr val="accent1"/>
            </a:solidFill>
            <a:prstDash val="sysDash"/>
            <a:round/>
            <a:headEnd type="none" w="med" len="med"/>
            <a:tailEnd type="arrow" w="med" len="med"/>
          </a:ln>
          <a:effectLst/>
        </p:spPr>
      </p:cxnSp>
    </p:spTree>
    <p:extLst>
      <p:ext uri="{BB962C8B-B14F-4D97-AF65-F5344CB8AC3E}">
        <p14:creationId xmlns:p14="http://schemas.microsoft.com/office/powerpoint/2010/main" val="340648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uiExpand="1" build="p"/>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171" y="877819"/>
            <a:ext cx="7840008" cy="984885"/>
          </a:xfrm>
        </p:spPr>
        <p:txBody>
          <a:bodyPr/>
          <a:lstStyle/>
          <a:p>
            <a:pPr algn="l"/>
            <a:r>
              <a:rPr lang="de-DE" dirty="0"/>
              <a:t>Simulink-Modell: Beispiel</a:t>
            </a:r>
          </a:p>
        </p:txBody>
      </p:sp>
      <p:sp>
        <p:nvSpPr>
          <p:cNvPr id="20" name="Inhaltsplatzhalter 19"/>
          <p:cNvSpPr>
            <a:spLocks noGrp="1"/>
          </p:cNvSpPr>
          <p:nvPr>
            <p:ph idx="1"/>
          </p:nvPr>
        </p:nvSpPr>
        <p:spPr>
          <a:xfrm>
            <a:off x="370695" y="3102790"/>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23</a:t>
            </a:fld>
            <a:r>
              <a:rPr lang="de-DE"/>
              <a:t> </a:t>
            </a:r>
            <a:endParaRPr lang="de-DE">
              <a:solidFill>
                <a:srgbClr val="00004B"/>
              </a:solidFill>
            </a:endParaRPr>
          </a:p>
        </p:txBody>
      </p:sp>
      <p:pic>
        <p:nvPicPr>
          <p:cNvPr id="6" name="Picture 2" descr="D:\temp\MeMo_Fuelsys_err_html_files\image-082-sl.png"/>
          <p:cNvPicPr>
            <a:picLocks noChangeAspect="1" noChangeArrowheads="1"/>
          </p:cNvPicPr>
          <p:nvPr/>
        </p:nvPicPr>
        <p:blipFill>
          <a:blip r:embed="rId3" cstate="print"/>
          <a:srcRect/>
          <a:stretch>
            <a:fillRect/>
          </a:stretch>
        </p:blipFill>
        <p:spPr bwMode="auto">
          <a:xfrm>
            <a:off x="3311952" y="1668991"/>
            <a:ext cx="6987724" cy="4863456"/>
          </a:xfrm>
          <a:prstGeom prst="rect">
            <a:avLst/>
          </a:prstGeom>
          <a:noFill/>
        </p:spPr>
      </p:pic>
      <p:sp>
        <p:nvSpPr>
          <p:cNvPr id="7" name="Textfeld 6"/>
          <p:cNvSpPr txBox="1"/>
          <p:nvPr/>
        </p:nvSpPr>
        <p:spPr>
          <a:xfrm>
            <a:off x="359625" y="3901240"/>
            <a:ext cx="2562055" cy="830997"/>
          </a:xfrm>
          <a:prstGeom prst="rect">
            <a:avLst/>
          </a:prstGeom>
          <a:noFill/>
        </p:spPr>
        <p:txBody>
          <a:bodyPr wrap="square" rtlCol="0">
            <a:spAutoFit/>
          </a:bodyPr>
          <a:lstStyle/>
          <a:p>
            <a:pPr algn="ctr" fontAlgn="base">
              <a:spcAft>
                <a:spcPct val="0"/>
              </a:spcAft>
            </a:pPr>
            <a:r>
              <a:rPr lang="en-US" sz="2400" dirty="0" err="1">
                <a:solidFill>
                  <a:srgbClr val="00004B"/>
                </a:solidFill>
              </a:rPr>
              <a:t>Funktions-blöcke</a:t>
            </a:r>
            <a:r>
              <a:rPr lang="en-US" sz="2400" dirty="0">
                <a:solidFill>
                  <a:srgbClr val="00004B"/>
                </a:solidFill>
              </a:rPr>
              <a:t> / </a:t>
            </a:r>
            <a:r>
              <a:rPr lang="en-US" sz="2400" dirty="0" err="1">
                <a:solidFill>
                  <a:srgbClr val="00004B"/>
                </a:solidFill>
              </a:rPr>
              <a:t>Konstanten</a:t>
            </a:r>
            <a:endParaRPr lang="en-US" sz="2400" dirty="0">
              <a:solidFill>
                <a:srgbClr val="00004B"/>
              </a:solidFill>
            </a:endParaRPr>
          </a:p>
        </p:txBody>
      </p:sp>
      <p:cxnSp>
        <p:nvCxnSpPr>
          <p:cNvPr id="8" name="Gerade Verbindung mit Pfeil 7"/>
          <p:cNvCxnSpPr>
            <a:stCxn id="7" idx="3"/>
          </p:cNvCxnSpPr>
          <p:nvPr/>
        </p:nvCxnSpPr>
        <p:spPr bwMode="auto">
          <a:xfrm flipV="1">
            <a:off x="2921680" y="4189272"/>
            <a:ext cx="2910553" cy="127467"/>
          </a:xfrm>
          <a:prstGeom prst="straightConnector1">
            <a:avLst/>
          </a:prstGeom>
          <a:noFill/>
          <a:ln w="28575" cap="flat" cmpd="sng" algn="ctr">
            <a:solidFill>
              <a:schemeClr val="tx1"/>
            </a:solidFill>
            <a:prstDash val="sysDash"/>
            <a:round/>
            <a:headEnd type="none" w="med" len="med"/>
            <a:tailEnd type="arrow" w="med" len="med"/>
          </a:ln>
          <a:effectLst/>
        </p:spPr>
      </p:cxnSp>
      <p:sp>
        <p:nvSpPr>
          <p:cNvPr id="9" name="Textfeld 8"/>
          <p:cNvSpPr txBox="1"/>
          <p:nvPr/>
        </p:nvSpPr>
        <p:spPr>
          <a:xfrm>
            <a:off x="10117216" y="5115229"/>
            <a:ext cx="1187624" cy="830997"/>
          </a:xfrm>
          <a:prstGeom prst="rect">
            <a:avLst/>
          </a:prstGeom>
          <a:noFill/>
        </p:spPr>
        <p:txBody>
          <a:bodyPr wrap="square" rtlCol="0">
            <a:spAutoFit/>
          </a:bodyPr>
          <a:lstStyle/>
          <a:p>
            <a:pPr algn="ctr" fontAlgn="base">
              <a:spcAft>
                <a:spcPct val="0"/>
              </a:spcAft>
            </a:pPr>
            <a:r>
              <a:rPr lang="en-US" sz="2400" dirty="0">
                <a:solidFill>
                  <a:srgbClr val="00004B"/>
                </a:solidFill>
              </a:rPr>
              <a:t>Signal-</a:t>
            </a:r>
            <a:r>
              <a:rPr lang="en-US" sz="2400" dirty="0" err="1">
                <a:solidFill>
                  <a:srgbClr val="00004B"/>
                </a:solidFill>
              </a:rPr>
              <a:t>linien</a:t>
            </a:r>
            <a:endParaRPr lang="en-US" sz="2400" dirty="0">
              <a:solidFill>
                <a:srgbClr val="00004B"/>
              </a:solidFill>
            </a:endParaRPr>
          </a:p>
        </p:txBody>
      </p:sp>
      <p:cxnSp>
        <p:nvCxnSpPr>
          <p:cNvPr id="10" name="Gerade Verbindung mit Pfeil 9"/>
          <p:cNvCxnSpPr>
            <a:stCxn id="9" idx="0"/>
          </p:cNvCxnSpPr>
          <p:nvPr/>
        </p:nvCxnSpPr>
        <p:spPr bwMode="auto">
          <a:xfrm flipH="1" flipV="1">
            <a:off x="8799124" y="4693328"/>
            <a:ext cx="1911904" cy="421901"/>
          </a:xfrm>
          <a:prstGeom prst="straightConnector1">
            <a:avLst/>
          </a:prstGeom>
          <a:noFill/>
          <a:ln w="28575" cap="flat" cmpd="sng" algn="ctr">
            <a:solidFill>
              <a:schemeClr val="tx1"/>
            </a:solidFill>
            <a:prstDash val="sysDash"/>
            <a:round/>
            <a:headEnd type="none" w="med" len="med"/>
            <a:tailEnd type="arrow" w="med" len="med"/>
          </a:ln>
          <a:effectLst/>
        </p:spPr>
      </p:cxnSp>
      <p:sp>
        <p:nvSpPr>
          <p:cNvPr id="11" name="Textfeld 10"/>
          <p:cNvSpPr txBox="1"/>
          <p:nvPr/>
        </p:nvSpPr>
        <p:spPr>
          <a:xfrm>
            <a:off x="431632" y="5917465"/>
            <a:ext cx="2664296" cy="461665"/>
          </a:xfrm>
          <a:prstGeom prst="rect">
            <a:avLst/>
          </a:prstGeom>
          <a:noFill/>
        </p:spPr>
        <p:txBody>
          <a:bodyPr wrap="square" rtlCol="0">
            <a:spAutoFit/>
          </a:bodyPr>
          <a:lstStyle/>
          <a:p>
            <a:pPr algn="ctr" fontAlgn="base">
              <a:spcAft>
                <a:spcPct val="0"/>
              </a:spcAft>
            </a:pPr>
            <a:r>
              <a:rPr lang="en-US" sz="2400" dirty="0" err="1">
                <a:solidFill>
                  <a:srgbClr val="00004B"/>
                </a:solidFill>
              </a:rPr>
              <a:t>Subsysteme</a:t>
            </a:r>
            <a:endParaRPr lang="en-US" sz="2400" dirty="0">
              <a:solidFill>
                <a:srgbClr val="00004B"/>
              </a:solidFill>
            </a:endParaRPr>
          </a:p>
        </p:txBody>
      </p:sp>
      <p:cxnSp>
        <p:nvCxnSpPr>
          <p:cNvPr id="12" name="Gerade Verbindung mit Pfeil 11"/>
          <p:cNvCxnSpPr>
            <a:stCxn id="11" idx="3"/>
          </p:cNvCxnSpPr>
          <p:nvPr/>
        </p:nvCxnSpPr>
        <p:spPr bwMode="auto">
          <a:xfrm flipV="1">
            <a:off x="3095929" y="3541199"/>
            <a:ext cx="3153491" cy="2607098"/>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3" name="Gerade Verbindung mit Pfeil 12"/>
          <p:cNvCxnSpPr>
            <a:stCxn id="11" idx="3"/>
          </p:cNvCxnSpPr>
          <p:nvPr/>
        </p:nvCxnSpPr>
        <p:spPr bwMode="auto">
          <a:xfrm flipV="1">
            <a:off x="3095928" y="4909351"/>
            <a:ext cx="4824536" cy="1238946"/>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4" name="Gerade Verbindung mit Pfeil 13"/>
          <p:cNvCxnSpPr>
            <a:stCxn id="7" idx="3"/>
          </p:cNvCxnSpPr>
          <p:nvPr/>
        </p:nvCxnSpPr>
        <p:spPr bwMode="auto">
          <a:xfrm flipV="1">
            <a:off x="2921679" y="2615872"/>
            <a:ext cx="1944704" cy="1700867"/>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5" name="Gerade Verbindung mit Pfeil 14"/>
          <p:cNvCxnSpPr>
            <a:stCxn id="7" idx="3"/>
          </p:cNvCxnSpPr>
          <p:nvPr/>
        </p:nvCxnSpPr>
        <p:spPr bwMode="auto">
          <a:xfrm flipV="1">
            <a:off x="2921679" y="3111602"/>
            <a:ext cx="2046946" cy="1205137"/>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6" name="Gerade Verbindung mit Pfeil 15"/>
          <p:cNvCxnSpPr>
            <a:stCxn id="9" idx="0"/>
          </p:cNvCxnSpPr>
          <p:nvPr/>
        </p:nvCxnSpPr>
        <p:spPr bwMode="auto">
          <a:xfrm flipH="1">
            <a:off x="8906348" y="5115229"/>
            <a:ext cx="1804681" cy="514203"/>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7" name="Gerade Verbindung mit Pfeil 16"/>
          <p:cNvCxnSpPr>
            <a:stCxn id="9" idx="0"/>
          </p:cNvCxnSpPr>
          <p:nvPr/>
        </p:nvCxnSpPr>
        <p:spPr bwMode="auto">
          <a:xfrm flipH="1" flipV="1">
            <a:off x="8568536" y="3613208"/>
            <a:ext cx="2142492" cy="1502021"/>
          </a:xfrm>
          <a:prstGeom prst="straightConnector1">
            <a:avLst/>
          </a:prstGeom>
          <a:noFill/>
          <a:ln w="28575" cap="flat" cmpd="sng" algn="ctr">
            <a:solidFill>
              <a:schemeClr val="tx1"/>
            </a:solidFill>
            <a:prstDash val="sysDash"/>
            <a:round/>
            <a:headEnd type="none" w="med" len="med"/>
            <a:tailEnd type="arrow" w="med" len="med"/>
          </a:ln>
          <a:effectLst/>
        </p:spPr>
      </p:cxnSp>
      <p:sp>
        <p:nvSpPr>
          <p:cNvPr id="18" name="Textfeld 17"/>
          <p:cNvSpPr txBox="1"/>
          <p:nvPr/>
        </p:nvSpPr>
        <p:spPr>
          <a:xfrm>
            <a:off x="7829474" y="1164936"/>
            <a:ext cx="3115327" cy="461665"/>
          </a:xfrm>
          <a:prstGeom prst="rect">
            <a:avLst/>
          </a:prstGeom>
          <a:noFill/>
        </p:spPr>
        <p:txBody>
          <a:bodyPr wrap="square" rtlCol="0">
            <a:spAutoFit/>
          </a:bodyPr>
          <a:lstStyle/>
          <a:p>
            <a:pPr algn="ctr" fontAlgn="base">
              <a:spcAft>
                <a:spcPct val="0"/>
              </a:spcAft>
            </a:pPr>
            <a:r>
              <a:rPr lang="en-US" sz="2400" dirty="0" err="1">
                <a:solidFill>
                  <a:srgbClr val="00004B"/>
                </a:solidFill>
              </a:rPr>
              <a:t>Kontrollflussblock</a:t>
            </a:r>
            <a:endParaRPr lang="en-US" sz="2400" dirty="0">
              <a:solidFill>
                <a:srgbClr val="00004B"/>
              </a:solidFill>
            </a:endParaRPr>
          </a:p>
        </p:txBody>
      </p:sp>
      <p:cxnSp>
        <p:nvCxnSpPr>
          <p:cNvPr id="19" name="Gerade Verbindung mit Pfeil 18"/>
          <p:cNvCxnSpPr>
            <a:stCxn id="18" idx="1"/>
          </p:cNvCxnSpPr>
          <p:nvPr/>
        </p:nvCxnSpPr>
        <p:spPr bwMode="auto">
          <a:xfrm flipH="1">
            <a:off x="5904241" y="1395769"/>
            <a:ext cx="1925233" cy="834479"/>
          </a:xfrm>
          <a:prstGeom prst="straightConnector1">
            <a:avLst/>
          </a:prstGeom>
          <a:noFill/>
          <a:ln w="28575" cap="flat" cmpd="sng" algn="ctr">
            <a:solidFill>
              <a:schemeClr val="tx1"/>
            </a:solidFill>
            <a:prstDash val="sysDash"/>
            <a:round/>
            <a:headEnd type="none" w="med" len="med"/>
            <a:tailEnd type="arrow" w="med" len="med"/>
          </a:ln>
          <a:effectLst/>
        </p:spPr>
      </p:cxnSp>
      <p:sp>
        <p:nvSpPr>
          <p:cNvPr id="22" name="Textfeld 21"/>
          <p:cNvSpPr txBox="1"/>
          <p:nvPr/>
        </p:nvSpPr>
        <p:spPr>
          <a:xfrm>
            <a:off x="1151712" y="1999415"/>
            <a:ext cx="1728192" cy="461665"/>
          </a:xfrm>
          <a:prstGeom prst="rect">
            <a:avLst/>
          </a:prstGeom>
          <a:noFill/>
        </p:spPr>
        <p:txBody>
          <a:bodyPr wrap="square" rtlCol="0">
            <a:spAutoFit/>
          </a:bodyPr>
          <a:lstStyle/>
          <a:p>
            <a:pPr algn="ctr" fontAlgn="base">
              <a:spcAft>
                <a:spcPct val="0"/>
              </a:spcAft>
            </a:pPr>
            <a:r>
              <a:rPr lang="en-US" sz="2400" dirty="0" err="1">
                <a:solidFill>
                  <a:srgbClr val="00004B"/>
                </a:solidFill>
              </a:rPr>
              <a:t>Eingänge</a:t>
            </a:r>
            <a:endParaRPr lang="en-US" sz="2400" dirty="0">
              <a:solidFill>
                <a:srgbClr val="00004B"/>
              </a:solidFill>
            </a:endParaRPr>
          </a:p>
        </p:txBody>
      </p:sp>
      <p:cxnSp>
        <p:nvCxnSpPr>
          <p:cNvPr id="23" name="Gerade Verbindung mit Pfeil 22"/>
          <p:cNvCxnSpPr/>
          <p:nvPr/>
        </p:nvCxnSpPr>
        <p:spPr bwMode="auto">
          <a:xfrm flipV="1">
            <a:off x="2894765" y="1999415"/>
            <a:ext cx="819002" cy="230832"/>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26" name="Gerade Verbindung mit Pfeil 25"/>
          <p:cNvCxnSpPr>
            <a:stCxn id="22" idx="3"/>
          </p:cNvCxnSpPr>
          <p:nvPr/>
        </p:nvCxnSpPr>
        <p:spPr bwMode="auto">
          <a:xfrm>
            <a:off x="2879904" y="2230247"/>
            <a:ext cx="848724" cy="590872"/>
          </a:xfrm>
          <a:prstGeom prst="straightConnector1">
            <a:avLst/>
          </a:prstGeom>
          <a:noFill/>
          <a:ln w="28575" cap="flat" cmpd="sng" algn="ctr">
            <a:solidFill>
              <a:schemeClr val="tx1"/>
            </a:solidFill>
            <a:prstDash val="sysDash"/>
            <a:round/>
            <a:headEnd type="none" w="med" len="med"/>
            <a:tailEnd type="arrow" w="med" len="med"/>
          </a:ln>
          <a:effectLst/>
        </p:spPr>
      </p:cxnSp>
      <p:sp>
        <p:nvSpPr>
          <p:cNvPr id="29" name="Textfeld 28"/>
          <p:cNvSpPr txBox="1"/>
          <p:nvPr/>
        </p:nvSpPr>
        <p:spPr>
          <a:xfrm>
            <a:off x="10421762" y="3007527"/>
            <a:ext cx="1531151" cy="461665"/>
          </a:xfrm>
          <a:prstGeom prst="rect">
            <a:avLst/>
          </a:prstGeom>
          <a:noFill/>
        </p:spPr>
        <p:txBody>
          <a:bodyPr wrap="square" rtlCol="0">
            <a:spAutoFit/>
          </a:bodyPr>
          <a:lstStyle/>
          <a:p>
            <a:pPr algn="ctr" fontAlgn="base">
              <a:spcAft>
                <a:spcPct val="0"/>
              </a:spcAft>
            </a:pPr>
            <a:r>
              <a:rPr lang="en-US" sz="2400" dirty="0" err="1">
                <a:solidFill>
                  <a:srgbClr val="00004B"/>
                </a:solidFill>
              </a:rPr>
              <a:t>Ausgang</a:t>
            </a:r>
            <a:endParaRPr lang="en-US" sz="2400" dirty="0">
              <a:solidFill>
                <a:srgbClr val="00004B"/>
              </a:solidFill>
            </a:endParaRPr>
          </a:p>
        </p:txBody>
      </p:sp>
      <p:cxnSp>
        <p:nvCxnSpPr>
          <p:cNvPr id="30" name="Gerade Verbindung mit Pfeil 29"/>
          <p:cNvCxnSpPr>
            <a:stCxn id="29" idx="2"/>
          </p:cNvCxnSpPr>
          <p:nvPr/>
        </p:nvCxnSpPr>
        <p:spPr bwMode="auto">
          <a:xfrm flipH="1">
            <a:off x="10020589" y="3469191"/>
            <a:ext cx="1166749" cy="576064"/>
          </a:xfrm>
          <a:prstGeom prst="straightConnector1">
            <a:avLst/>
          </a:prstGeom>
          <a:noFill/>
          <a:ln w="28575" cap="flat" cmpd="sng" algn="ctr">
            <a:solidFill>
              <a:schemeClr val="tx1"/>
            </a:solidFill>
            <a:prstDash val="sysDash"/>
            <a:round/>
            <a:headEnd type="none" w="med" len="med"/>
            <a:tailEnd type="arrow" w="med" len="med"/>
          </a:ln>
          <a:effectLst/>
        </p:spPr>
      </p:cxnSp>
    </p:spTree>
    <p:extLst>
      <p:ext uri="{BB962C8B-B14F-4D97-AF65-F5344CB8AC3E}">
        <p14:creationId xmlns:p14="http://schemas.microsoft.com/office/powerpoint/2010/main" val="240860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2" grpId="0"/>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
          </p:nvPr>
        </p:nvSpPr>
        <p:spPr>
          <a:xfrm>
            <a:off x="352781" y="2558543"/>
            <a:ext cx="5323205" cy="276999"/>
          </a:xfrm>
        </p:spPr>
        <p:txBody>
          <a:bodyPr/>
          <a:lstStyle/>
          <a:p>
            <a:r>
              <a:rPr lang="de-DE" dirty="0"/>
              <a:t> </a:t>
            </a:r>
          </a:p>
        </p:txBody>
      </p:sp>
      <p:grpSp>
        <p:nvGrpSpPr>
          <p:cNvPr id="40" name="Gruppieren 39"/>
          <p:cNvGrpSpPr/>
          <p:nvPr/>
        </p:nvGrpSpPr>
        <p:grpSpPr>
          <a:xfrm>
            <a:off x="1225887" y="2060848"/>
            <a:ext cx="1840068" cy="4032448"/>
            <a:chOff x="568127" y="1700808"/>
            <a:chExt cx="1840068" cy="4032448"/>
          </a:xfrm>
        </p:grpSpPr>
        <p:pic>
          <p:nvPicPr>
            <p:cNvPr id="3075" name="Picture 3"/>
            <p:cNvPicPr>
              <a:picLocks noChangeAspect="1" noChangeArrowheads="1"/>
            </p:cNvPicPr>
            <p:nvPr/>
          </p:nvPicPr>
          <p:blipFill>
            <a:blip r:embed="rId3" cstate="print"/>
            <a:srcRect/>
            <a:stretch>
              <a:fillRect/>
            </a:stretch>
          </p:blipFill>
          <p:spPr bwMode="auto">
            <a:xfrm>
              <a:off x="611560" y="1700808"/>
              <a:ext cx="1796635" cy="4032448"/>
            </a:xfrm>
            <a:prstGeom prst="rect">
              <a:avLst/>
            </a:prstGeom>
            <a:noFill/>
            <a:ln w="9525">
              <a:noFill/>
              <a:miter lim="800000"/>
              <a:headEnd/>
              <a:tailEnd/>
            </a:ln>
          </p:spPr>
        </p:pic>
        <p:sp>
          <p:nvSpPr>
            <p:cNvPr id="12" name="Ellipse 11"/>
            <p:cNvSpPr/>
            <p:nvPr/>
          </p:nvSpPr>
          <p:spPr bwMode="auto">
            <a:xfrm flipH="1" flipV="1">
              <a:off x="569268" y="4802485"/>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13" name="Ellipse 12"/>
            <p:cNvSpPr/>
            <p:nvPr/>
          </p:nvSpPr>
          <p:spPr bwMode="auto">
            <a:xfrm flipH="1">
              <a:off x="1941612" y="3457575"/>
              <a:ext cx="216024" cy="21602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14" name="Ellipse 13"/>
            <p:cNvSpPr/>
            <p:nvPr/>
          </p:nvSpPr>
          <p:spPr bwMode="auto">
            <a:xfrm flipH="1" flipV="1">
              <a:off x="569268" y="3923531"/>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18" name="Ellipse 17"/>
            <p:cNvSpPr/>
            <p:nvPr/>
          </p:nvSpPr>
          <p:spPr bwMode="auto">
            <a:xfrm flipH="1" flipV="1">
              <a:off x="573460" y="3030860"/>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19" name="Ellipse 18"/>
            <p:cNvSpPr/>
            <p:nvPr/>
          </p:nvSpPr>
          <p:spPr bwMode="auto">
            <a:xfrm flipH="1" flipV="1">
              <a:off x="568127" y="2132856"/>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grpSp>
      <p:sp>
        <p:nvSpPr>
          <p:cNvPr id="2" name="Titel 1"/>
          <p:cNvSpPr>
            <a:spLocks noGrp="1"/>
          </p:cNvSpPr>
          <p:nvPr>
            <p:ph type="title"/>
          </p:nvPr>
        </p:nvSpPr>
        <p:spPr/>
        <p:txBody>
          <a:bodyPr/>
          <a:lstStyle/>
          <a:p>
            <a:pPr algn="l"/>
            <a:r>
              <a:rPr lang="en-US" dirty="0" err="1"/>
              <a:t>Beispiel</a:t>
            </a:r>
            <a:r>
              <a:rPr lang="en-US" dirty="0"/>
              <a:t>: Subsystem</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dirty="0"/>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24</a:t>
            </a:fld>
            <a:r>
              <a:rPr lang="de-DE"/>
              <a:t> </a:t>
            </a:r>
            <a:endParaRPr lang="de-DE" dirty="0"/>
          </a:p>
        </p:txBody>
      </p:sp>
      <p:grpSp>
        <p:nvGrpSpPr>
          <p:cNvPr id="41" name="Gruppieren 40"/>
          <p:cNvGrpSpPr/>
          <p:nvPr/>
        </p:nvGrpSpPr>
        <p:grpSpPr>
          <a:xfrm>
            <a:off x="4322231" y="1340769"/>
            <a:ext cx="7200800" cy="4941411"/>
            <a:chOff x="2771800" y="1916832"/>
            <a:chExt cx="6155172" cy="4284000"/>
          </a:xfrm>
        </p:grpSpPr>
        <p:pic>
          <p:nvPicPr>
            <p:cNvPr id="7" name="Picture 2" descr="D:\temp\MeMo_Fuelsys_err_html_files\image-082-sl.png"/>
            <p:cNvPicPr>
              <a:picLocks noChangeAspect="1" noChangeArrowheads="1"/>
            </p:cNvPicPr>
            <p:nvPr/>
          </p:nvPicPr>
          <p:blipFill>
            <a:blip r:embed="rId4" cstate="print"/>
            <a:srcRect/>
            <a:stretch>
              <a:fillRect/>
            </a:stretch>
          </p:blipFill>
          <p:spPr bwMode="auto">
            <a:xfrm>
              <a:off x="2771800" y="1916832"/>
              <a:ext cx="6155172" cy="4284000"/>
            </a:xfrm>
            <a:prstGeom prst="rect">
              <a:avLst/>
            </a:prstGeom>
            <a:noFill/>
          </p:spPr>
        </p:pic>
        <p:sp>
          <p:nvSpPr>
            <p:cNvPr id="10" name="Ellipse 9"/>
            <p:cNvSpPr/>
            <p:nvPr/>
          </p:nvSpPr>
          <p:spPr bwMode="auto">
            <a:xfrm flipH="1">
              <a:off x="8388424" y="3971156"/>
              <a:ext cx="216024" cy="21602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11" name="Ellipse 10"/>
            <p:cNvSpPr/>
            <p:nvPr/>
          </p:nvSpPr>
          <p:spPr bwMode="auto">
            <a:xfrm flipH="1" flipV="1">
              <a:off x="3131840" y="3656831"/>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17" name="Ellipse 16"/>
            <p:cNvSpPr/>
            <p:nvPr/>
          </p:nvSpPr>
          <p:spPr bwMode="auto">
            <a:xfrm flipH="1" flipV="1">
              <a:off x="3093740" y="2123331"/>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20" name="Ellipse 19"/>
            <p:cNvSpPr/>
            <p:nvPr/>
          </p:nvSpPr>
          <p:spPr bwMode="auto">
            <a:xfrm flipH="1" flipV="1">
              <a:off x="3169940" y="4224511"/>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21" name="Ellipse 20"/>
            <p:cNvSpPr/>
            <p:nvPr/>
          </p:nvSpPr>
          <p:spPr bwMode="auto">
            <a:xfrm flipH="1" flipV="1">
              <a:off x="3131840" y="2871986"/>
              <a:ext cx="216024" cy="216024"/>
            </a:xfrm>
            <a:prstGeom prst="ellipse">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grpSp>
      <p:cxnSp>
        <p:nvCxnSpPr>
          <p:cNvPr id="22" name="Gerade Verbindung mit Pfeil 21"/>
          <p:cNvCxnSpPr>
            <a:stCxn id="13" idx="2"/>
            <a:endCxn id="10" idx="6"/>
          </p:cNvCxnSpPr>
          <p:nvPr/>
        </p:nvCxnSpPr>
        <p:spPr bwMode="auto">
          <a:xfrm flipV="1">
            <a:off x="2815396" y="3834931"/>
            <a:ext cx="8077600" cy="90697"/>
          </a:xfrm>
          <a:prstGeom prst="straightConnector1">
            <a:avLst/>
          </a:prstGeom>
          <a:noFill/>
          <a:ln w="28575" cap="flat" cmpd="sng" algn="ctr">
            <a:solidFill>
              <a:srgbClr val="FF0000"/>
            </a:solidFill>
            <a:prstDash val="sysDash"/>
            <a:round/>
            <a:headEnd type="none" w="med" len="med"/>
            <a:tailEnd type="arrow" w="med" len="med"/>
          </a:ln>
          <a:effectLst/>
        </p:spPr>
      </p:cxnSp>
      <p:cxnSp>
        <p:nvCxnSpPr>
          <p:cNvPr id="23" name="Gerade Verbindung mit Pfeil 22"/>
          <p:cNvCxnSpPr>
            <a:endCxn id="11" idx="6"/>
          </p:cNvCxnSpPr>
          <p:nvPr/>
        </p:nvCxnSpPr>
        <p:spPr bwMode="auto">
          <a:xfrm>
            <a:off x="1491816" y="2691672"/>
            <a:ext cx="3251618" cy="780699"/>
          </a:xfrm>
          <a:prstGeom prst="straightConnector1">
            <a:avLst/>
          </a:prstGeom>
          <a:noFill/>
          <a:ln w="28575" cap="flat" cmpd="sng" algn="ctr">
            <a:solidFill>
              <a:srgbClr val="00B0F0"/>
            </a:solidFill>
            <a:prstDash val="sysDash"/>
            <a:round/>
            <a:headEnd type="none" w="med" len="med"/>
            <a:tailEnd type="arrow" w="med" len="med"/>
          </a:ln>
          <a:effectLst/>
        </p:spPr>
      </p:cxnSp>
      <p:cxnSp>
        <p:nvCxnSpPr>
          <p:cNvPr id="24" name="Gerade Verbindung mit Pfeil 23"/>
          <p:cNvCxnSpPr>
            <a:endCxn id="20" idx="6"/>
          </p:cNvCxnSpPr>
          <p:nvPr/>
        </p:nvCxnSpPr>
        <p:spPr bwMode="auto">
          <a:xfrm flipV="1">
            <a:off x="1441912" y="4127165"/>
            <a:ext cx="3346095" cy="1035361"/>
          </a:xfrm>
          <a:prstGeom prst="straightConnector1">
            <a:avLst/>
          </a:prstGeom>
          <a:noFill/>
          <a:ln w="28575" cap="flat" cmpd="sng" algn="ctr">
            <a:solidFill>
              <a:srgbClr val="00B0F0"/>
            </a:solidFill>
            <a:prstDash val="sysDash"/>
            <a:round/>
            <a:headEnd type="none" w="med" len="med"/>
            <a:tailEnd type="arrow" w="med" len="med"/>
          </a:ln>
          <a:effectLst/>
        </p:spPr>
      </p:cxnSp>
      <p:cxnSp>
        <p:nvCxnSpPr>
          <p:cNvPr id="26" name="Gerade Verbindung mit Pfeil 25"/>
          <p:cNvCxnSpPr>
            <a:endCxn id="17" idx="6"/>
          </p:cNvCxnSpPr>
          <p:nvPr/>
        </p:nvCxnSpPr>
        <p:spPr bwMode="auto">
          <a:xfrm flipV="1">
            <a:off x="1459050" y="1703544"/>
            <a:ext cx="3239813" cy="1687357"/>
          </a:xfrm>
          <a:prstGeom prst="straightConnector1">
            <a:avLst/>
          </a:prstGeom>
          <a:noFill/>
          <a:ln w="28575" cap="flat" cmpd="sng" algn="ctr">
            <a:solidFill>
              <a:srgbClr val="00B0F0"/>
            </a:solidFill>
            <a:prstDash val="sysDash"/>
            <a:round/>
            <a:headEnd type="none" w="med" len="med"/>
            <a:tailEnd type="arrow" w="med" len="med"/>
          </a:ln>
          <a:effectLst/>
        </p:spPr>
      </p:cxnSp>
      <p:sp>
        <p:nvSpPr>
          <p:cNvPr id="27" name="Textfeld 26"/>
          <p:cNvSpPr txBox="1"/>
          <p:nvPr/>
        </p:nvSpPr>
        <p:spPr>
          <a:xfrm>
            <a:off x="7869411" y="6255991"/>
            <a:ext cx="3023585" cy="253916"/>
          </a:xfrm>
          <a:prstGeom prst="rect">
            <a:avLst/>
          </a:prstGeom>
          <a:noFill/>
        </p:spPr>
        <p:txBody>
          <a:bodyPr wrap="none" rtlCol="0">
            <a:spAutoFit/>
          </a:bodyPr>
          <a:lstStyle/>
          <a:p>
            <a:r>
              <a:rPr lang="de-DE" sz="1050" dirty="0"/>
              <a:t>[Fuelsys.mdl, Simulink Demos, The </a:t>
            </a:r>
            <a:r>
              <a:rPr lang="de-DE" sz="1050" dirty="0" err="1"/>
              <a:t>Mathworks</a:t>
            </a:r>
            <a:r>
              <a:rPr lang="de-DE" sz="1050" dirty="0"/>
              <a:t>]</a:t>
            </a:r>
            <a:endParaRPr lang="en-US" sz="1050" dirty="0"/>
          </a:p>
        </p:txBody>
      </p:sp>
      <p:cxnSp>
        <p:nvCxnSpPr>
          <p:cNvPr id="35" name="Gerade Verbindung mit Pfeil 34"/>
          <p:cNvCxnSpPr/>
          <p:nvPr/>
        </p:nvCxnSpPr>
        <p:spPr bwMode="auto">
          <a:xfrm flipV="1">
            <a:off x="1486483" y="2564905"/>
            <a:ext cx="3245146" cy="1718666"/>
          </a:xfrm>
          <a:prstGeom prst="straightConnector1">
            <a:avLst/>
          </a:prstGeom>
          <a:noFill/>
          <a:ln w="28575" cap="flat" cmpd="sng" algn="ctr">
            <a:solidFill>
              <a:srgbClr val="00B0F0"/>
            </a:solidFill>
            <a:prstDash val="sysDash"/>
            <a:round/>
            <a:headEnd type="none" w="med" len="med"/>
            <a:tailEnd type="arrow" w="med" len="med"/>
          </a:ln>
          <a:effectLst/>
        </p:spPr>
      </p:cxnSp>
    </p:spTree>
    <p:extLst>
      <p:ext uri="{BB962C8B-B14F-4D97-AF65-F5344CB8AC3E}">
        <p14:creationId xmlns:p14="http://schemas.microsoft.com/office/powerpoint/2010/main" val="201241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7371922" cy="984885"/>
          </a:xfrm>
        </p:spPr>
        <p:txBody>
          <a:bodyPr/>
          <a:lstStyle/>
          <a:p>
            <a:pPr algn="l"/>
            <a:r>
              <a:rPr lang="de-DE" dirty="0"/>
              <a:t>Simulink Syntax: Signallinien </a:t>
            </a:r>
          </a:p>
        </p:txBody>
      </p:sp>
      <p:sp>
        <p:nvSpPr>
          <p:cNvPr id="3" name="Inhaltsplatzhalter 2"/>
          <p:cNvSpPr>
            <a:spLocks noGrp="1"/>
          </p:cNvSpPr>
          <p:nvPr>
            <p:ph idx="1"/>
          </p:nvPr>
        </p:nvSpPr>
        <p:spPr>
          <a:xfrm>
            <a:off x="352781" y="2558543"/>
            <a:ext cx="10304333" cy="1754326"/>
          </a:xfrm>
        </p:spPr>
        <p:txBody>
          <a:bodyPr/>
          <a:lstStyle/>
          <a:p>
            <a:pPr marL="342900" indent="-342900">
              <a:buClr>
                <a:schemeClr val="tx1"/>
              </a:buClr>
              <a:buFont typeface="Wingdings" pitchFamily="2" charset="2"/>
              <a:buChar char="§"/>
            </a:pPr>
            <a:r>
              <a:rPr lang="en-US" sz="2400" dirty="0" err="1">
                <a:solidFill>
                  <a:srgbClr val="00B0F0"/>
                </a:solidFill>
              </a:rPr>
              <a:t>Signallinien</a:t>
            </a:r>
            <a:r>
              <a:rPr lang="en-US" sz="2400" dirty="0"/>
              <a:t> </a:t>
            </a:r>
            <a:r>
              <a:rPr lang="en-US" sz="2400" dirty="0" err="1"/>
              <a:t>verbinden</a:t>
            </a:r>
            <a:r>
              <a:rPr lang="en-US" sz="2400" dirty="0"/>
              <a:t> </a:t>
            </a:r>
            <a:r>
              <a:rPr lang="en-US" sz="2400" dirty="0" err="1"/>
              <a:t>Blöcke</a:t>
            </a:r>
            <a:endParaRPr lang="en-US" sz="2400" dirty="0"/>
          </a:p>
          <a:p>
            <a:pPr marL="342900" indent="-342900">
              <a:buClr>
                <a:schemeClr val="tx1"/>
              </a:buClr>
              <a:buFont typeface="Wingdings" pitchFamily="2" charset="2"/>
              <a:buChar char="§"/>
            </a:pPr>
            <a:r>
              <a:rPr lang="en-US" sz="2400" dirty="0" err="1">
                <a:solidFill>
                  <a:srgbClr val="00B0F0"/>
                </a:solidFill>
              </a:rPr>
              <a:t>Reihenfolge</a:t>
            </a:r>
            <a:r>
              <a:rPr lang="en-US" sz="2400" dirty="0"/>
              <a:t> der </a:t>
            </a:r>
            <a:r>
              <a:rPr lang="en-US" sz="2400" dirty="0" err="1"/>
              <a:t>Eingänge</a:t>
            </a:r>
            <a:r>
              <a:rPr lang="en-US" sz="2400" dirty="0"/>
              <a:t> </a:t>
            </a:r>
            <a:r>
              <a:rPr lang="en-US" sz="2400" dirty="0" err="1"/>
              <a:t>ist</a:t>
            </a:r>
            <a:r>
              <a:rPr lang="en-US" sz="2400" dirty="0"/>
              <a:t> relevant</a:t>
            </a:r>
          </a:p>
          <a:p>
            <a:pPr marL="742950" lvl="1" indent="-285750">
              <a:lnSpc>
                <a:spcPct val="100000"/>
              </a:lnSpc>
              <a:buClr>
                <a:schemeClr val="tx1"/>
              </a:buClr>
              <a:buFont typeface="Wingdings" pitchFamily="2" charset="2"/>
              <a:buChar char="§"/>
            </a:pPr>
            <a:r>
              <a:rPr lang="en-US" dirty="0" err="1"/>
              <a:t>Blockfunktionen</a:t>
            </a:r>
            <a:r>
              <a:rPr lang="en-US" dirty="0"/>
              <a:t> </a:t>
            </a:r>
            <a:r>
              <a:rPr lang="en-US" dirty="0" err="1"/>
              <a:t>sind</a:t>
            </a:r>
            <a:r>
              <a:rPr lang="en-US" dirty="0"/>
              <a:t> </a:t>
            </a:r>
            <a:r>
              <a:rPr lang="en-US" dirty="0" err="1"/>
              <a:t>im</a:t>
            </a:r>
            <a:r>
              <a:rPr lang="en-US" dirty="0"/>
              <a:t> </a:t>
            </a:r>
            <a:r>
              <a:rPr lang="en-US" dirty="0" err="1"/>
              <a:t>Allgemeinen</a:t>
            </a:r>
            <a:r>
              <a:rPr lang="en-US" dirty="0"/>
              <a:t> </a:t>
            </a:r>
            <a:r>
              <a:rPr lang="en-US" dirty="0" err="1"/>
              <a:t>nicht</a:t>
            </a:r>
            <a:r>
              <a:rPr lang="en-US" dirty="0"/>
              <a:t> </a:t>
            </a:r>
            <a:r>
              <a:rPr lang="en-US" dirty="0" err="1"/>
              <a:t>kommutativ</a:t>
            </a:r>
            <a:endParaRPr lang="en-US" dirty="0"/>
          </a:p>
          <a:p>
            <a:pPr marL="342900" indent="-342900">
              <a:buClr>
                <a:schemeClr val="tx1"/>
              </a:buClr>
              <a:buFont typeface="Wingdings" pitchFamily="2" charset="2"/>
              <a:buChar char="§"/>
            </a:pPr>
            <a:r>
              <a:rPr lang="en-US" sz="2400" dirty="0" err="1"/>
              <a:t>Signallinien</a:t>
            </a:r>
            <a:r>
              <a:rPr lang="en-US" sz="2400" dirty="0"/>
              <a:t> </a:t>
            </a:r>
            <a:r>
              <a:rPr lang="en-US" sz="2400" dirty="0" err="1"/>
              <a:t>können</a:t>
            </a:r>
            <a:r>
              <a:rPr lang="en-US" sz="2400" dirty="0"/>
              <a:t> </a:t>
            </a:r>
            <a:r>
              <a:rPr lang="en-US" sz="2400" dirty="0" err="1">
                <a:solidFill>
                  <a:srgbClr val="00B0F0"/>
                </a:solidFill>
              </a:rPr>
              <a:t>reelle</a:t>
            </a:r>
            <a:r>
              <a:rPr lang="en-US" sz="2400" dirty="0"/>
              <a:t>, </a:t>
            </a:r>
            <a:r>
              <a:rPr lang="en-US" sz="2400" dirty="0" err="1">
                <a:solidFill>
                  <a:srgbClr val="00B0F0"/>
                </a:solidFill>
              </a:rPr>
              <a:t>komplexe</a:t>
            </a:r>
            <a:r>
              <a:rPr lang="en-US" sz="2400" dirty="0"/>
              <a:t> </a:t>
            </a:r>
            <a:r>
              <a:rPr lang="en-US" dirty="0"/>
              <a:t>und</a:t>
            </a:r>
            <a:r>
              <a:rPr lang="en-US" sz="2400" dirty="0"/>
              <a:t> </a:t>
            </a:r>
            <a:r>
              <a:rPr lang="en-US" sz="2400" dirty="0" err="1">
                <a:solidFill>
                  <a:srgbClr val="00B0F0"/>
                </a:solidFill>
              </a:rPr>
              <a:t>mehrdimensionale</a:t>
            </a:r>
            <a:r>
              <a:rPr lang="en-US" sz="2400" dirty="0"/>
              <a:t> </a:t>
            </a:r>
            <a:r>
              <a:rPr lang="en-US" sz="2400" dirty="0" err="1"/>
              <a:t>Werte</a:t>
            </a:r>
            <a:r>
              <a:rPr lang="en-US" sz="2400" dirty="0"/>
              <a:t> </a:t>
            </a:r>
            <a:r>
              <a:rPr lang="en-US" sz="2400" dirty="0" err="1"/>
              <a:t>darstellen</a:t>
            </a:r>
            <a:endParaRPr lang="en-US" sz="2400" dirty="0"/>
          </a:p>
          <a:p>
            <a:pPr marL="342900" indent="-342900">
              <a:buClr>
                <a:schemeClr val="tx1"/>
              </a:buClr>
              <a:buFont typeface="Wingdings" pitchFamily="2" charset="2"/>
              <a:buChar char="§"/>
            </a:pPr>
            <a:r>
              <a:rPr lang="en-US" sz="2400" dirty="0" err="1"/>
              <a:t>Signallinien</a:t>
            </a:r>
            <a:r>
              <a:rPr lang="en-US" sz="2400" dirty="0"/>
              <a:t> </a:t>
            </a:r>
            <a:r>
              <a:rPr lang="en-US" sz="2400" dirty="0" err="1"/>
              <a:t>können</a:t>
            </a:r>
            <a:r>
              <a:rPr lang="en-US" sz="2400" dirty="0"/>
              <a:t> in </a:t>
            </a:r>
            <a:r>
              <a:rPr lang="en-US" sz="2400" dirty="0" err="1">
                <a:solidFill>
                  <a:srgbClr val="00B0F0"/>
                </a:solidFill>
              </a:rPr>
              <a:t>Bussen</a:t>
            </a:r>
            <a:r>
              <a:rPr lang="en-US" sz="2400" dirty="0"/>
              <a:t> </a:t>
            </a:r>
            <a:r>
              <a:rPr lang="en-US" sz="2400" dirty="0" err="1"/>
              <a:t>gruppiert</a:t>
            </a:r>
            <a:r>
              <a:rPr lang="en-US" sz="2400" dirty="0"/>
              <a:t> </a:t>
            </a:r>
            <a:r>
              <a:rPr lang="en-US" sz="2400" dirty="0" err="1"/>
              <a:t>werden</a:t>
            </a:r>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25</a:t>
            </a:fld>
            <a:r>
              <a:rPr lang="de-DE"/>
              <a:t> </a:t>
            </a:r>
            <a:endParaRPr lang="de-DE">
              <a:solidFill>
                <a:srgbClr val="00004B"/>
              </a:solidFill>
            </a:endParaRPr>
          </a:p>
        </p:txBody>
      </p:sp>
      <p:pic>
        <p:nvPicPr>
          <p:cNvPr id="4" name="Grafik 3"/>
          <p:cNvPicPr>
            <a:picLocks noChangeAspect="1"/>
          </p:cNvPicPr>
          <p:nvPr/>
        </p:nvPicPr>
        <p:blipFill>
          <a:blip r:embed="rId3"/>
          <a:stretch>
            <a:fillRect/>
          </a:stretch>
        </p:blipFill>
        <p:spPr>
          <a:xfrm>
            <a:off x="9085718" y="2319670"/>
            <a:ext cx="1076456" cy="864000"/>
          </a:xfrm>
          <a:prstGeom prst="rect">
            <a:avLst/>
          </a:prstGeom>
        </p:spPr>
      </p:pic>
    </p:spTree>
    <p:extLst>
      <p:ext uri="{BB962C8B-B14F-4D97-AF65-F5344CB8AC3E}">
        <p14:creationId xmlns:p14="http://schemas.microsoft.com/office/powerpoint/2010/main" val="299369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Simulink Tool Box</a:t>
            </a:r>
            <a:endParaRPr lang="en-US"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26</a:t>
            </a:fld>
            <a:r>
              <a:rPr lang="de-DE"/>
              <a:t> </a:t>
            </a:r>
            <a:endParaRPr lang="de-DE">
              <a:solidFill>
                <a:srgbClr val="00004B"/>
              </a:solidFill>
            </a:endParaRPr>
          </a:p>
        </p:txBody>
      </p:sp>
      <p:pic>
        <p:nvPicPr>
          <p:cNvPr id="2054" name="Picture 6"/>
          <p:cNvPicPr>
            <a:picLocks noChangeAspect="1" noChangeArrowheads="1"/>
          </p:cNvPicPr>
          <p:nvPr/>
        </p:nvPicPr>
        <p:blipFill>
          <a:blip r:embed="rId3" cstate="print"/>
          <a:srcRect/>
          <a:stretch>
            <a:fillRect/>
          </a:stretch>
        </p:blipFill>
        <p:spPr bwMode="auto">
          <a:xfrm>
            <a:off x="359625" y="2948683"/>
            <a:ext cx="5353288" cy="3255520"/>
          </a:xfrm>
          <a:prstGeom prst="rect">
            <a:avLst/>
          </a:prstGeom>
          <a:noFill/>
          <a:ln w="9525">
            <a:noFill/>
            <a:miter lim="800000"/>
            <a:headEnd/>
            <a:tailEnd/>
          </a:ln>
        </p:spPr>
      </p:pic>
      <p:sp>
        <p:nvSpPr>
          <p:cNvPr id="29" name="Textfeld 28"/>
          <p:cNvSpPr txBox="1"/>
          <p:nvPr/>
        </p:nvSpPr>
        <p:spPr>
          <a:xfrm>
            <a:off x="380536" y="1595690"/>
            <a:ext cx="4536504" cy="1292662"/>
          </a:xfrm>
          <a:prstGeom prst="rect">
            <a:avLst/>
          </a:prstGeom>
          <a:noFill/>
        </p:spPr>
        <p:txBody>
          <a:bodyPr wrap="square" rtlCol="0">
            <a:spAutoFit/>
          </a:bodyPr>
          <a:lstStyle/>
          <a:p>
            <a:pPr fontAlgn="base">
              <a:spcAft>
                <a:spcPct val="0"/>
              </a:spcAft>
            </a:pPr>
            <a:r>
              <a:rPr lang="en-US" sz="2400" dirty="0">
                <a:solidFill>
                  <a:srgbClr val="00004B"/>
                </a:solidFill>
              </a:rPr>
              <a:t>Block Diagram Editor</a:t>
            </a:r>
          </a:p>
          <a:p>
            <a:pPr marL="180000" indent="-180000" fontAlgn="base">
              <a:spcAft>
                <a:spcPct val="0"/>
              </a:spcAft>
              <a:buFont typeface="Arial" pitchFamily="34" charset="0"/>
              <a:buChar char="•"/>
            </a:pPr>
            <a:r>
              <a:rPr lang="de-DE" dirty="0">
                <a:solidFill>
                  <a:srgbClr val="00004B"/>
                </a:solidFill>
              </a:rPr>
              <a:t>graphischer Editor, </a:t>
            </a:r>
            <a:r>
              <a:rPr lang="de-DE" dirty="0" err="1">
                <a:solidFill>
                  <a:srgbClr val="00004B"/>
                </a:solidFill>
              </a:rPr>
              <a:t>drag</a:t>
            </a:r>
            <a:r>
              <a:rPr lang="de-DE" dirty="0">
                <a:solidFill>
                  <a:srgbClr val="00004B"/>
                </a:solidFill>
              </a:rPr>
              <a:t> &amp; </a:t>
            </a:r>
            <a:r>
              <a:rPr lang="de-DE" dirty="0" err="1">
                <a:solidFill>
                  <a:srgbClr val="00004B"/>
                </a:solidFill>
              </a:rPr>
              <a:t>drop</a:t>
            </a:r>
            <a:r>
              <a:rPr lang="de-DE" dirty="0">
                <a:solidFill>
                  <a:srgbClr val="00004B"/>
                </a:solidFill>
              </a:rPr>
              <a:t> </a:t>
            </a:r>
          </a:p>
          <a:p>
            <a:pPr marL="180000" indent="-180000" fontAlgn="base">
              <a:spcAft>
                <a:spcPct val="0"/>
              </a:spcAft>
              <a:buFont typeface="Arial" pitchFamily="34" charset="0"/>
              <a:buChar char="•"/>
            </a:pPr>
            <a:r>
              <a:rPr lang="de-DE" dirty="0">
                <a:solidFill>
                  <a:srgbClr val="00004B"/>
                </a:solidFill>
              </a:rPr>
              <a:t>manuelles </a:t>
            </a:r>
            <a:r>
              <a:rPr lang="de-DE" dirty="0" err="1">
                <a:solidFill>
                  <a:srgbClr val="00004B"/>
                </a:solidFill>
              </a:rPr>
              <a:t>Layouting</a:t>
            </a:r>
            <a:endParaRPr lang="de-DE" dirty="0">
              <a:solidFill>
                <a:srgbClr val="00004B"/>
              </a:solidFill>
            </a:endParaRPr>
          </a:p>
          <a:p>
            <a:pPr marL="180000" indent="-180000" fontAlgn="base">
              <a:spcAft>
                <a:spcPct val="0"/>
              </a:spcAft>
              <a:buFont typeface="Arial" pitchFamily="34" charset="0"/>
              <a:buChar char="•"/>
            </a:pPr>
            <a:r>
              <a:rPr lang="de-DE" dirty="0">
                <a:solidFill>
                  <a:srgbClr val="00004B"/>
                </a:solidFill>
              </a:rPr>
              <a:t>Views auf Subsystem-Ebene</a:t>
            </a:r>
            <a:endParaRPr lang="en-US" dirty="0">
              <a:solidFill>
                <a:srgbClr val="00004B"/>
              </a:solidFill>
            </a:endParaRPr>
          </a:p>
        </p:txBody>
      </p:sp>
      <p:sp>
        <p:nvSpPr>
          <p:cNvPr id="30" name="Textfeld 29"/>
          <p:cNvSpPr txBox="1"/>
          <p:nvPr/>
        </p:nvSpPr>
        <p:spPr>
          <a:xfrm>
            <a:off x="5925152" y="1595690"/>
            <a:ext cx="5400600" cy="1292662"/>
          </a:xfrm>
          <a:prstGeom prst="rect">
            <a:avLst/>
          </a:prstGeom>
          <a:noFill/>
        </p:spPr>
        <p:txBody>
          <a:bodyPr wrap="square" rtlCol="0">
            <a:spAutoFit/>
          </a:bodyPr>
          <a:lstStyle/>
          <a:p>
            <a:pPr fontAlgn="base">
              <a:spcAft>
                <a:spcPct val="0"/>
              </a:spcAft>
            </a:pPr>
            <a:r>
              <a:rPr lang="de-DE" sz="2400" dirty="0">
                <a:solidFill>
                  <a:srgbClr val="00004B"/>
                </a:solidFill>
              </a:rPr>
              <a:t>Model Explorer</a:t>
            </a:r>
          </a:p>
          <a:p>
            <a:pPr marL="180000" indent="-180000" fontAlgn="base">
              <a:spcAft>
                <a:spcPct val="0"/>
              </a:spcAft>
              <a:buFont typeface="Arial" pitchFamily="34" charset="0"/>
              <a:buChar char="•"/>
            </a:pPr>
            <a:r>
              <a:rPr lang="de-DE" dirty="0">
                <a:solidFill>
                  <a:srgbClr val="00004B"/>
                </a:solidFill>
              </a:rPr>
              <a:t>hierarchische Ansicht, </a:t>
            </a:r>
            <a:r>
              <a:rPr lang="de-DE" dirty="0" err="1">
                <a:solidFill>
                  <a:srgbClr val="00004B"/>
                </a:solidFill>
              </a:rPr>
              <a:t>Workspaces</a:t>
            </a:r>
            <a:endParaRPr lang="de-DE" dirty="0">
              <a:solidFill>
                <a:srgbClr val="00004B"/>
              </a:solidFill>
            </a:endParaRPr>
          </a:p>
          <a:p>
            <a:pPr marL="180000" indent="-180000" fontAlgn="base">
              <a:spcAft>
                <a:spcPct val="0"/>
              </a:spcAft>
              <a:buFont typeface="Arial" pitchFamily="34" charset="0"/>
              <a:buChar char="•"/>
            </a:pPr>
            <a:r>
              <a:rPr lang="de-DE" dirty="0">
                <a:solidFill>
                  <a:srgbClr val="00004B"/>
                </a:solidFill>
              </a:rPr>
              <a:t>direkter Zugriff auf die Block-Parameter</a:t>
            </a:r>
          </a:p>
          <a:p>
            <a:pPr marL="180000" indent="-180000" fontAlgn="base">
              <a:spcAft>
                <a:spcPct val="0"/>
              </a:spcAft>
              <a:buFont typeface="Arial" pitchFamily="34" charset="0"/>
              <a:buChar char="•"/>
            </a:pPr>
            <a:r>
              <a:rPr lang="de-DE" dirty="0">
                <a:solidFill>
                  <a:srgbClr val="00004B"/>
                </a:solidFill>
              </a:rPr>
              <a:t>direktes Interface zum gesamten Modell</a:t>
            </a:r>
          </a:p>
        </p:txBody>
      </p:sp>
      <p:pic>
        <p:nvPicPr>
          <p:cNvPr id="2056" name="Picture 8"/>
          <p:cNvPicPr>
            <a:picLocks noChangeAspect="1" noChangeArrowheads="1"/>
          </p:cNvPicPr>
          <p:nvPr/>
        </p:nvPicPr>
        <p:blipFill>
          <a:blip r:embed="rId4" cstate="print"/>
          <a:srcRect/>
          <a:stretch>
            <a:fillRect/>
          </a:stretch>
        </p:blipFill>
        <p:spPr bwMode="auto">
          <a:xfrm>
            <a:off x="5925152" y="2964082"/>
            <a:ext cx="5892289" cy="3240121"/>
          </a:xfrm>
          <a:prstGeom prst="rect">
            <a:avLst/>
          </a:prstGeom>
          <a:noFill/>
          <a:ln w="9525">
            <a:noFill/>
            <a:miter lim="800000"/>
            <a:headEnd/>
            <a:tailEnd/>
          </a:ln>
        </p:spPr>
      </p:pic>
    </p:spTree>
    <p:extLst>
      <p:ext uri="{BB962C8B-B14F-4D97-AF65-F5344CB8AC3E}">
        <p14:creationId xmlns:p14="http://schemas.microsoft.com/office/powerpoint/2010/main" val="410434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Simulink Tool Box</a:t>
            </a:r>
            <a:endParaRPr lang="en-US"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27</a:t>
            </a:fld>
            <a:r>
              <a:rPr lang="de-DE"/>
              <a:t> </a:t>
            </a:r>
            <a:endParaRPr lang="de-DE">
              <a:solidFill>
                <a:srgbClr val="00004B"/>
              </a:solidFill>
            </a:endParaRPr>
          </a:p>
        </p:txBody>
      </p:sp>
      <p:pic>
        <p:nvPicPr>
          <p:cNvPr id="2055" name="Picture 7"/>
          <p:cNvPicPr>
            <a:picLocks noChangeAspect="1" noChangeArrowheads="1"/>
          </p:cNvPicPr>
          <p:nvPr/>
        </p:nvPicPr>
        <p:blipFill>
          <a:blip r:embed="rId3" cstate="print"/>
          <a:srcRect/>
          <a:stretch>
            <a:fillRect/>
          </a:stretch>
        </p:blipFill>
        <p:spPr bwMode="auto">
          <a:xfrm>
            <a:off x="7832839" y="1423125"/>
            <a:ext cx="3960160" cy="5264261"/>
          </a:xfrm>
          <a:prstGeom prst="rect">
            <a:avLst/>
          </a:prstGeom>
          <a:noFill/>
          <a:ln w="9525">
            <a:noFill/>
            <a:miter lim="800000"/>
            <a:headEnd/>
            <a:tailEnd/>
          </a:ln>
        </p:spPr>
      </p:pic>
      <p:sp>
        <p:nvSpPr>
          <p:cNvPr id="28" name="Textfeld 27"/>
          <p:cNvSpPr txBox="1"/>
          <p:nvPr/>
        </p:nvSpPr>
        <p:spPr>
          <a:xfrm>
            <a:off x="5815373" y="1516631"/>
            <a:ext cx="2017466" cy="2031325"/>
          </a:xfrm>
          <a:prstGeom prst="rect">
            <a:avLst/>
          </a:prstGeom>
          <a:noFill/>
        </p:spPr>
        <p:txBody>
          <a:bodyPr wrap="square" rtlCol="0">
            <a:spAutoFit/>
          </a:bodyPr>
          <a:lstStyle/>
          <a:p>
            <a:pPr fontAlgn="base">
              <a:spcAft>
                <a:spcPct val="0"/>
              </a:spcAft>
            </a:pPr>
            <a:r>
              <a:rPr lang="de-DE" sz="2400" dirty="0">
                <a:solidFill>
                  <a:srgbClr val="00004B"/>
                </a:solidFill>
              </a:rPr>
              <a:t>Simulink </a:t>
            </a:r>
            <a:br>
              <a:rPr lang="de-DE" sz="2400" dirty="0">
                <a:solidFill>
                  <a:srgbClr val="00004B"/>
                </a:solidFill>
              </a:rPr>
            </a:br>
            <a:r>
              <a:rPr lang="de-DE" sz="2400" dirty="0">
                <a:solidFill>
                  <a:srgbClr val="00004B"/>
                </a:solidFill>
              </a:rPr>
              <a:t>Block </a:t>
            </a:r>
            <a:br>
              <a:rPr lang="de-DE" sz="2400" dirty="0">
                <a:solidFill>
                  <a:srgbClr val="00004B"/>
                </a:solidFill>
              </a:rPr>
            </a:br>
            <a:r>
              <a:rPr lang="de-DE" sz="2400" dirty="0">
                <a:solidFill>
                  <a:srgbClr val="00004B"/>
                </a:solidFill>
              </a:rPr>
              <a:t>Library</a:t>
            </a:r>
          </a:p>
          <a:p>
            <a:pPr marL="180000" indent="-180000" fontAlgn="base">
              <a:spcAft>
                <a:spcPct val="0"/>
              </a:spcAft>
              <a:buFont typeface="Arial" pitchFamily="34" charset="0"/>
              <a:buChar char="•"/>
            </a:pPr>
            <a:r>
              <a:rPr lang="de-DE" dirty="0">
                <a:solidFill>
                  <a:srgbClr val="00004B"/>
                </a:solidFill>
              </a:rPr>
              <a:t>~250 Blöcke</a:t>
            </a:r>
          </a:p>
          <a:p>
            <a:pPr marL="180000" indent="-180000" fontAlgn="base">
              <a:spcAft>
                <a:spcPct val="0"/>
              </a:spcAft>
              <a:buFont typeface="Arial" pitchFamily="34" charset="0"/>
              <a:buChar char="•"/>
            </a:pPr>
            <a:r>
              <a:rPr lang="de-DE" dirty="0" err="1">
                <a:solidFill>
                  <a:srgbClr val="00004B"/>
                </a:solidFill>
              </a:rPr>
              <a:t>drag</a:t>
            </a:r>
            <a:r>
              <a:rPr lang="de-DE" dirty="0">
                <a:solidFill>
                  <a:srgbClr val="00004B"/>
                </a:solidFill>
              </a:rPr>
              <a:t> &amp; </a:t>
            </a:r>
            <a:r>
              <a:rPr lang="de-DE" dirty="0" err="1">
                <a:solidFill>
                  <a:srgbClr val="00004B"/>
                </a:solidFill>
              </a:rPr>
              <a:t>drop</a:t>
            </a:r>
            <a:br>
              <a:rPr lang="de-DE" dirty="0">
                <a:solidFill>
                  <a:srgbClr val="00004B"/>
                </a:solidFill>
              </a:rPr>
            </a:br>
            <a:endParaRPr lang="de-DE" dirty="0">
              <a:solidFill>
                <a:srgbClr val="00004B"/>
              </a:solidFill>
            </a:endParaRPr>
          </a:p>
        </p:txBody>
      </p:sp>
      <p:pic>
        <p:nvPicPr>
          <p:cNvPr id="3074" name="Picture 2"/>
          <p:cNvPicPr>
            <a:picLocks noChangeAspect="1" noChangeArrowheads="1"/>
          </p:cNvPicPr>
          <p:nvPr/>
        </p:nvPicPr>
        <p:blipFill>
          <a:blip r:embed="rId4" cstate="print"/>
          <a:srcRect/>
          <a:stretch>
            <a:fillRect/>
          </a:stretch>
        </p:blipFill>
        <p:spPr bwMode="auto">
          <a:xfrm>
            <a:off x="411701" y="3100254"/>
            <a:ext cx="4680000" cy="3035364"/>
          </a:xfrm>
          <a:prstGeom prst="rect">
            <a:avLst/>
          </a:prstGeom>
          <a:noFill/>
          <a:ln w="9525">
            <a:noFill/>
            <a:miter lim="800000"/>
            <a:headEnd/>
            <a:tailEnd/>
          </a:ln>
        </p:spPr>
      </p:pic>
      <p:sp>
        <p:nvSpPr>
          <p:cNvPr id="13" name="Textfeld 12"/>
          <p:cNvSpPr txBox="1"/>
          <p:nvPr/>
        </p:nvSpPr>
        <p:spPr>
          <a:xfrm>
            <a:off x="359625" y="1523682"/>
            <a:ext cx="4800271" cy="1569660"/>
          </a:xfrm>
          <a:prstGeom prst="rect">
            <a:avLst/>
          </a:prstGeom>
          <a:noFill/>
        </p:spPr>
        <p:txBody>
          <a:bodyPr wrap="square" rtlCol="0">
            <a:spAutoFit/>
          </a:bodyPr>
          <a:lstStyle/>
          <a:p>
            <a:pPr fontAlgn="base">
              <a:spcAft>
                <a:spcPct val="0"/>
              </a:spcAft>
            </a:pPr>
            <a:r>
              <a:rPr lang="de-DE" sz="2400" dirty="0">
                <a:solidFill>
                  <a:srgbClr val="00004B"/>
                </a:solidFill>
              </a:rPr>
              <a:t>Simulink </a:t>
            </a:r>
            <a:r>
              <a:rPr lang="de-DE" sz="2400" dirty="0" err="1">
                <a:solidFill>
                  <a:srgbClr val="00004B"/>
                </a:solidFill>
              </a:rPr>
              <a:t>Configuration</a:t>
            </a:r>
            <a:endParaRPr lang="de-DE" sz="2400" dirty="0">
              <a:solidFill>
                <a:srgbClr val="00004B"/>
              </a:solidFill>
            </a:endParaRPr>
          </a:p>
          <a:p>
            <a:pPr marL="180000" indent="-180000" fontAlgn="base">
              <a:spcAft>
                <a:spcPct val="0"/>
              </a:spcAft>
              <a:buFont typeface="Arial" pitchFamily="34" charset="0"/>
              <a:buChar char="•"/>
            </a:pPr>
            <a:r>
              <a:rPr lang="de-DE" dirty="0">
                <a:solidFill>
                  <a:srgbClr val="00004B"/>
                </a:solidFill>
              </a:rPr>
              <a:t>Simulations-Parameter</a:t>
            </a:r>
          </a:p>
          <a:p>
            <a:pPr marL="180000" indent="-180000" fontAlgn="base">
              <a:spcAft>
                <a:spcPct val="0"/>
              </a:spcAft>
              <a:buFont typeface="Arial" pitchFamily="34" charset="0"/>
              <a:buChar char="•"/>
            </a:pPr>
            <a:r>
              <a:rPr lang="de-DE" dirty="0">
                <a:solidFill>
                  <a:srgbClr val="00004B"/>
                </a:solidFill>
              </a:rPr>
              <a:t>Auswahl numerischer Verfahren </a:t>
            </a:r>
          </a:p>
          <a:p>
            <a:pPr marL="180000" indent="-180000" fontAlgn="base">
              <a:spcAft>
                <a:spcPct val="0"/>
              </a:spcAft>
              <a:buFont typeface="Arial" pitchFamily="34" charset="0"/>
              <a:buChar char="•"/>
            </a:pPr>
            <a:r>
              <a:rPr lang="de-DE" dirty="0">
                <a:solidFill>
                  <a:srgbClr val="00004B"/>
                </a:solidFill>
              </a:rPr>
              <a:t>Optimierungen</a:t>
            </a:r>
          </a:p>
          <a:p>
            <a:pPr marL="180000" indent="-180000" fontAlgn="base">
              <a:spcAft>
                <a:spcPct val="0"/>
              </a:spcAft>
              <a:buFont typeface="Arial" pitchFamily="34" charset="0"/>
              <a:buChar char="•"/>
            </a:pPr>
            <a:r>
              <a:rPr lang="de-DE" dirty="0">
                <a:solidFill>
                  <a:srgbClr val="00004B"/>
                </a:solidFill>
              </a:rPr>
              <a:t>Hardware &amp; Codegenerierung</a:t>
            </a:r>
          </a:p>
        </p:txBody>
      </p:sp>
    </p:spTree>
    <p:extLst>
      <p:ext uri="{BB962C8B-B14F-4D97-AF65-F5344CB8AC3E}">
        <p14:creationId xmlns:p14="http://schemas.microsoft.com/office/powerpoint/2010/main" val="299339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Simulink Tool Box</a:t>
            </a:r>
            <a:endParaRPr lang="en-US" dirty="0"/>
          </a:p>
        </p:txBody>
      </p:sp>
      <p:pic>
        <p:nvPicPr>
          <p:cNvPr id="1028" name="Picture 4"/>
          <p:cNvPicPr>
            <a:picLocks noGrp="1" noChangeAspect="1" noChangeArrowheads="1"/>
          </p:cNvPicPr>
          <p:nvPr>
            <p:ph idx="1"/>
          </p:nvPr>
        </p:nvPicPr>
        <p:blipFill>
          <a:blip r:embed="rId2" cstate="print"/>
          <a:stretch>
            <a:fillRect/>
          </a:stretch>
        </p:blipFill>
        <p:spPr bwMode="auto">
          <a:xfrm>
            <a:off x="3742137" y="1589217"/>
            <a:ext cx="7909168" cy="4943230"/>
          </a:xfrm>
          <a:prstGeom prst="rect">
            <a:avLst/>
          </a:prstGeom>
          <a:noFill/>
          <a:ln w="9525">
            <a:noFill/>
            <a:miter lim="800000"/>
            <a:headEnd/>
            <a:tailEnd/>
          </a:ln>
        </p:spPr>
      </p:pic>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28</a:t>
            </a:fld>
            <a:r>
              <a:rPr lang="de-DE"/>
              <a:t> </a:t>
            </a:r>
            <a:endParaRPr lang="de-DE">
              <a:solidFill>
                <a:srgbClr val="00004B"/>
              </a:solidFill>
            </a:endParaRPr>
          </a:p>
        </p:txBody>
      </p:sp>
      <p:sp>
        <p:nvSpPr>
          <p:cNvPr id="11" name="Textfeld 10"/>
          <p:cNvSpPr txBox="1"/>
          <p:nvPr/>
        </p:nvSpPr>
        <p:spPr>
          <a:xfrm>
            <a:off x="346049" y="1851928"/>
            <a:ext cx="2952328" cy="3508653"/>
          </a:xfrm>
          <a:prstGeom prst="rect">
            <a:avLst/>
          </a:prstGeom>
          <a:noFill/>
        </p:spPr>
        <p:txBody>
          <a:bodyPr wrap="square" rtlCol="0">
            <a:spAutoFit/>
          </a:bodyPr>
          <a:lstStyle/>
          <a:p>
            <a:pPr fontAlgn="base">
              <a:spcAft>
                <a:spcPct val="0"/>
              </a:spcAft>
            </a:pPr>
            <a:r>
              <a:rPr lang="de-DE" sz="2400" dirty="0">
                <a:solidFill>
                  <a:srgbClr val="00004B"/>
                </a:solidFill>
              </a:rPr>
              <a:t>Model </a:t>
            </a:r>
            <a:r>
              <a:rPr lang="de-DE" sz="2400" dirty="0" err="1">
                <a:solidFill>
                  <a:srgbClr val="00004B"/>
                </a:solidFill>
              </a:rPr>
              <a:t>Advisor</a:t>
            </a:r>
            <a:endParaRPr lang="de-DE" sz="2400" dirty="0">
              <a:solidFill>
                <a:srgbClr val="00004B"/>
              </a:solidFill>
            </a:endParaRPr>
          </a:p>
          <a:p>
            <a:pPr marL="180000" indent="-180000" fontAlgn="base">
              <a:spcAft>
                <a:spcPct val="0"/>
              </a:spcAft>
              <a:buFont typeface="Arial" pitchFamily="34" charset="0"/>
              <a:buChar char="•"/>
            </a:pPr>
            <a:r>
              <a:rPr lang="de-DE" dirty="0">
                <a:solidFill>
                  <a:srgbClr val="00004B"/>
                </a:solidFill>
              </a:rPr>
              <a:t>Analyse von Modellen</a:t>
            </a:r>
          </a:p>
          <a:p>
            <a:pPr marL="180000" indent="-180000" fontAlgn="base">
              <a:spcAft>
                <a:spcPct val="0"/>
              </a:spcAft>
              <a:buFont typeface="Arial" pitchFamily="34" charset="0"/>
              <a:buChar char="•"/>
            </a:pPr>
            <a:r>
              <a:rPr lang="de-DE" dirty="0">
                <a:solidFill>
                  <a:srgbClr val="00004B"/>
                </a:solidFill>
              </a:rPr>
              <a:t>z.B. Prüfung auf häufige Fehler &amp; Einhaltung von </a:t>
            </a:r>
            <a:r>
              <a:rPr lang="de-DE" i="1" dirty="0" err="1">
                <a:solidFill>
                  <a:srgbClr val="00004B"/>
                </a:solidFill>
              </a:rPr>
              <a:t>best</a:t>
            </a:r>
            <a:r>
              <a:rPr lang="de-DE" i="1" dirty="0">
                <a:solidFill>
                  <a:srgbClr val="00004B"/>
                </a:solidFill>
              </a:rPr>
              <a:t> </a:t>
            </a:r>
            <a:r>
              <a:rPr lang="de-DE" i="1" dirty="0" err="1">
                <a:solidFill>
                  <a:srgbClr val="00004B"/>
                </a:solidFill>
              </a:rPr>
              <a:t>practices</a:t>
            </a:r>
            <a:endParaRPr lang="de-DE" i="1" dirty="0">
              <a:solidFill>
                <a:srgbClr val="00004B"/>
              </a:solidFill>
            </a:endParaRPr>
          </a:p>
          <a:p>
            <a:pPr marL="180000" indent="-180000" fontAlgn="base">
              <a:spcAft>
                <a:spcPct val="0"/>
              </a:spcAft>
              <a:buFont typeface="Arial" pitchFamily="34" charset="0"/>
              <a:buChar char="•"/>
            </a:pPr>
            <a:r>
              <a:rPr lang="de-DE" dirty="0">
                <a:solidFill>
                  <a:srgbClr val="00004B"/>
                </a:solidFill>
              </a:rPr>
              <a:t>fehlerhafte Blöcke werden angezeigt</a:t>
            </a:r>
          </a:p>
          <a:p>
            <a:pPr marL="180000" indent="-180000" fontAlgn="base">
              <a:spcAft>
                <a:spcPct val="0"/>
              </a:spcAft>
              <a:buFont typeface="Arial" pitchFamily="34" charset="0"/>
              <a:buChar char="•"/>
            </a:pPr>
            <a:r>
              <a:rPr lang="de-DE" dirty="0">
                <a:solidFill>
                  <a:srgbClr val="00004B"/>
                </a:solidFill>
              </a:rPr>
              <a:t>Vorschläge zur Fehlerbehebung</a:t>
            </a:r>
          </a:p>
          <a:p>
            <a:pPr marL="180000" indent="-180000" fontAlgn="base">
              <a:spcAft>
                <a:spcPct val="0"/>
              </a:spcAft>
              <a:buFont typeface="Arial" pitchFamily="34" charset="0"/>
              <a:buChar char="•"/>
            </a:pPr>
            <a:r>
              <a:rPr lang="de-DE" dirty="0">
                <a:solidFill>
                  <a:srgbClr val="00004B"/>
                </a:solidFill>
              </a:rPr>
              <a:t>Erweiterungen zur Qualitätssicherung (z.B. Simulink Design </a:t>
            </a:r>
            <a:r>
              <a:rPr lang="de-DE" dirty="0" err="1">
                <a:solidFill>
                  <a:srgbClr val="00004B"/>
                </a:solidFill>
              </a:rPr>
              <a:t>Verifier</a:t>
            </a:r>
            <a:r>
              <a:rPr lang="de-DE" dirty="0">
                <a:solidFill>
                  <a:srgbClr val="00004B"/>
                </a:solidFill>
              </a:rPr>
              <a:t>)</a:t>
            </a:r>
          </a:p>
        </p:txBody>
      </p:sp>
    </p:spTree>
    <p:extLst>
      <p:ext uri="{BB962C8B-B14F-4D97-AF65-F5344CB8AC3E}">
        <p14:creationId xmlns:p14="http://schemas.microsoft.com/office/powerpoint/2010/main" val="1028143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8279962" cy="984885"/>
          </a:xfrm>
        </p:spPr>
        <p:txBody>
          <a:bodyPr/>
          <a:lstStyle/>
          <a:p>
            <a:r>
              <a:rPr lang="en-US" dirty="0" err="1"/>
              <a:t>Bibliotheken</a:t>
            </a:r>
            <a:r>
              <a:rPr lang="en-US" dirty="0"/>
              <a:t> &amp; Modell-</a:t>
            </a:r>
            <a:r>
              <a:rPr lang="en-US" dirty="0" err="1"/>
              <a:t>Referenzen</a:t>
            </a:r>
            <a:endParaRPr lang="en-US" dirty="0"/>
          </a:p>
        </p:txBody>
      </p:sp>
      <p:sp>
        <p:nvSpPr>
          <p:cNvPr id="3" name="Inhaltsplatzhalter 2"/>
          <p:cNvSpPr>
            <a:spLocks noGrp="1"/>
          </p:cNvSpPr>
          <p:nvPr>
            <p:ph idx="1"/>
          </p:nvPr>
        </p:nvSpPr>
        <p:spPr>
          <a:xfrm>
            <a:off x="346048" y="2311964"/>
            <a:ext cx="7188094" cy="3461902"/>
          </a:xfrm>
        </p:spPr>
        <p:txBody>
          <a:bodyPr>
            <a:normAutofit/>
          </a:bodyPr>
          <a:lstStyle/>
          <a:p>
            <a:pPr marL="285750" indent="-285750">
              <a:buClr>
                <a:schemeClr val="tx1"/>
              </a:buClr>
              <a:buFont typeface="Wingdings" pitchFamily="2" charset="2"/>
              <a:buChar char="§"/>
            </a:pPr>
            <a:r>
              <a:rPr lang="en-US" sz="2000" dirty="0" err="1">
                <a:solidFill>
                  <a:srgbClr val="00B0F0"/>
                </a:solidFill>
              </a:rPr>
              <a:t>Bibliotheken</a:t>
            </a:r>
            <a:r>
              <a:rPr lang="en-US" sz="2000" dirty="0"/>
              <a:t> (</a:t>
            </a:r>
            <a:r>
              <a:rPr lang="en-US" sz="2000" i="1" dirty="0"/>
              <a:t>libraries</a:t>
            </a:r>
            <a:r>
              <a:rPr lang="en-US" sz="2000" dirty="0"/>
              <a:t>)</a:t>
            </a:r>
          </a:p>
          <a:p>
            <a:pPr marL="742950" lvl="1" indent="-285750">
              <a:buClr>
                <a:schemeClr val="tx1"/>
              </a:buClr>
              <a:buFont typeface="Wingdings" pitchFamily="2" charset="2"/>
              <a:buChar char="§"/>
            </a:pPr>
            <a:r>
              <a:rPr lang="en-US" sz="2000" dirty="0" err="1"/>
              <a:t>dienen</a:t>
            </a:r>
            <a:r>
              <a:rPr lang="en-US" sz="2000" dirty="0"/>
              <a:t> der </a:t>
            </a:r>
            <a:r>
              <a:rPr lang="en-US" sz="2000" dirty="0" err="1">
                <a:solidFill>
                  <a:srgbClr val="00B0F0"/>
                </a:solidFill>
              </a:rPr>
              <a:t>Wiederverwendung</a:t>
            </a:r>
            <a:endParaRPr lang="en-US" sz="2000" dirty="0">
              <a:solidFill>
                <a:srgbClr val="00B0F0"/>
              </a:solidFill>
            </a:endParaRPr>
          </a:p>
          <a:p>
            <a:pPr marL="742950" lvl="1" indent="-285750">
              <a:buClr>
                <a:schemeClr val="tx1"/>
              </a:buClr>
              <a:buFont typeface="Wingdings" pitchFamily="2" charset="2"/>
              <a:buChar char="§"/>
            </a:pPr>
            <a:r>
              <a:rPr lang="en-US" sz="2000" dirty="0" err="1"/>
              <a:t>Erstellung</a:t>
            </a:r>
            <a:r>
              <a:rPr lang="en-US" sz="2000" dirty="0"/>
              <a:t> </a:t>
            </a:r>
            <a:r>
              <a:rPr lang="en-US" sz="2000" dirty="0" err="1"/>
              <a:t>eigener</a:t>
            </a:r>
            <a:r>
              <a:rPr lang="en-US" sz="2000" dirty="0"/>
              <a:t> </a:t>
            </a:r>
            <a:r>
              <a:rPr lang="en-US" sz="2000" dirty="0" err="1"/>
              <a:t>Bibliotheken</a:t>
            </a:r>
            <a:r>
              <a:rPr lang="en-US" sz="2000" dirty="0"/>
              <a:t> </a:t>
            </a:r>
            <a:r>
              <a:rPr lang="en-US" sz="2000" dirty="0" err="1"/>
              <a:t>möglich</a:t>
            </a:r>
            <a:br>
              <a:rPr lang="en-US" sz="2000" dirty="0"/>
            </a:br>
            <a:r>
              <a:rPr lang="en-US" sz="2000" dirty="0"/>
              <a:t>(</a:t>
            </a:r>
            <a:r>
              <a:rPr lang="en-US" sz="2000" i="1" dirty="0" err="1"/>
              <a:t>costum</a:t>
            </a:r>
            <a:r>
              <a:rPr lang="en-US" sz="2000" i="1" dirty="0"/>
              <a:t> libraries</a:t>
            </a:r>
            <a:r>
              <a:rPr lang="en-US" sz="2000" dirty="0"/>
              <a:t>)</a:t>
            </a:r>
          </a:p>
          <a:p>
            <a:pPr marL="742950" lvl="1" indent="-285750">
              <a:buClr>
                <a:schemeClr val="tx1"/>
              </a:buClr>
              <a:buFont typeface="Wingdings" pitchFamily="2" charset="2"/>
              <a:buChar char="§"/>
            </a:pPr>
            <a:r>
              <a:rPr lang="en-US" sz="2000" dirty="0">
                <a:solidFill>
                  <a:srgbClr val="00B0F0"/>
                </a:solidFill>
              </a:rPr>
              <a:t>Standard-</a:t>
            </a:r>
            <a:r>
              <a:rPr lang="en-US" sz="2000" dirty="0" err="1">
                <a:solidFill>
                  <a:srgbClr val="00B0F0"/>
                </a:solidFill>
              </a:rPr>
              <a:t>Bibliotheken</a:t>
            </a:r>
            <a:endParaRPr lang="en-US" sz="2000" dirty="0">
              <a:solidFill>
                <a:srgbClr val="00B0F0"/>
              </a:solidFill>
            </a:endParaRPr>
          </a:p>
          <a:p>
            <a:pPr marL="1200150" lvl="2" indent="-285750">
              <a:buClr>
                <a:schemeClr val="tx1"/>
              </a:buClr>
              <a:buFont typeface="Wingdings" pitchFamily="2" charset="2"/>
              <a:buChar char="§"/>
            </a:pPr>
            <a:r>
              <a:rPr lang="en-US" sz="2000" i="1" dirty="0"/>
              <a:t>Simulink block library</a:t>
            </a:r>
          </a:p>
          <a:p>
            <a:pPr marL="1200150" lvl="2" indent="-285750">
              <a:buClr>
                <a:schemeClr val="tx1"/>
              </a:buClr>
              <a:buFont typeface="Wingdings" pitchFamily="2" charset="2"/>
              <a:buChar char="§"/>
            </a:pPr>
            <a:r>
              <a:rPr lang="en-US" sz="2000" i="1" dirty="0" err="1"/>
              <a:t>Autosar</a:t>
            </a:r>
            <a:r>
              <a:rPr lang="en-US" sz="2000" i="1" dirty="0"/>
              <a:t> block library, </a:t>
            </a:r>
            <a:r>
              <a:rPr lang="en-US" sz="2000" i="1" dirty="0" err="1"/>
              <a:t>TargetLink</a:t>
            </a:r>
            <a:r>
              <a:rPr lang="en-US" sz="2000" i="1" dirty="0"/>
              <a:t> block library, …</a:t>
            </a:r>
          </a:p>
          <a:p>
            <a:pPr marL="285750" indent="-285750">
              <a:buClr>
                <a:schemeClr val="tx1"/>
              </a:buClr>
              <a:buFont typeface="Wingdings" pitchFamily="2" charset="2"/>
              <a:buChar char="§"/>
            </a:pPr>
            <a:r>
              <a:rPr lang="en-US" sz="2000" dirty="0">
                <a:solidFill>
                  <a:srgbClr val="00B0F0"/>
                </a:solidFill>
              </a:rPr>
              <a:t>Modell-</a:t>
            </a:r>
            <a:r>
              <a:rPr lang="en-US" sz="2000" dirty="0" err="1">
                <a:solidFill>
                  <a:srgbClr val="00B0F0"/>
                </a:solidFill>
              </a:rPr>
              <a:t>Referenzen</a:t>
            </a:r>
            <a:endParaRPr lang="en-US" sz="2000" dirty="0">
              <a:solidFill>
                <a:srgbClr val="00B0F0"/>
              </a:solidFill>
            </a:endParaRPr>
          </a:p>
          <a:p>
            <a:pPr marL="742950" lvl="1" indent="-285750">
              <a:buClr>
                <a:schemeClr val="tx1"/>
              </a:buClr>
              <a:buFont typeface="Wingdings" pitchFamily="2" charset="2"/>
              <a:buChar char="§"/>
            </a:pPr>
            <a:r>
              <a:rPr lang="en-US" sz="2000" dirty="0"/>
              <a:t>Links in </a:t>
            </a:r>
            <a:r>
              <a:rPr lang="en-US" sz="2000" dirty="0" err="1"/>
              <a:t>andere</a:t>
            </a:r>
            <a:r>
              <a:rPr lang="en-US" sz="2000" dirty="0"/>
              <a:t> Modell-</a:t>
            </a:r>
            <a:r>
              <a:rPr lang="en-US" sz="2000" dirty="0" err="1"/>
              <a:t>Dateien</a:t>
            </a:r>
            <a:r>
              <a:rPr lang="en-US" sz="2000" dirty="0"/>
              <a:t> </a:t>
            </a:r>
            <a:r>
              <a:rPr lang="en-US" sz="2000" dirty="0" err="1"/>
              <a:t>möglich</a:t>
            </a:r>
            <a:endParaRPr lang="en-US" sz="2000" dirty="0"/>
          </a:p>
          <a:p>
            <a:pPr marL="742950" lvl="1" indent="-285750">
              <a:buClr>
                <a:schemeClr val="tx1"/>
              </a:buClr>
              <a:buFont typeface="Wingdings" pitchFamily="2" charset="2"/>
              <a:buChar char="§"/>
            </a:pPr>
            <a:r>
              <a:rPr lang="en-US" sz="2000" dirty="0" err="1"/>
              <a:t>ermöglicht</a:t>
            </a:r>
            <a:r>
              <a:rPr lang="en-US" sz="2000" dirty="0"/>
              <a:t> </a:t>
            </a:r>
            <a:r>
              <a:rPr lang="en-US" sz="2000" dirty="0" err="1">
                <a:solidFill>
                  <a:srgbClr val="00B0F0"/>
                </a:solidFill>
              </a:rPr>
              <a:t>modulare</a:t>
            </a:r>
            <a:r>
              <a:rPr lang="en-US" sz="2000" dirty="0">
                <a:solidFill>
                  <a:srgbClr val="00B0F0"/>
                </a:solidFill>
              </a:rPr>
              <a:t> und </a:t>
            </a:r>
            <a:r>
              <a:rPr lang="en-US" sz="2000" dirty="0" err="1">
                <a:solidFill>
                  <a:srgbClr val="00B0F0"/>
                </a:solidFill>
              </a:rPr>
              <a:t>verteilte</a:t>
            </a:r>
            <a:r>
              <a:rPr lang="en-US" sz="2000" dirty="0">
                <a:solidFill>
                  <a:srgbClr val="00B0F0"/>
                </a:solidFill>
              </a:rPr>
              <a:t> </a:t>
            </a:r>
            <a:r>
              <a:rPr lang="en-US" sz="2000" dirty="0" err="1">
                <a:solidFill>
                  <a:srgbClr val="00B0F0"/>
                </a:solidFill>
              </a:rPr>
              <a:t>Entwicklung</a:t>
            </a:r>
            <a:endParaRPr lang="en-US" sz="2000" dirty="0">
              <a:solidFill>
                <a:srgbClr val="00B0F0"/>
              </a:solidFill>
            </a:endParaRP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29</a:t>
            </a:fld>
            <a:r>
              <a:rPr lang="de-DE"/>
              <a:t> </a:t>
            </a:r>
            <a:endParaRPr lang="de-DE">
              <a:solidFill>
                <a:srgbClr val="00004B"/>
              </a:solidFill>
            </a:endParaRPr>
          </a:p>
        </p:txBody>
      </p:sp>
      <p:pic>
        <p:nvPicPr>
          <p:cNvPr id="1026" name="Picture 2"/>
          <p:cNvPicPr>
            <a:picLocks noChangeAspect="1" noChangeArrowheads="1"/>
          </p:cNvPicPr>
          <p:nvPr/>
        </p:nvPicPr>
        <p:blipFill>
          <a:blip r:embed="rId3" cstate="print"/>
          <a:srcRect r="12678" b="11618"/>
          <a:stretch>
            <a:fillRect/>
          </a:stretch>
        </p:blipFill>
        <p:spPr bwMode="auto">
          <a:xfrm>
            <a:off x="8481994" y="4760234"/>
            <a:ext cx="2664296" cy="1368152"/>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8398620" y="2060186"/>
            <a:ext cx="2819679" cy="2268000"/>
          </a:xfrm>
          <a:prstGeom prst="rect">
            <a:avLst/>
          </a:prstGeom>
          <a:noFill/>
          <a:ln w="9525">
            <a:noFill/>
            <a:miter lim="800000"/>
            <a:headEnd/>
            <a:tailEnd/>
          </a:ln>
        </p:spPr>
      </p:pic>
      <p:sp>
        <p:nvSpPr>
          <p:cNvPr id="9" name="Textfeld 8"/>
          <p:cNvSpPr txBox="1"/>
          <p:nvPr/>
        </p:nvSpPr>
        <p:spPr>
          <a:xfrm>
            <a:off x="7041834" y="2311964"/>
            <a:ext cx="1440160" cy="461665"/>
          </a:xfrm>
          <a:prstGeom prst="rect">
            <a:avLst/>
          </a:prstGeom>
          <a:noFill/>
        </p:spPr>
        <p:txBody>
          <a:bodyPr wrap="square" rtlCol="0">
            <a:spAutoFit/>
          </a:bodyPr>
          <a:lstStyle/>
          <a:p>
            <a:pPr algn="ctr" fontAlgn="base">
              <a:spcAft>
                <a:spcPct val="0"/>
              </a:spcAft>
            </a:pPr>
            <a:r>
              <a:rPr lang="en-US" sz="2400" dirty="0">
                <a:solidFill>
                  <a:srgbClr val="00004B"/>
                </a:solidFill>
              </a:rPr>
              <a:t>Copy</a:t>
            </a:r>
          </a:p>
        </p:txBody>
      </p:sp>
      <p:cxnSp>
        <p:nvCxnSpPr>
          <p:cNvPr id="10" name="Gerade Verbindung mit Pfeil 9"/>
          <p:cNvCxnSpPr>
            <a:stCxn id="9" idx="2"/>
          </p:cNvCxnSpPr>
          <p:nvPr/>
        </p:nvCxnSpPr>
        <p:spPr bwMode="auto">
          <a:xfrm>
            <a:off x="7761914" y="2773628"/>
            <a:ext cx="1584176" cy="0"/>
          </a:xfrm>
          <a:prstGeom prst="straightConnector1">
            <a:avLst/>
          </a:prstGeom>
          <a:noFill/>
          <a:ln w="28575" cap="flat" cmpd="sng" algn="ctr">
            <a:solidFill>
              <a:schemeClr val="tx1"/>
            </a:solidFill>
            <a:prstDash val="sysDash"/>
            <a:round/>
            <a:headEnd type="none" w="med" len="med"/>
            <a:tailEnd type="arrow" w="med" len="med"/>
          </a:ln>
          <a:effectLst/>
        </p:spPr>
      </p:cxnSp>
      <p:sp>
        <p:nvSpPr>
          <p:cNvPr id="12" name="Textfeld 11"/>
          <p:cNvSpPr txBox="1"/>
          <p:nvPr/>
        </p:nvSpPr>
        <p:spPr>
          <a:xfrm>
            <a:off x="7329866" y="4256179"/>
            <a:ext cx="864096" cy="461665"/>
          </a:xfrm>
          <a:prstGeom prst="rect">
            <a:avLst/>
          </a:prstGeom>
          <a:noFill/>
        </p:spPr>
        <p:txBody>
          <a:bodyPr wrap="square" rtlCol="0">
            <a:spAutoFit/>
          </a:bodyPr>
          <a:lstStyle/>
          <a:p>
            <a:pPr algn="ctr" fontAlgn="base">
              <a:spcAft>
                <a:spcPct val="0"/>
              </a:spcAft>
            </a:pPr>
            <a:r>
              <a:rPr lang="en-US" sz="2400" dirty="0">
                <a:solidFill>
                  <a:srgbClr val="00004B"/>
                </a:solidFill>
              </a:rPr>
              <a:t>Link</a:t>
            </a:r>
          </a:p>
        </p:txBody>
      </p:sp>
      <p:cxnSp>
        <p:nvCxnSpPr>
          <p:cNvPr id="13" name="Gerade Verbindung mit Pfeil 12"/>
          <p:cNvCxnSpPr/>
          <p:nvPr/>
        </p:nvCxnSpPr>
        <p:spPr bwMode="auto">
          <a:xfrm flipV="1">
            <a:off x="8121954" y="3968148"/>
            <a:ext cx="504056" cy="360039"/>
          </a:xfrm>
          <a:prstGeom prst="straightConnector1">
            <a:avLst/>
          </a:prstGeom>
          <a:noFill/>
          <a:ln w="28575" cap="flat" cmpd="sng" algn="ctr">
            <a:solidFill>
              <a:schemeClr val="tx1"/>
            </a:solidFill>
            <a:prstDash val="sysDash"/>
            <a:round/>
            <a:headEnd type="none" w="med" len="med"/>
            <a:tailEnd type="arrow" w="med" len="med"/>
          </a:ln>
          <a:effectLst/>
        </p:spPr>
      </p:cxnSp>
    </p:spTree>
    <p:extLst>
      <p:ext uri="{BB962C8B-B14F-4D97-AF65-F5344CB8AC3E}">
        <p14:creationId xmlns:p14="http://schemas.microsoft.com/office/powerpoint/2010/main" val="3263076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Simulink Semantik</a:t>
            </a:r>
            <a:endParaRPr lang="en-GB" dirty="0"/>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a:xfrm>
                <a:off x="359624" y="2288342"/>
                <a:ext cx="11845075" cy="2215991"/>
              </a:xfrm>
            </p:spPr>
            <p:txBody>
              <a:bodyPr/>
              <a:lstStyle/>
              <a:p>
                <a:pPr marL="342900" indent="-342900">
                  <a:buClr>
                    <a:schemeClr val="tx1"/>
                  </a:buClr>
                  <a:buFont typeface="Wingdings" pitchFamily="2" charset="2"/>
                  <a:buChar char="§"/>
                </a:pPr>
                <a:r>
                  <a:rPr lang="de-DE" sz="2400" dirty="0"/>
                  <a:t>Semantik von The </a:t>
                </a:r>
                <a:r>
                  <a:rPr lang="de-DE" sz="2400" dirty="0" err="1"/>
                  <a:t>MathWorks</a:t>
                </a:r>
                <a:r>
                  <a:rPr lang="de-DE" sz="2400" dirty="0"/>
                  <a:t> nur </a:t>
                </a:r>
                <a:r>
                  <a:rPr lang="de-DE" sz="2400" dirty="0">
                    <a:solidFill>
                      <a:srgbClr val="00B0F0"/>
                    </a:solidFill>
                  </a:rPr>
                  <a:t>informell</a:t>
                </a:r>
                <a:r>
                  <a:rPr lang="de-DE" sz="2400" dirty="0"/>
                  <a:t> beschrieben, </a:t>
                </a:r>
                <a:r>
                  <a:rPr lang="de-DE" sz="2400" dirty="0">
                    <a:solidFill>
                      <a:srgbClr val="00B0F0"/>
                    </a:solidFill>
                  </a:rPr>
                  <a:t>durch Simulation definiert</a:t>
                </a:r>
              </a:p>
              <a:p>
                <a:pPr marL="342900" indent="-342900">
                  <a:buClr>
                    <a:schemeClr val="tx1"/>
                  </a:buClr>
                  <a:buFont typeface="Wingdings" pitchFamily="2" charset="2"/>
                  <a:buChar char="§"/>
                </a:pPr>
                <a:r>
                  <a:rPr lang="de-DE" sz="2400" dirty="0">
                    <a:solidFill>
                      <a:srgbClr val="00B0F0"/>
                    </a:solidFill>
                  </a:rPr>
                  <a:t>Formale Semantik </a:t>
                </a:r>
                <a:r>
                  <a:rPr lang="de-DE" sz="2400" dirty="0"/>
                  <a:t>wird auch untersucht </a:t>
                </a:r>
                <a:br>
                  <a:rPr lang="de-DE" sz="2400" dirty="0"/>
                </a:br>
                <a:r>
                  <a:rPr lang="de-DE" sz="2400" dirty="0"/>
                  <a:t>(z.B. </a:t>
                </a:r>
                <a:r>
                  <a:rPr lang="de-DE" sz="2400" dirty="0" err="1"/>
                  <a:t>Bouissou</a:t>
                </a:r>
                <a:r>
                  <a:rPr lang="de-DE" sz="2400" dirty="0"/>
                  <a:t>, </a:t>
                </a:r>
                <a:r>
                  <a:rPr lang="de-DE" sz="2400" dirty="0" err="1"/>
                  <a:t>Chapoutot</a:t>
                </a:r>
                <a:r>
                  <a:rPr lang="de-DE" sz="2400" dirty="0"/>
                  <a:t>, ACM SIGPLAN 2012)</a:t>
                </a:r>
              </a:p>
              <a:p>
                <a:pPr>
                  <a:buClr>
                    <a:schemeClr val="bg2"/>
                  </a:buClr>
                </a:pPr>
                <a:endParaRPr lang="de-DE" sz="2400" dirty="0"/>
              </a:p>
              <a:p>
                <a:pPr>
                  <a:buClr>
                    <a:schemeClr val="bg2"/>
                  </a:buClr>
                </a:pPr>
                <a:r>
                  <a:rPr lang="de-DE" sz="2400" dirty="0"/>
                  <a:t>Zustände (States) sind Abbildungen </a:t>
                </a:r>
                <a14:m>
                  <m:oMath xmlns:m="http://schemas.openxmlformats.org/officeDocument/2006/math">
                    <m:r>
                      <m:rPr>
                        <m:sty m:val="p"/>
                      </m:rPr>
                      <a:rPr lang="de-DE" sz="2400" b="0" i="0" smtClean="0">
                        <a:latin typeface="Cambria Math" panose="02040503050406030204" pitchFamily="18" charset="0"/>
                      </a:rPr>
                      <m:t>V</m:t>
                    </m:r>
                    <m:r>
                      <a:rPr lang="de-DE" sz="2400" b="0" i="1" smtClean="0">
                        <a:latin typeface="Cambria Math" panose="02040503050406030204" pitchFamily="18" charset="0"/>
                      </a:rPr>
                      <m:t>→</m:t>
                    </m:r>
                    <m:r>
                      <a:rPr lang="de-DE" sz="2400" b="0" i="1" smtClean="0">
                        <a:latin typeface="Cambria Math" panose="02040503050406030204" pitchFamily="18" charset="0"/>
                      </a:rPr>
                      <m:t>ℝ</m:t>
                    </m:r>
                  </m:oMath>
                </a14:m>
                <a:endParaRPr lang="de-DE" sz="2400" b="0" i="1" dirty="0">
                  <a:latin typeface="Cambria Math" panose="02040503050406030204" pitchFamily="18" charset="0"/>
                </a:endParaRPr>
              </a:p>
              <a:p>
                <a:pPr>
                  <a:buClr>
                    <a:schemeClr val="bg2"/>
                  </a:buClr>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𝑉</m:t>
                      </m:r>
                      <m:r>
                        <a:rPr lang="de-DE" sz="2400" i="1">
                          <a:latin typeface="Cambria Math" panose="02040503050406030204" pitchFamily="18" charset="0"/>
                        </a:rPr>
                        <m:t>=</m:t>
                      </m:r>
                      <m:d>
                        <m:dPr>
                          <m:begChr m:val="{"/>
                          <m:endChr m:val="}"/>
                          <m:ctrlPr>
                            <a:rPr lang="de-DE" sz="2400" i="1">
                              <a:latin typeface="Cambria Math" panose="02040503050406030204" pitchFamily="18" charset="0"/>
                            </a:rPr>
                          </m:ctrlPr>
                        </m:dPr>
                        <m:e>
                          <m:r>
                            <a:rPr lang="de-DE" sz="2400" i="1">
                              <a:latin typeface="Cambria Math"/>
                            </a:rPr>
                            <m:t>𝑆𝑖𝑔𝑛𝑎𝑙𝑒</m:t>
                          </m:r>
                          <m:r>
                            <a:rPr lang="de-DE" sz="2400" i="1">
                              <a:latin typeface="Cambria Math"/>
                            </a:rPr>
                            <m:t> </m:t>
                          </m:r>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𝑖</m:t>
                              </m:r>
                            </m:sub>
                          </m:sSub>
                        </m:e>
                      </m:d>
                      <m:r>
                        <a:rPr lang="de-DE" sz="2400" i="1">
                          <a:latin typeface="Cambria Math" panose="02040503050406030204" pitchFamily="18" charset="0"/>
                        </a:rPr>
                        <m:t>∪</m:t>
                      </m:r>
                      <m:d>
                        <m:dPr>
                          <m:begChr m:val="{"/>
                          <m:endChr m:val="}"/>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a:rPr lang="de-DE" sz="2400" i="1">
                                  <a:latin typeface="Cambria Math"/>
                                </a:rPr>
                                <m:t>𝑑𝑖𝑠𝑘𝑟</m:t>
                              </m:r>
                              <m:r>
                                <a:rPr lang="de-DE" sz="2400" i="1">
                                  <a:latin typeface="Cambria Math"/>
                                </a:rPr>
                                <m:t>. </m:t>
                              </m:r>
                              <m:r>
                                <a:rPr lang="de-DE" sz="2400" i="1">
                                  <a:latin typeface="Cambria Math"/>
                                </a:rPr>
                                <m:t>𝑍𝑢𝑠𝑡</m:t>
                              </m:r>
                              <m:r>
                                <a:rPr lang="de-DE" sz="2400" i="1">
                                  <a:latin typeface="Cambria Math"/>
                                </a:rPr>
                                <m:t>ä</m:t>
                              </m:r>
                              <m:r>
                                <a:rPr lang="de-DE" sz="2400" i="1">
                                  <a:latin typeface="Cambria Math"/>
                                </a:rPr>
                                <m:t>𝑛𝑑𝑒</m:t>
                              </m:r>
                              <m:r>
                                <a:rPr lang="de-DE" sz="2400" i="1">
                                  <a:latin typeface="Cambria Math"/>
                                </a:rPr>
                                <m:t> </m:t>
                              </m:r>
                              <m:r>
                                <a:rPr lang="de-DE" sz="2400" i="1">
                                  <a:latin typeface="Cambria Math" panose="02040503050406030204" pitchFamily="18" charset="0"/>
                                </a:rPr>
                                <m:t>𝑑</m:t>
                              </m:r>
                            </m:e>
                            <m:sub>
                              <m:r>
                                <a:rPr lang="de-DE" sz="2400" i="1">
                                  <a:latin typeface="Cambria Math" panose="02040503050406030204" pitchFamily="18" charset="0"/>
                                </a:rPr>
                                <m:t>𝑖</m:t>
                              </m:r>
                            </m:sub>
                          </m:sSub>
                        </m:e>
                      </m:d>
                      <m:r>
                        <a:rPr lang="de-DE" sz="2400" i="1">
                          <a:latin typeface="Cambria Math" panose="02040503050406030204" pitchFamily="18" charset="0"/>
                        </a:rPr>
                        <m:t>∪</m:t>
                      </m:r>
                      <m:d>
                        <m:dPr>
                          <m:begChr m:val="{"/>
                          <m:endChr m:val="}"/>
                          <m:ctrlPr>
                            <a:rPr lang="de-DE" sz="2400" i="1">
                              <a:latin typeface="Cambria Math" panose="02040503050406030204" pitchFamily="18" charset="0"/>
                            </a:rPr>
                          </m:ctrlPr>
                        </m:dPr>
                        <m:e>
                          <m:r>
                            <a:rPr lang="de-DE" sz="2400" i="1">
                              <a:latin typeface="Cambria Math"/>
                            </a:rPr>
                            <m:t>𝑘𝑜𝑛𝑡</m:t>
                          </m:r>
                          <m:r>
                            <a:rPr lang="de-DE" sz="2400" i="1">
                              <a:latin typeface="Cambria Math"/>
                            </a:rPr>
                            <m:t>. </m:t>
                          </m:r>
                          <m:r>
                            <a:rPr lang="de-DE" sz="2400" i="1">
                              <a:latin typeface="Cambria Math"/>
                            </a:rPr>
                            <m:t>𝑍𝑢𝑠𝑡</m:t>
                          </m:r>
                          <m:r>
                            <a:rPr lang="de-DE" sz="2400" i="1">
                              <a:latin typeface="Cambria Math"/>
                            </a:rPr>
                            <m:t>ä</m:t>
                          </m:r>
                          <m:r>
                            <a:rPr lang="de-DE" sz="2400" i="1">
                              <a:latin typeface="Cambria Math"/>
                            </a:rPr>
                            <m:t>𝑛𝑑𝑒</m:t>
                          </m:r>
                          <m:r>
                            <a:rPr lang="de-DE" sz="2400" i="1">
                              <a:latin typeface="Cambria Math"/>
                            </a:rPr>
                            <m:t> </m:t>
                          </m:r>
                          <m:sSub>
                            <m:sSubPr>
                              <m:ctrlPr>
                                <a:rPr lang="de-DE" sz="2400" i="1">
                                  <a:latin typeface="Cambria Math" panose="02040503050406030204" pitchFamily="18" charset="0"/>
                                </a:rPr>
                              </m:ctrlPr>
                            </m:sSubPr>
                            <m:e>
                              <m:r>
                                <a:rPr lang="de-DE" sz="2400" i="1">
                                  <a:latin typeface="Cambria Math" panose="02040503050406030204" pitchFamily="18" charset="0"/>
                                </a:rPr>
                                <m:t>𝑥</m:t>
                              </m:r>
                            </m:e>
                            <m:sub>
                              <m:r>
                                <a:rPr lang="de-DE" sz="2400" i="1">
                                  <a:latin typeface="Cambria Math" panose="02040503050406030204" pitchFamily="18" charset="0"/>
                                </a:rPr>
                                <m:t>𝑖</m:t>
                              </m:r>
                            </m:sub>
                          </m:sSub>
                        </m:e>
                      </m:d>
                      <m:r>
                        <a:rPr lang="de-DE" sz="2400" i="1">
                          <a:latin typeface="Cambria Math" panose="02040503050406030204" pitchFamily="18" charset="0"/>
                        </a:rPr>
                        <m:t>∪</m:t>
                      </m:r>
                      <m:d>
                        <m:dPr>
                          <m:begChr m:val="{"/>
                          <m:endChr m:val="}"/>
                          <m:ctrlPr>
                            <a:rPr lang="de-DE" sz="2400" i="1">
                              <a:latin typeface="Cambria Math" panose="02040503050406030204" pitchFamily="18" charset="0"/>
                            </a:rPr>
                          </m:ctrlPr>
                        </m:dPr>
                        <m:e>
                          <m:r>
                            <a:rPr lang="de-DE" sz="2400" i="1">
                              <a:latin typeface="Cambria Math"/>
                            </a:rPr>
                            <m:t>𝑍𝑒𝑖𝑡</m:t>
                          </m:r>
                          <m:r>
                            <a:rPr lang="de-DE" sz="2400" i="1">
                              <a:latin typeface="Cambria Math"/>
                            </a:rPr>
                            <m:t> </m:t>
                          </m:r>
                          <m:r>
                            <a:rPr lang="de-DE" sz="2400" i="1">
                              <a:latin typeface="Cambria Math" panose="02040503050406030204" pitchFamily="18" charset="0"/>
                            </a:rPr>
                            <m:t>𝑡</m:t>
                          </m:r>
                          <m:r>
                            <a:rPr lang="de-DE" sz="2400" i="1">
                              <a:latin typeface="Cambria Math" panose="02040503050406030204" pitchFamily="18" charset="0"/>
                            </a:rPr>
                            <m:t>, </m:t>
                          </m:r>
                          <m:r>
                            <a:rPr lang="de-DE" sz="2400" i="1">
                              <a:latin typeface="Cambria Math"/>
                            </a:rPr>
                            <m:t>𝑆𝑐h𝑟𝑖𝑡𝑡𝑤𝑒𝑖𝑡𝑒</m:t>
                          </m:r>
                          <m:r>
                            <a:rPr lang="de-DE" sz="2400" i="1">
                              <a:latin typeface="Cambria Math"/>
                            </a:rPr>
                            <m:t> </m:t>
                          </m:r>
                          <m:r>
                            <a:rPr lang="de-DE" sz="2400" i="1">
                              <a:latin typeface="Cambria Math" panose="02040503050406030204" pitchFamily="18" charset="0"/>
                            </a:rPr>
                            <m:t>h</m:t>
                          </m:r>
                        </m:e>
                      </m:d>
                    </m:oMath>
                  </m:oMathPara>
                </a14:m>
                <a:endParaRPr lang="en-GB" sz="2800" dirty="0"/>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xfrm>
                <a:off x="359624" y="2288342"/>
                <a:ext cx="11845075" cy="2215991"/>
              </a:xfrm>
              <a:blipFill>
                <a:blip r:embed="rId3"/>
                <a:stretch>
                  <a:fillRect l="-1608" t="-4571" b="-5714"/>
                </a:stretch>
              </a:blipFill>
            </p:spPr>
            <p:txBody>
              <a:bodyPr/>
              <a:lstStyle/>
              <a:p>
                <a:r>
                  <a:rPr lang="en-DE">
                    <a:noFill/>
                  </a:rPr>
                  <a:t> </a:t>
                </a:r>
              </a:p>
            </p:txBody>
          </p:sp>
        </mc:Fallback>
      </mc:AlternateContent>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30</a:t>
            </a:fld>
            <a:r>
              <a:rPr lang="de-DE"/>
              <a:t> </a:t>
            </a:r>
            <a:endParaRPr lang="de-DE">
              <a:solidFill>
                <a:srgbClr val="00004B"/>
              </a:solidFill>
            </a:endParaRPr>
          </a:p>
        </p:txBody>
      </p:sp>
    </p:spTree>
    <p:extLst>
      <p:ext uri="{BB962C8B-B14F-4D97-AF65-F5344CB8AC3E}">
        <p14:creationId xmlns:p14="http://schemas.microsoft.com/office/powerpoint/2010/main" val="3436761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7371922" cy="984885"/>
          </a:xfrm>
        </p:spPr>
        <p:txBody>
          <a:bodyPr/>
          <a:lstStyle/>
          <a:p>
            <a:r>
              <a:rPr lang="de-DE" dirty="0"/>
              <a:t>Simulink Semantik: Simulation</a:t>
            </a:r>
          </a:p>
        </p:txBody>
      </p:sp>
      <p:sp>
        <p:nvSpPr>
          <p:cNvPr id="3" name="Inhaltsplatzhalter 2"/>
          <p:cNvSpPr>
            <a:spLocks noGrp="1"/>
          </p:cNvSpPr>
          <p:nvPr>
            <p:ph idx="1"/>
          </p:nvPr>
        </p:nvSpPr>
        <p:spPr>
          <a:xfrm>
            <a:off x="340887" y="2188429"/>
            <a:ext cx="11077219" cy="4031873"/>
          </a:xfrm>
        </p:spPr>
        <p:txBody>
          <a:bodyPr/>
          <a:lstStyle/>
          <a:p>
            <a:pPr marL="342900" indent="-342900">
              <a:buFont typeface="Wingdings" pitchFamily="2" charset="2"/>
              <a:buChar char="§"/>
            </a:pPr>
            <a:r>
              <a:rPr lang="de-DE" sz="2800" dirty="0"/>
              <a:t>Simulink interpretiert die Modelle durch </a:t>
            </a:r>
            <a:r>
              <a:rPr lang="de-DE" sz="2800" dirty="0">
                <a:solidFill>
                  <a:srgbClr val="00B0F0"/>
                </a:solidFill>
              </a:rPr>
              <a:t>Simulation</a:t>
            </a:r>
          </a:p>
          <a:p>
            <a:pPr marL="742950" lvl="1" indent="-285750">
              <a:buFont typeface="Wingdings" pitchFamily="2" charset="2"/>
              <a:buChar char="§"/>
            </a:pPr>
            <a:r>
              <a:rPr lang="de-DE" sz="2000" dirty="0"/>
              <a:t>= Schrittweises Lösen des </a:t>
            </a:r>
            <a:r>
              <a:rPr lang="de-DE" sz="2000" dirty="0">
                <a:solidFill>
                  <a:srgbClr val="00B0F0"/>
                </a:solidFill>
              </a:rPr>
              <a:t>(in Blöcken erstellten) Differentialgleichungssystems </a:t>
            </a:r>
            <a:r>
              <a:rPr lang="de-DE" sz="2000" dirty="0"/>
              <a:t>mit Hilfe   </a:t>
            </a:r>
            <a:br>
              <a:rPr lang="de-DE" sz="2000" dirty="0"/>
            </a:br>
            <a:r>
              <a:rPr lang="de-DE" sz="2000" dirty="0"/>
              <a:t>   numerischer </a:t>
            </a:r>
            <a:r>
              <a:rPr lang="de-DE" sz="2000" dirty="0">
                <a:solidFill>
                  <a:srgbClr val="00B0F0"/>
                </a:solidFill>
              </a:rPr>
              <a:t>Integrationsverfahren</a:t>
            </a:r>
            <a:r>
              <a:rPr lang="de-DE" sz="2000" dirty="0"/>
              <a:t> </a:t>
            </a:r>
          </a:p>
          <a:p>
            <a:pPr marL="342900" indent="-342900">
              <a:buFont typeface="Wingdings" pitchFamily="2" charset="2"/>
              <a:buChar char="§"/>
            </a:pPr>
            <a:endParaRPr lang="de-DE" sz="2800" dirty="0"/>
          </a:p>
          <a:p>
            <a:pPr marL="342900" indent="-342900">
              <a:buFont typeface="Wingdings" pitchFamily="2" charset="2"/>
              <a:buChar char="§"/>
            </a:pPr>
            <a:r>
              <a:rPr lang="de-DE" sz="2800" dirty="0"/>
              <a:t>Konfigurationsmöglichkeiten:</a:t>
            </a:r>
          </a:p>
          <a:p>
            <a:pPr marL="800100" lvl="1" indent="-342900">
              <a:buFont typeface="Wingdings" pitchFamily="2" charset="2"/>
              <a:buChar char="§"/>
            </a:pPr>
            <a:r>
              <a:rPr lang="de-DE" sz="2400" dirty="0"/>
              <a:t>Wahl des Integrationsalgorithmus</a:t>
            </a:r>
          </a:p>
          <a:p>
            <a:pPr marL="800100" lvl="1" indent="-342900">
              <a:buFont typeface="Wingdings" pitchFamily="2" charset="2"/>
              <a:buChar char="§"/>
            </a:pPr>
            <a:r>
              <a:rPr lang="de-DE" sz="2400" dirty="0"/>
              <a:t>Schrittweitensteuerung (Fixed-</a:t>
            </a:r>
            <a:r>
              <a:rPr lang="de-DE" sz="2400" dirty="0" err="1"/>
              <a:t>step</a:t>
            </a:r>
            <a:r>
              <a:rPr lang="de-DE" sz="2400" dirty="0"/>
              <a:t> oder Variable-</a:t>
            </a:r>
            <a:r>
              <a:rPr lang="de-DE" sz="2400" dirty="0" err="1"/>
              <a:t>step</a:t>
            </a:r>
            <a:r>
              <a:rPr lang="de-DE" sz="2400" dirty="0"/>
              <a:t>)</a:t>
            </a:r>
          </a:p>
          <a:p>
            <a:pPr marL="800100" lvl="1" indent="-342900">
              <a:buFont typeface="Wingdings" pitchFamily="2" charset="2"/>
              <a:buChar char="§"/>
            </a:pPr>
            <a:r>
              <a:rPr lang="de-DE" sz="2400" dirty="0"/>
              <a:t>maximale Schrittweite (Max </a:t>
            </a:r>
            <a:r>
              <a:rPr lang="de-DE" sz="2400" dirty="0" err="1"/>
              <a:t>step</a:t>
            </a:r>
            <a:r>
              <a:rPr lang="de-DE" sz="2400" dirty="0"/>
              <a:t> </a:t>
            </a:r>
            <a:r>
              <a:rPr lang="de-DE" sz="2400" dirty="0" err="1"/>
              <a:t>size</a:t>
            </a:r>
            <a:r>
              <a:rPr lang="de-DE" sz="2400" dirty="0"/>
              <a:t>)</a:t>
            </a:r>
          </a:p>
          <a:p>
            <a:pPr marL="800100" lvl="1" indent="-342900">
              <a:buFont typeface="Wingdings" pitchFamily="2" charset="2"/>
              <a:buChar char="§"/>
            </a:pPr>
            <a:r>
              <a:rPr lang="de-DE" sz="2400" dirty="0"/>
              <a:t>Anfangsschrittweite (Initial </a:t>
            </a:r>
            <a:r>
              <a:rPr lang="de-DE" sz="2400" dirty="0" err="1"/>
              <a:t>step</a:t>
            </a:r>
            <a:r>
              <a:rPr lang="de-DE" sz="2400" dirty="0"/>
              <a:t> </a:t>
            </a:r>
            <a:r>
              <a:rPr lang="de-DE" sz="2400" dirty="0" err="1"/>
              <a:t>size</a:t>
            </a:r>
            <a:r>
              <a:rPr lang="de-DE" sz="2400" dirty="0"/>
              <a:t>)</a:t>
            </a:r>
          </a:p>
          <a:p>
            <a:pPr marL="800100" lvl="1" indent="-342900">
              <a:buFont typeface="Wingdings" pitchFamily="2" charset="2"/>
              <a:buChar char="§"/>
            </a:pPr>
            <a:r>
              <a:rPr lang="de-DE" sz="2400" dirty="0"/>
              <a:t>Fehlertoleranzen</a:t>
            </a:r>
          </a:p>
          <a:p>
            <a:pPr>
              <a:buFont typeface="Symbol" panose="05050102010706020507" pitchFamily="18" charset="2"/>
              <a:buChar char="-"/>
            </a:pPr>
            <a:endParaRPr lang="de-DE" sz="2000" dirty="0"/>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31</a:t>
            </a:fld>
            <a:r>
              <a:rPr lang="de-DE"/>
              <a:t> </a:t>
            </a:r>
            <a:endParaRPr lang="de-DE">
              <a:solidFill>
                <a:srgbClr val="00004B"/>
              </a:solidFill>
            </a:endParaRPr>
          </a:p>
        </p:txBody>
      </p:sp>
    </p:spTree>
    <p:extLst>
      <p:ext uri="{BB962C8B-B14F-4D97-AF65-F5344CB8AC3E}">
        <p14:creationId xmlns:p14="http://schemas.microsoft.com/office/powerpoint/2010/main" val="2166100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Simulink Solver</a:t>
            </a:r>
          </a:p>
        </p:txBody>
      </p:sp>
      <p:sp>
        <p:nvSpPr>
          <p:cNvPr id="3" name="Inhaltsplatzhalter 2"/>
          <p:cNvSpPr>
            <a:spLocks noGrp="1"/>
          </p:cNvSpPr>
          <p:nvPr>
            <p:ph idx="1"/>
          </p:nvPr>
        </p:nvSpPr>
        <p:spPr>
          <a:xfrm>
            <a:off x="346049" y="2133999"/>
            <a:ext cx="11377484" cy="2963545"/>
          </a:xfrm>
        </p:spPr>
        <p:txBody>
          <a:bodyPr>
            <a:noAutofit/>
          </a:bodyPr>
          <a:lstStyle/>
          <a:p>
            <a:r>
              <a:rPr lang="en-US" sz="2400" dirty="0">
                <a:sym typeface="Wingdings" panose="05000000000000000000" pitchFamily="2" charset="2"/>
              </a:rPr>
              <a:t> </a:t>
            </a:r>
            <a:r>
              <a:rPr lang="en-US" sz="2400" dirty="0" err="1"/>
              <a:t>Schrittweise</a:t>
            </a:r>
            <a:r>
              <a:rPr lang="en-US" sz="2400" dirty="0"/>
              <a:t> Simulation </a:t>
            </a:r>
            <a:r>
              <a:rPr lang="en-US" sz="2400" dirty="0" err="1"/>
              <a:t>für</a:t>
            </a:r>
            <a:r>
              <a:rPr lang="en-US" sz="2400" dirty="0"/>
              <a:t> </a:t>
            </a:r>
            <a:r>
              <a:rPr lang="en-US" sz="2400" dirty="0" err="1"/>
              <a:t>geg</a:t>
            </a:r>
            <a:r>
              <a:rPr lang="en-US" sz="2400" dirty="0"/>
              <a:t>. </a:t>
            </a:r>
            <a:r>
              <a:rPr lang="en-US" sz="2400" dirty="0" err="1"/>
              <a:t>Zeitintervall</a:t>
            </a:r>
            <a:endParaRPr lang="en-US" sz="2400" dirty="0"/>
          </a:p>
          <a:p>
            <a:endParaRPr lang="en-US" sz="2400" dirty="0"/>
          </a:p>
          <a:p>
            <a:pPr marL="342900" indent="-342900">
              <a:buClr>
                <a:schemeClr val="tx1"/>
              </a:buClr>
              <a:buFont typeface="Wingdings" pitchFamily="2" charset="2"/>
              <a:buChar char="§"/>
            </a:pPr>
            <a:r>
              <a:rPr lang="en-US" sz="2400" i="1" dirty="0">
                <a:solidFill>
                  <a:srgbClr val="00B0F0"/>
                </a:solidFill>
              </a:rPr>
              <a:t>continuous solver</a:t>
            </a:r>
          </a:p>
          <a:p>
            <a:pPr marL="800100" lvl="1" indent="-342900">
              <a:buClr>
                <a:schemeClr val="tx1"/>
              </a:buClr>
              <a:buFont typeface="Wingdings" pitchFamily="2" charset="2"/>
              <a:buChar char="§"/>
            </a:pPr>
            <a:r>
              <a:rPr lang="en-US" sz="2400" dirty="0" err="1"/>
              <a:t>erforderlich</a:t>
            </a:r>
            <a:r>
              <a:rPr lang="en-US" sz="2400" dirty="0"/>
              <a:t>, </a:t>
            </a:r>
            <a:r>
              <a:rPr lang="en-US" sz="2400" dirty="0" err="1"/>
              <a:t>wenn</a:t>
            </a:r>
            <a:r>
              <a:rPr lang="en-US" sz="2400" dirty="0"/>
              <a:t> das Modell </a:t>
            </a:r>
            <a:r>
              <a:rPr lang="en-US" sz="2400" dirty="0" err="1">
                <a:solidFill>
                  <a:srgbClr val="00B0F0"/>
                </a:solidFill>
              </a:rPr>
              <a:t>kontinuierliche</a:t>
            </a:r>
            <a:r>
              <a:rPr lang="en-US" sz="2400" dirty="0">
                <a:solidFill>
                  <a:srgbClr val="00B0F0"/>
                </a:solidFill>
              </a:rPr>
              <a:t> </a:t>
            </a:r>
            <a:r>
              <a:rPr lang="en-US" sz="2400" dirty="0" err="1">
                <a:solidFill>
                  <a:srgbClr val="00B0F0"/>
                </a:solidFill>
              </a:rPr>
              <a:t>Blöcke</a:t>
            </a:r>
            <a:r>
              <a:rPr lang="en-US" sz="2400" dirty="0">
                <a:solidFill>
                  <a:srgbClr val="00B0F0"/>
                </a:solidFill>
              </a:rPr>
              <a:t> </a:t>
            </a:r>
            <a:r>
              <a:rPr lang="en-US" sz="2400" dirty="0" err="1"/>
              <a:t>enthält</a:t>
            </a:r>
            <a:endParaRPr lang="en-US" sz="2400" dirty="0"/>
          </a:p>
          <a:p>
            <a:pPr marL="800100" lvl="1" indent="-342900">
              <a:buClr>
                <a:schemeClr val="tx1"/>
              </a:buClr>
              <a:buFont typeface="Wingdings" pitchFamily="2" charset="2"/>
              <a:buChar char="§"/>
            </a:pPr>
            <a:r>
              <a:rPr lang="en-US" sz="2400" dirty="0" err="1">
                <a:solidFill>
                  <a:srgbClr val="00B0F0"/>
                </a:solidFill>
              </a:rPr>
              <a:t>numerische</a:t>
            </a:r>
            <a:r>
              <a:rPr lang="en-US" sz="2400" dirty="0">
                <a:solidFill>
                  <a:srgbClr val="00B0F0"/>
                </a:solidFill>
              </a:rPr>
              <a:t> Integration </a:t>
            </a:r>
            <a:r>
              <a:rPr lang="en-US" sz="2400" dirty="0" err="1"/>
              <a:t>zur</a:t>
            </a:r>
            <a:r>
              <a:rPr lang="en-US" sz="2400" dirty="0"/>
              <a:t> </a:t>
            </a:r>
            <a:r>
              <a:rPr lang="en-US" sz="2400" dirty="0" err="1"/>
              <a:t>Berechnung</a:t>
            </a:r>
            <a:r>
              <a:rPr lang="en-US" sz="2400" dirty="0"/>
              <a:t> der </a:t>
            </a:r>
            <a:r>
              <a:rPr lang="en-US" sz="2400" dirty="0" err="1"/>
              <a:t>internen</a:t>
            </a:r>
            <a:r>
              <a:rPr lang="en-US" sz="2400" dirty="0"/>
              <a:t> </a:t>
            </a:r>
            <a:r>
              <a:rPr lang="en-US" sz="2400" dirty="0" err="1"/>
              <a:t>Zustände</a:t>
            </a:r>
            <a:r>
              <a:rPr lang="en-US" sz="2400" dirty="0"/>
              <a:t> </a:t>
            </a:r>
            <a:r>
              <a:rPr lang="en-US" sz="2400" dirty="0" err="1"/>
              <a:t>kontinuierlicher</a:t>
            </a:r>
            <a:r>
              <a:rPr lang="en-US" sz="2400" dirty="0"/>
              <a:t> </a:t>
            </a:r>
            <a:r>
              <a:rPr lang="en-US" sz="2400" dirty="0" err="1"/>
              <a:t>Blöcke</a:t>
            </a:r>
            <a:endParaRPr lang="en-US" sz="2400" dirty="0"/>
          </a:p>
          <a:p>
            <a:pPr marL="342900" indent="-342900">
              <a:buClr>
                <a:schemeClr val="tx1"/>
              </a:buClr>
              <a:buFont typeface="Wingdings" pitchFamily="2" charset="2"/>
              <a:buChar char="§"/>
            </a:pPr>
            <a:endParaRPr lang="en-US" sz="2400" i="1" dirty="0">
              <a:solidFill>
                <a:srgbClr val="00B0F0"/>
              </a:solidFill>
            </a:endParaRPr>
          </a:p>
          <a:p>
            <a:pPr marL="342900" indent="-342900">
              <a:buClr>
                <a:schemeClr val="tx1"/>
              </a:buClr>
              <a:buFont typeface="Wingdings" pitchFamily="2" charset="2"/>
              <a:buChar char="§"/>
            </a:pPr>
            <a:r>
              <a:rPr lang="en-US" sz="2400" i="1" dirty="0">
                <a:solidFill>
                  <a:srgbClr val="00B0F0"/>
                </a:solidFill>
              </a:rPr>
              <a:t>discrete solver</a:t>
            </a:r>
          </a:p>
          <a:p>
            <a:pPr marL="800100" lvl="1" indent="-342900">
              <a:buClr>
                <a:schemeClr val="tx1"/>
              </a:buClr>
              <a:buFont typeface="Wingdings" pitchFamily="2" charset="2"/>
              <a:buChar char="§"/>
            </a:pPr>
            <a:r>
              <a:rPr lang="en-US" sz="2400" dirty="0" err="1"/>
              <a:t>Für</a:t>
            </a:r>
            <a:r>
              <a:rPr lang="en-US" sz="2400" dirty="0"/>
              <a:t> </a:t>
            </a:r>
            <a:r>
              <a:rPr lang="en-US" sz="2400" dirty="0" err="1"/>
              <a:t>Modelle</a:t>
            </a:r>
            <a:r>
              <a:rPr lang="en-US" sz="2400" dirty="0"/>
              <a:t> </a:t>
            </a:r>
            <a:r>
              <a:rPr lang="en-US" sz="2400" dirty="0" err="1"/>
              <a:t>ohne</a:t>
            </a:r>
            <a:r>
              <a:rPr lang="en-US" sz="2400" dirty="0"/>
              <a:t> </a:t>
            </a:r>
            <a:r>
              <a:rPr lang="en-US" sz="2400" dirty="0" err="1"/>
              <a:t>kontinuierliche</a:t>
            </a:r>
            <a:r>
              <a:rPr lang="en-US" sz="2400" dirty="0"/>
              <a:t> </a:t>
            </a:r>
            <a:r>
              <a:rPr lang="en-US" sz="2400" dirty="0" err="1"/>
              <a:t>Blöcke</a:t>
            </a:r>
            <a:r>
              <a:rPr lang="en-US" sz="2400" dirty="0"/>
              <a:t> </a:t>
            </a:r>
          </a:p>
          <a:p>
            <a:pPr marL="800100" lvl="1" indent="-342900">
              <a:buClr>
                <a:schemeClr val="tx1"/>
              </a:buClr>
              <a:buFont typeface="Wingdings" pitchFamily="2" charset="2"/>
              <a:buChar char="§"/>
            </a:pPr>
            <a:r>
              <a:rPr lang="en-US" sz="2400" dirty="0" err="1"/>
              <a:t>Berechnung</a:t>
            </a:r>
            <a:r>
              <a:rPr lang="en-US" sz="2400" dirty="0"/>
              <a:t> der </a:t>
            </a:r>
            <a:r>
              <a:rPr lang="en-US" sz="2400" dirty="0" err="1"/>
              <a:t>Werte</a:t>
            </a:r>
            <a:r>
              <a:rPr lang="en-US" sz="2400" dirty="0"/>
              <a:t> </a:t>
            </a:r>
            <a:r>
              <a:rPr lang="en-US" sz="2400" dirty="0" err="1"/>
              <a:t>für</a:t>
            </a:r>
            <a:r>
              <a:rPr lang="en-US" sz="2400" dirty="0"/>
              <a:t> </a:t>
            </a:r>
            <a:r>
              <a:rPr lang="en-US" sz="2400" dirty="0" err="1"/>
              <a:t>einen</a:t>
            </a:r>
            <a:r>
              <a:rPr lang="en-US" sz="2400" dirty="0"/>
              <a:t> </a:t>
            </a:r>
            <a:r>
              <a:rPr lang="en-US" sz="2400" dirty="0" err="1"/>
              <a:t>Schritt</a:t>
            </a:r>
            <a:endParaRPr lang="en-US" sz="2400" dirty="0"/>
          </a:p>
          <a:p>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32</a:t>
            </a:fld>
            <a:r>
              <a:rPr lang="de-DE"/>
              <a:t> </a:t>
            </a:r>
            <a:endParaRPr lang="de-DE">
              <a:solidFill>
                <a:srgbClr val="00004B"/>
              </a:solidFill>
            </a:endParaRPr>
          </a:p>
        </p:txBody>
      </p:sp>
    </p:spTree>
    <p:extLst>
      <p:ext uri="{BB962C8B-B14F-4D97-AF65-F5344CB8AC3E}">
        <p14:creationId xmlns:p14="http://schemas.microsoft.com/office/powerpoint/2010/main" val="71821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8123037" cy="984885"/>
          </a:xfrm>
        </p:spPr>
        <p:txBody>
          <a:bodyPr/>
          <a:lstStyle/>
          <a:p>
            <a:r>
              <a:rPr lang="en-US" dirty="0"/>
              <a:t>Simulink Solver: </a:t>
            </a:r>
            <a:r>
              <a:rPr lang="en-US" dirty="0" err="1"/>
              <a:t>Schrittweite</a:t>
            </a:r>
            <a:endParaRPr lang="de-DE" dirty="0"/>
          </a:p>
        </p:txBody>
      </p:sp>
      <p:sp>
        <p:nvSpPr>
          <p:cNvPr id="3" name="Inhaltsplatzhalter 2"/>
          <p:cNvSpPr>
            <a:spLocks noGrp="1"/>
          </p:cNvSpPr>
          <p:nvPr>
            <p:ph idx="1"/>
          </p:nvPr>
        </p:nvSpPr>
        <p:spPr>
          <a:xfrm>
            <a:off x="346048" y="2308171"/>
            <a:ext cx="11225084" cy="2963545"/>
          </a:xfrm>
        </p:spPr>
        <p:txBody>
          <a:bodyPr>
            <a:noAutofit/>
          </a:bodyPr>
          <a:lstStyle/>
          <a:p>
            <a:pPr marL="285750" indent="-285750">
              <a:buClr>
                <a:schemeClr val="tx1"/>
              </a:buClr>
              <a:buFont typeface="Wingdings" pitchFamily="2" charset="2"/>
              <a:buChar char="§"/>
            </a:pPr>
            <a:r>
              <a:rPr lang="en-US" sz="2400" i="1" dirty="0">
                <a:solidFill>
                  <a:srgbClr val="00B0F0"/>
                </a:solidFill>
              </a:rPr>
              <a:t>Fixed-step solver</a:t>
            </a:r>
          </a:p>
          <a:p>
            <a:pPr marL="742950" lvl="1" indent="-285750">
              <a:buClr>
                <a:schemeClr val="tx1"/>
              </a:buClr>
              <a:buFont typeface="Wingdings" pitchFamily="2" charset="2"/>
              <a:buChar char="§"/>
            </a:pPr>
            <a:r>
              <a:rPr lang="en-US" sz="2400" dirty="0" err="1"/>
              <a:t>konstante</a:t>
            </a:r>
            <a:r>
              <a:rPr lang="en-US" sz="2400" dirty="0"/>
              <a:t> </a:t>
            </a:r>
            <a:r>
              <a:rPr lang="en-US" sz="2400" dirty="0" err="1"/>
              <a:t>Schrittweite</a:t>
            </a:r>
            <a:endParaRPr lang="en-US" sz="2400" dirty="0"/>
          </a:p>
          <a:p>
            <a:pPr marL="742950" lvl="1" indent="-285750">
              <a:buClr>
                <a:schemeClr val="tx1"/>
              </a:buClr>
              <a:buFont typeface="Wingdings" pitchFamily="2" charset="2"/>
              <a:buChar char="§"/>
            </a:pPr>
            <a:r>
              <a:rPr lang="en-US" sz="2400" dirty="0"/>
              <a:t>Analog </a:t>
            </a:r>
            <a:r>
              <a:rPr lang="en-US" sz="2400" dirty="0" err="1"/>
              <a:t>zu</a:t>
            </a:r>
            <a:r>
              <a:rPr lang="en-US" sz="2400" dirty="0"/>
              <a:t> </a:t>
            </a:r>
            <a:r>
              <a:rPr lang="en-US" sz="2400" dirty="0" err="1"/>
              <a:t>eingebetteten</a:t>
            </a:r>
            <a:r>
              <a:rPr lang="en-US" sz="2400" dirty="0"/>
              <a:t> </a:t>
            </a:r>
            <a:r>
              <a:rPr lang="en-US" sz="2400" dirty="0" err="1"/>
              <a:t>Systemen</a:t>
            </a:r>
            <a:r>
              <a:rPr lang="en-US" sz="2400" dirty="0"/>
              <a:t> </a:t>
            </a:r>
            <a:r>
              <a:rPr lang="en-US" sz="2400" dirty="0" err="1"/>
              <a:t>mit</a:t>
            </a:r>
            <a:r>
              <a:rPr lang="en-US" sz="2400" dirty="0"/>
              <a:t> </a:t>
            </a:r>
            <a:r>
              <a:rPr lang="en-US" sz="2400" dirty="0" err="1"/>
              <a:t>globaler</a:t>
            </a:r>
            <a:r>
              <a:rPr lang="en-US" sz="2400" dirty="0"/>
              <a:t> </a:t>
            </a:r>
            <a:r>
              <a:rPr lang="en-US" sz="2400" i="1" dirty="0"/>
              <a:t>sampling rate</a:t>
            </a:r>
          </a:p>
          <a:p>
            <a:pPr marL="742950" lvl="1" indent="-285750">
              <a:buClr>
                <a:schemeClr val="tx1"/>
              </a:buClr>
              <a:buFont typeface="Wingdings" pitchFamily="2" charset="2"/>
              <a:buChar char="§"/>
            </a:pPr>
            <a:endParaRPr lang="en-US" sz="2400" dirty="0"/>
          </a:p>
          <a:p>
            <a:pPr marL="285750" indent="-285750">
              <a:buClr>
                <a:schemeClr val="tx1"/>
              </a:buClr>
              <a:buFont typeface="Wingdings" pitchFamily="2" charset="2"/>
              <a:buChar char="§"/>
            </a:pPr>
            <a:r>
              <a:rPr lang="en-US" sz="2400" i="1" dirty="0">
                <a:solidFill>
                  <a:srgbClr val="00B0F0"/>
                </a:solidFill>
              </a:rPr>
              <a:t>Variable-step solver</a:t>
            </a:r>
          </a:p>
          <a:p>
            <a:pPr marL="742950" lvl="1" indent="-285750">
              <a:buClr>
                <a:schemeClr val="tx1"/>
              </a:buClr>
              <a:buFont typeface="Wingdings" pitchFamily="2" charset="2"/>
              <a:buChar char="§"/>
            </a:pPr>
            <a:r>
              <a:rPr lang="en-US" sz="2400" dirty="0" err="1"/>
              <a:t>kleinere</a:t>
            </a:r>
            <a:r>
              <a:rPr lang="en-US" sz="2400" dirty="0"/>
              <a:t> </a:t>
            </a:r>
            <a:r>
              <a:rPr lang="en-US" sz="2400" dirty="0" err="1"/>
              <a:t>Schrittweite</a:t>
            </a:r>
            <a:r>
              <a:rPr lang="en-US" sz="2400" dirty="0"/>
              <a:t> </a:t>
            </a:r>
            <a:r>
              <a:rPr lang="en-US" sz="2400" dirty="0" err="1"/>
              <a:t>bei</a:t>
            </a:r>
            <a:r>
              <a:rPr lang="en-US" sz="2400" dirty="0"/>
              <a:t> </a:t>
            </a:r>
            <a:r>
              <a:rPr lang="en-US" sz="2400" dirty="0" err="1"/>
              <a:t>schnellen</a:t>
            </a:r>
            <a:r>
              <a:rPr lang="en-US" sz="2400" dirty="0"/>
              <a:t> </a:t>
            </a:r>
            <a:r>
              <a:rPr lang="en-US" sz="2400" dirty="0" err="1"/>
              <a:t>Zustandsänderungen</a:t>
            </a:r>
            <a:r>
              <a:rPr lang="en-US" sz="2400" dirty="0"/>
              <a:t> </a:t>
            </a:r>
            <a:br>
              <a:rPr lang="en-US" sz="2400" dirty="0"/>
            </a:br>
            <a:r>
              <a:rPr lang="en-US" sz="2400" dirty="0"/>
              <a:t>(</a:t>
            </a:r>
            <a:r>
              <a:rPr lang="en-US" sz="2400" dirty="0" err="1"/>
              <a:t>höhere</a:t>
            </a:r>
            <a:r>
              <a:rPr lang="en-US" sz="2400" dirty="0"/>
              <a:t> </a:t>
            </a:r>
            <a:r>
              <a:rPr lang="en-US" sz="2400" dirty="0" err="1"/>
              <a:t>Präzision</a:t>
            </a:r>
            <a:r>
              <a:rPr lang="en-US" sz="2400" dirty="0"/>
              <a:t>, </a:t>
            </a:r>
            <a:r>
              <a:rPr lang="en-US" sz="2400" dirty="0" err="1"/>
              <a:t>mehr</a:t>
            </a:r>
            <a:r>
              <a:rPr lang="en-US" sz="2400" dirty="0"/>
              <a:t> </a:t>
            </a:r>
            <a:r>
              <a:rPr lang="en-US" sz="2400" dirty="0" err="1"/>
              <a:t>Simulationszeit</a:t>
            </a:r>
            <a:r>
              <a:rPr lang="en-US" sz="2400" dirty="0"/>
              <a:t>)</a:t>
            </a:r>
          </a:p>
          <a:p>
            <a:pPr marL="742950" lvl="1" indent="-285750">
              <a:buClr>
                <a:schemeClr val="tx1"/>
              </a:buClr>
              <a:buFont typeface="Wingdings" pitchFamily="2" charset="2"/>
              <a:buChar char="§"/>
            </a:pPr>
            <a:r>
              <a:rPr lang="en-US" sz="2400" dirty="0" err="1"/>
              <a:t>größere</a:t>
            </a:r>
            <a:r>
              <a:rPr lang="en-US" sz="2400" dirty="0"/>
              <a:t> </a:t>
            </a:r>
            <a:r>
              <a:rPr lang="en-US" sz="2400" dirty="0" err="1"/>
              <a:t>Schrittweite</a:t>
            </a:r>
            <a:r>
              <a:rPr lang="en-US" sz="2400" dirty="0"/>
              <a:t> </a:t>
            </a:r>
            <a:r>
              <a:rPr lang="en-US" sz="2400" dirty="0" err="1"/>
              <a:t>bei</a:t>
            </a:r>
            <a:r>
              <a:rPr lang="en-US" sz="2400" dirty="0"/>
              <a:t> </a:t>
            </a:r>
            <a:r>
              <a:rPr lang="en-US" sz="2400" dirty="0" err="1"/>
              <a:t>wenig</a:t>
            </a:r>
            <a:r>
              <a:rPr lang="en-US" sz="2400" dirty="0"/>
              <a:t> </a:t>
            </a:r>
            <a:r>
              <a:rPr lang="en-US" sz="2400" dirty="0" err="1"/>
              <a:t>Änderungen</a:t>
            </a:r>
            <a:endParaRPr lang="en-US" sz="2400" dirty="0"/>
          </a:p>
          <a:p>
            <a:pPr marL="742950" lvl="1" indent="-285750">
              <a:buClr>
                <a:schemeClr val="tx1"/>
              </a:buClr>
              <a:buFont typeface="Wingdings" pitchFamily="2" charset="2"/>
              <a:buChar char="§"/>
            </a:pPr>
            <a:r>
              <a:rPr lang="en-US" sz="2400" dirty="0" err="1"/>
              <a:t>Schrittweite</a:t>
            </a:r>
            <a:r>
              <a:rPr lang="en-US" sz="2400" dirty="0"/>
              <a:t> muss </a:t>
            </a:r>
            <a:r>
              <a:rPr lang="en-US" sz="2400" dirty="0" err="1"/>
              <a:t>berechnet</a:t>
            </a:r>
            <a:r>
              <a:rPr lang="en-US" sz="2400" dirty="0"/>
              <a:t> warden</a:t>
            </a:r>
          </a:p>
          <a:p>
            <a:pPr marL="742950" lvl="1" indent="-285750">
              <a:buClr>
                <a:schemeClr val="tx1"/>
              </a:buClr>
              <a:buFont typeface="Wingdings" pitchFamily="2" charset="2"/>
              <a:buChar char="§"/>
            </a:pPr>
            <a:endParaRPr lang="en-US" sz="2400" dirty="0"/>
          </a:p>
          <a:p>
            <a:pPr marL="285750" indent="-285750">
              <a:buClr>
                <a:schemeClr val="tx1"/>
              </a:buClr>
              <a:buFont typeface="Wingdings" pitchFamily="2" charset="2"/>
              <a:buChar char="§"/>
            </a:pPr>
            <a:endParaRPr lang="de-DE"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33</a:t>
            </a:fld>
            <a:r>
              <a:rPr lang="de-DE"/>
              <a:t> </a:t>
            </a:r>
            <a:endParaRPr lang="de-DE">
              <a:solidFill>
                <a:srgbClr val="00004B"/>
              </a:solidFill>
            </a:endParaRPr>
          </a:p>
        </p:txBody>
      </p:sp>
    </p:spTree>
    <p:extLst>
      <p:ext uri="{BB962C8B-B14F-4D97-AF65-F5344CB8AC3E}">
        <p14:creationId xmlns:p14="http://schemas.microsoft.com/office/powerpoint/2010/main" val="164851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2398" y="1031240"/>
            <a:ext cx="7354687" cy="984885"/>
          </a:xfrm>
        </p:spPr>
        <p:txBody>
          <a:bodyPr/>
          <a:lstStyle/>
          <a:p>
            <a:r>
              <a:rPr lang="en-US" dirty="0" err="1"/>
              <a:t>Beispiel</a:t>
            </a:r>
            <a:r>
              <a:rPr lang="en-US" dirty="0"/>
              <a:t>: </a:t>
            </a:r>
            <a:r>
              <a:rPr lang="en-US" dirty="0" err="1"/>
              <a:t>Schrittweite</a:t>
            </a:r>
            <a:endParaRPr lang="en-US" sz="3600" dirty="0"/>
          </a:p>
        </p:txBody>
      </p:sp>
      <p:sp>
        <p:nvSpPr>
          <p:cNvPr id="39" name="Inhaltsplatzhalter 38"/>
          <p:cNvSpPr>
            <a:spLocks noGrp="1"/>
          </p:cNvSpPr>
          <p:nvPr>
            <p:ph idx="1"/>
          </p:nvPr>
        </p:nvSpPr>
        <p:spPr>
          <a:xfrm>
            <a:off x="332039" y="2524086"/>
            <a:ext cx="6943270" cy="4448177"/>
          </a:xfrm>
        </p:spPr>
        <p:txBody>
          <a:bodyPr>
            <a:normAutofit/>
          </a:bodyPr>
          <a:lstStyle/>
          <a:p>
            <a:r>
              <a:rPr lang="en-US" sz="2400" b="1" dirty="0" err="1">
                <a:solidFill>
                  <a:srgbClr val="FF0000"/>
                </a:solidFill>
              </a:rPr>
              <a:t>Welche</a:t>
            </a:r>
            <a:r>
              <a:rPr lang="en-US" sz="2400" b="1" dirty="0">
                <a:solidFill>
                  <a:srgbClr val="FF0000"/>
                </a:solidFill>
              </a:rPr>
              <a:t> </a:t>
            </a:r>
            <a:r>
              <a:rPr lang="en-US" sz="2400" b="1" dirty="0" err="1">
                <a:solidFill>
                  <a:srgbClr val="FF0000"/>
                </a:solidFill>
              </a:rPr>
              <a:t>Schrittweite</a:t>
            </a:r>
            <a:r>
              <a:rPr lang="en-US" sz="2400" b="1" dirty="0">
                <a:solidFill>
                  <a:srgbClr val="FF0000"/>
                </a:solidFill>
              </a:rPr>
              <a:t> </a:t>
            </a:r>
            <a:r>
              <a:rPr lang="en-US" sz="2400" b="1" dirty="0" err="1">
                <a:solidFill>
                  <a:srgbClr val="FF0000"/>
                </a:solidFill>
              </a:rPr>
              <a:t>brauchen</a:t>
            </a:r>
            <a:r>
              <a:rPr lang="en-US" sz="2400" b="1" dirty="0">
                <a:solidFill>
                  <a:srgbClr val="FF0000"/>
                </a:solidFill>
              </a:rPr>
              <a:t> </a:t>
            </a:r>
            <a:r>
              <a:rPr lang="en-US" sz="2400" b="1" dirty="0" err="1">
                <a:solidFill>
                  <a:srgbClr val="FF0000"/>
                </a:solidFill>
              </a:rPr>
              <a:t>wir</a:t>
            </a:r>
            <a:r>
              <a:rPr lang="en-US" sz="2400" b="1" dirty="0">
                <a:solidFill>
                  <a:srgbClr val="FF0000"/>
                </a:solidFill>
              </a:rPr>
              <a:t> für </a:t>
            </a:r>
            <a:r>
              <a:rPr lang="en-US" sz="2400" b="1" dirty="0" err="1">
                <a:solidFill>
                  <a:srgbClr val="FF0000"/>
                </a:solidFill>
              </a:rPr>
              <a:t>einen</a:t>
            </a:r>
            <a:r>
              <a:rPr lang="en-US" sz="2400" b="1" dirty="0">
                <a:solidFill>
                  <a:srgbClr val="FF0000"/>
                </a:solidFill>
              </a:rPr>
              <a:t> </a:t>
            </a:r>
            <a:r>
              <a:rPr lang="en-US" sz="2400" b="1" i="1" dirty="0">
                <a:solidFill>
                  <a:srgbClr val="FF0000"/>
                </a:solidFill>
              </a:rPr>
              <a:t>fixed-step solver</a:t>
            </a:r>
            <a:r>
              <a:rPr lang="en-US" sz="2400" b="1" dirty="0">
                <a:solidFill>
                  <a:srgbClr val="FF0000"/>
                </a:solidFill>
              </a:rPr>
              <a:t>, um </a:t>
            </a:r>
            <a:r>
              <a:rPr lang="en-US" sz="2400" b="1" dirty="0" err="1">
                <a:solidFill>
                  <a:srgbClr val="FF0000"/>
                </a:solidFill>
              </a:rPr>
              <a:t>keine</a:t>
            </a:r>
            <a:r>
              <a:rPr lang="en-US" sz="2400" b="1" dirty="0">
                <a:solidFill>
                  <a:srgbClr val="FF0000"/>
                </a:solidFill>
              </a:rPr>
              <a:t> </a:t>
            </a:r>
            <a:r>
              <a:rPr lang="en-US" sz="2400" b="1" dirty="0" err="1">
                <a:solidFill>
                  <a:srgbClr val="FF0000"/>
                </a:solidFill>
              </a:rPr>
              <a:t>Änderung</a:t>
            </a:r>
            <a:r>
              <a:rPr lang="en-US" sz="2400" b="1" dirty="0">
                <a:solidFill>
                  <a:srgbClr val="FF0000"/>
                </a:solidFill>
              </a:rPr>
              <a:t> </a:t>
            </a:r>
            <a:r>
              <a:rPr lang="en-US" sz="2400" b="1" dirty="0" err="1">
                <a:solidFill>
                  <a:srgbClr val="FF0000"/>
                </a:solidFill>
              </a:rPr>
              <a:t>zu</a:t>
            </a:r>
            <a:r>
              <a:rPr lang="en-US" sz="2400" b="1" dirty="0">
                <a:solidFill>
                  <a:srgbClr val="FF0000"/>
                </a:solidFill>
              </a:rPr>
              <a:t> </a:t>
            </a:r>
            <a:r>
              <a:rPr lang="en-US" sz="2400" b="1" dirty="0" err="1">
                <a:solidFill>
                  <a:srgbClr val="FF0000"/>
                </a:solidFill>
              </a:rPr>
              <a:t>verpassen</a:t>
            </a:r>
            <a:r>
              <a:rPr lang="en-US" sz="2400" b="1" dirty="0">
                <a:solidFill>
                  <a:srgbClr val="FF0000"/>
                </a:solidFill>
              </a:rPr>
              <a:t>? </a:t>
            </a:r>
          </a:p>
          <a:p>
            <a:endParaRPr lang="en-US" sz="2400" b="1" dirty="0">
              <a:solidFill>
                <a:srgbClr val="FF0000"/>
              </a:solidFill>
            </a:endParaRPr>
          </a:p>
          <a:p>
            <a:r>
              <a:rPr lang="en-US" sz="2400" b="1" dirty="0" err="1">
                <a:solidFill>
                  <a:srgbClr val="FF0000"/>
                </a:solidFill>
              </a:rPr>
              <a:t>Welche</a:t>
            </a:r>
            <a:r>
              <a:rPr lang="en-US" sz="2400" b="1" dirty="0">
                <a:solidFill>
                  <a:srgbClr val="FF0000"/>
                </a:solidFill>
              </a:rPr>
              <a:t> </a:t>
            </a:r>
            <a:r>
              <a:rPr lang="en-US" sz="2400" b="1" dirty="0" err="1">
                <a:solidFill>
                  <a:srgbClr val="FF0000"/>
                </a:solidFill>
              </a:rPr>
              <a:t>Schritte</a:t>
            </a:r>
            <a:r>
              <a:rPr lang="en-US" sz="2400" b="1" dirty="0">
                <a:solidFill>
                  <a:srgbClr val="FF0000"/>
                </a:solidFill>
              </a:rPr>
              <a:t> </a:t>
            </a:r>
            <a:r>
              <a:rPr lang="en-US" sz="2400" b="1" dirty="0" err="1">
                <a:solidFill>
                  <a:srgbClr val="FF0000"/>
                </a:solidFill>
              </a:rPr>
              <a:t>würde</a:t>
            </a:r>
            <a:r>
              <a:rPr lang="en-US" sz="2400" b="1" dirty="0">
                <a:solidFill>
                  <a:srgbClr val="FF0000"/>
                </a:solidFill>
              </a:rPr>
              <a:t> </a:t>
            </a:r>
            <a:r>
              <a:rPr lang="en-US" sz="2400" b="1" dirty="0" err="1">
                <a:solidFill>
                  <a:srgbClr val="FF0000"/>
                </a:solidFill>
              </a:rPr>
              <a:t>ein</a:t>
            </a:r>
            <a:r>
              <a:rPr lang="en-US" sz="2400" b="1" dirty="0">
                <a:solidFill>
                  <a:srgbClr val="FF0000"/>
                </a:solidFill>
              </a:rPr>
              <a:t> </a:t>
            </a:r>
            <a:r>
              <a:rPr lang="en-US" sz="2400" b="1" i="1" dirty="0">
                <a:solidFill>
                  <a:srgbClr val="FF0000"/>
                </a:solidFill>
              </a:rPr>
              <a:t>variable step solver </a:t>
            </a:r>
            <a:r>
              <a:rPr lang="en-US" sz="2400" b="1" dirty="0" err="1">
                <a:solidFill>
                  <a:srgbClr val="FF0000"/>
                </a:solidFill>
              </a:rPr>
              <a:t>wählen</a:t>
            </a:r>
            <a:r>
              <a:rPr lang="en-US" sz="2400" b="1" dirty="0">
                <a:solidFill>
                  <a:srgbClr val="FF0000"/>
                </a:solidFill>
              </a:rPr>
              <a:t>?</a:t>
            </a:r>
          </a:p>
          <a:p>
            <a:endParaRPr lang="en-US" sz="2400" dirty="0"/>
          </a:p>
          <a:p>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34</a:t>
            </a:fld>
            <a:r>
              <a:rPr lang="de-DE"/>
              <a:t> </a:t>
            </a:r>
            <a:endParaRPr lang="de-DE">
              <a:solidFill>
                <a:srgbClr val="00004B"/>
              </a:solidFill>
            </a:endParaRPr>
          </a:p>
        </p:txBody>
      </p:sp>
      <p:pic>
        <p:nvPicPr>
          <p:cNvPr id="3074" name="Picture 2"/>
          <p:cNvPicPr>
            <a:picLocks noChangeAspect="1" noChangeArrowheads="1"/>
          </p:cNvPicPr>
          <p:nvPr/>
        </p:nvPicPr>
        <p:blipFill>
          <a:blip r:embed="rId3" cstate="print"/>
          <a:srcRect/>
          <a:stretch>
            <a:fillRect/>
          </a:stretch>
        </p:blipFill>
        <p:spPr bwMode="auto">
          <a:xfrm>
            <a:off x="8395618" y="3056175"/>
            <a:ext cx="2681167" cy="1692000"/>
          </a:xfrm>
          <a:prstGeom prst="rect">
            <a:avLst/>
          </a:prstGeom>
          <a:noFill/>
          <a:ln w="9525">
            <a:noFill/>
            <a:miter lim="800000"/>
            <a:headEnd/>
            <a:tailEnd/>
          </a:ln>
        </p:spPr>
      </p:pic>
      <p:sp>
        <p:nvSpPr>
          <p:cNvPr id="10" name="Textfeld 9"/>
          <p:cNvSpPr txBox="1"/>
          <p:nvPr/>
        </p:nvSpPr>
        <p:spPr>
          <a:xfrm>
            <a:off x="8102433" y="5936495"/>
            <a:ext cx="2978701"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[Picture: Simulink User Guide,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
        <p:nvSpPr>
          <p:cNvPr id="11" name="Textfeld 10"/>
          <p:cNvSpPr txBox="1"/>
          <p:nvPr/>
        </p:nvSpPr>
        <p:spPr>
          <a:xfrm>
            <a:off x="8187019" y="2016125"/>
            <a:ext cx="2547492" cy="400110"/>
          </a:xfrm>
          <a:prstGeom prst="rect">
            <a:avLst/>
          </a:prstGeom>
          <a:noFill/>
        </p:spPr>
        <p:txBody>
          <a:bodyPr wrap="none" rtlCol="0">
            <a:spAutoFit/>
          </a:bodyPr>
          <a:lstStyle/>
          <a:p>
            <a:pPr fontAlgn="base">
              <a:spcBef>
                <a:spcPct val="20000"/>
              </a:spcBef>
              <a:spcAft>
                <a:spcPct val="0"/>
              </a:spcAft>
            </a:pPr>
            <a:r>
              <a:rPr lang="en-US" sz="2000" i="1" dirty="0">
                <a:solidFill>
                  <a:srgbClr val="00004B"/>
                </a:solidFill>
              </a:rPr>
              <a:t>sample time</a:t>
            </a:r>
            <a:r>
              <a:rPr lang="en-US" sz="2000" dirty="0">
                <a:solidFill>
                  <a:srgbClr val="00004B"/>
                </a:solidFill>
              </a:rPr>
              <a:t>: 500 </a:t>
            </a:r>
            <a:r>
              <a:rPr lang="en-US" sz="2000" dirty="0" err="1">
                <a:solidFill>
                  <a:srgbClr val="00004B"/>
                </a:solidFill>
              </a:rPr>
              <a:t>ms</a:t>
            </a:r>
            <a:endParaRPr lang="en-US" sz="2000" dirty="0">
              <a:solidFill>
                <a:srgbClr val="00004B"/>
              </a:solidFill>
            </a:endParaRPr>
          </a:p>
        </p:txBody>
      </p:sp>
      <p:sp>
        <p:nvSpPr>
          <p:cNvPr id="12" name="Textfeld 11"/>
          <p:cNvSpPr txBox="1"/>
          <p:nvPr/>
        </p:nvSpPr>
        <p:spPr>
          <a:xfrm>
            <a:off x="8107585" y="5360431"/>
            <a:ext cx="2547492" cy="400110"/>
          </a:xfrm>
          <a:prstGeom prst="rect">
            <a:avLst/>
          </a:prstGeom>
          <a:noFill/>
        </p:spPr>
        <p:txBody>
          <a:bodyPr wrap="none" rtlCol="0">
            <a:spAutoFit/>
          </a:bodyPr>
          <a:lstStyle/>
          <a:p>
            <a:pPr fontAlgn="base">
              <a:spcBef>
                <a:spcPct val="20000"/>
              </a:spcBef>
              <a:spcAft>
                <a:spcPct val="0"/>
              </a:spcAft>
            </a:pPr>
            <a:r>
              <a:rPr lang="en-US" sz="2000" i="1" dirty="0">
                <a:solidFill>
                  <a:srgbClr val="00004B"/>
                </a:solidFill>
              </a:rPr>
              <a:t>sample time</a:t>
            </a:r>
            <a:r>
              <a:rPr lang="en-US" sz="2000" dirty="0">
                <a:solidFill>
                  <a:srgbClr val="00004B"/>
                </a:solidFill>
              </a:rPr>
              <a:t>: 750 </a:t>
            </a:r>
            <a:r>
              <a:rPr lang="en-US" sz="2000" dirty="0" err="1">
                <a:solidFill>
                  <a:srgbClr val="00004B"/>
                </a:solidFill>
              </a:rPr>
              <a:t>ms</a:t>
            </a:r>
            <a:endParaRPr lang="en-US" sz="2000" dirty="0">
              <a:solidFill>
                <a:srgbClr val="00004B"/>
              </a:solidFill>
            </a:endParaRPr>
          </a:p>
        </p:txBody>
      </p:sp>
      <p:cxnSp>
        <p:nvCxnSpPr>
          <p:cNvPr id="16" name="Gerade Verbindung mit Pfeil 15"/>
          <p:cNvCxnSpPr/>
          <p:nvPr/>
        </p:nvCxnSpPr>
        <p:spPr bwMode="auto">
          <a:xfrm>
            <a:off x="9552469" y="2376165"/>
            <a:ext cx="1291421" cy="68001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7" name="Gerade Verbindung mit Pfeil 16"/>
          <p:cNvCxnSpPr>
            <a:endCxn id="3074" idx="0"/>
          </p:cNvCxnSpPr>
          <p:nvPr/>
        </p:nvCxnSpPr>
        <p:spPr bwMode="auto">
          <a:xfrm>
            <a:off x="9552469" y="2376165"/>
            <a:ext cx="183733" cy="68001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8" name="Gerade Verbindung mit Pfeil 17"/>
          <p:cNvCxnSpPr/>
          <p:nvPr/>
        </p:nvCxnSpPr>
        <p:spPr bwMode="auto">
          <a:xfrm flipH="1" flipV="1">
            <a:off x="8827666" y="4784367"/>
            <a:ext cx="185191" cy="576064"/>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9" name="Gerade Verbindung mit Pfeil 18"/>
          <p:cNvCxnSpPr/>
          <p:nvPr/>
        </p:nvCxnSpPr>
        <p:spPr bwMode="auto">
          <a:xfrm flipV="1">
            <a:off x="9043688" y="4640351"/>
            <a:ext cx="678904" cy="72008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20" name="Gerade Verbindung mit Pfeil 19"/>
          <p:cNvCxnSpPr/>
          <p:nvPr/>
        </p:nvCxnSpPr>
        <p:spPr bwMode="auto">
          <a:xfrm flipV="1">
            <a:off x="9043688" y="4568343"/>
            <a:ext cx="1903040" cy="792088"/>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21" name="Gerade Verbindung mit Pfeil 20"/>
          <p:cNvCxnSpPr/>
          <p:nvPr/>
        </p:nvCxnSpPr>
        <p:spPr bwMode="auto">
          <a:xfrm flipH="1">
            <a:off x="8755660" y="2376165"/>
            <a:ext cx="796809" cy="680010"/>
          </a:xfrm>
          <a:prstGeom prst="straightConnector1">
            <a:avLst/>
          </a:prstGeom>
          <a:noFill/>
          <a:ln w="28575" cap="flat" cmpd="sng" algn="ctr">
            <a:solidFill>
              <a:schemeClr val="tx1"/>
            </a:solidFill>
            <a:prstDash val="sysDash"/>
            <a:round/>
            <a:headEnd type="none" w="med" len="med"/>
            <a:tailEnd type="arrow" w="med" len="med"/>
          </a:ln>
          <a:effectLst/>
        </p:spPr>
      </p:cxnSp>
    </p:spTree>
    <p:extLst>
      <p:ext uri="{BB962C8B-B14F-4D97-AF65-F5344CB8AC3E}">
        <p14:creationId xmlns:p14="http://schemas.microsoft.com/office/powerpoint/2010/main" val="163661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2398" y="1031240"/>
            <a:ext cx="6810401" cy="984885"/>
          </a:xfrm>
        </p:spPr>
        <p:txBody>
          <a:bodyPr/>
          <a:lstStyle/>
          <a:p>
            <a:r>
              <a:rPr lang="en-US" dirty="0" err="1"/>
              <a:t>Beispiel</a:t>
            </a:r>
            <a:r>
              <a:rPr lang="en-US" dirty="0"/>
              <a:t>: </a:t>
            </a:r>
            <a:r>
              <a:rPr lang="en-US" dirty="0" err="1"/>
              <a:t>Schrittweite</a:t>
            </a:r>
            <a:endParaRPr lang="en-US" sz="3600" dirty="0"/>
          </a:p>
        </p:txBody>
      </p:sp>
      <p:sp>
        <p:nvSpPr>
          <p:cNvPr id="39" name="Inhaltsplatzhalter 38"/>
          <p:cNvSpPr>
            <a:spLocks noGrp="1"/>
          </p:cNvSpPr>
          <p:nvPr>
            <p:ph idx="1"/>
          </p:nvPr>
        </p:nvSpPr>
        <p:spPr>
          <a:xfrm>
            <a:off x="302938" y="2084270"/>
            <a:ext cx="6943270" cy="4448177"/>
          </a:xfrm>
        </p:spPr>
        <p:txBody>
          <a:bodyPr>
            <a:normAutofit/>
          </a:bodyPr>
          <a:lstStyle/>
          <a:p>
            <a:r>
              <a:rPr lang="en-US" sz="2400" b="1" dirty="0" err="1">
                <a:solidFill>
                  <a:srgbClr val="FF0000"/>
                </a:solidFill>
              </a:rPr>
              <a:t>Welche</a:t>
            </a:r>
            <a:r>
              <a:rPr lang="en-US" sz="2400" b="1" dirty="0">
                <a:solidFill>
                  <a:srgbClr val="FF0000"/>
                </a:solidFill>
              </a:rPr>
              <a:t> </a:t>
            </a:r>
            <a:r>
              <a:rPr lang="en-US" sz="2400" b="1" dirty="0" err="1">
                <a:solidFill>
                  <a:srgbClr val="FF0000"/>
                </a:solidFill>
              </a:rPr>
              <a:t>Schrittweite</a:t>
            </a:r>
            <a:r>
              <a:rPr lang="en-US" sz="2400" b="1" dirty="0">
                <a:solidFill>
                  <a:srgbClr val="FF0000"/>
                </a:solidFill>
              </a:rPr>
              <a:t> </a:t>
            </a:r>
            <a:r>
              <a:rPr lang="en-US" sz="2400" b="1" dirty="0" err="1">
                <a:solidFill>
                  <a:srgbClr val="FF0000"/>
                </a:solidFill>
              </a:rPr>
              <a:t>brauchen</a:t>
            </a:r>
            <a:r>
              <a:rPr lang="en-US" sz="2400" b="1" dirty="0">
                <a:solidFill>
                  <a:srgbClr val="FF0000"/>
                </a:solidFill>
              </a:rPr>
              <a:t> </a:t>
            </a:r>
            <a:r>
              <a:rPr lang="en-US" sz="2400" b="1" dirty="0" err="1">
                <a:solidFill>
                  <a:srgbClr val="FF0000"/>
                </a:solidFill>
              </a:rPr>
              <a:t>wir</a:t>
            </a:r>
            <a:r>
              <a:rPr lang="en-US" sz="2400" b="1" dirty="0">
                <a:solidFill>
                  <a:srgbClr val="FF0000"/>
                </a:solidFill>
              </a:rPr>
              <a:t> </a:t>
            </a:r>
            <a:r>
              <a:rPr lang="en-US" sz="2400" b="1" dirty="0" err="1">
                <a:solidFill>
                  <a:srgbClr val="FF0000"/>
                </a:solidFill>
              </a:rPr>
              <a:t>für</a:t>
            </a:r>
            <a:r>
              <a:rPr lang="en-US" sz="2400" b="1" dirty="0">
                <a:solidFill>
                  <a:srgbClr val="FF0000"/>
                </a:solidFill>
              </a:rPr>
              <a:t> </a:t>
            </a:r>
            <a:r>
              <a:rPr lang="en-US" sz="2400" b="1" dirty="0" err="1">
                <a:solidFill>
                  <a:srgbClr val="FF0000"/>
                </a:solidFill>
              </a:rPr>
              <a:t>einen</a:t>
            </a:r>
            <a:r>
              <a:rPr lang="en-US" sz="2400" b="1" dirty="0">
                <a:solidFill>
                  <a:srgbClr val="FF0000"/>
                </a:solidFill>
              </a:rPr>
              <a:t> </a:t>
            </a:r>
            <a:r>
              <a:rPr lang="en-US" sz="2400" b="1" i="1" dirty="0">
                <a:solidFill>
                  <a:srgbClr val="FF0000"/>
                </a:solidFill>
              </a:rPr>
              <a:t>fixed-step solver</a:t>
            </a:r>
            <a:r>
              <a:rPr lang="en-US" sz="2400" b="1" dirty="0">
                <a:solidFill>
                  <a:srgbClr val="FF0000"/>
                </a:solidFill>
              </a:rPr>
              <a:t>, um </a:t>
            </a:r>
            <a:r>
              <a:rPr lang="en-US" sz="2400" b="1" dirty="0" err="1">
                <a:solidFill>
                  <a:srgbClr val="FF0000"/>
                </a:solidFill>
              </a:rPr>
              <a:t>keine</a:t>
            </a:r>
            <a:r>
              <a:rPr lang="en-US" sz="2400" b="1" dirty="0">
                <a:solidFill>
                  <a:srgbClr val="FF0000"/>
                </a:solidFill>
              </a:rPr>
              <a:t> </a:t>
            </a:r>
            <a:r>
              <a:rPr lang="en-US" sz="2400" b="1" dirty="0" err="1">
                <a:solidFill>
                  <a:srgbClr val="FF0000"/>
                </a:solidFill>
              </a:rPr>
              <a:t>Änderung</a:t>
            </a:r>
            <a:r>
              <a:rPr lang="en-US" sz="2400" b="1" dirty="0">
                <a:solidFill>
                  <a:srgbClr val="FF0000"/>
                </a:solidFill>
              </a:rPr>
              <a:t> </a:t>
            </a:r>
            <a:r>
              <a:rPr lang="en-US" sz="2400" b="1" dirty="0" err="1">
                <a:solidFill>
                  <a:srgbClr val="FF0000"/>
                </a:solidFill>
              </a:rPr>
              <a:t>zu</a:t>
            </a:r>
            <a:r>
              <a:rPr lang="en-US" sz="2400" b="1" dirty="0">
                <a:solidFill>
                  <a:srgbClr val="FF0000"/>
                </a:solidFill>
              </a:rPr>
              <a:t> </a:t>
            </a:r>
            <a:r>
              <a:rPr lang="en-US" sz="2400" b="1" dirty="0" err="1">
                <a:solidFill>
                  <a:srgbClr val="FF0000"/>
                </a:solidFill>
              </a:rPr>
              <a:t>verpasen</a:t>
            </a:r>
            <a:r>
              <a:rPr lang="en-US" sz="2400" b="1" dirty="0">
                <a:solidFill>
                  <a:srgbClr val="FF0000"/>
                </a:solidFill>
              </a:rPr>
              <a:t>? </a:t>
            </a:r>
          </a:p>
          <a:p>
            <a:endParaRPr lang="en-US" sz="2400" b="1" dirty="0">
              <a:solidFill>
                <a:srgbClr val="FF0000"/>
              </a:solidFill>
            </a:endParaRPr>
          </a:p>
          <a:p>
            <a:r>
              <a:rPr lang="en-US" sz="2400" b="1" dirty="0" err="1">
                <a:solidFill>
                  <a:srgbClr val="FF0000"/>
                </a:solidFill>
              </a:rPr>
              <a:t>Welche</a:t>
            </a:r>
            <a:r>
              <a:rPr lang="en-US" sz="2400" b="1" dirty="0">
                <a:solidFill>
                  <a:srgbClr val="FF0000"/>
                </a:solidFill>
              </a:rPr>
              <a:t> </a:t>
            </a:r>
            <a:r>
              <a:rPr lang="en-US" sz="2400" b="1" dirty="0" err="1">
                <a:solidFill>
                  <a:srgbClr val="FF0000"/>
                </a:solidFill>
              </a:rPr>
              <a:t>Schritte</a:t>
            </a:r>
            <a:r>
              <a:rPr lang="en-US" sz="2400" b="1" dirty="0">
                <a:solidFill>
                  <a:srgbClr val="FF0000"/>
                </a:solidFill>
              </a:rPr>
              <a:t> </a:t>
            </a:r>
            <a:r>
              <a:rPr lang="en-US" sz="2400" b="1" dirty="0" err="1">
                <a:solidFill>
                  <a:srgbClr val="FF0000"/>
                </a:solidFill>
              </a:rPr>
              <a:t>würde</a:t>
            </a:r>
            <a:r>
              <a:rPr lang="en-US" sz="2400" b="1" dirty="0">
                <a:solidFill>
                  <a:srgbClr val="FF0000"/>
                </a:solidFill>
              </a:rPr>
              <a:t> </a:t>
            </a:r>
            <a:r>
              <a:rPr lang="en-US" sz="2400" b="1" dirty="0" err="1">
                <a:solidFill>
                  <a:srgbClr val="FF0000"/>
                </a:solidFill>
              </a:rPr>
              <a:t>ein</a:t>
            </a:r>
            <a:r>
              <a:rPr lang="en-US" sz="2400" b="1" dirty="0">
                <a:solidFill>
                  <a:srgbClr val="FF0000"/>
                </a:solidFill>
              </a:rPr>
              <a:t> </a:t>
            </a:r>
            <a:r>
              <a:rPr lang="en-US" sz="2400" b="1" i="1" dirty="0">
                <a:solidFill>
                  <a:srgbClr val="FF0000"/>
                </a:solidFill>
              </a:rPr>
              <a:t>variable-step solver </a:t>
            </a:r>
            <a:r>
              <a:rPr lang="en-US" sz="2400" b="1" dirty="0" err="1">
                <a:solidFill>
                  <a:srgbClr val="FF0000"/>
                </a:solidFill>
              </a:rPr>
              <a:t>wählen</a:t>
            </a:r>
            <a:r>
              <a:rPr lang="en-US" sz="2400" b="1" dirty="0">
                <a:solidFill>
                  <a:srgbClr val="FF0000"/>
                </a:solidFill>
              </a:rPr>
              <a:t>?</a:t>
            </a:r>
          </a:p>
          <a:p>
            <a:endParaRPr lang="en-US" sz="2400" dirty="0"/>
          </a:p>
          <a:p>
            <a:r>
              <a:rPr lang="en-US" sz="2400" i="1" dirty="0"/>
              <a:t>Fixed-step solver</a:t>
            </a:r>
            <a:r>
              <a:rPr lang="en-US" sz="2400" dirty="0"/>
              <a:t>: 250ms</a:t>
            </a:r>
          </a:p>
          <a:p>
            <a:pPr lvl="1"/>
            <a:r>
              <a:rPr lang="en-US" sz="2400" dirty="0"/>
              <a:t>0, 250, 500, 750, 1000, 1250, 1500, 1750, 2000,..</a:t>
            </a:r>
          </a:p>
          <a:p>
            <a:r>
              <a:rPr lang="en-US" sz="2400" i="1" dirty="0"/>
              <a:t>Variable-step solver</a:t>
            </a:r>
            <a:r>
              <a:rPr lang="en-US" sz="2400" dirty="0"/>
              <a:t>:</a:t>
            </a:r>
          </a:p>
          <a:p>
            <a:pPr lvl="1"/>
            <a:r>
              <a:rPr lang="en-US" sz="2400" dirty="0"/>
              <a:t>0, 500, 750, 1000, 1500, 2000, …</a:t>
            </a:r>
          </a:p>
          <a:p>
            <a:pPr lvl="1"/>
            <a:r>
              <a:rPr lang="en-US" sz="2400" dirty="0"/>
              <a:t>„</a:t>
            </a:r>
            <a:r>
              <a:rPr lang="en-US" sz="2400" i="1" dirty="0"/>
              <a:t>if something happens</a:t>
            </a:r>
            <a:r>
              <a:rPr lang="en-US" sz="2400" dirty="0"/>
              <a:t>“</a:t>
            </a:r>
          </a:p>
          <a:p>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35</a:t>
            </a:fld>
            <a:r>
              <a:rPr lang="de-DE"/>
              <a:t> </a:t>
            </a:r>
            <a:endParaRPr lang="de-DE">
              <a:solidFill>
                <a:srgbClr val="00004B"/>
              </a:solidFill>
            </a:endParaRPr>
          </a:p>
        </p:txBody>
      </p:sp>
      <p:pic>
        <p:nvPicPr>
          <p:cNvPr id="3074" name="Picture 2"/>
          <p:cNvPicPr>
            <a:picLocks noChangeAspect="1" noChangeArrowheads="1"/>
          </p:cNvPicPr>
          <p:nvPr/>
        </p:nvPicPr>
        <p:blipFill>
          <a:blip r:embed="rId3" cstate="print"/>
          <a:srcRect/>
          <a:stretch>
            <a:fillRect/>
          </a:stretch>
        </p:blipFill>
        <p:spPr bwMode="auto">
          <a:xfrm>
            <a:off x="8428275" y="2856120"/>
            <a:ext cx="2681167" cy="1692000"/>
          </a:xfrm>
          <a:prstGeom prst="rect">
            <a:avLst/>
          </a:prstGeom>
          <a:noFill/>
          <a:ln w="9525">
            <a:noFill/>
            <a:miter lim="800000"/>
            <a:headEnd/>
            <a:tailEnd/>
          </a:ln>
        </p:spPr>
      </p:pic>
      <p:sp>
        <p:nvSpPr>
          <p:cNvPr id="10" name="Textfeld 9"/>
          <p:cNvSpPr txBox="1"/>
          <p:nvPr/>
        </p:nvSpPr>
        <p:spPr>
          <a:xfrm>
            <a:off x="8135090" y="5736440"/>
            <a:ext cx="2978701"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[Picture: Simulink User Guide,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
        <p:nvSpPr>
          <p:cNvPr id="11" name="Textfeld 10"/>
          <p:cNvSpPr txBox="1"/>
          <p:nvPr/>
        </p:nvSpPr>
        <p:spPr>
          <a:xfrm>
            <a:off x="8219676" y="1816070"/>
            <a:ext cx="2547492" cy="400110"/>
          </a:xfrm>
          <a:prstGeom prst="rect">
            <a:avLst/>
          </a:prstGeom>
          <a:noFill/>
        </p:spPr>
        <p:txBody>
          <a:bodyPr wrap="none" rtlCol="0">
            <a:spAutoFit/>
          </a:bodyPr>
          <a:lstStyle/>
          <a:p>
            <a:pPr fontAlgn="base">
              <a:spcBef>
                <a:spcPct val="20000"/>
              </a:spcBef>
              <a:spcAft>
                <a:spcPct val="0"/>
              </a:spcAft>
            </a:pPr>
            <a:r>
              <a:rPr lang="en-US" sz="2000" i="1" dirty="0">
                <a:solidFill>
                  <a:srgbClr val="00004B"/>
                </a:solidFill>
              </a:rPr>
              <a:t>sample time</a:t>
            </a:r>
            <a:r>
              <a:rPr lang="en-US" sz="2000" dirty="0">
                <a:solidFill>
                  <a:srgbClr val="00004B"/>
                </a:solidFill>
              </a:rPr>
              <a:t>: 500 </a:t>
            </a:r>
            <a:r>
              <a:rPr lang="en-US" sz="2000" dirty="0" err="1">
                <a:solidFill>
                  <a:srgbClr val="00004B"/>
                </a:solidFill>
              </a:rPr>
              <a:t>ms</a:t>
            </a:r>
            <a:endParaRPr lang="en-US" sz="2000" dirty="0">
              <a:solidFill>
                <a:srgbClr val="00004B"/>
              </a:solidFill>
            </a:endParaRPr>
          </a:p>
        </p:txBody>
      </p:sp>
      <p:sp>
        <p:nvSpPr>
          <p:cNvPr id="12" name="Textfeld 11"/>
          <p:cNvSpPr txBox="1"/>
          <p:nvPr/>
        </p:nvSpPr>
        <p:spPr>
          <a:xfrm>
            <a:off x="8140242" y="5160376"/>
            <a:ext cx="2547492" cy="400110"/>
          </a:xfrm>
          <a:prstGeom prst="rect">
            <a:avLst/>
          </a:prstGeom>
          <a:noFill/>
        </p:spPr>
        <p:txBody>
          <a:bodyPr wrap="none" rtlCol="0">
            <a:spAutoFit/>
          </a:bodyPr>
          <a:lstStyle/>
          <a:p>
            <a:pPr fontAlgn="base">
              <a:spcBef>
                <a:spcPct val="20000"/>
              </a:spcBef>
              <a:spcAft>
                <a:spcPct val="0"/>
              </a:spcAft>
            </a:pPr>
            <a:r>
              <a:rPr lang="en-US" sz="2000" i="1" dirty="0">
                <a:solidFill>
                  <a:srgbClr val="00004B"/>
                </a:solidFill>
              </a:rPr>
              <a:t>sample time</a:t>
            </a:r>
            <a:r>
              <a:rPr lang="en-US" sz="2000" dirty="0">
                <a:solidFill>
                  <a:srgbClr val="00004B"/>
                </a:solidFill>
              </a:rPr>
              <a:t>: 750 </a:t>
            </a:r>
            <a:r>
              <a:rPr lang="en-US" sz="2000" dirty="0" err="1">
                <a:solidFill>
                  <a:srgbClr val="00004B"/>
                </a:solidFill>
              </a:rPr>
              <a:t>ms</a:t>
            </a:r>
            <a:endParaRPr lang="en-US" sz="2000" dirty="0">
              <a:solidFill>
                <a:srgbClr val="00004B"/>
              </a:solidFill>
            </a:endParaRPr>
          </a:p>
        </p:txBody>
      </p:sp>
      <p:cxnSp>
        <p:nvCxnSpPr>
          <p:cNvPr id="16" name="Gerade Verbindung mit Pfeil 15"/>
          <p:cNvCxnSpPr/>
          <p:nvPr/>
        </p:nvCxnSpPr>
        <p:spPr bwMode="auto">
          <a:xfrm>
            <a:off x="9585126" y="2176110"/>
            <a:ext cx="1291421" cy="68001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7" name="Gerade Verbindung mit Pfeil 16"/>
          <p:cNvCxnSpPr>
            <a:endCxn id="3074" idx="0"/>
          </p:cNvCxnSpPr>
          <p:nvPr/>
        </p:nvCxnSpPr>
        <p:spPr bwMode="auto">
          <a:xfrm>
            <a:off x="9585126" y="2176110"/>
            <a:ext cx="183733" cy="68001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8" name="Gerade Verbindung mit Pfeil 17"/>
          <p:cNvCxnSpPr/>
          <p:nvPr/>
        </p:nvCxnSpPr>
        <p:spPr bwMode="auto">
          <a:xfrm flipH="1" flipV="1">
            <a:off x="8860323" y="4584312"/>
            <a:ext cx="185191" cy="576064"/>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9" name="Gerade Verbindung mit Pfeil 18"/>
          <p:cNvCxnSpPr/>
          <p:nvPr/>
        </p:nvCxnSpPr>
        <p:spPr bwMode="auto">
          <a:xfrm flipV="1">
            <a:off x="9076345" y="4440296"/>
            <a:ext cx="678904" cy="720080"/>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20" name="Gerade Verbindung mit Pfeil 19"/>
          <p:cNvCxnSpPr/>
          <p:nvPr/>
        </p:nvCxnSpPr>
        <p:spPr bwMode="auto">
          <a:xfrm flipV="1">
            <a:off x="9076345" y="4368288"/>
            <a:ext cx="1903040" cy="792088"/>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21" name="Gerade Verbindung mit Pfeil 20"/>
          <p:cNvCxnSpPr/>
          <p:nvPr/>
        </p:nvCxnSpPr>
        <p:spPr bwMode="auto">
          <a:xfrm flipH="1">
            <a:off x="8788317" y="2176110"/>
            <a:ext cx="796809" cy="680010"/>
          </a:xfrm>
          <a:prstGeom prst="straightConnector1">
            <a:avLst/>
          </a:prstGeom>
          <a:noFill/>
          <a:ln w="28575" cap="flat" cmpd="sng" algn="ctr">
            <a:solidFill>
              <a:schemeClr val="tx1"/>
            </a:solidFill>
            <a:prstDash val="sysDash"/>
            <a:round/>
            <a:headEnd type="none" w="med" len="med"/>
            <a:tailEnd type="arrow" w="med" len="med"/>
          </a:ln>
          <a:effectLst/>
        </p:spPr>
      </p:cxnSp>
    </p:spTree>
    <p:extLst>
      <p:ext uri="{BB962C8B-B14F-4D97-AF65-F5344CB8AC3E}">
        <p14:creationId xmlns:p14="http://schemas.microsoft.com/office/powerpoint/2010/main" val="532103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1" name="Rechteck 50"/>
          <p:cNvSpPr/>
          <p:nvPr/>
        </p:nvSpPr>
        <p:spPr bwMode="auto">
          <a:xfrm>
            <a:off x="1620275" y="1707951"/>
            <a:ext cx="3684534" cy="4464496"/>
          </a:xfrm>
          <a:prstGeom prst="rect">
            <a:avLst/>
          </a:prstGeom>
          <a:solidFill>
            <a:schemeClr val="bg1">
              <a:lumMod val="95000"/>
            </a:schemeClr>
          </a:solidFill>
          <a:ln w="3175">
            <a:headEnd type="none" w="med" len="med"/>
            <a:tailEnd type="none" w="med" len="med"/>
          </a:ln>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b" anchorCtr="0" compatLnSpc="1">
            <a:prstTxWarp prst="textNoShape">
              <a:avLst/>
            </a:prstTxWarp>
          </a:bodyPr>
          <a:lstStyle/>
          <a:p>
            <a:pPr marL="342900" indent="-342900" fontAlgn="base">
              <a:spcBef>
                <a:spcPct val="20000"/>
              </a:spcBef>
              <a:spcAft>
                <a:spcPct val="0"/>
              </a:spcAft>
            </a:pPr>
            <a:r>
              <a:rPr lang="en-US" sz="2800" dirty="0">
                <a:solidFill>
                  <a:srgbClr val="00004B"/>
                </a:solidFill>
              </a:rPr>
              <a:t>Initialization Phase</a:t>
            </a:r>
          </a:p>
        </p:txBody>
      </p:sp>
      <p:sp>
        <p:nvSpPr>
          <p:cNvPr id="52" name="Rechteck 51"/>
          <p:cNvSpPr/>
          <p:nvPr/>
        </p:nvSpPr>
        <p:spPr bwMode="auto">
          <a:xfrm>
            <a:off x="5652722" y="1707951"/>
            <a:ext cx="5256584" cy="4464496"/>
          </a:xfrm>
          <a:prstGeom prst="rect">
            <a:avLst/>
          </a:prstGeom>
          <a:solidFill>
            <a:schemeClr val="bg1">
              <a:lumMod val="95000"/>
            </a:schemeClr>
          </a:solidFill>
          <a:ln>
            <a:headEnd type="none" w="med" len="med"/>
            <a:tailEnd type="none" w="med" len="med"/>
          </a:ln>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b" anchorCtr="0" compatLnSpc="1">
            <a:prstTxWarp prst="textNoShape">
              <a:avLst/>
            </a:prstTxWarp>
          </a:bodyPr>
          <a:lstStyle/>
          <a:p>
            <a:pPr marL="342900" indent="-342900" fontAlgn="base">
              <a:spcBef>
                <a:spcPct val="20000"/>
              </a:spcBef>
              <a:spcAft>
                <a:spcPct val="0"/>
              </a:spcAft>
            </a:pPr>
            <a:r>
              <a:rPr lang="en-US" sz="2800" dirty="0">
                <a:solidFill>
                  <a:srgbClr val="00004B"/>
                </a:solidFill>
              </a:rPr>
              <a:t>Simulation Phase</a:t>
            </a:r>
          </a:p>
        </p:txBody>
      </p:sp>
      <p:sp>
        <p:nvSpPr>
          <p:cNvPr id="2" name="Titel 1"/>
          <p:cNvSpPr>
            <a:spLocks noGrp="1"/>
          </p:cNvSpPr>
          <p:nvPr>
            <p:ph type="title"/>
          </p:nvPr>
        </p:nvSpPr>
        <p:spPr/>
        <p:txBody>
          <a:bodyPr/>
          <a:lstStyle/>
          <a:p>
            <a:r>
              <a:rPr lang="en-US" dirty="0" err="1"/>
              <a:t>Simulationsablauf</a:t>
            </a:r>
            <a:endParaRPr lang="en-US"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36</a:t>
            </a:fld>
            <a:r>
              <a:rPr lang="de-DE"/>
              <a:t> </a:t>
            </a:r>
            <a:endParaRPr lang="de-DE">
              <a:solidFill>
                <a:srgbClr val="00004B"/>
              </a:solidFill>
            </a:endParaRPr>
          </a:p>
        </p:txBody>
      </p:sp>
      <p:sp>
        <p:nvSpPr>
          <p:cNvPr id="7" name="Abgerundetes Rechteck 6"/>
          <p:cNvSpPr/>
          <p:nvPr/>
        </p:nvSpPr>
        <p:spPr bwMode="auto">
          <a:xfrm>
            <a:off x="2595335" y="2080005"/>
            <a:ext cx="1422590"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a:solidFill>
                  <a:srgbClr val="00004B"/>
                </a:solidFill>
              </a:rPr>
              <a:t>Compile</a:t>
            </a:r>
          </a:p>
          <a:p>
            <a:pPr algn="ctr" fontAlgn="base">
              <a:spcAft>
                <a:spcPct val="0"/>
              </a:spcAft>
            </a:pPr>
            <a:r>
              <a:rPr lang="en-US" sz="1600">
                <a:solidFill>
                  <a:srgbClr val="00004B"/>
                </a:solidFill>
              </a:rPr>
              <a:t>Phase</a:t>
            </a:r>
          </a:p>
        </p:txBody>
      </p:sp>
      <p:sp>
        <p:nvSpPr>
          <p:cNvPr id="8" name="Abgerundetes Rechteck 7"/>
          <p:cNvSpPr/>
          <p:nvPr/>
        </p:nvSpPr>
        <p:spPr bwMode="auto">
          <a:xfrm>
            <a:off x="2606352" y="3027352"/>
            <a:ext cx="1400556"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dirty="0">
                <a:solidFill>
                  <a:srgbClr val="00004B"/>
                </a:solidFill>
              </a:rPr>
              <a:t>Link</a:t>
            </a:r>
          </a:p>
          <a:p>
            <a:pPr algn="ctr" fontAlgn="base">
              <a:spcAft>
                <a:spcPct val="0"/>
              </a:spcAft>
            </a:pPr>
            <a:r>
              <a:rPr lang="en-US" sz="1600" dirty="0">
                <a:solidFill>
                  <a:srgbClr val="00004B"/>
                </a:solidFill>
              </a:rPr>
              <a:t>Phase</a:t>
            </a:r>
          </a:p>
        </p:txBody>
      </p:sp>
      <p:sp>
        <p:nvSpPr>
          <p:cNvPr id="9" name="Abgerundetes Rechteck 8"/>
          <p:cNvSpPr/>
          <p:nvPr/>
        </p:nvSpPr>
        <p:spPr bwMode="auto">
          <a:xfrm>
            <a:off x="2484370" y="3988217"/>
            <a:ext cx="1648984"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a:solidFill>
                  <a:srgbClr val="00004B"/>
                </a:solidFill>
              </a:rPr>
              <a:t>Initialization</a:t>
            </a:r>
          </a:p>
          <a:p>
            <a:pPr algn="ctr" fontAlgn="base">
              <a:spcAft>
                <a:spcPct val="0"/>
              </a:spcAft>
            </a:pPr>
            <a:r>
              <a:rPr lang="en-US" sz="1600">
                <a:solidFill>
                  <a:srgbClr val="00004B"/>
                </a:solidFill>
              </a:rPr>
              <a:t>Phase</a:t>
            </a:r>
          </a:p>
        </p:txBody>
      </p:sp>
      <p:sp>
        <p:nvSpPr>
          <p:cNvPr id="10" name="Abgerundetes Rechteck 9"/>
          <p:cNvSpPr/>
          <p:nvPr/>
        </p:nvSpPr>
        <p:spPr bwMode="auto">
          <a:xfrm>
            <a:off x="6300794" y="2163256"/>
            <a:ext cx="1184532"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a:solidFill>
                  <a:srgbClr val="00004B"/>
                </a:solidFill>
              </a:rPr>
              <a:t>Loop</a:t>
            </a:r>
          </a:p>
          <a:p>
            <a:pPr algn="ctr" fontAlgn="base">
              <a:spcAft>
                <a:spcPct val="0"/>
              </a:spcAft>
            </a:pPr>
            <a:r>
              <a:rPr lang="en-US" sz="1600">
                <a:solidFill>
                  <a:srgbClr val="00004B"/>
                </a:solidFill>
              </a:rPr>
              <a:t>Iteration</a:t>
            </a:r>
          </a:p>
        </p:txBody>
      </p:sp>
      <p:sp>
        <p:nvSpPr>
          <p:cNvPr id="12" name="Abgerundetes Rechteck 11"/>
          <p:cNvSpPr/>
          <p:nvPr/>
        </p:nvSpPr>
        <p:spPr bwMode="auto">
          <a:xfrm>
            <a:off x="8932686" y="2163256"/>
            <a:ext cx="1184532"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dirty="0">
                <a:solidFill>
                  <a:srgbClr val="00004B"/>
                </a:solidFill>
              </a:rPr>
              <a:t>Cleanup</a:t>
            </a:r>
          </a:p>
        </p:txBody>
      </p:sp>
      <p:sp>
        <p:nvSpPr>
          <p:cNvPr id="13" name="Abgerundetes Rechteck 12"/>
          <p:cNvSpPr/>
          <p:nvPr/>
        </p:nvSpPr>
        <p:spPr bwMode="auto">
          <a:xfrm>
            <a:off x="6300794" y="4683536"/>
            <a:ext cx="1184532"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dirty="0">
                <a:solidFill>
                  <a:srgbClr val="00004B"/>
                </a:solidFill>
              </a:rPr>
              <a:t>Calculate</a:t>
            </a:r>
          </a:p>
          <a:p>
            <a:pPr algn="ctr" fontAlgn="base">
              <a:spcAft>
                <a:spcPct val="0"/>
              </a:spcAft>
            </a:pPr>
            <a:r>
              <a:rPr lang="en-US" sz="1600" dirty="0">
                <a:solidFill>
                  <a:srgbClr val="00004B"/>
                </a:solidFill>
              </a:rPr>
              <a:t>States</a:t>
            </a:r>
          </a:p>
        </p:txBody>
      </p:sp>
      <p:sp>
        <p:nvSpPr>
          <p:cNvPr id="14" name="Abgerundetes Rechteck 13"/>
          <p:cNvSpPr/>
          <p:nvPr/>
        </p:nvSpPr>
        <p:spPr bwMode="auto">
          <a:xfrm>
            <a:off x="6300794" y="3747432"/>
            <a:ext cx="1184532" cy="648072"/>
          </a:xfrm>
          <a:prstGeom prst="roundRect">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dirty="0">
                <a:solidFill>
                  <a:srgbClr val="00004B"/>
                </a:solidFill>
              </a:rPr>
              <a:t>Calculate</a:t>
            </a:r>
          </a:p>
          <a:p>
            <a:pPr algn="ctr" fontAlgn="base">
              <a:spcAft>
                <a:spcPct val="0"/>
              </a:spcAft>
            </a:pPr>
            <a:r>
              <a:rPr lang="en-US" sz="1600" dirty="0">
                <a:solidFill>
                  <a:srgbClr val="00004B"/>
                </a:solidFill>
              </a:rPr>
              <a:t>Outputs</a:t>
            </a:r>
          </a:p>
        </p:txBody>
      </p:sp>
      <p:cxnSp>
        <p:nvCxnSpPr>
          <p:cNvPr id="16" name="Gerade Verbindung mit Pfeil 15"/>
          <p:cNvCxnSpPr>
            <a:stCxn id="7" idx="2"/>
            <a:endCxn id="8" idx="0"/>
          </p:cNvCxnSpPr>
          <p:nvPr/>
        </p:nvCxnSpPr>
        <p:spPr bwMode="auto">
          <a:xfrm>
            <a:off x="3306630" y="2728078"/>
            <a:ext cx="0" cy="299275"/>
          </a:xfrm>
          <a:prstGeom prst="straightConnector1">
            <a:avLst/>
          </a:prstGeom>
          <a:noFill/>
          <a:ln w="28575" cap="flat" cmpd="sng" algn="ctr">
            <a:solidFill>
              <a:schemeClr val="tx1"/>
            </a:solidFill>
            <a:prstDash val="solid"/>
            <a:round/>
            <a:headEnd type="none" w="med" len="med"/>
            <a:tailEnd type="arrow"/>
          </a:ln>
          <a:effectLst/>
        </p:spPr>
      </p:cxnSp>
      <p:cxnSp>
        <p:nvCxnSpPr>
          <p:cNvPr id="18" name="Gerade Verbindung mit Pfeil 17"/>
          <p:cNvCxnSpPr>
            <a:stCxn id="8" idx="2"/>
            <a:endCxn id="9" idx="0"/>
          </p:cNvCxnSpPr>
          <p:nvPr/>
        </p:nvCxnSpPr>
        <p:spPr bwMode="auto">
          <a:xfrm>
            <a:off x="3306630" y="3675425"/>
            <a:ext cx="2232" cy="312793"/>
          </a:xfrm>
          <a:prstGeom prst="straightConnector1">
            <a:avLst/>
          </a:prstGeom>
          <a:noFill/>
          <a:ln w="28575" cap="flat" cmpd="sng" algn="ctr">
            <a:solidFill>
              <a:schemeClr val="tx1"/>
            </a:solidFill>
            <a:prstDash val="solid"/>
            <a:round/>
            <a:headEnd type="none" w="med" len="med"/>
            <a:tailEnd type="arrow"/>
          </a:ln>
          <a:effectLst/>
        </p:spPr>
      </p:cxnSp>
      <p:cxnSp>
        <p:nvCxnSpPr>
          <p:cNvPr id="20" name="Gerade Verbindung mit Pfeil 19"/>
          <p:cNvCxnSpPr>
            <a:stCxn id="9" idx="3"/>
            <a:endCxn id="10" idx="1"/>
          </p:cNvCxnSpPr>
          <p:nvPr/>
        </p:nvCxnSpPr>
        <p:spPr bwMode="auto">
          <a:xfrm flipV="1">
            <a:off x="4133354" y="2487293"/>
            <a:ext cx="2167440" cy="1824961"/>
          </a:xfrm>
          <a:prstGeom prst="straightConnector1">
            <a:avLst/>
          </a:prstGeom>
          <a:noFill/>
          <a:ln w="28575" cap="flat" cmpd="sng" algn="ctr">
            <a:solidFill>
              <a:schemeClr val="tx1"/>
            </a:solidFill>
            <a:prstDash val="solid"/>
            <a:round/>
            <a:headEnd type="none" w="med" len="med"/>
            <a:tailEnd type="arrow"/>
          </a:ln>
          <a:effectLst/>
        </p:spPr>
      </p:cxnSp>
      <p:cxnSp>
        <p:nvCxnSpPr>
          <p:cNvPr id="23" name="Gerade Verbindung mit Pfeil 22"/>
          <p:cNvCxnSpPr>
            <a:stCxn id="10" idx="2"/>
            <a:endCxn id="14" idx="0"/>
          </p:cNvCxnSpPr>
          <p:nvPr/>
        </p:nvCxnSpPr>
        <p:spPr bwMode="auto">
          <a:xfrm>
            <a:off x="6893060" y="2811328"/>
            <a:ext cx="0" cy="936104"/>
          </a:xfrm>
          <a:prstGeom prst="straightConnector1">
            <a:avLst/>
          </a:prstGeom>
          <a:noFill/>
          <a:ln w="28575" cap="flat" cmpd="sng" algn="ctr">
            <a:solidFill>
              <a:schemeClr val="tx1"/>
            </a:solidFill>
            <a:prstDash val="solid"/>
            <a:round/>
            <a:headEnd type="none" w="med" len="med"/>
            <a:tailEnd type="arrow"/>
          </a:ln>
          <a:effectLst/>
        </p:spPr>
      </p:cxnSp>
      <p:cxnSp>
        <p:nvCxnSpPr>
          <p:cNvPr id="25" name="Gerade Verbindung mit Pfeil 24"/>
          <p:cNvCxnSpPr>
            <a:stCxn id="14" idx="2"/>
            <a:endCxn id="13" idx="0"/>
          </p:cNvCxnSpPr>
          <p:nvPr/>
        </p:nvCxnSpPr>
        <p:spPr bwMode="auto">
          <a:xfrm>
            <a:off x="6893060" y="4395504"/>
            <a:ext cx="0" cy="288032"/>
          </a:xfrm>
          <a:prstGeom prst="straightConnector1">
            <a:avLst/>
          </a:prstGeom>
          <a:noFill/>
          <a:ln w="28575" cap="flat" cmpd="sng" algn="ctr">
            <a:solidFill>
              <a:schemeClr val="tx1"/>
            </a:solidFill>
            <a:prstDash val="solid"/>
            <a:round/>
            <a:headEnd type="none" w="med" len="med"/>
            <a:tailEnd type="arrow"/>
          </a:ln>
          <a:effectLst/>
        </p:spPr>
      </p:cxnSp>
      <p:cxnSp>
        <p:nvCxnSpPr>
          <p:cNvPr id="29" name="Gerade Verbindung mit Pfeil 28"/>
          <p:cNvCxnSpPr>
            <a:stCxn id="10" idx="3"/>
            <a:endCxn id="12" idx="1"/>
          </p:cNvCxnSpPr>
          <p:nvPr/>
        </p:nvCxnSpPr>
        <p:spPr bwMode="auto">
          <a:xfrm>
            <a:off x="7485326" y="2487292"/>
            <a:ext cx="1447360" cy="0"/>
          </a:xfrm>
          <a:prstGeom prst="straightConnector1">
            <a:avLst/>
          </a:prstGeom>
          <a:noFill/>
          <a:ln w="28575" cap="flat" cmpd="sng" algn="ctr">
            <a:solidFill>
              <a:schemeClr val="tx1"/>
            </a:solidFill>
            <a:prstDash val="solid"/>
            <a:round/>
            <a:headEnd type="none" w="med" len="med"/>
            <a:tailEnd type="arrow"/>
          </a:ln>
          <a:effectLst/>
        </p:spPr>
      </p:cxnSp>
      <p:sp>
        <p:nvSpPr>
          <p:cNvPr id="31" name="Textfeld 30"/>
          <p:cNvSpPr txBox="1"/>
          <p:nvPr/>
        </p:nvSpPr>
        <p:spPr>
          <a:xfrm>
            <a:off x="7596940" y="1875225"/>
            <a:ext cx="1368151" cy="584775"/>
          </a:xfrm>
          <a:prstGeom prst="rect">
            <a:avLst/>
          </a:prstGeom>
          <a:noFill/>
        </p:spPr>
        <p:txBody>
          <a:bodyPr wrap="square" rtlCol="0">
            <a:spAutoFit/>
          </a:bodyPr>
          <a:lstStyle/>
          <a:p>
            <a:pPr fontAlgn="base">
              <a:spcBef>
                <a:spcPct val="20000"/>
              </a:spcBef>
              <a:spcAft>
                <a:spcPct val="0"/>
              </a:spcAft>
            </a:pPr>
            <a:r>
              <a:rPr lang="en-US" sz="1600">
                <a:solidFill>
                  <a:srgbClr val="00004B"/>
                </a:solidFill>
              </a:rPr>
              <a:t>final time step</a:t>
            </a:r>
          </a:p>
        </p:txBody>
      </p:sp>
      <p:sp>
        <p:nvSpPr>
          <p:cNvPr id="32" name="Textfeld 31"/>
          <p:cNvSpPr txBox="1"/>
          <p:nvPr/>
        </p:nvSpPr>
        <p:spPr>
          <a:xfrm>
            <a:off x="6145502" y="2811330"/>
            <a:ext cx="875373" cy="929485"/>
          </a:xfrm>
          <a:prstGeom prst="rect">
            <a:avLst/>
          </a:prstGeom>
          <a:noFill/>
        </p:spPr>
        <p:txBody>
          <a:bodyPr wrap="square" rtlCol="0">
            <a:spAutoFit/>
          </a:bodyPr>
          <a:lstStyle/>
          <a:p>
            <a:pPr fontAlgn="base">
              <a:spcBef>
                <a:spcPct val="20000"/>
              </a:spcBef>
              <a:spcAft>
                <a:spcPct val="0"/>
              </a:spcAft>
            </a:pPr>
            <a:r>
              <a:rPr lang="en-US" sz="1600" dirty="0">
                <a:solidFill>
                  <a:srgbClr val="00004B"/>
                </a:solidFill>
              </a:rPr>
              <a:t>each</a:t>
            </a:r>
          </a:p>
          <a:p>
            <a:pPr fontAlgn="base">
              <a:spcBef>
                <a:spcPct val="20000"/>
              </a:spcBef>
              <a:spcAft>
                <a:spcPct val="0"/>
              </a:spcAft>
            </a:pPr>
            <a:r>
              <a:rPr lang="en-US" sz="1600" dirty="0">
                <a:solidFill>
                  <a:srgbClr val="00004B"/>
                </a:solidFill>
              </a:rPr>
              <a:t>time </a:t>
            </a:r>
          </a:p>
          <a:p>
            <a:pPr fontAlgn="base">
              <a:spcBef>
                <a:spcPct val="20000"/>
              </a:spcBef>
              <a:spcAft>
                <a:spcPct val="0"/>
              </a:spcAft>
            </a:pPr>
            <a:r>
              <a:rPr lang="en-US" sz="1600" dirty="0">
                <a:solidFill>
                  <a:srgbClr val="00004B"/>
                </a:solidFill>
              </a:rPr>
              <a:t>step</a:t>
            </a:r>
          </a:p>
        </p:txBody>
      </p:sp>
      <p:sp>
        <p:nvSpPr>
          <p:cNvPr id="24" name="Abgerundetes Rechteck 23"/>
          <p:cNvSpPr/>
          <p:nvPr/>
        </p:nvSpPr>
        <p:spPr bwMode="auto">
          <a:xfrm>
            <a:off x="7708550" y="3315384"/>
            <a:ext cx="1544572" cy="648072"/>
          </a:xfrm>
          <a:prstGeom prst="roundRect">
            <a:avLst/>
          </a:prstGeom>
          <a:solidFill>
            <a:schemeClr val="bg1"/>
          </a:solidFill>
          <a:ln w="317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Aft>
                <a:spcPct val="0"/>
              </a:spcAft>
            </a:pPr>
            <a:r>
              <a:rPr lang="en-US" sz="1600" dirty="0">
                <a:solidFill>
                  <a:srgbClr val="00004B"/>
                </a:solidFill>
              </a:rPr>
              <a:t>Calculate Step Size</a:t>
            </a:r>
          </a:p>
        </p:txBody>
      </p:sp>
      <p:cxnSp>
        <p:nvCxnSpPr>
          <p:cNvPr id="42" name="Gekrümmte Verbindung 41"/>
          <p:cNvCxnSpPr>
            <a:stCxn id="13" idx="3"/>
            <a:endCxn id="24" idx="2"/>
          </p:cNvCxnSpPr>
          <p:nvPr/>
        </p:nvCxnSpPr>
        <p:spPr bwMode="auto">
          <a:xfrm flipV="1">
            <a:off x="7485326" y="3963456"/>
            <a:ext cx="995510" cy="1044116"/>
          </a:xfrm>
          <a:prstGeom prst="curvedConnector2">
            <a:avLst/>
          </a:prstGeom>
          <a:noFill/>
          <a:ln w="28575" cap="flat" cmpd="sng" algn="ctr">
            <a:solidFill>
              <a:schemeClr val="tx1"/>
            </a:solidFill>
            <a:prstDash val="solid"/>
            <a:round/>
            <a:headEnd type="none" w="med" len="med"/>
            <a:tailEnd type="arrow"/>
          </a:ln>
          <a:effectLst/>
        </p:spPr>
      </p:cxnSp>
      <p:cxnSp>
        <p:nvCxnSpPr>
          <p:cNvPr id="46" name="Gekrümmte Verbindung 45"/>
          <p:cNvCxnSpPr>
            <a:stCxn id="24" idx="0"/>
          </p:cNvCxnSpPr>
          <p:nvPr/>
        </p:nvCxnSpPr>
        <p:spPr bwMode="auto">
          <a:xfrm rot="16200000" flipV="1">
            <a:off x="7623043" y="2457591"/>
            <a:ext cx="720080" cy="995506"/>
          </a:xfrm>
          <a:prstGeom prst="curvedConnector2">
            <a:avLst/>
          </a:prstGeom>
          <a:noFill/>
          <a:ln w="2857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4097779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Grafik 93"/>
          <p:cNvPicPr>
            <a:picLocks noChangeAspect="1"/>
          </p:cNvPicPr>
          <p:nvPr/>
        </p:nvPicPr>
        <p:blipFill>
          <a:blip r:embed="rId3"/>
          <a:stretch>
            <a:fillRect/>
          </a:stretch>
        </p:blipFill>
        <p:spPr>
          <a:xfrm>
            <a:off x="8430034" y="4510074"/>
            <a:ext cx="884213" cy="720000"/>
          </a:xfrm>
          <a:prstGeom prst="rect">
            <a:avLst/>
          </a:prstGeom>
        </p:spPr>
      </p:pic>
      <p:sp>
        <p:nvSpPr>
          <p:cNvPr id="2" name="Titel 1"/>
          <p:cNvSpPr>
            <a:spLocks noGrp="1"/>
          </p:cNvSpPr>
          <p:nvPr>
            <p:ph type="title"/>
          </p:nvPr>
        </p:nvSpPr>
        <p:spPr/>
        <p:txBody>
          <a:bodyPr/>
          <a:lstStyle/>
          <a:p>
            <a:r>
              <a:rPr lang="de-DE" dirty="0" err="1"/>
              <a:t>Flattening</a:t>
            </a:r>
            <a:endParaRPr lang="de-DE" dirty="0"/>
          </a:p>
        </p:txBody>
      </p:sp>
      <p:sp>
        <p:nvSpPr>
          <p:cNvPr id="3" name="Inhaltsplatzhalter 2"/>
          <p:cNvSpPr>
            <a:spLocks noGrp="1"/>
          </p:cNvSpPr>
          <p:nvPr>
            <p:ph idx="1"/>
          </p:nvPr>
        </p:nvSpPr>
        <p:spPr>
          <a:xfrm>
            <a:off x="346049" y="2027737"/>
            <a:ext cx="8201167" cy="1477328"/>
          </a:xfrm>
        </p:spPr>
        <p:txBody>
          <a:bodyPr/>
          <a:lstStyle/>
          <a:p>
            <a:pPr marL="285750" indent="-285750">
              <a:buFont typeface="Wingdings" pitchFamily="2" charset="2"/>
              <a:buChar char="§"/>
            </a:pPr>
            <a:r>
              <a:rPr lang="de-DE" sz="2400" dirty="0"/>
              <a:t>Subsysteme werden beseitigt</a:t>
            </a:r>
          </a:p>
          <a:p>
            <a:pPr marL="285750" indent="-285750">
              <a:buFont typeface="Wingdings" pitchFamily="2" charset="2"/>
              <a:buChar char="§"/>
            </a:pPr>
            <a:r>
              <a:rPr lang="de-DE" sz="2400" dirty="0"/>
              <a:t>alle Blöcke und Signallinien auf oberste Ebene</a:t>
            </a:r>
          </a:p>
          <a:p>
            <a:endParaRPr lang="de-DE" sz="2400" dirty="0"/>
          </a:p>
          <a:p>
            <a:pPr marL="285750" indent="-285750">
              <a:buFont typeface="Wingdings" pitchFamily="2" charset="2"/>
              <a:buChar char="§"/>
            </a:pPr>
            <a:r>
              <a:rPr lang="de-DE" sz="2400" dirty="0"/>
              <a:t>einfaches Beispiel:</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37</a:t>
            </a:fld>
            <a:r>
              <a:rPr lang="de-DE"/>
              <a:t> </a:t>
            </a:r>
            <a:endParaRPr lang="de-DE">
              <a:solidFill>
                <a:srgbClr val="00004B"/>
              </a:solidFill>
            </a:endParaRPr>
          </a:p>
        </p:txBody>
      </p:sp>
      <p:sp>
        <p:nvSpPr>
          <p:cNvPr id="7" name="Rechteck 6"/>
          <p:cNvSpPr/>
          <p:nvPr/>
        </p:nvSpPr>
        <p:spPr bwMode="auto">
          <a:xfrm>
            <a:off x="2617509" y="4222042"/>
            <a:ext cx="1368152" cy="129614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spcBef>
                <a:spcPct val="20000"/>
              </a:spcBef>
              <a:spcAft>
                <a:spcPct val="0"/>
              </a:spcAft>
            </a:pPr>
            <a:r>
              <a:rPr lang="de-DE" sz="1050" dirty="0">
                <a:latin typeface="Arial" charset="0"/>
              </a:rPr>
              <a:t> </a:t>
            </a:r>
            <a:endParaRPr lang="de-DE" dirty="0">
              <a:latin typeface="Arial" charset="0"/>
            </a:endParaRPr>
          </a:p>
          <a:p>
            <a:pPr marL="342900" indent="-342900" algn="ctr" fontAlgn="base">
              <a:spcBef>
                <a:spcPct val="20000"/>
              </a:spcBef>
              <a:spcAft>
                <a:spcPct val="0"/>
              </a:spcAft>
            </a:pPr>
            <a:r>
              <a:rPr lang="de-DE" sz="1050" dirty="0">
                <a:latin typeface="Arial" charset="0"/>
              </a:rPr>
              <a:t> </a:t>
            </a:r>
            <a:endParaRPr lang="de-DE" dirty="0">
              <a:latin typeface="Arial" charset="0"/>
            </a:endParaRPr>
          </a:p>
          <a:p>
            <a:pPr marL="342900" indent="-342900" algn="ctr" fontAlgn="base">
              <a:spcBef>
                <a:spcPct val="20000"/>
              </a:spcBef>
              <a:spcAft>
                <a:spcPct val="0"/>
              </a:spcAft>
            </a:pPr>
            <a:r>
              <a:rPr lang="de-DE" dirty="0">
                <a:latin typeface="Arial" charset="0"/>
              </a:rPr>
              <a:t>Subsystem</a:t>
            </a:r>
          </a:p>
        </p:txBody>
      </p:sp>
      <p:cxnSp>
        <p:nvCxnSpPr>
          <p:cNvPr id="9" name="Gerade Verbindung mit Pfeil 8"/>
          <p:cNvCxnSpPr/>
          <p:nvPr/>
        </p:nvCxnSpPr>
        <p:spPr bwMode="auto">
          <a:xfrm>
            <a:off x="2365509" y="4582082"/>
            <a:ext cx="252000" cy="0"/>
          </a:xfrm>
          <a:prstGeom prst="straightConnector1">
            <a:avLst/>
          </a:prstGeom>
          <a:noFill/>
          <a:ln w="28575" cap="flat" cmpd="sng" algn="ctr">
            <a:solidFill>
              <a:schemeClr val="tx1"/>
            </a:solidFill>
            <a:prstDash val="solid"/>
            <a:round/>
            <a:headEnd type="none" w="med" len="med"/>
            <a:tailEnd type="triangle" w="lg" len="med"/>
          </a:ln>
          <a:effectLst/>
        </p:spPr>
      </p:cxnSp>
      <p:cxnSp>
        <p:nvCxnSpPr>
          <p:cNvPr id="10" name="Gerade Verbindung mit Pfeil 9"/>
          <p:cNvCxnSpPr/>
          <p:nvPr/>
        </p:nvCxnSpPr>
        <p:spPr bwMode="auto">
          <a:xfrm>
            <a:off x="2365509" y="5086138"/>
            <a:ext cx="252000" cy="0"/>
          </a:xfrm>
          <a:prstGeom prst="straightConnector1">
            <a:avLst/>
          </a:prstGeom>
          <a:noFill/>
          <a:ln w="28575" cap="flat" cmpd="sng" algn="ctr">
            <a:solidFill>
              <a:schemeClr val="tx1"/>
            </a:solidFill>
            <a:prstDash val="solid"/>
            <a:round/>
            <a:headEnd type="none" w="med" len="med"/>
            <a:tailEnd type="triangle" w="lg" len="med"/>
          </a:ln>
          <a:effectLst/>
        </p:spPr>
      </p:cxnSp>
      <p:cxnSp>
        <p:nvCxnSpPr>
          <p:cNvPr id="11" name="Gerade Verbindung mit Pfeil 10"/>
          <p:cNvCxnSpPr/>
          <p:nvPr/>
        </p:nvCxnSpPr>
        <p:spPr bwMode="auto">
          <a:xfrm>
            <a:off x="3985661" y="4870114"/>
            <a:ext cx="252000" cy="0"/>
          </a:xfrm>
          <a:prstGeom prst="straightConnector1">
            <a:avLst/>
          </a:prstGeom>
          <a:noFill/>
          <a:ln w="28575" cap="flat" cmpd="sng" algn="ctr">
            <a:solidFill>
              <a:schemeClr val="tx1"/>
            </a:solidFill>
            <a:prstDash val="solid"/>
            <a:round/>
            <a:headEnd type="none" w="med" len="med"/>
            <a:tailEnd type="triangle" w="lg" len="med"/>
          </a:ln>
          <a:effectLst/>
        </p:spPr>
      </p:cxnSp>
      <mc:AlternateContent xmlns:mc="http://schemas.openxmlformats.org/markup-compatibility/2006" xmlns:a14="http://schemas.microsoft.com/office/drawing/2010/main">
        <mc:Choice Requires="a14">
          <p:sp>
            <p:nvSpPr>
              <p:cNvPr id="13" name="Textfeld 12"/>
              <p:cNvSpPr txBox="1"/>
              <p:nvPr/>
            </p:nvSpPr>
            <p:spPr>
              <a:xfrm>
                <a:off x="2050549" y="4438066"/>
                <a:ext cx="42293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1</m:t>
                          </m:r>
                        </m:sub>
                      </m:sSub>
                    </m:oMath>
                  </m:oMathPara>
                </a14:m>
                <a:endParaRPr lang="de-DE" dirty="0"/>
              </a:p>
            </p:txBody>
          </p:sp>
        </mc:Choice>
        <mc:Fallback xmlns="">
          <p:sp>
            <p:nvSpPr>
              <p:cNvPr id="13" name="Textfeld 12"/>
              <p:cNvSpPr txBox="1">
                <a:spLocks noRot="1" noChangeAspect="1" noMove="1" noResize="1" noEditPoints="1" noAdjustHandles="1" noChangeArrowheads="1" noChangeShapeType="1" noTextEdit="1"/>
              </p:cNvSpPr>
              <p:nvPr/>
            </p:nvSpPr>
            <p:spPr>
              <a:xfrm>
                <a:off x="2050549" y="4438066"/>
                <a:ext cx="422936" cy="369332"/>
              </a:xfrm>
              <a:prstGeom prst="rect">
                <a:avLst/>
              </a:prstGeom>
              <a:blipFill>
                <a:blip r:embed="rId4"/>
                <a:stretch>
                  <a:fillRect b="-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4" name="Textfeld 13"/>
              <p:cNvSpPr txBox="1"/>
              <p:nvPr/>
            </p:nvSpPr>
            <p:spPr>
              <a:xfrm>
                <a:off x="2041437" y="4932830"/>
                <a:ext cx="4282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2</m:t>
                          </m:r>
                        </m:sub>
                      </m:sSub>
                    </m:oMath>
                  </m:oMathPara>
                </a14:m>
                <a:endParaRPr lang="de-DE" dirty="0"/>
              </a:p>
            </p:txBody>
          </p:sp>
        </mc:Choice>
        <mc:Fallback xmlns="">
          <p:sp>
            <p:nvSpPr>
              <p:cNvPr id="14" name="Textfeld 13"/>
              <p:cNvSpPr txBox="1">
                <a:spLocks noRot="1" noChangeAspect="1" noMove="1" noResize="1" noEditPoints="1" noAdjustHandles="1" noChangeArrowheads="1" noChangeShapeType="1" noTextEdit="1"/>
              </p:cNvSpPr>
              <p:nvPr/>
            </p:nvSpPr>
            <p:spPr>
              <a:xfrm>
                <a:off x="2041437" y="4932830"/>
                <a:ext cx="428258" cy="369332"/>
              </a:xfrm>
              <a:prstGeom prst="rect">
                <a:avLst/>
              </a:prstGeom>
              <a:blipFill>
                <a:blip r:embed="rId5"/>
                <a:stretch>
                  <a:fillRect b="-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5" name="Textfeld 14"/>
              <p:cNvSpPr txBox="1"/>
              <p:nvPr/>
            </p:nvSpPr>
            <p:spPr>
              <a:xfrm>
                <a:off x="4129679" y="4654090"/>
                <a:ext cx="4282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3</m:t>
                          </m:r>
                        </m:sub>
                      </m:sSub>
                    </m:oMath>
                  </m:oMathPara>
                </a14:m>
                <a:endParaRPr lang="de-DE" dirty="0"/>
              </a:p>
            </p:txBody>
          </p:sp>
        </mc:Choice>
        <mc:Fallback xmlns="">
          <p:sp>
            <p:nvSpPr>
              <p:cNvPr id="15" name="Textfeld 14"/>
              <p:cNvSpPr txBox="1">
                <a:spLocks noRot="1" noChangeAspect="1" noMove="1" noResize="1" noEditPoints="1" noAdjustHandles="1" noChangeArrowheads="1" noChangeShapeType="1" noTextEdit="1"/>
              </p:cNvSpPr>
              <p:nvPr/>
            </p:nvSpPr>
            <p:spPr>
              <a:xfrm>
                <a:off x="4129679" y="4654090"/>
                <a:ext cx="428259" cy="369332"/>
              </a:xfrm>
              <a:prstGeom prst="rect">
                <a:avLst/>
              </a:prstGeom>
              <a:blipFill>
                <a:blip r:embed="rId6"/>
                <a:stretch>
                  <a:fillRect/>
                </a:stretch>
              </a:blipFill>
            </p:spPr>
            <p:txBody>
              <a:bodyPr/>
              <a:lstStyle/>
              <a:p>
                <a:r>
                  <a:rPr lang="en-DE">
                    <a:noFill/>
                  </a:rPr>
                  <a:t> </a:t>
                </a:r>
              </a:p>
            </p:txBody>
          </p:sp>
        </mc:Fallback>
      </mc:AlternateContent>
      <p:sp>
        <p:nvSpPr>
          <p:cNvPr id="16" name="Rechteck 15"/>
          <p:cNvSpPr/>
          <p:nvPr/>
        </p:nvSpPr>
        <p:spPr bwMode="auto">
          <a:xfrm>
            <a:off x="5425821" y="4222042"/>
            <a:ext cx="1584176" cy="129614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spcBef>
                <a:spcPct val="20000"/>
              </a:spcBef>
              <a:spcAft>
                <a:spcPct val="0"/>
              </a:spcAft>
            </a:pPr>
            <a:endParaRPr lang="de-DE" sz="2000" dirty="0">
              <a:latin typeface="Arial" charset="0"/>
            </a:endParaRPr>
          </a:p>
          <a:p>
            <a:pPr marL="342900" indent="-342900" algn="ctr" fontAlgn="base">
              <a:spcBef>
                <a:spcPct val="20000"/>
              </a:spcBef>
              <a:spcAft>
                <a:spcPct val="0"/>
              </a:spcAft>
            </a:pPr>
            <a:endParaRPr lang="de-DE" sz="2000" dirty="0">
              <a:latin typeface="Arial" charset="0"/>
            </a:endParaRPr>
          </a:p>
        </p:txBody>
      </p:sp>
      <p:sp>
        <p:nvSpPr>
          <p:cNvPr id="23" name="Ellipse 22"/>
          <p:cNvSpPr/>
          <p:nvPr/>
        </p:nvSpPr>
        <p:spPr bwMode="auto">
          <a:xfrm>
            <a:off x="5528290" y="4582082"/>
            <a:ext cx="216000" cy="21600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24" name="Textfeld 23"/>
          <p:cNvSpPr txBox="1"/>
          <p:nvPr/>
        </p:nvSpPr>
        <p:spPr>
          <a:xfrm>
            <a:off x="5503152" y="4561759"/>
            <a:ext cx="269626" cy="276999"/>
          </a:xfrm>
          <a:prstGeom prst="rect">
            <a:avLst/>
          </a:prstGeom>
          <a:noFill/>
        </p:spPr>
        <p:txBody>
          <a:bodyPr wrap="none" rtlCol="0">
            <a:spAutoFit/>
          </a:bodyPr>
          <a:lstStyle/>
          <a:p>
            <a:r>
              <a:rPr lang="de-DE" sz="1200" dirty="0"/>
              <a:t>1</a:t>
            </a:r>
            <a:endParaRPr lang="de-DE" dirty="0"/>
          </a:p>
        </p:txBody>
      </p:sp>
      <p:pic>
        <p:nvPicPr>
          <p:cNvPr id="27" name="Grafik 26"/>
          <p:cNvPicPr>
            <a:picLocks noChangeAspect="1"/>
          </p:cNvPicPr>
          <p:nvPr/>
        </p:nvPicPr>
        <p:blipFill>
          <a:blip r:embed="rId3"/>
          <a:stretch>
            <a:fillRect/>
          </a:stretch>
        </p:blipFill>
        <p:spPr>
          <a:xfrm>
            <a:off x="5798000" y="4615698"/>
            <a:ext cx="884213" cy="720000"/>
          </a:xfrm>
          <a:prstGeom prst="rect">
            <a:avLst/>
          </a:prstGeom>
        </p:spPr>
      </p:pic>
      <p:sp>
        <p:nvSpPr>
          <p:cNvPr id="25" name="Ellipse 24"/>
          <p:cNvSpPr/>
          <p:nvPr/>
        </p:nvSpPr>
        <p:spPr bwMode="auto">
          <a:xfrm>
            <a:off x="5550062" y="5045488"/>
            <a:ext cx="216000" cy="21600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dirty="0">
              <a:latin typeface="Arial" charset="0"/>
            </a:endParaRPr>
          </a:p>
        </p:txBody>
      </p:sp>
      <p:sp>
        <p:nvSpPr>
          <p:cNvPr id="26" name="Textfeld 25"/>
          <p:cNvSpPr txBox="1"/>
          <p:nvPr/>
        </p:nvSpPr>
        <p:spPr>
          <a:xfrm>
            <a:off x="5524924" y="4996554"/>
            <a:ext cx="284052" cy="307777"/>
          </a:xfrm>
          <a:prstGeom prst="rect">
            <a:avLst/>
          </a:prstGeom>
          <a:noFill/>
        </p:spPr>
        <p:txBody>
          <a:bodyPr wrap="none" rtlCol="0">
            <a:spAutoFit/>
          </a:bodyPr>
          <a:lstStyle/>
          <a:p>
            <a:r>
              <a:rPr lang="de-DE" sz="1400" dirty="0"/>
              <a:t>2</a:t>
            </a:r>
            <a:endParaRPr lang="de-DE" dirty="0"/>
          </a:p>
        </p:txBody>
      </p:sp>
      <p:sp>
        <p:nvSpPr>
          <p:cNvPr id="28" name="Rechteck 27"/>
          <p:cNvSpPr/>
          <p:nvPr/>
        </p:nvSpPr>
        <p:spPr bwMode="auto">
          <a:xfrm>
            <a:off x="6690155" y="4768048"/>
            <a:ext cx="252000" cy="216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de-DE" sz="3200">
              <a:latin typeface="Arial" charset="0"/>
            </a:endParaRPr>
          </a:p>
        </p:txBody>
      </p:sp>
      <mc:AlternateContent xmlns:mc="http://schemas.openxmlformats.org/markup-compatibility/2006" xmlns:a14="http://schemas.microsoft.com/office/drawing/2010/main">
        <mc:Choice Requires="a14">
          <p:sp>
            <p:nvSpPr>
              <p:cNvPr id="30" name="Textfeld 29"/>
              <p:cNvSpPr txBox="1"/>
              <p:nvPr/>
            </p:nvSpPr>
            <p:spPr>
              <a:xfrm>
                <a:off x="6583274" y="4654090"/>
                <a:ext cx="4669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𝑜</m:t>
                          </m:r>
                        </m:e>
                        <m:sub>
                          <m:r>
                            <a:rPr lang="de-DE" i="1">
                              <a:latin typeface="Cambria Math"/>
                            </a:rPr>
                            <m:t>1</m:t>
                          </m:r>
                        </m:sub>
                      </m:sSub>
                    </m:oMath>
                  </m:oMathPara>
                </a14:m>
                <a:endParaRPr lang="de-DE" dirty="0"/>
              </a:p>
            </p:txBody>
          </p:sp>
        </mc:Choice>
        <mc:Fallback xmlns="">
          <p:sp>
            <p:nvSpPr>
              <p:cNvPr id="30" name="Textfeld 29"/>
              <p:cNvSpPr txBox="1">
                <a:spLocks noRot="1" noChangeAspect="1" noMove="1" noResize="1" noEditPoints="1" noAdjustHandles="1" noChangeArrowheads="1" noChangeShapeType="1" noTextEdit="1"/>
              </p:cNvSpPr>
              <p:nvPr/>
            </p:nvSpPr>
            <p:spPr>
              <a:xfrm>
                <a:off x="6583274" y="4654090"/>
                <a:ext cx="466923" cy="369332"/>
              </a:xfrm>
              <a:prstGeom prst="rect">
                <a:avLst/>
              </a:prstGeom>
              <a:blipFill>
                <a:blip r:embed="rId7"/>
                <a:stretch>
                  <a:fillRect/>
                </a:stretch>
              </a:blipFill>
            </p:spPr>
            <p:txBody>
              <a:bodyPr/>
              <a:lstStyle/>
              <a:p>
                <a:r>
                  <a:rPr lang="en-DE">
                    <a:noFill/>
                  </a:rPr>
                  <a:t> </a:t>
                </a:r>
              </a:p>
            </p:txBody>
          </p:sp>
        </mc:Fallback>
      </mc:AlternateContent>
      <p:cxnSp>
        <p:nvCxnSpPr>
          <p:cNvPr id="34" name="Gewinkelte Verbindung 33"/>
          <p:cNvCxnSpPr/>
          <p:nvPr/>
        </p:nvCxnSpPr>
        <p:spPr bwMode="auto">
          <a:xfrm>
            <a:off x="5769412" y="4704328"/>
            <a:ext cx="216024" cy="63720"/>
          </a:xfrm>
          <a:prstGeom prst="bentConnector3">
            <a:avLst/>
          </a:prstGeom>
          <a:noFill/>
          <a:ln w="19050" cap="flat" cmpd="sng" algn="ctr">
            <a:solidFill>
              <a:schemeClr val="tx1"/>
            </a:solidFill>
            <a:prstDash val="solid"/>
            <a:round/>
            <a:headEnd type="none" w="med" len="med"/>
            <a:tailEnd type="none"/>
          </a:ln>
          <a:effectLst/>
        </p:spPr>
      </p:cxnSp>
      <p:cxnSp>
        <p:nvCxnSpPr>
          <p:cNvPr id="37" name="Gewinkelte Verbindung 36"/>
          <p:cNvCxnSpPr/>
          <p:nvPr/>
        </p:nvCxnSpPr>
        <p:spPr bwMode="auto">
          <a:xfrm flipV="1">
            <a:off x="5798090" y="4984052"/>
            <a:ext cx="176460" cy="166391"/>
          </a:xfrm>
          <a:prstGeom prst="bentConnector3">
            <a:avLst/>
          </a:prstGeom>
          <a:noFill/>
          <a:ln w="19050" cap="flat" cmpd="sng" algn="ctr">
            <a:solidFill>
              <a:schemeClr val="tx1"/>
            </a:solidFill>
            <a:prstDash val="solid"/>
            <a:round/>
            <a:headEnd type="none" w="med" len="med"/>
            <a:tailEnd type="none"/>
          </a:ln>
          <a:effectLst/>
        </p:spPr>
      </p:cxnSp>
      <p:cxnSp>
        <p:nvCxnSpPr>
          <p:cNvPr id="44" name="Gerade Verbindung 43"/>
          <p:cNvCxnSpPr/>
          <p:nvPr/>
        </p:nvCxnSpPr>
        <p:spPr bwMode="auto">
          <a:xfrm>
            <a:off x="6511288" y="4913658"/>
            <a:ext cx="180000" cy="0"/>
          </a:xfrm>
          <a:prstGeom prst="line">
            <a:avLst/>
          </a:prstGeom>
          <a:noFill/>
          <a:ln w="19050" cap="flat" cmpd="sng" algn="ctr">
            <a:solidFill>
              <a:schemeClr val="tx1"/>
            </a:solidFill>
            <a:prstDash val="solid"/>
            <a:round/>
            <a:headEnd type="none" w="med" len="med"/>
            <a:tailEnd type="none"/>
          </a:ln>
          <a:effectLst/>
        </p:spPr>
      </p:cxnSp>
      <p:cxnSp>
        <p:nvCxnSpPr>
          <p:cNvPr id="63" name="Gerade Verbindung mit Pfeil 62"/>
          <p:cNvCxnSpPr/>
          <p:nvPr/>
        </p:nvCxnSpPr>
        <p:spPr bwMode="auto">
          <a:xfrm>
            <a:off x="5173821" y="4582082"/>
            <a:ext cx="252000" cy="0"/>
          </a:xfrm>
          <a:prstGeom prst="straightConnector1">
            <a:avLst/>
          </a:prstGeom>
          <a:noFill/>
          <a:ln w="28575" cap="flat" cmpd="sng" algn="ctr">
            <a:solidFill>
              <a:schemeClr val="tx1"/>
            </a:solidFill>
            <a:prstDash val="solid"/>
            <a:round/>
            <a:headEnd type="none" w="med" len="med"/>
            <a:tailEnd type="triangle" w="lg" len="med"/>
          </a:ln>
          <a:effectLst/>
        </p:spPr>
      </p:cxnSp>
      <p:cxnSp>
        <p:nvCxnSpPr>
          <p:cNvPr id="64" name="Gerade Verbindung mit Pfeil 63"/>
          <p:cNvCxnSpPr/>
          <p:nvPr/>
        </p:nvCxnSpPr>
        <p:spPr bwMode="auto">
          <a:xfrm>
            <a:off x="5173821" y="5086138"/>
            <a:ext cx="252000" cy="0"/>
          </a:xfrm>
          <a:prstGeom prst="straightConnector1">
            <a:avLst/>
          </a:prstGeom>
          <a:noFill/>
          <a:ln w="28575" cap="flat" cmpd="sng" algn="ctr">
            <a:solidFill>
              <a:schemeClr val="tx1"/>
            </a:solidFill>
            <a:prstDash val="solid"/>
            <a:round/>
            <a:headEnd type="none" w="med" len="med"/>
            <a:tailEnd type="triangle" w="lg" len="med"/>
          </a:ln>
          <a:effectLst/>
        </p:spPr>
      </p:cxnSp>
      <mc:AlternateContent xmlns:mc="http://schemas.openxmlformats.org/markup-compatibility/2006" xmlns:a14="http://schemas.microsoft.com/office/drawing/2010/main">
        <mc:Choice Requires="a14">
          <p:sp>
            <p:nvSpPr>
              <p:cNvPr id="65" name="Textfeld 64"/>
              <p:cNvSpPr txBox="1"/>
              <p:nvPr/>
            </p:nvSpPr>
            <p:spPr>
              <a:xfrm>
                <a:off x="4858861" y="4438066"/>
                <a:ext cx="42293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1</m:t>
                          </m:r>
                        </m:sub>
                      </m:sSub>
                    </m:oMath>
                  </m:oMathPara>
                </a14:m>
                <a:endParaRPr lang="de-DE" dirty="0"/>
              </a:p>
            </p:txBody>
          </p:sp>
        </mc:Choice>
        <mc:Fallback xmlns="">
          <p:sp>
            <p:nvSpPr>
              <p:cNvPr id="65" name="Textfeld 64"/>
              <p:cNvSpPr txBox="1">
                <a:spLocks noRot="1" noChangeAspect="1" noMove="1" noResize="1" noEditPoints="1" noAdjustHandles="1" noChangeArrowheads="1" noChangeShapeType="1" noTextEdit="1"/>
              </p:cNvSpPr>
              <p:nvPr/>
            </p:nvSpPr>
            <p:spPr>
              <a:xfrm>
                <a:off x="4858861" y="4438066"/>
                <a:ext cx="422936" cy="369332"/>
              </a:xfrm>
              <a:prstGeom prst="rect">
                <a:avLst/>
              </a:prstGeom>
              <a:blipFill>
                <a:blip r:embed="rId8"/>
                <a:stretch>
                  <a:fillRect b="-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6" name="Textfeld 65"/>
              <p:cNvSpPr txBox="1"/>
              <p:nvPr/>
            </p:nvSpPr>
            <p:spPr>
              <a:xfrm>
                <a:off x="4849749" y="4932830"/>
                <a:ext cx="4282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2</m:t>
                          </m:r>
                        </m:sub>
                      </m:sSub>
                    </m:oMath>
                  </m:oMathPara>
                </a14:m>
                <a:endParaRPr lang="de-DE" dirty="0"/>
              </a:p>
            </p:txBody>
          </p:sp>
        </mc:Choice>
        <mc:Fallback xmlns="">
          <p:sp>
            <p:nvSpPr>
              <p:cNvPr id="66" name="Textfeld 65"/>
              <p:cNvSpPr txBox="1">
                <a:spLocks noRot="1" noChangeAspect="1" noMove="1" noResize="1" noEditPoints="1" noAdjustHandles="1" noChangeArrowheads="1" noChangeShapeType="1" noTextEdit="1"/>
              </p:cNvSpPr>
              <p:nvPr/>
            </p:nvSpPr>
            <p:spPr>
              <a:xfrm>
                <a:off x="4849749" y="4932830"/>
                <a:ext cx="428258" cy="369332"/>
              </a:xfrm>
              <a:prstGeom prst="rect">
                <a:avLst/>
              </a:prstGeom>
              <a:blipFill>
                <a:blip r:embed="rId9"/>
                <a:stretch>
                  <a:fillRect b="-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68" name="Textfeld 67"/>
              <p:cNvSpPr txBox="1"/>
              <p:nvPr/>
            </p:nvSpPr>
            <p:spPr>
              <a:xfrm>
                <a:off x="7154015" y="4654090"/>
                <a:ext cx="4282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3</m:t>
                          </m:r>
                        </m:sub>
                      </m:sSub>
                    </m:oMath>
                  </m:oMathPara>
                </a14:m>
                <a:endParaRPr lang="de-DE" dirty="0"/>
              </a:p>
            </p:txBody>
          </p:sp>
        </mc:Choice>
        <mc:Fallback xmlns="">
          <p:sp>
            <p:nvSpPr>
              <p:cNvPr id="68" name="Textfeld 67"/>
              <p:cNvSpPr txBox="1">
                <a:spLocks noRot="1" noChangeAspect="1" noMove="1" noResize="1" noEditPoints="1" noAdjustHandles="1" noChangeArrowheads="1" noChangeShapeType="1" noTextEdit="1"/>
              </p:cNvSpPr>
              <p:nvPr/>
            </p:nvSpPr>
            <p:spPr>
              <a:xfrm>
                <a:off x="7154015" y="4654090"/>
                <a:ext cx="428259" cy="369332"/>
              </a:xfrm>
              <a:prstGeom prst="rect">
                <a:avLst/>
              </a:prstGeom>
              <a:blipFill>
                <a:blip r:embed="rId10"/>
                <a:stretch>
                  <a:fillRect/>
                </a:stretch>
              </a:blipFill>
            </p:spPr>
            <p:txBody>
              <a:bodyPr/>
              <a:lstStyle/>
              <a:p>
                <a:r>
                  <a:rPr lang="en-DE">
                    <a:noFill/>
                  </a:rPr>
                  <a:t> </a:t>
                </a:r>
              </a:p>
            </p:txBody>
          </p:sp>
        </mc:Fallback>
      </mc:AlternateContent>
      <p:cxnSp>
        <p:nvCxnSpPr>
          <p:cNvPr id="69" name="Gerade Verbindung mit Pfeil 68"/>
          <p:cNvCxnSpPr/>
          <p:nvPr/>
        </p:nvCxnSpPr>
        <p:spPr bwMode="auto">
          <a:xfrm>
            <a:off x="7009989" y="4870114"/>
            <a:ext cx="252000" cy="0"/>
          </a:xfrm>
          <a:prstGeom prst="straightConnector1">
            <a:avLst/>
          </a:prstGeom>
          <a:noFill/>
          <a:ln w="28575" cap="flat" cmpd="sng" algn="ctr">
            <a:solidFill>
              <a:schemeClr val="tx1"/>
            </a:solidFill>
            <a:prstDash val="solid"/>
            <a:round/>
            <a:headEnd type="none" w="med" len="med"/>
            <a:tailEnd type="triangle" w="lg" len="med"/>
          </a:ln>
          <a:effectLst/>
        </p:spPr>
      </p:cxnSp>
      <p:cxnSp>
        <p:nvCxnSpPr>
          <p:cNvPr id="88" name="Gerade Verbindung mit Pfeil 87"/>
          <p:cNvCxnSpPr/>
          <p:nvPr/>
        </p:nvCxnSpPr>
        <p:spPr bwMode="auto">
          <a:xfrm>
            <a:off x="8054165" y="4654090"/>
            <a:ext cx="540000" cy="0"/>
          </a:xfrm>
          <a:prstGeom prst="straightConnector1">
            <a:avLst/>
          </a:prstGeom>
          <a:noFill/>
          <a:ln w="28575" cap="flat" cmpd="sng" algn="ctr">
            <a:solidFill>
              <a:schemeClr val="tx1"/>
            </a:solidFill>
            <a:prstDash val="solid"/>
            <a:round/>
            <a:headEnd type="none" w="med" len="med"/>
            <a:tailEnd type="triangle" w="lg" len="med"/>
          </a:ln>
          <a:effectLst/>
        </p:spPr>
      </p:cxnSp>
      <mc:AlternateContent xmlns:mc="http://schemas.openxmlformats.org/markup-compatibility/2006" xmlns:a14="http://schemas.microsoft.com/office/drawing/2010/main">
        <mc:Choice Requires="a14">
          <p:sp>
            <p:nvSpPr>
              <p:cNvPr id="91" name="Textfeld 90"/>
              <p:cNvSpPr txBox="1"/>
              <p:nvPr/>
            </p:nvSpPr>
            <p:spPr>
              <a:xfrm>
                <a:off x="7739181" y="4438066"/>
                <a:ext cx="42293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1</m:t>
                          </m:r>
                        </m:sub>
                      </m:sSub>
                    </m:oMath>
                  </m:oMathPara>
                </a14:m>
                <a:endParaRPr lang="de-DE" dirty="0"/>
              </a:p>
            </p:txBody>
          </p:sp>
        </mc:Choice>
        <mc:Fallback xmlns="">
          <p:sp>
            <p:nvSpPr>
              <p:cNvPr id="91" name="Textfeld 90"/>
              <p:cNvSpPr txBox="1">
                <a:spLocks noRot="1" noChangeAspect="1" noMove="1" noResize="1" noEditPoints="1" noAdjustHandles="1" noChangeArrowheads="1" noChangeShapeType="1" noTextEdit="1"/>
              </p:cNvSpPr>
              <p:nvPr/>
            </p:nvSpPr>
            <p:spPr>
              <a:xfrm>
                <a:off x="7739181" y="4438066"/>
                <a:ext cx="422936" cy="369332"/>
              </a:xfrm>
              <a:prstGeom prst="rect">
                <a:avLst/>
              </a:prstGeom>
              <a:blipFill>
                <a:blip r:embed="rId4"/>
                <a:stretch>
                  <a:fillRect b="-333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92" name="Textfeld 91"/>
              <p:cNvSpPr txBox="1"/>
              <p:nvPr/>
            </p:nvSpPr>
            <p:spPr>
              <a:xfrm>
                <a:off x="7751437" y="4693440"/>
                <a:ext cx="4282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2</m:t>
                          </m:r>
                        </m:sub>
                      </m:sSub>
                    </m:oMath>
                  </m:oMathPara>
                </a14:m>
                <a:endParaRPr lang="de-DE" dirty="0"/>
              </a:p>
            </p:txBody>
          </p:sp>
        </mc:Choice>
        <mc:Fallback xmlns="">
          <p:sp>
            <p:nvSpPr>
              <p:cNvPr id="92" name="Textfeld 91"/>
              <p:cNvSpPr txBox="1">
                <a:spLocks noRot="1" noChangeAspect="1" noMove="1" noResize="1" noEditPoints="1" noAdjustHandles="1" noChangeArrowheads="1" noChangeShapeType="1" noTextEdit="1"/>
              </p:cNvSpPr>
              <p:nvPr/>
            </p:nvSpPr>
            <p:spPr>
              <a:xfrm>
                <a:off x="7751437" y="4693440"/>
                <a:ext cx="428258" cy="369332"/>
              </a:xfrm>
              <a:prstGeom prst="rect">
                <a:avLst/>
              </a:prstGeom>
              <a:blipFill>
                <a:blip r:embed="rId1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93" name="Textfeld 92"/>
              <p:cNvSpPr txBox="1"/>
              <p:nvPr/>
            </p:nvSpPr>
            <p:spPr>
              <a:xfrm>
                <a:off x="9662996" y="4621432"/>
                <a:ext cx="4282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a:rPr>
                            <m:t>𝑙</m:t>
                          </m:r>
                        </m:e>
                        <m:sub>
                          <m:r>
                            <a:rPr lang="de-DE" i="1">
                              <a:latin typeface="Cambria Math"/>
                            </a:rPr>
                            <m:t>3</m:t>
                          </m:r>
                        </m:sub>
                      </m:sSub>
                    </m:oMath>
                  </m:oMathPara>
                </a14:m>
                <a:endParaRPr lang="de-DE" dirty="0"/>
              </a:p>
            </p:txBody>
          </p:sp>
        </mc:Choice>
        <mc:Fallback xmlns="">
          <p:sp>
            <p:nvSpPr>
              <p:cNvPr id="93" name="Textfeld 92"/>
              <p:cNvSpPr txBox="1">
                <a:spLocks noRot="1" noChangeAspect="1" noMove="1" noResize="1" noEditPoints="1" noAdjustHandles="1" noChangeArrowheads="1" noChangeShapeType="1" noTextEdit="1"/>
              </p:cNvSpPr>
              <p:nvPr/>
            </p:nvSpPr>
            <p:spPr>
              <a:xfrm>
                <a:off x="9662996" y="4621432"/>
                <a:ext cx="428259" cy="369332"/>
              </a:xfrm>
              <a:prstGeom prst="rect">
                <a:avLst/>
              </a:prstGeom>
              <a:blipFill>
                <a:blip r:embed="rId12"/>
                <a:stretch>
                  <a:fillRect/>
                </a:stretch>
              </a:blipFill>
            </p:spPr>
            <p:txBody>
              <a:bodyPr/>
              <a:lstStyle/>
              <a:p>
                <a:r>
                  <a:rPr lang="en-DE">
                    <a:noFill/>
                  </a:rPr>
                  <a:t> </a:t>
                </a:r>
              </a:p>
            </p:txBody>
          </p:sp>
        </mc:Fallback>
      </mc:AlternateContent>
      <p:cxnSp>
        <p:nvCxnSpPr>
          <p:cNvPr id="99" name="Gerade Verbindung mit Pfeil 98"/>
          <p:cNvCxnSpPr/>
          <p:nvPr/>
        </p:nvCxnSpPr>
        <p:spPr bwMode="auto">
          <a:xfrm>
            <a:off x="8050759" y="4870114"/>
            <a:ext cx="540000" cy="0"/>
          </a:xfrm>
          <a:prstGeom prst="straightConnector1">
            <a:avLst/>
          </a:prstGeom>
          <a:noFill/>
          <a:ln w="28575" cap="flat" cmpd="sng" algn="ctr">
            <a:solidFill>
              <a:schemeClr val="tx1"/>
            </a:solidFill>
            <a:prstDash val="solid"/>
            <a:round/>
            <a:headEnd type="none" w="med" len="med"/>
            <a:tailEnd type="triangle" w="lg" len="med"/>
          </a:ln>
          <a:effectLst/>
        </p:spPr>
      </p:cxnSp>
      <p:cxnSp>
        <p:nvCxnSpPr>
          <p:cNvPr id="100" name="Gerade Verbindung mit Pfeil 99"/>
          <p:cNvCxnSpPr/>
          <p:nvPr/>
        </p:nvCxnSpPr>
        <p:spPr bwMode="auto">
          <a:xfrm>
            <a:off x="9206293" y="4798106"/>
            <a:ext cx="540000" cy="0"/>
          </a:xfrm>
          <a:prstGeom prst="straightConnector1">
            <a:avLst/>
          </a:prstGeom>
          <a:noFill/>
          <a:ln w="28575" cap="flat" cmpd="sng" algn="ctr">
            <a:solidFill>
              <a:schemeClr val="tx1"/>
            </a:solidFill>
            <a:prstDash val="solid"/>
            <a:round/>
            <a:headEnd type="none" w="med" len="med"/>
            <a:tailEnd type="triangle" w="lg" len="med"/>
          </a:ln>
          <a:effectLst/>
        </p:spPr>
      </p:cxnSp>
      <p:sp>
        <p:nvSpPr>
          <p:cNvPr id="101" name="Textfeld 100"/>
          <p:cNvSpPr txBox="1"/>
          <p:nvPr/>
        </p:nvSpPr>
        <p:spPr>
          <a:xfrm>
            <a:off x="2041439" y="3789994"/>
            <a:ext cx="1800493" cy="369332"/>
          </a:xfrm>
          <a:prstGeom prst="rect">
            <a:avLst/>
          </a:prstGeom>
          <a:noFill/>
        </p:spPr>
        <p:txBody>
          <a:bodyPr wrap="none" rtlCol="0">
            <a:spAutoFit/>
          </a:bodyPr>
          <a:lstStyle/>
          <a:p>
            <a:r>
              <a:rPr lang="de-DE" dirty="0"/>
              <a:t>Oberste Ebene:</a:t>
            </a:r>
          </a:p>
        </p:txBody>
      </p:sp>
      <p:sp>
        <p:nvSpPr>
          <p:cNvPr id="102" name="Textfeld 101"/>
          <p:cNvSpPr txBox="1"/>
          <p:nvPr/>
        </p:nvSpPr>
        <p:spPr>
          <a:xfrm>
            <a:off x="4921466" y="3789994"/>
            <a:ext cx="1633781" cy="369332"/>
          </a:xfrm>
          <a:prstGeom prst="rect">
            <a:avLst/>
          </a:prstGeom>
          <a:noFill/>
        </p:spPr>
        <p:txBody>
          <a:bodyPr wrap="none" rtlCol="0">
            <a:spAutoFit/>
          </a:bodyPr>
          <a:lstStyle/>
          <a:p>
            <a:r>
              <a:rPr lang="de-DE" dirty="0"/>
              <a:t>Innere Ebene:</a:t>
            </a:r>
          </a:p>
        </p:txBody>
      </p:sp>
      <p:sp>
        <p:nvSpPr>
          <p:cNvPr id="103" name="Textfeld 102"/>
          <p:cNvSpPr txBox="1"/>
          <p:nvPr/>
        </p:nvSpPr>
        <p:spPr>
          <a:xfrm>
            <a:off x="7824480" y="3789994"/>
            <a:ext cx="1184940" cy="369332"/>
          </a:xfrm>
          <a:prstGeom prst="rect">
            <a:avLst/>
          </a:prstGeom>
          <a:noFill/>
        </p:spPr>
        <p:txBody>
          <a:bodyPr wrap="none" rtlCol="0">
            <a:spAutoFit/>
          </a:bodyPr>
          <a:lstStyle/>
          <a:p>
            <a:r>
              <a:rPr lang="de-DE" dirty="0"/>
              <a:t>aufgelöst:</a:t>
            </a:r>
          </a:p>
        </p:txBody>
      </p:sp>
    </p:spTree>
    <p:extLst>
      <p:ext uri="{BB962C8B-B14F-4D97-AF65-F5344CB8AC3E}">
        <p14:creationId xmlns:p14="http://schemas.microsoft.com/office/powerpoint/2010/main" val="3949021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Block Sorted Order</a:t>
            </a:r>
          </a:p>
        </p:txBody>
      </p:sp>
      <p:sp>
        <p:nvSpPr>
          <p:cNvPr id="3" name="Inhaltsplatzhalter 2"/>
          <p:cNvSpPr>
            <a:spLocks noGrp="1"/>
          </p:cNvSpPr>
          <p:nvPr>
            <p:ph idx="1"/>
          </p:nvPr>
        </p:nvSpPr>
        <p:spPr>
          <a:xfrm>
            <a:off x="359625" y="2057800"/>
            <a:ext cx="11356094" cy="2954655"/>
          </a:xfrm>
        </p:spPr>
        <p:txBody>
          <a:bodyPr/>
          <a:lstStyle/>
          <a:p>
            <a:pPr marL="342900" indent="-342900">
              <a:buClr>
                <a:schemeClr val="tx1"/>
              </a:buClr>
              <a:buFont typeface="Wingdings" pitchFamily="2" charset="2"/>
              <a:buChar char="§"/>
            </a:pPr>
            <a:r>
              <a:rPr lang="en-US" sz="2400" dirty="0" err="1">
                <a:solidFill>
                  <a:srgbClr val="00B0F0"/>
                </a:solidFill>
              </a:rPr>
              <a:t>nebenläufige</a:t>
            </a:r>
            <a:r>
              <a:rPr lang="en-US" sz="2400" dirty="0"/>
              <a:t> Notation, </a:t>
            </a:r>
            <a:r>
              <a:rPr lang="en-US" sz="2400" dirty="0" err="1">
                <a:solidFill>
                  <a:srgbClr val="00B0F0"/>
                </a:solidFill>
              </a:rPr>
              <a:t>sequentielle</a:t>
            </a:r>
            <a:r>
              <a:rPr lang="en-US" sz="2400" dirty="0"/>
              <a:t> Simulation</a:t>
            </a:r>
          </a:p>
          <a:p>
            <a:pPr marL="800100" lvl="1" indent="-342900">
              <a:buClr>
                <a:schemeClr val="tx1"/>
              </a:buClr>
              <a:buFont typeface="Wingdings" pitchFamily="2" charset="2"/>
              <a:buChar char="§"/>
            </a:pPr>
            <a:r>
              <a:rPr lang="en-US" sz="2400" dirty="0" err="1"/>
              <a:t>Berechnung</a:t>
            </a:r>
            <a:r>
              <a:rPr lang="en-US" sz="2400" dirty="0"/>
              <a:t> </a:t>
            </a:r>
            <a:r>
              <a:rPr lang="en-US" sz="2400" dirty="0" err="1"/>
              <a:t>einer</a:t>
            </a:r>
            <a:r>
              <a:rPr lang="en-US" sz="2400" dirty="0"/>
              <a:t> </a:t>
            </a:r>
            <a:r>
              <a:rPr lang="en-US" sz="2400" dirty="0" err="1">
                <a:solidFill>
                  <a:srgbClr val="00B0F0"/>
                </a:solidFill>
              </a:rPr>
              <a:t>Reihenfolge</a:t>
            </a:r>
            <a:r>
              <a:rPr lang="en-US" sz="2400" dirty="0"/>
              <a:t> </a:t>
            </a:r>
            <a:r>
              <a:rPr lang="en-US" sz="2400" dirty="0" err="1"/>
              <a:t>für</a:t>
            </a:r>
            <a:r>
              <a:rPr lang="en-US" sz="2400" dirty="0"/>
              <a:t> die Simulation</a:t>
            </a:r>
          </a:p>
          <a:p>
            <a:pPr marL="800100" lvl="1" indent="-342900">
              <a:buClr>
                <a:schemeClr val="tx1"/>
              </a:buClr>
              <a:buFont typeface="Wingdings" pitchFamily="2" charset="2"/>
              <a:buChar char="§"/>
            </a:pPr>
            <a:r>
              <a:rPr lang="en-US" sz="2400" dirty="0" err="1">
                <a:solidFill>
                  <a:srgbClr val="00B0F0"/>
                </a:solidFill>
              </a:rPr>
              <a:t>Zwei</a:t>
            </a:r>
            <a:r>
              <a:rPr lang="en-US" sz="2400" dirty="0">
                <a:solidFill>
                  <a:schemeClr val="tx2"/>
                </a:solidFill>
              </a:rPr>
              <a:t> </a:t>
            </a:r>
            <a:r>
              <a:rPr lang="en-US" sz="2400" dirty="0" err="1"/>
              <a:t>Blocktypen</a:t>
            </a:r>
            <a:endParaRPr lang="en-US" sz="2400" dirty="0"/>
          </a:p>
          <a:p>
            <a:pPr marL="1257300" lvl="2" indent="-342900">
              <a:buClr>
                <a:schemeClr val="tx1"/>
              </a:buClr>
              <a:buFont typeface="Wingdings" pitchFamily="2" charset="2"/>
              <a:buChar char="§"/>
            </a:pPr>
            <a:r>
              <a:rPr lang="en-US" sz="2400" dirty="0"/>
              <a:t>direct </a:t>
            </a:r>
            <a:r>
              <a:rPr lang="en-US" sz="2400" dirty="0" err="1"/>
              <a:t>feedtrough</a:t>
            </a:r>
            <a:r>
              <a:rPr lang="en-US" sz="2400" dirty="0"/>
              <a:t> (</a:t>
            </a:r>
            <a:r>
              <a:rPr lang="en-US" sz="2400" dirty="0">
                <a:solidFill>
                  <a:srgbClr val="00B0F0"/>
                </a:solidFill>
              </a:rPr>
              <a:t>Mealy</a:t>
            </a:r>
            <a:r>
              <a:rPr lang="en-US" sz="2400" dirty="0"/>
              <a:t>-</a:t>
            </a:r>
            <a:r>
              <a:rPr lang="en-US" sz="2400" dirty="0" err="1"/>
              <a:t>Semantik</a:t>
            </a:r>
            <a:r>
              <a:rPr lang="en-US" sz="2400" dirty="0"/>
              <a:t>)</a:t>
            </a:r>
          </a:p>
          <a:p>
            <a:pPr marL="1257300" lvl="2" indent="-342900">
              <a:buClr>
                <a:schemeClr val="tx1"/>
              </a:buClr>
              <a:buFont typeface="Wingdings" pitchFamily="2" charset="2"/>
              <a:buChar char="§"/>
            </a:pPr>
            <a:r>
              <a:rPr lang="en-US" sz="2400" dirty="0"/>
              <a:t>non-direct </a:t>
            </a:r>
            <a:r>
              <a:rPr lang="en-US" sz="2400" dirty="0" err="1"/>
              <a:t>feedtrough</a:t>
            </a:r>
            <a:r>
              <a:rPr lang="en-US" sz="2400" dirty="0"/>
              <a:t> (</a:t>
            </a:r>
            <a:r>
              <a:rPr lang="en-US" sz="2400" dirty="0" err="1"/>
              <a:t>stateful</a:t>
            </a:r>
            <a:r>
              <a:rPr lang="en-US" sz="2400" dirty="0"/>
              <a:t>, </a:t>
            </a:r>
            <a:r>
              <a:rPr lang="en-US" sz="2400" dirty="0">
                <a:solidFill>
                  <a:srgbClr val="00B0F0"/>
                </a:solidFill>
              </a:rPr>
              <a:t>Moore</a:t>
            </a:r>
            <a:r>
              <a:rPr lang="en-US" sz="2400" dirty="0"/>
              <a:t>-</a:t>
            </a:r>
            <a:r>
              <a:rPr lang="en-US" sz="2400" dirty="0" err="1"/>
              <a:t>Semantik</a:t>
            </a:r>
            <a:r>
              <a:rPr lang="en-US" sz="2400" dirty="0"/>
              <a:t>)</a:t>
            </a:r>
          </a:p>
          <a:p>
            <a:pPr marL="800100" lvl="1" indent="-342900">
              <a:buClr>
                <a:schemeClr val="tx1"/>
              </a:buClr>
              <a:buFont typeface="Wingdings" pitchFamily="2" charset="2"/>
              <a:buChar char="§"/>
            </a:pPr>
            <a:r>
              <a:rPr lang="en-US" sz="2400" dirty="0"/>
              <a:t>Scheduling von </a:t>
            </a:r>
            <a:r>
              <a:rPr lang="en-US" sz="2400" dirty="0">
                <a:solidFill>
                  <a:srgbClr val="00B0F0"/>
                </a:solidFill>
              </a:rPr>
              <a:t>Mealy</a:t>
            </a:r>
            <a:r>
              <a:rPr lang="en-US" sz="2400" dirty="0">
                <a:solidFill>
                  <a:srgbClr val="002060"/>
                </a:solidFill>
              </a:rPr>
              <a:t>-</a:t>
            </a:r>
            <a:r>
              <a:rPr lang="en-US" sz="2400" dirty="0" err="1"/>
              <a:t>Blöcken</a:t>
            </a:r>
            <a:r>
              <a:rPr lang="en-US" sz="2400" dirty="0"/>
              <a:t> </a:t>
            </a:r>
            <a:r>
              <a:rPr lang="en-US" sz="2400" dirty="0" err="1"/>
              <a:t>gemäß</a:t>
            </a:r>
            <a:r>
              <a:rPr lang="en-US" sz="2400" dirty="0"/>
              <a:t> </a:t>
            </a:r>
            <a:r>
              <a:rPr lang="en-US" sz="2400" dirty="0" err="1">
                <a:solidFill>
                  <a:srgbClr val="00B0F0"/>
                </a:solidFill>
              </a:rPr>
              <a:t>Datenabhängigkeiten</a:t>
            </a:r>
            <a:endParaRPr lang="en-US" sz="2400" dirty="0">
              <a:solidFill>
                <a:srgbClr val="00B0F0"/>
              </a:solidFill>
            </a:endParaRPr>
          </a:p>
          <a:p>
            <a:pPr marL="800100" lvl="1" indent="-342900">
              <a:buClr>
                <a:schemeClr val="tx1"/>
              </a:buClr>
              <a:buFont typeface="Wingdings" pitchFamily="2" charset="2"/>
              <a:buChar char="§"/>
            </a:pPr>
            <a:r>
              <a:rPr lang="en-US" sz="2400" dirty="0">
                <a:solidFill>
                  <a:srgbClr val="00B0F0"/>
                </a:solidFill>
              </a:rPr>
              <a:t>Moore</a:t>
            </a:r>
            <a:r>
              <a:rPr lang="en-US" sz="2400" dirty="0"/>
              <a:t>-</a:t>
            </a:r>
            <a:r>
              <a:rPr lang="en-US" sz="2400" dirty="0" err="1"/>
              <a:t>Blöcke</a:t>
            </a:r>
            <a:r>
              <a:rPr lang="en-US" sz="2400" dirty="0"/>
              <a:t> </a:t>
            </a:r>
            <a:r>
              <a:rPr lang="en-US" sz="2400" dirty="0" err="1"/>
              <a:t>werden</a:t>
            </a:r>
            <a:r>
              <a:rPr lang="en-US" sz="2400" dirty="0"/>
              <a:t> am </a:t>
            </a:r>
            <a:r>
              <a:rPr lang="en-US" sz="2400" dirty="0" err="1"/>
              <a:t>Anfang</a:t>
            </a:r>
            <a:r>
              <a:rPr lang="en-US" sz="2400" dirty="0"/>
              <a:t> </a:t>
            </a:r>
            <a:r>
              <a:rPr lang="en-US" sz="2400" dirty="0" err="1"/>
              <a:t>platziert</a:t>
            </a:r>
            <a:r>
              <a:rPr lang="en-US" sz="2400" dirty="0">
                <a:solidFill>
                  <a:schemeClr val="tx2"/>
                </a:solidFill>
              </a:rPr>
              <a:t> </a:t>
            </a:r>
          </a:p>
          <a:p>
            <a:pPr marL="800100" lvl="1" indent="-342900">
              <a:buClr>
                <a:schemeClr val="tx1"/>
              </a:buClr>
              <a:buFont typeface="Wingdings" pitchFamily="2" charset="2"/>
              <a:buChar char="§"/>
            </a:pPr>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38</a:t>
            </a:fld>
            <a:r>
              <a:rPr lang="de-DE"/>
              <a:t> </a:t>
            </a:r>
            <a:endParaRPr lang="de-DE">
              <a:solidFill>
                <a:srgbClr val="00004B"/>
              </a:solidFill>
            </a:endParaRPr>
          </a:p>
        </p:txBody>
      </p:sp>
    </p:spTree>
    <p:extLst>
      <p:ext uri="{BB962C8B-B14F-4D97-AF65-F5344CB8AC3E}">
        <p14:creationId xmlns:p14="http://schemas.microsoft.com/office/powerpoint/2010/main" val="3344784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3"/>
          <a:stretch>
            <a:fillRect/>
          </a:stretch>
        </p:blipFill>
        <p:spPr>
          <a:xfrm>
            <a:off x="7116006" y="2115620"/>
            <a:ext cx="1529644" cy="1621660"/>
          </a:xfrm>
          <a:prstGeom prst="rect">
            <a:avLst/>
          </a:prstGeom>
        </p:spPr>
      </p:pic>
      <p:pic>
        <p:nvPicPr>
          <p:cNvPr id="10" name="Grafik 9"/>
          <p:cNvPicPr>
            <a:picLocks noChangeAspect="1"/>
          </p:cNvPicPr>
          <p:nvPr/>
        </p:nvPicPr>
        <p:blipFill>
          <a:blip r:embed="rId4"/>
          <a:stretch>
            <a:fillRect/>
          </a:stretch>
        </p:blipFill>
        <p:spPr>
          <a:xfrm>
            <a:off x="7116006" y="3836775"/>
            <a:ext cx="1658854" cy="1191258"/>
          </a:xfrm>
          <a:prstGeom prst="rect">
            <a:avLst/>
          </a:prstGeom>
        </p:spPr>
      </p:pic>
      <mc:AlternateContent xmlns:mc="http://schemas.openxmlformats.org/markup-compatibility/2006" xmlns:a14="http://schemas.microsoft.com/office/drawing/2010/main">
        <mc:Choice Requires="a14">
          <p:sp>
            <p:nvSpPr>
              <p:cNvPr id="11" name="Textfeld 10"/>
              <p:cNvSpPr txBox="1"/>
              <p:nvPr/>
            </p:nvSpPr>
            <p:spPr>
              <a:xfrm>
                <a:off x="8285612" y="4340833"/>
                <a:ext cx="470047" cy="461665"/>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400" i="1">
                              <a:solidFill>
                                <a:srgbClr val="00004B"/>
                              </a:solidFill>
                              <a:latin typeface="Cambria Math" panose="02040503050406030204" pitchFamily="18" charset="0"/>
                            </a:rPr>
                          </m:ctrlPr>
                        </m:sSubPr>
                        <m:e>
                          <m:r>
                            <a:rPr lang="de-DE" sz="2400" i="1">
                              <a:solidFill>
                                <a:srgbClr val="00004B"/>
                              </a:solidFill>
                              <a:latin typeface="Cambria Math" panose="02040503050406030204" pitchFamily="18" charset="0"/>
                            </a:rPr>
                            <m:t>𝑙</m:t>
                          </m:r>
                        </m:e>
                        <m:sub>
                          <m:r>
                            <a:rPr lang="de-DE" sz="24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11" name="Textfeld 10"/>
              <p:cNvSpPr txBox="1">
                <a:spLocks noRot="1" noChangeAspect="1" noMove="1" noResize="1" noEditPoints="1" noAdjustHandles="1" noChangeArrowheads="1" noChangeShapeType="1" noTextEdit="1"/>
              </p:cNvSpPr>
              <p:nvPr/>
            </p:nvSpPr>
            <p:spPr>
              <a:xfrm>
                <a:off x="8285612" y="4340833"/>
                <a:ext cx="470047" cy="461665"/>
              </a:xfrm>
              <a:prstGeom prst="rect">
                <a:avLst/>
              </a:prstGeom>
              <a:blipFill>
                <a:blip r:embed="rId5"/>
                <a:stretch>
                  <a:fillRect b="-2632"/>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2" name="Textfeld 11"/>
              <p:cNvSpPr txBox="1"/>
              <p:nvPr/>
            </p:nvSpPr>
            <p:spPr>
              <a:xfrm>
                <a:off x="7726081" y="4628865"/>
                <a:ext cx="470047" cy="461665"/>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400" i="1">
                              <a:solidFill>
                                <a:srgbClr val="00004B"/>
                              </a:solidFill>
                              <a:latin typeface="Cambria Math" panose="02040503050406030204" pitchFamily="18" charset="0"/>
                            </a:rPr>
                          </m:ctrlPr>
                        </m:sSubPr>
                        <m:e>
                          <m:r>
                            <a:rPr lang="de-DE" sz="2400" i="1">
                              <a:solidFill>
                                <a:srgbClr val="00004B"/>
                              </a:solidFill>
                              <a:latin typeface="Cambria Math" panose="02040503050406030204" pitchFamily="18" charset="0"/>
                            </a:rPr>
                            <m:t>𝑑</m:t>
                          </m:r>
                        </m:e>
                        <m:sub>
                          <m:r>
                            <a:rPr lang="de-DE" sz="24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12" name="Textfeld 11"/>
              <p:cNvSpPr txBox="1">
                <a:spLocks noRot="1" noChangeAspect="1" noMove="1" noResize="1" noEditPoints="1" noAdjustHandles="1" noChangeArrowheads="1" noChangeShapeType="1" noTextEdit="1"/>
              </p:cNvSpPr>
              <p:nvPr/>
            </p:nvSpPr>
            <p:spPr>
              <a:xfrm>
                <a:off x="7726081" y="4628865"/>
                <a:ext cx="470047" cy="461665"/>
              </a:xfrm>
              <a:prstGeom prst="rect">
                <a:avLst/>
              </a:prstGeom>
              <a:blipFill>
                <a:blip r:embed="rId6"/>
                <a:stretch>
                  <a:fillRect l="-5263" b="-2703"/>
                </a:stretch>
              </a:blipFill>
            </p:spPr>
            <p:txBody>
              <a:bodyPr/>
              <a:lstStyle/>
              <a:p>
                <a:r>
                  <a:rPr lang="en-DE">
                    <a:noFill/>
                  </a:rPr>
                  <a:t> </a:t>
                </a:r>
              </a:p>
            </p:txBody>
          </p:sp>
        </mc:Fallback>
      </mc:AlternateContent>
      <p:sp>
        <p:nvSpPr>
          <p:cNvPr id="2" name="Titel 1"/>
          <p:cNvSpPr>
            <a:spLocks noGrp="1"/>
          </p:cNvSpPr>
          <p:nvPr>
            <p:ph type="title"/>
          </p:nvPr>
        </p:nvSpPr>
        <p:spPr>
          <a:xfrm>
            <a:off x="352398" y="1031240"/>
            <a:ext cx="7202287" cy="984885"/>
          </a:xfrm>
        </p:spPr>
        <p:txBody>
          <a:bodyPr/>
          <a:lstStyle/>
          <a:p>
            <a:pPr marL="914400" lvl="1" indent="-914400" algn="l"/>
            <a:r>
              <a:rPr lang="en-US" sz="3200" b="1" dirty="0" err="1">
                <a:solidFill>
                  <a:srgbClr val="005589"/>
                </a:solidFill>
                <a:latin typeface="Trebuchet MS"/>
                <a:ea typeface="+mj-ea"/>
              </a:rPr>
              <a:t>Berechnung</a:t>
            </a:r>
            <a:r>
              <a:rPr lang="en-US" sz="3200" b="1" dirty="0">
                <a:solidFill>
                  <a:srgbClr val="005589"/>
                </a:solidFill>
                <a:latin typeface="Trebuchet MS"/>
                <a:ea typeface="+mj-ea"/>
              </a:rPr>
              <a:t> der </a:t>
            </a:r>
            <a:r>
              <a:rPr lang="en-US" sz="3200" b="1" dirty="0" err="1">
                <a:solidFill>
                  <a:srgbClr val="005589"/>
                </a:solidFill>
                <a:latin typeface="Trebuchet MS"/>
                <a:ea typeface="+mj-ea"/>
              </a:rPr>
              <a:t>Ausgangswerte</a:t>
            </a:r>
            <a:r>
              <a:rPr lang="en-US" sz="3200" b="1" dirty="0">
                <a:solidFill>
                  <a:srgbClr val="005589"/>
                </a:solidFill>
                <a:latin typeface="Trebuchet MS"/>
                <a:ea typeface="+mj-ea"/>
              </a:rPr>
              <a:t> </a:t>
            </a:r>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a:xfrm>
                <a:off x="352398" y="2115620"/>
                <a:ext cx="5323205" cy="2816156"/>
              </a:xfrm>
            </p:spPr>
            <p:txBody>
              <a:bodyPr/>
              <a:lstStyle/>
              <a:p>
                <a:pPr marL="285750" indent="-285750">
                  <a:buClr>
                    <a:schemeClr val="tx1"/>
                  </a:buClr>
                  <a:buFont typeface="Wingdings" pitchFamily="2" charset="2"/>
                  <a:buChar char="§"/>
                </a:pPr>
                <a:r>
                  <a:rPr lang="de-DE" sz="2400" dirty="0"/>
                  <a:t>Berechnung der Variablen </a:t>
                </a:r>
                <a14:m>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𝑖</m:t>
                        </m:r>
                      </m:sub>
                    </m:sSub>
                  </m:oMath>
                </a14:m>
                <a:endParaRPr lang="de-DE" sz="2400" b="0" dirty="0"/>
              </a:p>
              <a:p>
                <a:pPr>
                  <a:buClr>
                    <a:schemeClr val="tx1"/>
                  </a:buClr>
                </a:pPr>
                <a:endParaRPr lang="de-DE" sz="1100" dirty="0"/>
              </a:p>
              <a:p>
                <a:pPr marL="742950" lvl="1" indent="-285750">
                  <a:buClr>
                    <a:schemeClr val="tx1"/>
                  </a:buClr>
                  <a:buFont typeface="Wingdings" pitchFamily="2" charset="2"/>
                  <a:buChar char="§"/>
                </a:pPr>
                <a:r>
                  <a:rPr lang="de-DE" sz="2400" dirty="0"/>
                  <a:t>1. </a:t>
                </a:r>
                <a:r>
                  <a:rPr lang="de-DE" sz="2400" dirty="0" err="1"/>
                  <a:t>direct-feedthrough</a:t>
                </a:r>
                <a:r>
                  <a:rPr lang="de-DE" sz="2400" dirty="0"/>
                  <a:t> Blöcke: </a:t>
                </a:r>
                <a:r>
                  <a:rPr lang="en-GB" sz="2400" dirty="0" err="1"/>
                  <a:t>direkte</a:t>
                </a:r>
                <a:r>
                  <a:rPr lang="en-GB" sz="2400" dirty="0"/>
                  <a:t> </a:t>
                </a:r>
                <a:r>
                  <a:rPr lang="en-GB" sz="2400" dirty="0" err="1"/>
                  <a:t>Auswertung</a:t>
                </a:r>
                <a:r>
                  <a:rPr lang="de-DE" sz="2400" dirty="0"/>
                  <a:t> (z.B. </a:t>
                </a:r>
                <a14:m>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3</m:t>
                        </m:r>
                      </m:sub>
                    </m:sSub>
                  </m:oMath>
                </a14:m>
                <a:r>
                  <a:rPr lang="en-GB" sz="2400" dirty="0"/>
                  <a:t>)</a:t>
                </a:r>
              </a:p>
              <a:p>
                <a:pPr lvl="1">
                  <a:buClr>
                    <a:schemeClr val="tx1"/>
                  </a:buClr>
                </a:pPr>
                <a:endParaRPr lang="en-GB" sz="2800" dirty="0"/>
              </a:p>
              <a:p>
                <a:pPr marL="742950" lvl="1" indent="-285750">
                  <a:buClr>
                    <a:schemeClr val="tx1"/>
                  </a:buClr>
                  <a:buFont typeface="Wingdings" pitchFamily="2" charset="2"/>
                  <a:buChar char="§"/>
                </a:pPr>
                <a:endParaRPr lang="en-GB" sz="2400" dirty="0"/>
              </a:p>
              <a:p>
                <a:pPr marL="742950" lvl="1" indent="-285750">
                  <a:buClr>
                    <a:schemeClr val="tx1"/>
                  </a:buClr>
                  <a:buFont typeface="Wingdings" pitchFamily="2" charset="2"/>
                  <a:buChar char="§"/>
                </a:pPr>
                <a:r>
                  <a:rPr lang="de-DE" sz="2400" dirty="0"/>
                  <a:t>2. Blöcke </a:t>
                </a:r>
                <a:r>
                  <a:rPr lang="en-GB" sz="2400" dirty="0" err="1"/>
                  <a:t>mit</a:t>
                </a:r>
                <a:r>
                  <a:rPr lang="en-GB" sz="2400" dirty="0"/>
                  <a:t> </a:t>
                </a:r>
                <a:r>
                  <a:rPr lang="de-DE" sz="2400" dirty="0"/>
                  <a:t>internen Werten (z.B. </a:t>
                </a:r>
                <a14:m>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𝑑</m:t>
                        </m:r>
                      </m:e>
                      <m:sub>
                        <m:r>
                          <a:rPr lang="de-DE" sz="2400" b="0" i="1" smtClean="0">
                            <a:latin typeface="Cambria Math" panose="02040503050406030204" pitchFamily="18" charset="0"/>
                          </a:rPr>
                          <m:t>1</m:t>
                        </m:r>
                      </m:sub>
                    </m:sSub>
                  </m:oMath>
                </a14:m>
                <a:r>
                  <a:rPr lang="en-GB" sz="2400" dirty="0"/>
                  <a:t> </a:t>
                </a:r>
                <a:r>
                  <a:rPr lang="en-GB" sz="2400" dirty="0" err="1"/>
                  <a:t>bei</a:t>
                </a:r>
                <a:r>
                  <a:rPr lang="en-GB" sz="2400" dirty="0"/>
                  <a:t> Unit Delay))</a:t>
                </a:r>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xfrm>
                <a:off x="352398" y="2115620"/>
                <a:ext cx="5323205" cy="2816156"/>
              </a:xfrm>
              <a:blipFill>
                <a:blip r:embed="rId7"/>
                <a:stretch>
                  <a:fillRect l="-3333" t="-2691" r="-3571" b="-5381"/>
                </a:stretch>
              </a:blipFill>
            </p:spPr>
            <p:txBody>
              <a:bodyPr/>
              <a:lstStyle/>
              <a:p>
                <a:r>
                  <a:rPr lang="en-DE">
                    <a:noFill/>
                  </a:rPr>
                  <a:t> </a:t>
                </a:r>
              </a:p>
            </p:txBody>
          </p:sp>
        </mc:Fallback>
      </mc:AlternateContent>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39</a:t>
            </a:fld>
            <a:r>
              <a:rPr lang="de-DE"/>
              <a:t> </a:t>
            </a:r>
            <a:endParaRPr lang="de-DE">
              <a:solidFill>
                <a:srgbClr val="00004B"/>
              </a:solidFill>
            </a:endParaRPr>
          </a:p>
        </p:txBody>
      </p:sp>
      <mc:AlternateContent xmlns:mc="http://schemas.openxmlformats.org/markup-compatibility/2006" xmlns:a14="http://schemas.microsoft.com/office/drawing/2010/main">
        <mc:Choice Requires="a14">
          <p:sp>
            <p:nvSpPr>
              <p:cNvPr id="7" name="Textfeld 6"/>
              <p:cNvSpPr txBox="1"/>
              <p:nvPr/>
            </p:nvSpPr>
            <p:spPr>
              <a:xfrm>
                <a:off x="8628175" y="2259638"/>
                <a:ext cx="416044" cy="461665"/>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400" i="1">
                              <a:solidFill>
                                <a:srgbClr val="00004B"/>
                              </a:solidFill>
                              <a:latin typeface="Cambria Math" panose="02040503050406030204" pitchFamily="18" charset="0"/>
                            </a:rPr>
                          </m:ctrlPr>
                        </m:sSubPr>
                        <m:e>
                          <m:r>
                            <a:rPr lang="de-DE" sz="2400" i="1">
                              <a:solidFill>
                                <a:srgbClr val="00004B"/>
                              </a:solidFill>
                              <a:latin typeface="Cambria Math" panose="02040503050406030204" pitchFamily="18" charset="0"/>
                            </a:rPr>
                            <m:t>𝑙</m:t>
                          </m:r>
                        </m:e>
                        <m:sub>
                          <m:r>
                            <a:rPr lang="de-DE" sz="24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7" name="Textfeld 6"/>
              <p:cNvSpPr txBox="1">
                <a:spLocks noRot="1" noChangeAspect="1" noMove="1" noResize="1" noEditPoints="1" noAdjustHandles="1" noChangeArrowheads="1" noChangeShapeType="1" noTextEdit="1"/>
              </p:cNvSpPr>
              <p:nvPr/>
            </p:nvSpPr>
            <p:spPr>
              <a:xfrm>
                <a:off x="8628175" y="2259638"/>
                <a:ext cx="416044" cy="461665"/>
              </a:xfrm>
              <a:prstGeom prst="rect">
                <a:avLst/>
              </a:prstGeom>
              <a:blipFill>
                <a:blip r:embed="rId8"/>
                <a:stretch>
                  <a:fillRect l="-5882" b="-270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 name="Textfeld 7"/>
              <p:cNvSpPr txBox="1"/>
              <p:nvPr/>
            </p:nvSpPr>
            <p:spPr>
              <a:xfrm>
                <a:off x="6755967" y="2187630"/>
                <a:ext cx="416044" cy="461665"/>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400" i="1">
                              <a:solidFill>
                                <a:srgbClr val="00004B"/>
                              </a:solidFill>
                              <a:latin typeface="Cambria Math" panose="02040503050406030204" pitchFamily="18" charset="0"/>
                            </a:rPr>
                          </m:ctrlPr>
                        </m:sSubPr>
                        <m:e>
                          <m:r>
                            <a:rPr lang="de-DE" sz="2400" i="1">
                              <a:solidFill>
                                <a:srgbClr val="00004B"/>
                              </a:solidFill>
                              <a:latin typeface="Cambria Math" panose="02040503050406030204" pitchFamily="18" charset="0"/>
                            </a:rPr>
                            <m:t>𝑙</m:t>
                          </m:r>
                        </m:e>
                        <m:sub>
                          <m:r>
                            <a:rPr lang="de-DE" sz="2400" i="1">
                              <a:solidFill>
                                <a:srgbClr val="00004B"/>
                              </a:solidFill>
                              <a:latin typeface="Cambria Math" panose="02040503050406030204" pitchFamily="18" charset="0"/>
                            </a:rPr>
                            <m:t>2</m:t>
                          </m:r>
                        </m:sub>
                      </m:sSub>
                    </m:oMath>
                  </m:oMathPara>
                </a14:m>
                <a:endParaRPr lang="de-DE" sz="3200" dirty="0">
                  <a:solidFill>
                    <a:srgbClr val="00004B"/>
                  </a:solidFill>
                </a:endParaRPr>
              </a:p>
            </p:txBody>
          </p:sp>
        </mc:Choice>
        <mc:Fallback xmlns="">
          <p:sp>
            <p:nvSpPr>
              <p:cNvPr id="8" name="Textfeld 7"/>
              <p:cNvSpPr txBox="1">
                <a:spLocks noRot="1" noChangeAspect="1" noMove="1" noResize="1" noEditPoints="1" noAdjustHandles="1" noChangeArrowheads="1" noChangeShapeType="1" noTextEdit="1"/>
              </p:cNvSpPr>
              <p:nvPr/>
            </p:nvSpPr>
            <p:spPr>
              <a:xfrm>
                <a:off x="6755967" y="2187630"/>
                <a:ext cx="416044" cy="461665"/>
              </a:xfrm>
              <a:prstGeom prst="rect">
                <a:avLst/>
              </a:prstGeom>
              <a:blipFill>
                <a:blip r:embed="rId9"/>
                <a:stretch>
                  <a:fillRect l="-2941" b="-2703"/>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9" name="Textfeld 8"/>
              <p:cNvSpPr txBox="1"/>
              <p:nvPr/>
            </p:nvSpPr>
            <p:spPr>
              <a:xfrm>
                <a:off x="7006000" y="2878093"/>
                <a:ext cx="416044" cy="461665"/>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400" i="1">
                              <a:solidFill>
                                <a:srgbClr val="00004B"/>
                              </a:solidFill>
                              <a:latin typeface="Cambria Math" panose="02040503050406030204" pitchFamily="18" charset="0"/>
                            </a:rPr>
                          </m:ctrlPr>
                        </m:sSubPr>
                        <m:e>
                          <m:r>
                            <a:rPr lang="de-DE" sz="2400" i="1">
                              <a:solidFill>
                                <a:srgbClr val="00004B"/>
                              </a:solidFill>
                              <a:latin typeface="Cambria Math" panose="02040503050406030204" pitchFamily="18" charset="0"/>
                            </a:rPr>
                            <m:t>𝑙</m:t>
                          </m:r>
                        </m:e>
                        <m:sub>
                          <m:r>
                            <a:rPr lang="de-DE" sz="2400" i="1">
                              <a:solidFill>
                                <a:srgbClr val="00004B"/>
                              </a:solidFill>
                              <a:latin typeface="Cambria Math" panose="02040503050406030204" pitchFamily="18" charset="0"/>
                            </a:rPr>
                            <m:t>3</m:t>
                          </m:r>
                        </m:sub>
                      </m:sSub>
                    </m:oMath>
                  </m:oMathPara>
                </a14:m>
                <a:endParaRPr lang="de-DE" sz="3200" dirty="0">
                  <a:solidFill>
                    <a:srgbClr val="00004B"/>
                  </a:solidFill>
                </a:endParaRPr>
              </a:p>
            </p:txBody>
          </p:sp>
        </mc:Choice>
        <mc:Fallback xmlns="">
          <p:sp>
            <p:nvSpPr>
              <p:cNvPr id="9" name="Textfeld 8"/>
              <p:cNvSpPr txBox="1">
                <a:spLocks noRot="1" noChangeAspect="1" noMove="1" noResize="1" noEditPoints="1" noAdjustHandles="1" noChangeArrowheads="1" noChangeShapeType="1" noTextEdit="1"/>
              </p:cNvSpPr>
              <p:nvPr/>
            </p:nvSpPr>
            <p:spPr>
              <a:xfrm>
                <a:off x="7006000" y="2878093"/>
                <a:ext cx="416044" cy="461665"/>
              </a:xfrm>
              <a:prstGeom prst="rect">
                <a:avLst/>
              </a:prstGeom>
              <a:blipFill>
                <a:blip r:embed="rId10"/>
                <a:stretch>
                  <a:fillRect l="-2941"/>
                </a:stretch>
              </a:blipFill>
            </p:spPr>
            <p:txBody>
              <a:bodyPr/>
              <a:lstStyle/>
              <a:p>
                <a:r>
                  <a:rPr lang="en-DE">
                    <a:noFill/>
                  </a:rPr>
                  <a:t> </a:t>
                </a:r>
              </a:p>
            </p:txBody>
          </p:sp>
        </mc:Fallback>
      </mc:AlternateContent>
    </p:spTree>
    <p:extLst>
      <p:ext uri="{BB962C8B-B14F-4D97-AF65-F5344CB8AC3E}">
        <p14:creationId xmlns:p14="http://schemas.microsoft.com/office/powerpoint/2010/main" val="404286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3"/>
          <a:stretch>
            <a:fillRect/>
          </a:stretch>
        </p:blipFill>
        <p:spPr>
          <a:xfrm>
            <a:off x="7758534" y="1988840"/>
            <a:ext cx="1658854" cy="1191258"/>
          </a:xfrm>
          <a:prstGeom prst="rect">
            <a:avLst/>
          </a:prstGeom>
        </p:spPr>
      </p:pic>
      <p:pic>
        <p:nvPicPr>
          <p:cNvPr id="10" name="Grafik 9"/>
          <p:cNvPicPr>
            <a:picLocks noChangeAspect="1"/>
          </p:cNvPicPr>
          <p:nvPr/>
        </p:nvPicPr>
        <p:blipFill>
          <a:blip r:embed="rId4"/>
          <a:stretch>
            <a:fillRect/>
          </a:stretch>
        </p:blipFill>
        <p:spPr>
          <a:xfrm>
            <a:off x="7748084" y="4077072"/>
            <a:ext cx="2155910" cy="1836000"/>
          </a:xfrm>
          <a:prstGeom prst="rect">
            <a:avLst/>
          </a:prstGeom>
        </p:spPr>
      </p:pic>
      <p:sp>
        <p:nvSpPr>
          <p:cNvPr id="2" name="Titel 1"/>
          <p:cNvSpPr>
            <a:spLocks noGrp="1"/>
          </p:cNvSpPr>
          <p:nvPr>
            <p:ph type="title"/>
          </p:nvPr>
        </p:nvSpPr>
        <p:spPr>
          <a:xfrm>
            <a:off x="352781" y="325553"/>
            <a:ext cx="8015828" cy="492443"/>
          </a:xfrm>
        </p:spPr>
        <p:txBody>
          <a:bodyPr/>
          <a:lstStyle/>
          <a:p>
            <a:r>
              <a:rPr lang="de-DE" dirty="0"/>
              <a:t>Berechnung interner Zustände: diskrete Blöcke</a:t>
            </a:r>
            <a:endParaRPr lang="en-GB" dirty="0"/>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a:xfrm>
                <a:off x="673701" y="1826398"/>
                <a:ext cx="5323205" cy="4062651"/>
              </a:xfrm>
            </p:spPr>
            <p:txBody>
              <a:bodyPr/>
              <a:lstStyle/>
              <a:p>
                <a:pPr>
                  <a:buClr>
                    <a:schemeClr val="tx1"/>
                  </a:buClr>
                </a:pPr>
                <a:r>
                  <a:rPr lang="de-DE" sz="2400" dirty="0"/>
                  <a:t> </a:t>
                </a:r>
              </a:p>
              <a:p>
                <a:pPr marL="342900" indent="-342900">
                  <a:buClr>
                    <a:schemeClr val="tx1"/>
                  </a:buClr>
                  <a:buFont typeface="Wingdings" pitchFamily="2" charset="2"/>
                  <a:buChar char="§"/>
                </a:pPr>
                <a:r>
                  <a:rPr lang="de-DE" sz="2400" dirty="0">
                    <a:solidFill>
                      <a:srgbClr val="00B0F0"/>
                    </a:solidFill>
                  </a:rPr>
                  <a:t>Berechnung</a:t>
                </a:r>
                <a:r>
                  <a:rPr lang="de-DE" sz="2400" dirty="0"/>
                  <a:t> des Zustands in Abhängigkeit vom Eingangswert</a:t>
                </a:r>
              </a:p>
              <a:p>
                <a:pPr marL="342900" indent="-342900">
                  <a:buClr>
                    <a:schemeClr val="tx1"/>
                  </a:buClr>
                  <a:buFont typeface="Wingdings" pitchFamily="2" charset="2"/>
                  <a:buChar char="§"/>
                </a:pPr>
                <a:r>
                  <a:rPr lang="de-DE" sz="2400" dirty="0"/>
                  <a:t>Bsp.: Unit Delay  </a:t>
                </a:r>
                <a14:m>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𝑑</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2</m:t>
                        </m:r>
                      </m:sub>
                    </m:sSub>
                  </m:oMath>
                </a14:m>
                <a:r>
                  <a:rPr lang="de-DE" sz="2400" b="0" dirty="0"/>
                  <a:t> </a:t>
                </a:r>
              </a:p>
              <a:p>
                <a:pPr>
                  <a:buClr>
                    <a:schemeClr val="tx1"/>
                  </a:buClr>
                </a:pPr>
                <a:endParaRPr lang="en-GB" sz="2400" dirty="0"/>
              </a:p>
              <a:p>
                <a:pPr marL="342900" indent="-342900">
                  <a:buClr>
                    <a:schemeClr val="tx1"/>
                  </a:buClr>
                  <a:buFont typeface="Wingdings" pitchFamily="2" charset="2"/>
                  <a:buChar char="§"/>
                </a:pPr>
                <a:endParaRPr lang="en-GB" sz="2400" dirty="0"/>
              </a:p>
              <a:p>
                <a:pPr marL="342900" indent="-342900">
                  <a:buClr>
                    <a:schemeClr val="tx1"/>
                  </a:buClr>
                  <a:buFont typeface="Wingdings" pitchFamily="2" charset="2"/>
                  <a:buChar char="§"/>
                </a:pPr>
                <a:endParaRPr lang="en-GB" sz="2400" dirty="0"/>
              </a:p>
              <a:p>
                <a:pPr marL="342900" indent="-342900">
                  <a:buClr>
                    <a:schemeClr val="tx1"/>
                  </a:buClr>
                  <a:buFont typeface="Wingdings" pitchFamily="2" charset="2"/>
                  <a:buChar char="§"/>
                </a:pPr>
                <a:r>
                  <a:rPr lang="en-GB" sz="2400" dirty="0" err="1"/>
                  <a:t>Bsp</a:t>
                </a:r>
                <a:r>
                  <a:rPr lang="en-GB" sz="2400" dirty="0"/>
                  <a:t>.: Discrete-Time Integrator (</a:t>
                </a:r>
                <a14:m>
                  <m:oMath xmlns:m="http://schemas.openxmlformats.org/officeDocument/2006/math">
                    <m:r>
                      <a:rPr lang="de-DE" sz="2400" i="1">
                        <a:latin typeface="Cambria Math" panose="02040503050406030204" pitchFamily="18" charset="0"/>
                      </a:rPr>
                      <m:t>𝐾</m:t>
                    </m:r>
                    <m:r>
                      <a:rPr lang="de-DE" sz="2400" i="1">
                        <a:latin typeface="Cambria Math" panose="02040503050406030204" pitchFamily="18" charset="0"/>
                      </a:rPr>
                      <m:t>=1</m:t>
                    </m:r>
                  </m:oMath>
                </a14:m>
                <a:r>
                  <a:rPr lang="en-GB" sz="2400" dirty="0"/>
                  <a:t>, forward Euler) </a:t>
                </a:r>
                <a14:m>
                  <m:oMath xmlns:m="http://schemas.openxmlformats.org/officeDocument/2006/math">
                    <m:r>
                      <a:rPr lang="de-DE" sz="2400" b="0" i="0" smtClean="0">
                        <a:latin typeface="Cambria Math" panose="02040503050406030204" pitchFamily="18" charset="0"/>
                      </a:rPr>
                      <m:t> </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𝑑</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𝑑</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r>
                      <a:rPr lang="de-DE" sz="2400" b="0" i="1" smtClean="0">
                        <a:latin typeface="Cambria Math" panose="02040503050406030204" pitchFamily="18" charset="0"/>
                      </a:rPr>
                      <m:t>h</m:t>
                    </m:r>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2</m:t>
                        </m:r>
                      </m:sub>
                    </m:sSub>
                  </m:oMath>
                </a14:m>
                <a:r>
                  <a:rPr lang="en-GB" sz="2400" dirty="0"/>
                  <a:t> </a:t>
                </a:r>
                <a:br>
                  <a:rPr lang="en-GB" sz="2400" dirty="0"/>
                </a:br>
                <a:r>
                  <a:rPr lang="en-GB" sz="2400" dirty="0"/>
                  <a:t>(</a:t>
                </a:r>
                <a14:m>
                  <m:oMath xmlns:m="http://schemas.openxmlformats.org/officeDocument/2006/math">
                    <m:r>
                      <a:rPr lang="de-DE" sz="2400" b="0" i="1" dirty="0" smtClean="0">
                        <a:latin typeface="Cambria Math" panose="02040503050406030204" pitchFamily="18" charset="0"/>
                      </a:rPr>
                      <m:t>h</m:t>
                    </m:r>
                  </m:oMath>
                </a14:m>
                <a:r>
                  <a:rPr lang="en-GB" sz="2400" dirty="0"/>
                  <a:t> sample time) </a:t>
                </a:r>
              </a:p>
              <a:p>
                <a:pPr marL="342900" indent="-342900">
                  <a:buClr>
                    <a:schemeClr val="tx1"/>
                  </a:buClr>
                  <a:buFont typeface="Wingdings" pitchFamily="2" charset="2"/>
                  <a:buChar char="§"/>
                </a:pPr>
                <a:endParaRPr lang="en-GB" sz="2400" dirty="0"/>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xfrm>
                <a:off x="673701" y="1826398"/>
                <a:ext cx="5323205" cy="4062651"/>
              </a:xfrm>
              <a:blipFill>
                <a:blip r:embed="rId5"/>
                <a:stretch>
                  <a:fillRect l="-3333" r="-238"/>
                </a:stretch>
              </a:blipFill>
            </p:spPr>
            <p:txBody>
              <a:bodyPr/>
              <a:lstStyle/>
              <a:p>
                <a:r>
                  <a:rPr lang="en-DE">
                    <a:noFill/>
                  </a:rPr>
                  <a:t> </a:t>
                </a:r>
              </a:p>
            </p:txBody>
          </p:sp>
        </mc:Fallback>
      </mc:AlternateContent>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40</a:t>
            </a:fld>
            <a:r>
              <a:rPr lang="de-DE"/>
              <a:t> </a:t>
            </a:r>
            <a:endParaRPr lang="de-DE">
              <a:solidFill>
                <a:srgbClr val="00004B"/>
              </a:solidFill>
            </a:endParaRPr>
          </a:p>
        </p:txBody>
      </p:sp>
      <mc:AlternateContent xmlns:mc="http://schemas.openxmlformats.org/markup-compatibility/2006" xmlns:a14="http://schemas.microsoft.com/office/drawing/2010/main">
        <mc:Choice Requires="a14">
          <p:sp>
            <p:nvSpPr>
              <p:cNvPr id="7" name="Textfeld 6"/>
              <p:cNvSpPr txBox="1"/>
              <p:nvPr/>
            </p:nvSpPr>
            <p:spPr>
              <a:xfrm>
                <a:off x="8928140" y="2471844"/>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7" name="Textfeld 6"/>
              <p:cNvSpPr txBox="1">
                <a:spLocks noRot="1" noChangeAspect="1" noMove="1" noResize="1" noEditPoints="1" noAdjustHandles="1" noChangeArrowheads="1" noChangeShapeType="1" noTextEdit="1"/>
              </p:cNvSpPr>
              <p:nvPr/>
            </p:nvSpPr>
            <p:spPr>
              <a:xfrm>
                <a:off x="8928140" y="2471844"/>
                <a:ext cx="470047" cy="400110"/>
              </a:xfrm>
              <a:prstGeom prst="rect">
                <a:avLst/>
              </a:prstGeom>
              <a:blipFill>
                <a:blip r:embed="rId6"/>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8" name="Textfeld 7"/>
              <p:cNvSpPr txBox="1"/>
              <p:nvPr/>
            </p:nvSpPr>
            <p:spPr>
              <a:xfrm>
                <a:off x="8368609" y="2762074"/>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𝑑</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8" name="Textfeld 7"/>
              <p:cNvSpPr txBox="1">
                <a:spLocks noRot="1" noChangeAspect="1" noMove="1" noResize="1" noEditPoints="1" noAdjustHandles="1" noChangeArrowheads="1" noChangeShapeType="1" noTextEdit="1"/>
              </p:cNvSpPr>
              <p:nvPr/>
            </p:nvSpPr>
            <p:spPr>
              <a:xfrm>
                <a:off x="8368609" y="2762074"/>
                <a:ext cx="470047" cy="400110"/>
              </a:xfrm>
              <a:prstGeom prst="rect">
                <a:avLst/>
              </a:prstGeom>
              <a:blipFill>
                <a:blip r:embed="rId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9" name="Textfeld 8"/>
              <p:cNvSpPr txBox="1"/>
              <p:nvPr/>
            </p:nvSpPr>
            <p:spPr>
              <a:xfrm>
                <a:off x="7778738" y="2454967"/>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2</m:t>
                          </m:r>
                        </m:sub>
                      </m:sSub>
                    </m:oMath>
                  </m:oMathPara>
                </a14:m>
                <a:endParaRPr lang="de-DE" sz="3200" dirty="0">
                  <a:solidFill>
                    <a:srgbClr val="00004B"/>
                  </a:solidFill>
                </a:endParaRPr>
              </a:p>
            </p:txBody>
          </p:sp>
        </mc:Choice>
        <mc:Fallback xmlns="">
          <p:sp>
            <p:nvSpPr>
              <p:cNvPr id="9" name="Textfeld 8"/>
              <p:cNvSpPr txBox="1">
                <a:spLocks noRot="1" noChangeAspect="1" noMove="1" noResize="1" noEditPoints="1" noAdjustHandles="1" noChangeArrowheads="1" noChangeShapeType="1" noTextEdit="1"/>
              </p:cNvSpPr>
              <p:nvPr/>
            </p:nvSpPr>
            <p:spPr>
              <a:xfrm>
                <a:off x="7778738" y="2454967"/>
                <a:ext cx="470047" cy="400110"/>
              </a:xfrm>
              <a:prstGeom prst="rect">
                <a:avLst/>
              </a:prstGeom>
              <a:blipFill>
                <a:blip r:embed="rId8"/>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1" name="Textfeld 10"/>
              <p:cNvSpPr txBox="1"/>
              <p:nvPr/>
            </p:nvSpPr>
            <p:spPr>
              <a:xfrm>
                <a:off x="9433949" y="4757082"/>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11" name="Textfeld 10"/>
              <p:cNvSpPr txBox="1">
                <a:spLocks noRot="1" noChangeAspect="1" noMove="1" noResize="1" noEditPoints="1" noAdjustHandles="1" noChangeArrowheads="1" noChangeShapeType="1" noTextEdit="1"/>
              </p:cNvSpPr>
              <p:nvPr/>
            </p:nvSpPr>
            <p:spPr>
              <a:xfrm>
                <a:off x="9433949" y="4757082"/>
                <a:ext cx="470047" cy="400110"/>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2" name="Textfeld 11"/>
              <p:cNvSpPr txBox="1"/>
              <p:nvPr/>
            </p:nvSpPr>
            <p:spPr>
              <a:xfrm>
                <a:off x="8614501" y="5488939"/>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𝑑</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12" name="Textfeld 11"/>
              <p:cNvSpPr txBox="1">
                <a:spLocks noRot="1" noChangeAspect="1" noMove="1" noResize="1" noEditPoints="1" noAdjustHandles="1" noChangeArrowheads="1" noChangeShapeType="1" noTextEdit="1"/>
              </p:cNvSpPr>
              <p:nvPr/>
            </p:nvSpPr>
            <p:spPr>
              <a:xfrm>
                <a:off x="8614501" y="5488939"/>
                <a:ext cx="470047" cy="400110"/>
              </a:xfrm>
              <a:prstGeom prst="rect">
                <a:avLst/>
              </a:prstGeom>
              <a:blipFill>
                <a:blip r:embed="rId10"/>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3" name="Textfeld 12"/>
              <p:cNvSpPr txBox="1"/>
              <p:nvPr/>
            </p:nvSpPr>
            <p:spPr>
              <a:xfrm>
                <a:off x="7748086" y="4757082"/>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2</m:t>
                          </m:r>
                        </m:sub>
                      </m:sSub>
                    </m:oMath>
                  </m:oMathPara>
                </a14:m>
                <a:endParaRPr lang="de-DE" sz="3200" dirty="0">
                  <a:solidFill>
                    <a:srgbClr val="00004B"/>
                  </a:solidFill>
                </a:endParaRPr>
              </a:p>
            </p:txBody>
          </p:sp>
        </mc:Choice>
        <mc:Fallback xmlns="">
          <p:sp>
            <p:nvSpPr>
              <p:cNvPr id="13" name="Textfeld 12"/>
              <p:cNvSpPr txBox="1">
                <a:spLocks noRot="1" noChangeAspect="1" noMove="1" noResize="1" noEditPoints="1" noAdjustHandles="1" noChangeArrowheads="1" noChangeShapeType="1" noTextEdit="1"/>
              </p:cNvSpPr>
              <p:nvPr/>
            </p:nvSpPr>
            <p:spPr>
              <a:xfrm>
                <a:off x="7748086" y="4757082"/>
                <a:ext cx="470047" cy="400110"/>
              </a:xfrm>
              <a:prstGeom prst="rect">
                <a:avLst/>
              </a:prstGeom>
              <a:blipFill>
                <a:blip r:embed="rId11"/>
                <a:stretch>
                  <a:fillRect/>
                </a:stretch>
              </a:blipFill>
            </p:spPr>
            <p:txBody>
              <a:bodyPr/>
              <a:lstStyle/>
              <a:p>
                <a:r>
                  <a:rPr lang="en-DE">
                    <a:noFill/>
                  </a:rPr>
                  <a:t> </a:t>
                </a:r>
              </a:p>
            </p:txBody>
          </p:sp>
        </mc:Fallback>
      </mc:AlternateContent>
    </p:spTree>
    <p:extLst>
      <p:ext uri="{BB962C8B-B14F-4D97-AF65-F5344CB8AC3E}">
        <p14:creationId xmlns:p14="http://schemas.microsoft.com/office/powerpoint/2010/main" val="21221439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87550" y="332656"/>
            <a:ext cx="9850476" cy="984885"/>
          </a:xfrm>
        </p:spPr>
        <p:txBody>
          <a:bodyPr/>
          <a:lstStyle/>
          <a:p>
            <a:r>
              <a:rPr lang="de-DE" dirty="0"/>
              <a:t>Berechnung interner Zustände: </a:t>
            </a:r>
            <a:br>
              <a:rPr lang="de-DE" dirty="0"/>
            </a:br>
            <a:r>
              <a:rPr lang="de-DE" dirty="0"/>
              <a:t>kontinuierliche Blöcke</a:t>
            </a:r>
            <a:endParaRPr lang="en-GB" dirty="0"/>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a:xfrm>
                <a:off x="359625" y="1662494"/>
                <a:ext cx="6748746" cy="4509953"/>
              </a:xfrm>
            </p:spPr>
            <p:txBody>
              <a:bodyPr/>
              <a:lstStyle/>
              <a:p>
                <a:pPr>
                  <a:buClr>
                    <a:schemeClr val="tx1"/>
                  </a:buClr>
                </a:pPr>
                <a:endParaRPr lang="de-DE" sz="1050" dirty="0"/>
              </a:p>
              <a:p>
                <a:pPr marL="285750" indent="-285750">
                  <a:buClr>
                    <a:schemeClr val="tx1"/>
                  </a:buClr>
                  <a:buFont typeface="Wingdings" pitchFamily="2" charset="2"/>
                  <a:buChar char="§"/>
                </a:pPr>
                <a:r>
                  <a:rPr lang="de-DE" sz="2400" dirty="0">
                    <a:solidFill>
                      <a:srgbClr val="00B0F0"/>
                    </a:solidFill>
                  </a:rPr>
                  <a:t>Approximation</a:t>
                </a:r>
                <a:r>
                  <a:rPr lang="de-DE" sz="2400" dirty="0"/>
                  <a:t> des Wertes im nächsten Zeitschritt</a:t>
                </a:r>
              </a:p>
              <a:p>
                <a:pPr marL="742950" lvl="1" indent="-342900">
                  <a:buClr>
                    <a:schemeClr val="tx1"/>
                  </a:buClr>
                  <a:buFont typeface="Wingdings" pitchFamily="2" charset="2"/>
                  <a:buChar char="§"/>
                </a:pPr>
                <a:r>
                  <a:rPr lang="en-GB" sz="2400" dirty="0"/>
                  <a:t>mit </a:t>
                </a:r>
                <a:r>
                  <a:rPr lang="en-GB" sz="2400" dirty="0" err="1"/>
                  <a:t>gewähltem</a:t>
                </a:r>
                <a:r>
                  <a:rPr lang="en-GB" sz="2400" dirty="0"/>
                  <a:t> </a:t>
                </a:r>
                <a:r>
                  <a:rPr lang="en-GB" sz="2400" dirty="0" err="1"/>
                  <a:t>numerischen</a:t>
                </a:r>
                <a:r>
                  <a:rPr lang="en-GB" sz="2400" dirty="0"/>
                  <a:t> </a:t>
                </a:r>
                <a:r>
                  <a:rPr lang="en-GB" sz="2400" dirty="0" err="1"/>
                  <a:t>Integrationsverfahren</a:t>
                </a:r>
                <a:br>
                  <a:rPr lang="de-DE" sz="2400" dirty="0"/>
                </a:br>
                <a:r>
                  <a:rPr lang="de-DE" sz="2000" dirty="0"/>
                  <a:t> </a:t>
                </a:r>
              </a:p>
              <a:p>
                <a:pPr marL="688050" lvl="1" indent="-288000">
                  <a:buClr>
                    <a:schemeClr val="tx1"/>
                  </a:buClr>
                  <a:buFont typeface="Wingdings" pitchFamily="2" charset="2"/>
                  <a:buChar char="§"/>
                </a:pPr>
                <a:endParaRPr lang="de-DE" sz="2000" dirty="0"/>
              </a:p>
              <a:p>
                <a:pPr marL="688050" lvl="1" indent="-288000">
                  <a:buClr>
                    <a:schemeClr val="tx1"/>
                  </a:buClr>
                  <a:buFont typeface="Wingdings" pitchFamily="2" charset="2"/>
                  <a:buChar char="§"/>
                </a:pPr>
                <a:endParaRPr lang="de-DE" sz="2000" dirty="0"/>
              </a:p>
              <a:p>
                <a:pPr marL="688050" lvl="1" indent="-288000">
                  <a:buClr>
                    <a:schemeClr val="tx1"/>
                  </a:buClr>
                  <a:buFont typeface="Wingdings" pitchFamily="2" charset="2"/>
                  <a:buChar char="§"/>
                </a:pPr>
                <a:endParaRPr lang="de-DE" sz="2000" dirty="0"/>
              </a:p>
              <a:p>
                <a:pPr marL="742950" lvl="1" indent="-342900">
                  <a:buClr>
                    <a:schemeClr val="tx1"/>
                  </a:buClr>
                  <a:buFont typeface="Wingdings" pitchFamily="2" charset="2"/>
                  <a:buChar char="§"/>
                </a:pPr>
                <a:endParaRPr lang="de-DE" sz="2400" dirty="0"/>
              </a:p>
              <a:p>
                <a:pPr marL="285750" indent="-285750">
                  <a:buClr>
                    <a:schemeClr val="tx1"/>
                  </a:buClr>
                  <a:buFont typeface="Wingdings" pitchFamily="2" charset="2"/>
                  <a:buChar char="§"/>
                </a:pPr>
                <a:r>
                  <a:rPr lang="de-DE" sz="2400" dirty="0"/>
                  <a:t>Bsp.: Integrator </a:t>
                </a:r>
              </a:p>
              <a:p>
                <a:pPr marL="742950" lvl="1" indent="-342900">
                  <a:buClr>
                    <a:schemeClr val="tx1"/>
                  </a:buClr>
                  <a:buFont typeface="Wingdings" pitchFamily="2" charset="2"/>
                  <a:buChar char="§"/>
                </a:pPr>
                <a:r>
                  <a:rPr lang="de-DE" sz="2400" dirty="0"/>
                  <a:t>beschreibt die Gleichung</a:t>
                </a:r>
              </a:p>
              <a:p>
                <a:pPr marL="685800" lvl="1" indent="-285750">
                  <a:buClr>
                    <a:schemeClr val="tx1"/>
                  </a:buClr>
                  <a:buFont typeface="Wingdings" pitchFamily="2" charset="2"/>
                  <a:buChar char="§"/>
                </a:pPr>
                <a:r>
                  <a:rPr lang="de-DE" sz="2400" dirty="0"/>
                  <a:t>    </a:t>
                </a:r>
                <a14:m>
                  <m:oMath xmlns:m="http://schemas.openxmlformats.org/officeDocument/2006/math">
                    <m:f>
                      <m:fPr>
                        <m:ctrlPr>
                          <a:rPr lang="de-DE" sz="2400" i="1" smtClean="0">
                            <a:latin typeface="Cambria Math" panose="02040503050406030204" pitchFamily="18" charset="0"/>
                          </a:rPr>
                        </m:ctrlPr>
                      </m:fPr>
                      <m:num>
                        <m:r>
                          <a:rPr lang="de-DE" sz="2400" i="1" smtClean="0">
                            <a:latin typeface="Cambria Math" panose="02040503050406030204" pitchFamily="18" charset="0"/>
                          </a:rPr>
                          <m:t>𝑑</m:t>
                        </m:r>
                      </m:num>
                      <m:den>
                        <m:r>
                          <a:rPr lang="de-DE" sz="2400" i="1" smtClean="0">
                            <a:latin typeface="Cambria Math" panose="02040503050406030204" pitchFamily="18" charset="0"/>
                          </a:rPr>
                          <m:t>𝑑</m:t>
                        </m:r>
                        <m:r>
                          <a:rPr lang="de-DE" sz="2400" b="0" i="1" smtClean="0">
                            <a:latin typeface="Cambria Math" panose="02040503050406030204" pitchFamily="18" charset="0"/>
                          </a:rPr>
                          <m:t>𝑡</m:t>
                        </m:r>
                      </m:den>
                    </m:f>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1</m:t>
                        </m:r>
                      </m:sub>
                    </m:sSub>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𝑡</m:t>
                        </m:r>
                      </m:e>
                    </m:d>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𝑙</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r>
                      <a:rPr lang="de-DE" sz="2400" b="0" i="1" smtClean="0">
                        <a:latin typeface="Cambria Math" panose="02040503050406030204" pitchFamily="18" charset="0"/>
                      </a:rPr>
                      <m:t>𝑡</m:t>
                    </m:r>
                    <m:r>
                      <a:rPr lang="de-DE" sz="2400" b="0" i="1" smtClean="0">
                        <a:latin typeface="Cambria Math" panose="02040503050406030204" pitchFamily="18" charset="0"/>
                      </a:rPr>
                      <m:t>)</m:t>
                    </m:r>
                  </m:oMath>
                </a14:m>
                <a:endParaRPr lang="de-DE" sz="2400" b="0" dirty="0"/>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xfrm>
                <a:off x="359625" y="1662494"/>
                <a:ext cx="6748746" cy="4509953"/>
              </a:xfrm>
              <a:blipFill>
                <a:blip r:embed="rId3"/>
                <a:stretch>
                  <a:fillRect l="-2632"/>
                </a:stretch>
              </a:blipFill>
            </p:spPr>
            <p:txBody>
              <a:bodyPr/>
              <a:lstStyle/>
              <a:p>
                <a:r>
                  <a:rPr lang="en-DE">
                    <a:noFill/>
                  </a:rPr>
                  <a:t> </a:t>
                </a:r>
              </a:p>
            </p:txBody>
          </p:sp>
        </mc:Fallback>
      </mc:AlternateContent>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41</a:t>
            </a:fld>
            <a:r>
              <a:rPr lang="de-DE"/>
              <a:t> </a:t>
            </a:r>
            <a:endParaRPr lang="de-DE">
              <a:solidFill>
                <a:srgbClr val="00004B"/>
              </a:solidFill>
            </a:endParaRPr>
          </a:p>
        </p:txBody>
      </p:sp>
      <p:grpSp>
        <p:nvGrpSpPr>
          <p:cNvPr id="10" name="Gruppieren 9"/>
          <p:cNvGrpSpPr/>
          <p:nvPr/>
        </p:nvGrpSpPr>
        <p:grpSpPr>
          <a:xfrm>
            <a:off x="4618378" y="4717886"/>
            <a:ext cx="1810654" cy="1332000"/>
            <a:chOff x="4717394" y="4041216"/>
            <a:chExt cx="1810654" cy="1332000"/>
          </a:xfrm>
        </p:grpSpPr>
        <p:pic>
          <p:nvPicPr>
            <p:cNvPr id="14" name="Grafik 13"/>
            <p:cNvPicPr>
              <a:picLocks noChangeAspect="1"/>
            </p:cNvPicPr>
            <p:nvPr/>
          </p:nvPicPr>
          <p:blipFill>
            <a:blip r:embed="rId4"/>
            <a:stretch>
              <a:fillRect/>
            </a:stretch>
          </p:blipFill>
          <p:spPr>
            <a:xfrm>
              <a:off x="4752048" y="4041216"/>
              <a:ext cx="1776000" cy="1332000"/>
            </a:xfrm>
            <a:prstGeom prst="rect">
              <a:avLst/>
            </a:prstGeom>
          </p:spPr>
        </p:pic>
        <mc:AlternateContent xmlns:mc="http://schemas.openxmlformats.org/markup-compatibility/2006" xmlns:a14="http://schemas.microsoft.com/office/drawing/2010/main">
          <mc:Choice Requires="a14">
            <p:sp>
              <p:nvSpPr>
                <p:cNvPr id="7" name="Textfeld 6"/>
                <p:cNvSpPr txBox="1"/>
                <p:nvPr/>
              </p:nvSpPr>
              <p:spPr>
                <a:xfrm>
                  <a:off x="5975539" y="4562150"/>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7" name="Textfeld 6"/>
                <p:cNvSpPr txBox="1">
                  <a:spLocks noRot="1" noChangeAspect="1" noMove="1" noResize="1" noEditPoints="1" noAdjustHandles="1" noChangeArrowheads="1" noChangeShapeType="1" noTextEdit="1"/>
                </p:cNvSpPr>
                <p:nvPr/>
              </p:nvSpPr>
              <p:spPr>
                <a:xfrm>
                  <a:off x="5975539" y="4562150"/>
                  <a:ext cx="470047" cy="400110"/>
                </a:xfrm>
                <a:prstGeom prst="rect">
                  <a:avLst/>
                </a:prstGeom>
                <a:blipFill>
                  <a:blip r:embed="rId5"/>
                  <a:stretch>
                    <a:fillRect b="-303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 name="Textfeld 7"/>
                <p:cNvSpPr txBox="1"/>
                <p:nvPr/>
              </p:nvSpPr>
              <p:spPr>
                <a:xfrm>
                  <a:off x="5368192" y="4937251"/>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𝑑</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8" name="Textfeld 7"/>
                <p:cNvSpPr txBox="1">
                  <a:spLocks noRot="1" noChangeAspect="1" noMove="1" noResize="1" noEditPoints="1" noAdjustHandles="1" noChangeArrowheads="1" noChangeShapeType="1" noTextEdit="1"/>
                </p:cNvSpPr>
                <p:nvPr/>
              </p:nvSpPr>
              <p:spPr>
                <a:xfrm>
                  <a:off x="5368192" y="4937251"/>
                  <a:ext cx="470047" cy="400110"/>
                </a:xfrm>
                <a:prstGeom prst="rect">
                  <a:avLst/>
                </a:prstGeom>
                <a:blipFill>
                  <a:blip r:embed="rId6"/>
                  <a:stretch>
                    <a:fillRect b="-151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 name="Textfeld 8"/>
                <p:cNvSpPr txBox="1"/>
                <p:nvPr/>
              </p:nvSpPr>
              <p:spPr>
                <a:xfrm>
                  <a:off x="4717394" y="4545273"/>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2</m:t>
                            </m:r>
                          </m:sub>
                        </m:sSub>
                      </m:oMath>
                    </m:oMathPara>
                  </a14:m>
                  <a:endParaRPr lang="de-DE" sz="3200" dirty="0">
                    <a:solidFill>
                      <a:srgbClr val="00004B"/>
                    </a:solidFill>
                  </a:endParaRPr>
                </a:p>
              </p:txBody>
            </p:sp>
          </mc:Choice>
          <mc:Fallback xmlns="">
            <p:sp>
              <p:nvSpPr>
                <p:cNvPr id="9" name="Textfeld 8"/>
                <p:cNvSpPr txBox="1">
                  <a:spLocks noRot="1" noChangeAspect="1" noMove="1" noResize="1" noEditPoints="1" noAdjustHandles="1" noChangeArrowheads="1" noChangeShapeType="1" noTextEdit="1"/>
                </p:cNvSpPr>
                <p:nvPr/>
              </p:nvSpPr>
              <p:spPr>
                <a:xfrm>
                  <a:off x="4717394" y="4545273"/>
                  <a:ext cx="470047" cy="400110"/>
                </a:xfrm>
                <a:prstGeom prst="rect">
                  <a:avLst/>
                </a:prstGeom>
                <a:blipFill>
                  <a:blip r:embed="rId7"/>
                  <a:stretch>
                    <a:fillRect b="-4615"/>
                  </a:stretch>
                </a:blipFill>
              </p:spPr>
              <p:txBody>
                <a:bodyPr/>
                <a:lstStyle/>
                <a:p>
                  <a:r>
                    <a:rPr lang="de-DE">
                      <a:noFill/>
                    </a:rPr>
                    <a:t> </a:t>
                  </a:r>
                </a:p>
              </p:txBody>
            </p:sp>
          </mc:Fallback>
        </mc:AlternateContent>
      </p:grpSp>
      <mc:AlternateContent xmlns:mc="http://schemas.openxmlformats.org/markup-compatibility/2006" xmlns:a14="http://schemas.microsoft.com/office/drawing/2010/main">
        <mc:Choice Requires="a14">
          <p:sp>
            <p:nvSpPr>
              <p:cNvPr id="6" name="Textfeld 5"/>
              <p:cNvSpPr txBox="1"/>
              <p:nvPr/>
            </p:nvSpPr>
            <p:spPr>
              <a:xfrm>
                <a:off x="6869474" y="3286955"/>
                <a:ext cx="4968552" cy="1569660"/>
              </a:xfrm>
              <a:prstGeom prst="rect">
                <a:avLst/>
              </a:prstGeom>
              <a:noFill/>
            </p:spPr>
            <p:txBody>
              <a:bodyPr wrap="square" rtlCol="0">
                <a:spAutoFit/>
              </a:bodyPr>
              <a:lstStyle/>
              <a:p>
                <a:pPr algn="ctr"/>
                <a:r>
                  <a:rPr lang="de-DE" sz="2400" b="1" dirty="0">
                    <a:solidFill>
                      <a:srgbClr val="FF0000"/>
                    </a:solidFill>
                    <a:latin typeface="Meta Offc Pro" panose="020B0504030101020102"/>
                  </a:rPr>
                  <a:t>Wie können wir das Integral (als Fläche unter dem Eingangssignal) bestimmen, wenn wir </a:t>
                </a:r>
                <a14:m>
                  <m:oMath xmlns:m="http://schemas.openxmlformats.org/officeDocument/2006/math">
                    <m:sSub>
                      <m:sSubPr>
                        <m:ctrlPr>
                          <a:rPr lang="de-DE" sz="2400" b="1" i="1">
                            <a:solidFill>
                              <a:srgbClr val="FF0000"/>
                            </a:solidFill>
                            <a:latin typeface="Cambria Math" panose="02040503050406030204" pitchFamily="18" charset="0"/>
                          </a:rPr>
                        </m:ctrlPr>
                      </m:sSubPr>
                      <m:e>
                        <m:r>
                          <a:rPr lang="de-DE" sz="2400" b="1" i="1">
                            <a:solidFill>
                              <a:srgbClr val="FF0000"/>
                            </a:solidFill>
                            <a:latin typeface="Cambria Math" panose="02040503050406030204" pitchFamily="18" charset="0"/>
                          </a:rPr>
                          <m:t>𝒍</m:t>
                        </m:r>
                      </m:e>
                      <m:sub>
                        <m:r>
                          <a:rPr lang="de-DE" sz="2400" b="1" i="1">
                            <a:solidFill>
                              <a:srgbClr val="FF0000"/>
                            </a:solidFill>
                            <a:latin typeface="Cambria Math" panose="02040503050406030204" pitchFamily="18" charset="0"/>
                          </a:rPr>
                          <m:t>𝟐</m:t>
                        </m:r>
                      </m:sub>
                    </m:sSub>
                  </m:oMath>
                </a14:m>
                <a:r>
                  <a:rPr lang="de-DE" sz="2400" b="1" dirty="0">
                    <a:solidFill>
                      <a:srgbClr val="FF0000"/>
                    </a:solidFill>
                    <a:latin typeface="Meta Offc Pro" panose="020B0504030101020102"/>
                  </a:rPr>
                  <a:t> nur zu diskreten Zeitpunkten ablesen? </a:t>
                </a:r>
              </a:p>
            </p:txBody>
          </p:sp>
        </mc:Choice>
        <mc:Fallback xmlns="">
          <p:sp>
            <p:nvSpPr>
              <p:cNvPr id="6" name="Textfeld 5"/>
              <p:cNvSpPr txBox="1">
                <a:spLocks noRot="1" noChangeAspect="1" noMove="1" noResize="1" noEditPoints="1" noAdjustHandles="1" noChangeArrowheads="1" noChangeShapeType="1" noTextEdit="1"/>
              </p:cNvSpPr>
              <p:nvPr/>
            </p:nvSpPr>
            <p:spPr>
              <a:xfrm>
                <a:off x="6869474" y="3286955"/>
                <a:ext cx="4968552" cy="1569660"/>
              </a:xfrm>
              <a:prstGeom prst="rect">
                <a:avLst/>
              </a:prstGeom>
              <a:blipFill>
                <a:blip r:embed="rId8"/>
                <a:stretch>
                  <a:fillRect t="-3200" b="-8000"/>
                </a:stretch>
              </a:blipFill>
            </p:spPr>
            <p:txBody>
              <a:bodyPr/>
              <a:lstStyle/>
              <a:p>
                <a:r>
                  <a:rPr lang="en-DE">
                    <a:noFill/>
                  </a:rPr>
                  <a:t> </a:t>
                </a:r>
              </a:p>
            </p:txBody>
          </p:sp>
        </mc:Fallback>
      </mc:AlternateContent>
    </p:spTree>
    <p:extLst>
      <p:ext uri="{BB962C8B-B14F-4D97-AF65-F5344CB8AC3E}">
        <p14:creationId xmlns:p14="http://schemas.microsoft.com/office/powerpoint/2010/main" val="236878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1148" y="482969"/>
            <a:ext cx="7256333" cy="492443"/>
          </a:xfrm>
        </p:spPr>
        <p:txBody>
          <a:bodyPr/>
          <a:lstStyle/>
          <a:p>
            <a:r>
              <a:rPr lang="de-DE" dirty="0"/>
              <a:t>Berechnung interner Zustände: Integrator-Block </a:t>
            </a:r>
          </a:p>
        </p:txBody>
      </p:sp>
      <p:sp>
        <p:nvSpPr>
          <p:cNvPr id="6" name="Inhaltsplatzhalter 5"/>
          <p:cNvSpPr>
            <a:spLocks noGrp="1"/>
          </p:cNvSpPr>
          <p:nvPr>
            <p:ph idx="1"/>
          </p:nvPr>
        </p:nvSpPr>
        <p:spPr>
          <a:xfrm>
            <a:off x="352781" y="2558543"/>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42</a:t>
            </a:fld>
            <a:r>
              <a:rPr lang="de-DE"/>
              <a:t> </a:t>
            </a:r>
            <a:endParaRPr lang="de-DE">
              <a:solidFill>
                <a:srgbClr val="00004B"/>
              </a:solidFill>
            </a:endParaRPr>
          </a:p>
        </p:txBody>
      </p:sp>
      <p:pic>
        <p:nvPicPr>
          <p:cNvPr id="11" name="Grafik 10"/>
          <p:cNvPicPr>
            <a:picLocks noChangeAspect="1"/>
          </p:cNvPicPr>
          <p:nvPr/>
        </p:nvPicPr>
        <p:blipFill>
          <a:blip r:embed="rId3"/>
          <a:stretch>
            <a:fillRect/>
          </a:stretch>
        </p:blipFill>
        <p:spPr>
          <a:xfrm>
            <a:off x="504007" y="2499490"/>
            <a:ext cx="2267694" cy="2734572"/>
          </a:xfrm>
          <a:prstGeom prst="rect">
            <a:avLst/>
          </a:prstGeom>
        </p:spPr>
      </p:pic>
      <p:cxnSp>
        <p:nvCxnSpPr>
          <p:cNvPr id="15" name="Gerader Verbinder 14"/>
          <p:cNvCxnSpPr/>
          <p:nvPr/>
        </p:nvCxnSpPr>
        <p:spPr bwMode="auto">
          <a:xfrm>
            <a:off x="1034697" y="4436932"/>
            <a:ext cx="0" cy="790356"/>
          </a:xfrm>
          <a:prstGeom prst="line">
            <a:avLst/>
          </a:prstGeom>
          <a:noFill/>
          <a:ln w="28575" cap="flat" cmpd="sng" algn="ctr">
            <a:solidFill>
              <a:schemeClr val="tx1"/>
            </a:solidFill>
            <a:prstDash val="sysDot"/>
            <a:round/>
            <a:headEnd type="none" w="med" len="med"/>
            <a:tailEnd type="none"/>
          </a:ln>
          <a:effectLst/>
        </p:spPr>
      </p:cxnSp>
      <p:cxnSp>
        <p:nvCxnSpPr>
          <p:cNvPr id="16" name="Gerader Verbinder 15"/>
          <p:cNvCxnSpPr/>
          <p:nvPr/>
        </p:nvCxnSpPr>
        <p:spPr bwMode="auto">
          <a:xfrm>
            <a:off x="1471577" y="4440319"/>
            <a:ext cx="0" cy="790356"/>
          </a:xfrm>
          <a:prstGeom prst="line">
            <a:avLst/>
          </a:prstGeom>
          <a:noFill/>
          <a:ln w="28575" cap="flat" cmpd="sng" algn="ctr">
            <a:solidFill>
              <a:schemeClr val="tx1"/>
            </a:solidFill>
            <a:prstDash val="sysDot"/>
            <a:round/>
            <a:headEnd type="none" w="med" len="med"/>
            <a:tailEnd type="none"/>
          </a:ln>
          <a:effectLst/>
        </p:spPr>
      </p:cxnSp>
      <mc:AlternateContent xmlns:mc="http://schemas.openxmlformats.org/markup-compatibility/2006" xmlns:a14="http://schemas.microsoft.com/office/drawing/2010/main">
        <mc:Choice Requires="a14">
          <p:sp>
            <p:nvSpPr>
              <p:cNvPr id="17" name="Textfeld 16"/>
              <p:cNvSpPr txBox="1"/>
              <p:nvPr/>
            </p:nvSpPr>
            <p:spPr>
              <a:xfrm>
                <a:off x="746665" y="5291916"/>
                <a:ext cx="5760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𝑡</m:t>
                          </m:r>
                        </m:e>
                        <m:sub>
                          <m:r>
                            <a:rPr lang="de-DE" i="1">
                              <a:latin typeface="Cambria Math" panose="02040503050406030204" pitchFamily="18" charset="0"/>
                            </a:rPr>
                            <m:t>𝑛</m:t>
                          </m:r>
                        </m:sub>
                      </m:sSub>
                    </m:oMath>
                  </m:oMathPara>
                </a14:m>
                <a:endParaRPr lang="de-DE" dirty="0"/>
              </a:p>
            </p:txBody>
          </p:sp>
        </mc:Choice>
        <mc:Fallback xmlns="">
          <p:sp>
            <p:nvSpPr>
              <p:cNvPr id="17" name="Textfeld 16"/>
              <p:cNvSpPr txBox="1">
                <a:spLocks noRot="1" noChangeAspect="1" noMove="1" noResize="1" noEditPoints="1" noAdjustHandles="1" noChangeArrowheads="1" noChangeShapeType="1" noTextEdit="1"/>
              </p:cNvSpPr>
              <p:nvPr/>
            </p:nvSpPr>
            <p:spPr>
              <a:xfrm>
                <a:off x="746665" y="5291916"/>
                <a:ext cx="576064" cy="369332"/>
              </a:xfrm>
              <a:prstGeom prst="rect">
                <a:avLst/>
              </a:prstGeom>
              <a:blipFill>
                <a:blip r:embed="rId4"/>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8" name="Textfeld 17"/>
              <p:cNvSpPr txBox="1"/>
              <p:nvPr/>
            </p:nvSpPr>
            <p:spPr>
              <a:xfrm>
                <a:off x="1183546" y="5291916"/>
                <a:ext cx="18224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𝑡</m:t>
                          </m:r>
                        </m:e>
                        <m:sub>
                          <m:r>
                            <a:rPr lang="de-DE" i="1">
                              <a:latin typeface="Cambria Math" panose="02040503050406030204" pitchFamily="18" charset="0"/>
                            </a:rPr>
                            <m:t>𝑛</m:t>
                          </m:r>
                          <m:r>
                            <a:rPr lang="de-DE" i="1">
                              <a:latin typeface="Cambria Math" panose="02040503050406030204" pitchFamily="18" charset="0"/>
                            </a:rPr>
                            <m:t>+1</m:t>
                          </m:r>
                        </m:sub>
                      </m:sSub>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𝑡</m:t>
                          </m:r>
                        </m:e>
                        <m:sub>
                          <m:r>
                            <a:rPr lang="de-DE" i="1">
                              <a:latin typeface="Cambria Math" panose="02040503050406030204" pitchFamily="18" charset="0"/>
                            </a:rPr>
                            <m:t>𝑛</m:t>
                          </m:r>
                        </m:sub>
                      </m:sSub>
                      <m:r>
                        <a:rPr lang="de-DE" i="1">
                          <a:latin typeface="Cambria Math" panose="02040503050406030204" pitchFamily="18" charset="0"/>
                        </a:rPr>
                        <m:t>+</m:t>
                      </m:r>
                      <m:r>
                        <a:rPr lang="de-DE" i="1">
                          <a:latin typeface="Cambria Math" panose="02040503050406030204" pitchFamily="18" charset="0"/>
                        </a:rPr>
                        <m:t>h</m:t>
                      </m:r>
                    </m:oMath>
                  </m:oMathPara>
                </a14:m>
                <a:endParaRPr lang="de-DE" dirty="0"/>
              </a:p>
            </p:txBody>
          </p:sp>
        </mc:Choice>
        <mc:Fallback xmlns="">
          <p:sp>
            <p:nvSpPr>
              <p:cNvPr id="18" name="Textfeld 17"/>
              <p:cNvSpPr txBox="1">
                <a:spLocks noRot="1" noChangeAspect="1" noMove="1" noResize="1" noEditPoints="1" noAdjustHandles="1" noChangeArrowheads="1" noChangeShapeType="1" noTextEdit="1"/>
              </p:cNvSpPr>
              <p:nvPr/>
            </p:nvSpPr>
            <p:spPr>
              <a:xfrm>
                <a:off x="1183546" y="5291916"/>
                <a:ext cx="1822461" cy="369332"/>
              </a:xfrm>
              <a:prstGeom prst="rect">
                <a:avLst/>
              </a:prstGeom>
              <a:blipFill>
                <a:blip r:embed="rId5"/>
                <a:stretch>
                  <a:fillRect b="-3333"/>
                </a:stretch>
              </a:blipFill>
            </p:spPr>
            <p:txBody>
              <a:bodyPr/>
              <a:lstStyle/>
              <a:p>
                <a:r>
                  <a:rPr lang="en-DE">
                    <a:noFill/>
                  </a:rPr>
                  <a:t> </a:t>
                </a:r>
              </a:p>
            </p:txBody>
          </p:sp>
        </mc:Fallback>
      </mc:AlternateContent>
      <p:pic>
        <p:nvPicPr>
          <p:cNvPr id="19" name="Grafik 18"/>
          <p:cNvPicPr>
            <a:picLocks noChangeAspect="1"/>
          </p:cNvPicPr>
          <p:nvPr/>
        </p:nvPicPr>
        <p:blipFill>
          <a:blip r:embed="rId6"/>
          <a:stretch>
            <a:fillRect/>
          </a:stretch>
        </p:blipFill>
        <p:spPr>
          <a:xfrm>
            <a:off x="3353170" y="1892543"/>
            <a:ext cx="1776000" cy="1332000"/>
          </a:xfrm>
          <a:prstGeom prst="rect">
            <a:avLst/>
          </a:prstGeom>
        </p:spPr>
      </p:pic>
      <mc:AlternateContent xmlns:mc="http://schemas.openxmlformats.org/markup-compatibility/2006" xmlns:a14="http://schemas.microsoft.com/office/drawing/2010/main">
        <mc:Choice Requires="a14">
          <p:sp>
            <p:nvSpPr>
              <p:cNvPr id="20" name="Textfeld 19"/>
              <p:cNvSpPr txBox="1"/>
              <p:nvPr/>
            </p:nvSpPr>
            <p:spPr>
              <a:xfrm>
                <a:off x="4576662" y="2413477"/>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20" name="Textfeld 19"/>
              <p:cNvSpPr txBox="1">
                <a:spLocks noRot="1" noChangeAspect="1" noMove="1" noResize="1" noEditPoints="1" noAdjustHandles="1" noChangeArrowheads="1" noChangeShapeType="1" noTextEdit="1"/>
              </p:cNvSpPr>
              <p:nvPr/>
            </p:nvSpPr>
            <p:spPr>
              <a:xfrm>
                <a:off x="4576662" y="2413477"/>
                <a:ext cx="470047" cy="400110"/>
              </a:xfrm>
              <a:prstGeom prst="rect">
                <a:avLst/>
              </a:prstGeom>
              <a:blipFill>
                <a:blip r:embed="rId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1" name="Textfeld 20"/>
              <p:cNvSpPr txBox="1"/>
              <p:nvPr/>
            </p:nvSpPr>
            <p:spPr>
              <a:xfrm>
                <a:off x="3969315" y="2788578"/>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𝑑</m:t>
                          </m:r>
                        </m:e>
                        <m:sub>
                          <m:r>
                            <a:rPr lang="de-DE" sz="2000" i="1">
                              <a:solidFill>
                                <a:srgbClr val="00004B"/>
                              </a:solidFill>
                              <a:latin typeface="Cambria Math" panose="02040503050406030204" pitchFamily="18" charset="0"/>
                            </a:rPr>
                            <m:t>1</m:t>
                          </m:r>
                        </m:sub>
                      </m:sSub>
                    </m:oMath>
                  </m:oMathPara>
                </a14:m>
                <a:endParaRPr lang="de-DE" sz="3200" dirty="0">
                  <a:solidFill>
                    <a:srgbClr val="00004B"/>
                  </a:solidFill>
                </a:endParaRPr>
              </a:p>
            </p:txBody>
          </p:sp>
        </mc:Choice>
        <mc:Fallback xmlns="">
          <p:sp>
            <p:nvSpPr>
              <p:cNvPr id="21" name="Textfeld 20"/>
              <p:cNvSpPr txBox="1">
                <a:spLocks noRot="1" noChangeAspect="1" noMove="1" noResize="1" noEditPoints="1" noAdjustHandles="1" noChangeArrowheads="1" noChangeShapeType="1" noTextEdit="1"/>
              </p:cNvSpPr>
              <p:nvPr/>
            </p:nvSpPr>
            <p:spPr>
              <a:xfrm>
                <a:off x="3969315" y="2788578"/>
                <a:ext cx="470047" cy="400110"/>
              </a:xfrm>
              <a:prstGeom prst="rect">
                <a:avLst/>
              </a:prstGeom>
              <a:blipFill>
                <a:blip r:embed="rId8"/>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2" name="Textfeld 21"/>
              <p:cNvSpPr txBox="1"/>
              <p:nvPr/>
            </p:nvSpPr>
            <p:spPr>
              <a:xfrm>
                <a:off x="3318517" y="2396600"/>
                <a:ext cx="470047" cy="400110"/>
              </a:xfrm>
              <a:prstGeom prst="rect">
                <a:avLst/>
              </a:prstGeom>
              <a:noFill/>
            </p:spPr>
            <p:txBody>
              <a:bodyPr wrap="square" rtlCol="0">
                <a:spAutoFit/>
              </a:bodyPr>
              <a:lstStyle/>
              <a:p>
                <a:pPr fontAlgn="base">
                  <a:spcBef>
                    <a:spcPct val="20000"/>
                  </a:spcBef>
                  <a:spcAft>
                    <a:spcPct val="0"/>
                  </a:spcAft>
                </a:pPr>
                <a14:m>
                  <m:oMathPara xmlns:m="http://schemas.openxmlformats.org/officeDocument/2006/math">
                    <m:oMathParaPr>
                      <m:jc m:val="centerGroup"/>
                    </m:oMathParaPr>
                    <m:oMath xmlns:m="http://schemas.openxmlformats.org/officeDocument/2006/math">
                      <m:sSub>
                        <m:sSubPr>
                          <m:ctrlPr>
                            <a:rPr lang="de-DE" sz="2000" i="1">
                              <a:solidFill>
                                <a:srgbClr val="00004B"/>
                              </a:solidFill>
                              <a:latin typeface="Cambria Math" panose="02040503050406030204" pitchFamily="18" charset="0"/>
                            </a:rPr>
                          </m:ctrlPr>
                        </m:sSubPr>
                        <m:e>
                          <m:r>
                            <a:rPr lang="de-DE" sz="2000" i="1">
                              <a:solidFill>
                                <a:srgbClr val="00004B"/>
                              </a:solidFill>
                              <a:latin typeface="Cambria Math" panose="02040503050406030204" pitchFamily="18" charset="0"/>
                            </a:rPr>
                            <m:t>𝑙</m:t>
                          </m:r>
                        </m:e>
                        <m:sub>
                          <m:r>
                            <a:rPr lang="de-DE" sz="2000" i="1">
                              <a:solidFill>
                                <a:srgbClr val="00004B"/>
                              </a:solidFill>
                              <a:latin typeface="Cambria Math" panose="02040503050406030204" pitchFamily="18" charset="0"/>
                            </a:rPr>
                            <m:t>2</m:t>
                          </m:r>
                        </m:sub>
                      </m:sSub>
                    </m:oMath>
                  </m:oMathPara>
                </a14:m>
                <a:endParaRPr lang="de-DE" sz="3200" dirty="0">
                  <a:solidFill>
                    <a:srgbClr val="00004B"/>
                  </a:solidFill>
                </a:endParaRPr>
              </a:p>
            </p:txBody>
          </p:sp>
        </mc:Choice>
        <mc:Fallback xmlns="">
          <p:sp>
            <p:nvSpPr>
              <p:cNvPr id="22" name="Textfeld 21"/>
              <p:cNvSpPr txBox="1">
                <a:spLocks noRot="1" noChangeAspect="1" noMove="1" noResize="1" noEditPoints="1" noAdjustHandles="1" noChangeArrowheads="1" noChangeShapeType="1" noTextEdit="1"/>
              </p:cNvSpPr>
              <p:nvPr/>
            </p:nvSpPr>
            <p:spPr>
              <a:xfrm>
                <a:off x="3318517" y="2396600"/>
                <a:ext cx="470047" cy="400110"/>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3" name="Textfeld 22"/>
              <p:cNvSpPr txBox="1"/>
              <p:nvPr/>
            </p:nvSpPr>
            <p:spPr>
              <a:xfrm>
                <a:off x="6390381" y="1991886"/>
                <a:ext cx="5692761" cy="2664897"/>
              </a:xfrm>
              <a:prstGeom prst="rect">
                <a:avLst/>
              </a:prstGeom>
              <a:noFill/>
            </p:spPr>
            <p:txBody>
              <a:bodyPr wrap="square" rtlCol="0">
                <a:spAutoFit/>
              </a:bodyPr>
              <a:lstStyle/>
              <a:p>
                <a:r>
                  <a:rPr lang="de-DE" sz="2400" dirty="0">
                    <a:latin typeface="Cambria Math" panose="02040503050406030204" pitchFamily="18" charset="0"/>
                  </a:rPr>
                  <a:t>Prinzip:</a:t>
                </a:r>
              </a:p>
              <a:p>
                <a:pPr/>
                <a14:m>
                  <m:oMathPara xmlns:m="http://schemas.openxmlformats.org/officeDocument/2006/math">
                    <m:oMathParaPr>
                      <m:jc m:val="centerGroup"/>
                    </m:oMathParaPr>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1</m:t>
                          </m:r>
                        </m:sub>
                      </m:sSub>
                      <m:d>
                        <m:dPr>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a:rPr lang="de-DE" sz="2400" i="1">
                                  <a:latin typeface="Cambria Math" panose="02040503050406030204" pitchFamily="18" charset="0"/>
                                </a:rPr>
                                <m:t>𝑡</m:t>
                              </m:r>
                            </m:e>
                            <m:sub>
                              <m:r>
                                <a:rPr lang="de-DE" sz="2400" i="1">
                                  <a:latin typeface="Cambria Math" panose="02040503050406030204" pitchFamily="18" charset="0"/>
                                </a:rPr>
                                <m:t>𝑛</m:t>
                              </m:r>
                              <m:r>
                                <a:rPr lang="de-DE" sz="2400" i="1">
                                  <a:latin typeface="Cambria Math" panose="02040503050406030204" pitchFamily="18" charset="0"/>
                                </a:rPr>
                                <m:t>+1</m:t>
                              </m:r>
                            </m:sub>
                          </m:sSub>
                        </m:e>
                      </m:d>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𝑑</m:t>
                          </m:r>
                        </m:e>
                        <m:sub>
                          <m:r>
                            <a:rPr lang="de-DE" sz="2400" i="1">
                              <a:latin typeface="Cambria Math" panose="02040503050406030204" pitchFamily="18" charset="0"/>
                            </a:rPr>
                            <m:t>1</m:t>
                          </m:r>
                        </m:sub>
                      </m:sSub>
                      <m:d>
                        <m:dPr>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a:rPr lang="de-DE" sz="2400" i="1">
                                  <a:latin typeface="Cambria Math" panose="02040503050406030204" pitchFamily="18" charset="0"/>
                                </a:rPr>
                                <m:t>𝑡</m:t>
                              </m:r>
                            </m:e>
                            <m:sub>
                              <m:r>
                                <a:rPr lang="de-DE" sz="2400" i="1">
                                  <a:latin typeface="Cambria Math" panose="02040503050406030204" pitchFamily="18" charset="0"/>
                                </a:rPr>
                                <m:t>𝑛</m:t>
                              </m:r>
                            </m:sub>
                          </m:sSub>
                        </m:e>
                      </m:d>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h</m:t>
                          </m:r>
                        </m:e>
                        <m:sub>
                          <m:r>
                            <a:rPr lang="de-DE" sz="2400" i="1">
                              <a:latin typeface="Cambria Math" panose="02040503050406030204" pitchFamily="18" charset="0"/>
                            </a:rPr>
                            <m:t>𝑛</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2</m:t>
                          </m:r>
                        </m:sub>
                      </m:sSub>
                      <m:d>
                        <m:dPr>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a:rPr lang="de-DE" sz="2400" i="1">
                                  <a:latin typeface="Cambria Math" panose="02040503050406030204" pitchFamily="18" charset="0"/>
                                </a:rPr>
                                <m:t>𝑡</m:t>
                              </m:r>
                            </m:e>
                            <m:sub>
                              <m:r>
                                <a:rPr lang="de-DE" sz="2400" i="1">
                                  <a:latin typeface="Cambria Math" panose="02040503050406030204" pitchFamily="18" charset="0"/>
                                </a:rPr>
                                <m:t>𝑛</m:t>
                              </m:r>
                            </m:sub>
                          </m:sSub>
                        </m:e>
                      </m:d>
                    </m:oMath>
                    <m:oMath xmlns:m="http://schemas.openxmlformats.org/officeDocument/2006/math">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1</m:t>
                          </m:r>
                        </m:sub>
                      </m:sSub>
                      <m:d>
                        <m:dPr>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a:rPr lang="de-DE" sz="2400" i="1">
                                  <a:latin typeface="Cambria Math" panose="02040503050406030204" pitchFamily="18" charset="0"/>
                                </a:rPr>
                                <m:t>𝑡</m:t>
                              </m:r>
                            </m:e>
                            <m:sub>
                              <m:r>
                                <a:rPr lang="de-DE" sz="2400" i="1">
                                  <a:latin typeface="Cambria Math" panose="02040503050406030204" pitchFamily="18" charset="0"/>
                                </a:rPr>
                                <m:t>𝑛</m:t>
                              </m:r>
                              <m:r>
                                <a:rPr lang="de-DE" sz="2400" i="1">
                                  <a:latin typeface="Cambria Math" panose="02040503050406030204" pitchFamily="18" charset="0"/>
                                </a:rPr>
                                <m:t>+1</m:t>
                              </m:r>
                            </m:sub>
                          </m:sSub>
                        </m:e>
                      </m:d>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𝑑</m:t>
                          </m:r>
                        </m:e>
                        <m:sub>
                          <m:r>
                            <a:rPr lang="de-DE" sz="2400" i="1">
                              <a:latin typeface="Cambria Math" panose="02040503050406030204" pitchFamily="18" charset="0"/>
                            </a:rPr>
                            <m:t>1</m:t>
                          </m:r>
                        </m:sub>
                      </m:sSub>
                      <m:r>
                        <a:rPr lang="de-DE" sz="2400" i="1">
                          <a:latin typeface="Cambria Math" panose="02040503050406030204" pitchFamily="18" charset="0"/>
                        </a:rPr>
                        <m:t>(0)+</m:t>
                      </m:r>
                      <m:nary>
                        <m:naryPr>
                          <m:chr m:val="∑"/>
                          <m:ctrlPr>
                            <a:rPr lang="de-DE" sz="2400" i="1">
                              <a:latin typeface="Cambria Math" panose="02040503050406030204" pitchFamily="18" charset="0"/>
                            </a:rPr>
                          </m:ctrlPr>
                        </m:naryPr>
                        <m:sub>
                          <m:r>
                            <a:rPr lang="de-DE" sz="2400" i="1">
                              <a:latin typeface="Cambria Math" panose="02040503050406030204" pitchFamily="18" charset="0"/>
                            </a:rPr>
                            <m:t>𝜈</m:t>
                          </m:r>
                          <m:r>
                            <a:rPr lang="de-DE" sz="2400" i="1">
                              <a:latin typeface="Cambria Math" panose="02040503050406030204" pitchFamily="18" charset="0"/>
                            </a:rPr>
                            <m:t>=1</m:t>
                          </m:r>
                        </m:sub>
                        <m:sup>
                          <m:r>
                            <a:rPr lang="de-DE" sz="2400" i="1">
                              <a:latin typeface="Cambria Math" panose="02040503050406030204" pitchFamily="18" charset="0"/>
                            </a:rPr>
                            <m:t>𝑛</m:t>
                          </m:r>
                        </m:sup>
                        <m:e>
                          <m:sSub>
                            <m:sSubPr>
                              <m:ctrlPr>
                                <a:rPr lang="de-DE" sz="2400" i="1">
                                  <a:latin typeface="Cambria Math" panose="02040503050406030204" pitchFamily="18" charset="0"/>
                                </a:rPr>
                              </m:ctrlPr>
                            </m:sSubPr>
                            <m:e>
                              <m:r>
                                <a:rPr lang="de-DE" sz="2400" i="1">
                                  <a:latin typeface="Cambria Math" panose="02040503050406030204" pitchFamily="18" charset="0"/>
                                </a:rPr>
                                <m:t>h</m:t>
                              </m:r>
                            </m:e>
                            <m:sub>
                              <m:r>
                                <a:rPr lang="de-DE" sz="2400" i="1">
                                  <a:latin typeface="Cambria Math" panose="02040503050406030204" pitchFamily="18" charset="0"/>
                                </a:rPr>
                                <m:t>𝜈</m:t>
                              </m:r>
                            </m:sub>
                          </m:sSub>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2</m:t>
                              </m:r>
                            </m:sub>
                          </m:sSub>
                          <m:d>
                            <m:dPr>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a:rPr lang="de-DE" sz="2400" i="1">
                                      <a:latin typeface="Cambria Math" panose="02040503050406030204" pitchFamily="18" charset="0"/>
                                    </a:rPr>
                                    <m:t>𝑡</m:t>
                                  </m:r>
                                </m:e>
                                <m:sub>
                                  <m:r>
                                    <a:rPr lang="de-DE" sz="2400" i="1">
                                      <a:latin typeface="Cambria Math" panose="02040503050406030204" pitchFamily="18" charset="0"/>
                                    </a:rPr>
                                    <m:t>𝜈</m:t>
                                  </m:r>
                                </m:sub>
                              </m:sSub>
                            </m:e>
                          </m:d>
                        </m:e>
                      </m:nary>
                    </m:oMath>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𝑙𝑖𝑚</m:t>
                          </m:r>
                        </m:e>
                        <m:sub>
                          <m:r>
                            <a:rPr lang="de-DE" sz="2400" i="1">
                              <a:latin typeface="Cambria Math" panose="02040503050406030204" pitchFamily="18" charset="0"/>
                            </a:rPr>
                            <m:t>h</m:t>
                          </m:r>
                          <m:r>
                            <a:rPr lang="de-DE" sz="2400" i="1">
                              <a:latin typeface="Cambria Math" panose="02040503050406030204" pitchFamily="18" charset="0"/>
                            </a:rPr>
                            <m:t>→0</m:t>
                          </m:r>
                        </m:sub>
                      </m:sSub>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1</m:t>
                          </m:r>
                        </m:sub>
                      </m:sSub>
                      <m:d>
                        <m:dPr>
                          <m:ctrlPr>
                            <a:rPr lang="de-DE" sz="2400" i="1">
                              <a:latin typeface="Cambria Math" panose="02040503050406030204" pitchFamily="18" charset="0"/>
                            </a:rPr>
                          </m:ctrlPr>
                        </m:dPr>
                        <m:e>
                          <m:r>
                            <a:rPr lang="de-DE" sz="2400" i="1">
                              <a:latin typeface="Cambria Math" panose="02040503050406030204" pitchFamily="18" charset="0"/>
                            </a:rPr>
                            <m:t>𝑡</m:t>
                          </m:r>
                        </m:e>
                      </m:d>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𝑑</m:t>
                          </m:r>
                        </m:e>
                        <m:sub>
                          <m:r>
                            <a:rPr lang="de-DE" sz="2400" i="1">
                              <a:latin typeface="Cambria Math" panose="02040503050406030204" pitchFamily="18" charset="0"/>
                            </a:rPr>
                            <m:t>1</m:t>
                          </m:r>
                        </m:sub>
                      </m:sSub>
                      <m:r>
                        <a:rPr lang="de-DE" sz="2400" i="1">
                          <a:latin typeface="Cambria Math" panose="02040503050406030204" pitchFamily="18" charset="0"/>
                        </a:rPr>
                        <m:t>(0)+</m:t>
                      </m:r>
                      <m:nary>
                        <m:naryPr>
                          <m:ctrlPr>
                            <a:rPr lang="de-DE" sz="2400" i="1">
                              <a:latin typeface="Cambria Math" panose="02040503050406030204" pitchFamily="18" charset="0"/>
                            </a:rPr>
                          </m:ctrlPr>
                        </m:naryPr>
                        <m:sub>
                          <m:r>
                            <a:rPr lang="de-DE" sz="2400" i="1">
                              <a:latin typeface="Cambria Math" panose="02040503050406030204" pitchFamily="18" charset="0"/>
                            </a:rPr>
                            <m:t>0</m:t>
                          </m:r>
                        </m:sub>
                        <m:sup>
                          <m:r>
                            <a:rPr lang="de-DE" sz="2400" i="1">
                              <a:latin typeface="Cambria Math" panose="02040503050406030204" pitchFamily="18" charset="0"/>
                            </a:rPr>
                            <m:t>𝑡</m:t>
                          </m:r>
                        </m:sup>
                        <m:e>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2</m:t>
                              </m:r>
                            </m:sub>
                          </m:sSub>
                          <m:d>
                            <m:dPr>
                              <m:ctrlPr>
                                <a:rPr lang="de-DE" sz="2400" i="1">
                                  <a:latin typeface="Cambria Math" panose="02040503050406030204" pitchFamily="18" charset="0"/>
                                </a:rPr>
                              </m:ctrlPr>
                            </m:dPr>
                            <m:e>
                              <m:r>
                                <a:rPr lang="de-DE" sz="2400" i="1">
                                  <a:latin typeface="Cambria Math" panose="02040503050406030204" pitchFamily="18" charset="0"/>
                                </a:rPr>
                                <m:t>𝜏</m:t>
                              </m:r>
                            </m:e>
                          </m:d>
                          <m:r>
                            <a:rPr lang="de-DE" sz="2400" i="1">
                              <a:latin typeface="Cambria Math" panose="02040503050406030204" pitchFamily="18" charset="0"/>
                            </a:rPr>
                            <m:t>𝑑</m:t>
                          </m:r>
                          <m:r>
                            <a:rPr lang="de-DE" sz="2400" i="1">
                              <a:latin typeface="Cambria Math" panose="02040503050406030204" pitchFamily="18" charset="0"/>
                            </a:rPr>
                            <m:t>𝜏</m:t>
                          </m:r>
                        </m:e>
                      </m:nary>
                    </m:oMath>
                  </m:oMathPara>
                </a14:m>
                <a:endParaRPr lang="de-DE" sz="2400" dirty="0"/>
              </a:p>
            </p:txBody>
          </p:sp>
        </mc:Choice>
        <mc:Fallback xmlns="">
          <p:sp>
            <p:nvSpPr>
              <p:cNvPr id="23" name="Textfeld 22"/>
              <p:cNvSpPr txBox="1">
                <a:spLocks noRot="1" noChangeAspect="1" noMove="1" noResize="1" noEditPoints="1" noAdjustHandles="1" noChangeArrowheads="1" noChangeShapeType="1" noTextEdit="1"/>
              </p:cNvSpPr>
              <p:nvPr/>
            </p:nvSpPr>
            <p:spPr>
              <a:xfrm>
                <a:off x="6390381" y="1991886"/>
                <a:ext cx="5692761" cy="2664897"/>
              </a:xfrm>
              <a:prstGeom prst="rect">
                <a:avLst/>
              </a:prstGeom>
              <a:blipFill>
                <a:blip r:embed="rId10"/>
                <a:stretch>
                  <a:fillRect l="-1782" t="-17062" b="-81991"/>
                </a:stretch>
              </a:blipFill>
            </p:spPr>
            <p:txBody>
              <a:bodyPr/>
              <a:lstStyle/>
              <a:p>
                <a:r>
                  <a:rPr lang="en-DE">
                    <a:noFill/>
                  </a:rPr>
                  <a:t> </a:t>
                </a:r>
              </a:p>
            </p:txBody>
          </p:sp>
        </mc:Fallback>
      </mc:AlternateContent>
      <p:sp>
        <p:nvSpPr>
          <p:cNvPr id="24" name="Textfeld 23"/>
          <p:cNvSpPr txBox="1"/>
          <p:nvPr/>
        </p:nvSpPr>
        <p:spPr>
          <a:xfrm>
            <a:off x="468804" y="1477233"/>
            <a:ext cx="2562219" cy="707886"/>
          </a:xfrm>
          <a:prstGeom prst="rect">
            <a:avLst/>
          </a:prstGeom>
          <a:noFill/>
        </p:spPr>
        <p:txBody>
          <a:bodyPr wrap="square" rtlCol="0">
            <a:spAutoFit/>
          </a:bodyPr>
          <a:lstStyle/>
          <a:p>
            <a:r>
              <a:rPr lang="de-DE" sz="2000" dirty="0"/>
              <a:t>Bsp.: Approximation mit Riemann Summe</a:t>
            </a:r>
          </a:p>
        </p:txBody>
      </p:sp>
      <mc:AlternateContent xmlns:mc="http://schemas.openxmlformats.org/markup-compatibility/2006" xmlns:a14="http://schemas.microsoft.com/office/drawing/2010/main">
        <mc:Choice Requires="a14">
          <p:sp>
            <p:nvSpPr>
              <p:cNvPr id="25" name="Textfeld 24"/>
              <p:cNvSpPr txBox="1"/>
              <p:nvPr/>
            </p:nvSpPr>
            <p:spPr>
              <a:xfrm>
                <a:off x="3788564" y="4976284"/>
                <a:ext cx="7128792" cy="1000595"/>
              </a:xfrm>
              <a:prstGeom prst="rect">
                <a:avLst/>
              </a:prstGeom>
              <a:noFill/>
            </p:spPr>
            <p:txBody>
              <a:bodyPr wrap="square" rtlCol="0">
                <a:spAutoFit/>
              </a:bodyPr>
              <a:lstStyle/>
              <a:p>
                <a:r>
                  <a:rPr lang="de-DE" sz="2400" dirty="0">
                    <a:latin typeface="Meta Offc Pro" panose="020B0504030101020102"/>
                    <a:sym typeface="Wingdings" panose="05000000000000000000" pitchFamily="2" charset="2"/>
                  </a:rPr>
                  <a:t> </a:t>
                </a:r>
                <a:r>
                  <a:rPr lang="de-DE" sz="2400" dirty="0">
                    <a:latin typeface="Meta Offc Pro" panose="020B0504030101020102"/>
                  </a:rPr>
                  <a:t>numerisches Verfahren löst DGL </a:t>
                </a:r>
                <a14:m>
                  <m:oMath xmlns:m="http://schemas.openxmlformats.org/officeDocument/2006/math">
                    <m:f>
                      <m:fPr>
                        <m:ctrlPr>
                          <a:rPr lang="de-DE" sz="2400" i="1">
                            <a:latin typeface="Cambria Math" panose="02040503050406030204" pitchFamily="18" charset="0"/>
                          </a:rPr>
                        </m:ctrlPr>
                      </m:fPr>
                      <m:num>
                        <m:r>
                          <a:rPr lang="de-DE" sz="2400" i="1">
                            <a:latin typeface="Cambria Math" panose="02040503050406030204" pitchFamily="18" charset="0"/>
                          </a:rPr>
                          <m:t>𝑑</m:t>
                        </m:r>
                      </m:num>
                      <m:den>
                        <m:r>
                          <a:rPr lang="de-DE" sz="2400" i="1">
                            <a:latin typeface="Cambria Math" panose="02040503050406030204" pitchFamily="18" charset="0"/>
                          </a:rPr>
                          <m:t>𝑑𝑡</m:t>
                        </m:r>
                      </m:den>
                    </m:f>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1</m:t>
                        </m:r>
                      </m:sub>
                    </m:sSub>
                    <m:d>
                      <m:dPr>
                        <m:ctrlPr>
                          <a:rPr lang="de-DE" sz="2400" i="1">
                            <a:latin typeface="Cambria Math" panose="02040503050406030204" pitchFamily="18" charset="0"/>
                          </a:rPr>
                        </m:ctrlPr>
                      </m:dPr>
                      <m:e>
                        <m:r>
                          <a:rPr lang="de-DE" sz="2400" i="1">
                            <a:latin typeface="Cambria Math" panose="02040503050406030204" pitchFamily="18" charset="0"/>
                          </a:rPr>
                          <m:t>𝑡</m:t>
                        </m:r>
                      </m:e>
                    </m:d>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𝑙</m:t>
                        </m:r>
                      </m:e>
                      <m:sub>
                        <m:r>
                          <a:rPr lang="de-DE" sz="2400" i="1">
                            <a:latin typeface="Cambria Math" panose="02040503050406030204" pitchFamily="18" charset="0"/>
                          </a:rPr>
                          <m:t>2</m:t>
                        </m:r>
                      </m:sub>
                    </m:sSub>
                    <m:d>
                      <m:dPr>
                        <m:ctrlPr>
                          <a:rPr lang="de-DE" sz="2400" i="1">
                            <a:latin typeface="Cambria Math" panose="02040503050406030204" pitchFamily="18" charset="0"/>
                          </a:rPr>
                        </m:ctrlPr>
                      </m:dPr>
                      <m:e>
                        <m:r>
                          <a:rPr lang="de-DE" sz="2400" i="1">
                            <a:latin typeface="Cambria Math" panose="02040503050406030204" pitchFamily="18" charset="0"/>
                          </a:rPr>
                          <m:t>𝑡</m:t>
                        </m:r>
                      </m:e>
                    </m:d>
                  </m:oMath>
                </a14:m>
                <a:r>
                  <a:rPr lang="de-DE" sz="2400" dirty="0">
                    <a:latin typeface="Meta Offc Pro" panose="020B0504030101020102"/>
                  </a:rPr>
                  <a:t>    </a:t>
                </a:r>
                <a:br>
                  <a:rPr lang="de-DE" sz="2400" dirty="0">
                    <a:latin typeface="Meta Offc Pro" panose="020B0504030101020102"/>
                  </a:rPr>
                </a:br>
                <a:r>
                  <a:rPr lang="de-DE" sz="2400" dirty="0">
                    <a:latin typeface="Meta Offc Pro" panose="020B0504030101020102"/>
                  </a:rPr>
                  <a:t>    näherungsweise (z.B. Euler oder Runge-</a:t>
                </a:r>
                <a:r>
                  <a:rPr lang="de-DE" sz="2400" dirty="0" err="1">
                    <a:latin typeface="Meta Offc Pro" panose="020B0504030101020102"/>
                  </a:rPr>
                  <a:t>Kutta</a:t>
                </a:r>
                <a:r>
                  <a:rPr lang="de-DE" sz="2400" dirty="0">
                    <a:latin typeface="Meta Offc Pro" panose="020B0504030101020102"/>
                  </a:rPr>
                  <a:t>)</a:t>
                </a:r>
              </a:p>
            </p:txBody>
          </p:sp>
        </mc:Choice>
        <mc:Fallback xmlns="">
          <p:sp>
            <p:nvSpPr>
              <p:cNvPr id="25" name="Textfeld 24"/>
              <p:cNvSpPr txBox="1">
                <a:spLocks noRot="1" noChangeAspect="1" noMove="1" noResize="1" noEditPoints="1" noAdjustHandles="1" noChangeArrowheads="1" noChangeShapeType="1" noTextEdit="1"/>
              </p:cNvSpPr>
              <p:nvPr/>
            </p:nvSpPr>
            <p:spPr>
              <a:xfrm>
                <a:off x="3788564" y="4976284"/>
                <a:ext cx="7128792" cy="1000595"/>
              </a:xfrm>
              <a:prstGeom prst="rect">
                <a:avLst/>
              </a:prstGeom>
              <a:blipFill>
                <a:blip r:embed="rId11"/>
                <a:stretch>
                  <a:fillRect l="-1423" b="-12500"/>
                </a:stretch>
              </a:blipFill>
            </p:spPr>
            <p:txBody>
              <a:bodyPr/>
              <a:lstStyle/>
              <a:p>
                <a:r>
                  <a:rPr lang="en-DE">
                    <a:noFill/>
                  </a:rPr>
                  <a:t> </a:t>
                </a:r>
              </a:p>
            </p:txBody>
          </p:sp>
        </mc:Fallback>
      </mc:AlternateContent>
    </p:spTree>
    <p:extLst>
      <p:ext uri="{BB962C8B-B14F-4D97-AF65-F5344CB8AC3E}">
        <p14:creationId xmlns:p14="http://schemas.microsoft.com/office/powerpoint/2010/main" val="22451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625" y="643869"/>
            <a:ext cx="9587408" cy="492443"/>
          </a:xfrm>
        </p:spPr>
        <p:txBody>
          <a:bodyPr/>
          <a:lstStyle/>
          <a:p>
            <a:r>
              <a:rPr lang="de-DE" dirty="0"/>
              <a:t>Vergleich verschiedener Verfahren</a:t>
            </a:r>
          </a:p>
        </p:txBody>
      </p:sp>
      <p:sp>
        <p:nvSpPr>
          <p:cNvPr id="6" name="Inhaltsplatzhalter 5"/>
          <p:cNvSpPr>
            <a:spLocks noGrp="1"/>
          </p:cNvSpPr>
          <p:nvPr>
            <p:ph idx="1"/>
          </p:nvPr>
        </p:nvSpPr>
        <p:spPr>
          <a:xfrm>
            <a:off x="352781" y="2558543"/>
            <a:ext cx="5323205" cy="276999"/>
          </a:xfrm>
        </p:spPr>
        <p:txBody>
          <a:bodyPr/>
          <a:lstStyle/>
          <a:p>
            <a:r>
              <a:rPr lang="de-DE" dirty="0"/>
              <a:t> </a:t>
            </a: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43</a:t>
            </a:fld>
            <a:r>
              <a:rPr lang="de-DE"/>
              <a:t> </a:t>
            </a:r>
            <a:endParaRPr lang="de-DE">
              <a:solidFill>
                <a:srgbClr val="00004B"/>
              </a:solidFill>
            </a:endParaRPr>
          </a:p>
        </p:txBody>
      </p:sp>
      <p:pic>
        <p:nvPicPr>
          <p:cNvPr id="7" name="Grafik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0259" y="1639818"/>
            <a:ext cx="7389440" cy="4618400"/>
          </a:xfrm>
          <a:prstGeom prst="rect">
            <a:avLst/>
          </a:prstGeom>
        </p:spPr>
      </p:pic>
      <p:sp>
        <p:nvSpPr>
          <p:cNvPr id="8" name="Textfeld 7"/>
          <p:cNvSpPr txBox="1"/>
          <p:nvPr/>
        </p:nvSpPr>
        <p:spPr>
          <a:xfrm>
            <a:off x="4710800" y="6223869"/>
            <a:ext cx="4820550" cy="246221"/>
          </a:xfrm>
          <a:prstGeom prst="rect">
            <a:avLst/>
          </a:prstGeom>
          <a:noFill/>
        </p:spPr>
        <p:txBody>
          <a:bodyPr wrap="none" rtlCol="0">
            <a:spAutoFit/>
          </a:bodyPr>
          <a:lstStyle/>
          <a:p>
            <a:r>
              <a:rPr lang="de-DE" sz="1000" dirty="0"/>
              <a:t>[https://de.wikipedia.org/wiki/Runge-Kutta-Verfahren#/media/File:Runge-kutta.svg]</a:t>
            </a:r>
          </a:p>
        </p:txBody>
      </p:sp>
    </p:spTree>
    <p:extLst>
      <p:ext uri="{BB962C8B-B14F-4D97-AF65-F5344CB8AC3E}">
        <p14:creationId xmlns:p14="http://schemas.microsoft.com/office/powerpoint/2010/main" val="21240431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7491665" cy="984885"/>
          </a:xfrm>
        </p:spPr>
        <p:txBody>
          <a:bodyPr/>
          <a:lstStyle/>
          <a:p>
            <a:pPr lvl="1"/>
            <a:r>
              <a:rPr lang="de-DE" sz="3200" b="1" dirty="0">
                <a:solidFill>
                  <a:srgbClr val="005589"/>
                </a:solidFill>
                <a:latin typeface="Trebuchet MS"/>
                <a:ea typeface="+mj-ea"/>
              </a:rPr>
              <a:t>Zero Crossing </a:t>
            </a:r>
            <a:r>
              <a:rPr lang="de-DE" sz="3200" b="1" dirty="0" err="1">
                <a:solidFill>
                  <a:srgbClr val="005589"/>
                </a:solidFill>
                <a:latin typeface="Trebuchet MS"/>
                <a:ea typeface="+mj-ea"/>
              </a:rPr>
              <a:t>Detection</a:t>
            </a:r>
            <a:endParaRPr lang="en-GB" sz="3200" b="1" dirty="0">
              <a:solidFill>
                <a:srgbClr val="005589"/>
              </a:solidFill>
              <a:latin typeface="Trebuchet MS"/>
              <a:ea typeface="+mj-ea"/>
            </a:endParaRPr>
          </a:p>
        </p:txBody>
      </p:sp>
      <p:sp>
        <p:nvSpPr>
          <p:cNvPr id="6" name="Inhaltsplatzhalter 5"/>
          <p:cNvSpPr>
            <a:spLocks noGrp="1"/>
          </p:cNvSpPr>
          <p:nvPr>
            <p:ph idx="1"/>
          </p:nvPr>
        </p:nvSpPr>
        <p:spPr>
          <a:xfrm>
            <a:off x="346048" y="1725639"/>
            <a:ext cx="11595581" cy="3585597"/>
          </a:xfrm>
        </p:spPr>
        <p:txBody>
          <a:bodyPr/>
          <a:lstStyle/>
          <a:p>
            <a:pPr marL="342900" indent="-342900">
              <a:buFont typeface="Arial" panose="020B0604020202020204" pitchFamily="34" charset="0"/>
              <a:buChar char="•"/>
            </a:pPr>
            <a:r>
              <a:rPr lang="en-GB" sz="2400" dirty="0"/>
              <a:t> </a:t>
            </a:r>
            <a:r>
              <a:rPr lang="en-GB" sz="2400" dirty="0" err="1"/>
              <a:t>Unstetigkeit</a:t>
            </a:r>
            <a:r>
              <a:rPr lang="en-GB" sz="2400" dirty="0"/>
              <a:t> = </a:t>
            </a:r>
            <a:r>
              <a:rPr lang="en-GB" sz="2400" dirty="0" err="1"/>
              <a:t>plötzliche</a:t>
            </a:r>
            <a:r>
              <a:rPr lang="en-GB" sz="2400" dirty="0"/>
              <a:t> </a:t>
            </a:r>
            <a:r>
              <a:rPr lang="en-GB" sz="2400" dirty="0" err="1"/>
              <a:t>Änderung</a:t>
            </a:r>
            <a:r>
              <a:rPr lang="en-GB" sz="2400" dirty="0"/>
              <a:t> des </a:t>
            </a:r>
            <a:r>
              <a:rPr lang="en-GB" sz="2400" dirty="0" err="1"/>
              <a:t>Verhaltens</a:t>
            </a:r>
            <a:endParaRPr lang="en-GB" sz="2400" dirty="0"/>
          </a:p>
          <a:p>
            <a:pPr marL="742950" lvl="1" indent="-342900">
              <a:buFont typeface="Arial" panose="020B0604020202020204" pitchFamily="34" charset="0"/>
              <a:buChar char="•"/>
            </a:pPr>
            <a:r>
              <a:rPr lang="en-GB" sz="2100" dirty="0" err="1"/>
              <a:t>wichtiges</a:t>
            </a:r>
            <a:r>
              <a:rPr lang="en-GB" sz="2100" dirty="0"/>
              <a:t> </a:t>
            </a:r>
            <a:r>
              <a:rPr lang="en-GB" sz="2100" dirty="0" err="1"/>
              <a:t>Ereignis</a:t>
            </a:r>
            <a:r>
              <a:rPr lang="en-GB" sz="2100" dirty="0"/>
              <a:t> </a:t>
            </a:r>
            <a:r>
              <a:rPr lang="en-GB" sz="2100" dirty="0" err="1"/>
              <a:t>im</a:t>
            </a:r>
            <a:r>
              <a:rPr lang="en-GB" sz="2100" dirty="0"/>
              <a:t> System, </a:t>
            </a:r>
            <a:r>
              <a:rPr lang="en-GB" sz="2100" dirty="0" err="1"/>
              <a:t>z.B</a:t>
            </a:r>
            <a:r>
              <a:rPr lang="en-GB" sz="2100" dirty="0"/>
              <a:t>. </a:t>
            </a:r>
            <a:r>
              <a:rPr lang="en-GB" sz="2100" dirty="0" err="1">
                <a:solidFill>
                  <a:srgbClr val="00B0F0"/>
                </a:solidFill>
              </a:rPr>
              <a:t>Schaltzeitpunkt</a:t>
            </a:r>
            <a:r>
              <a:rPr lang="en-GB" sz="2100" dirty="0">
                <a:solidFill>
                  <a:schemeClr val="tx1">
                    <a:lumMod val="50000"/>
                    <a:lumOff val="50000"/>
                  </a:schemeClr>
                </a:solidFill>
              </a:rPr>
              <a:t> </a:t>
            </a:r>
            <a:r>
              <a:rPr lang="en-GB" sz="2100" dirty="0" err="1"/>
              <a:t>eines</a:t>
            </a:r>
            <a:r>
              <a:rPr lang="en-GB" sz="2100" dirty="0"/>
              <a:t> </a:t>
            </a:r>
            <a:r>
              <a:rPr lang="en-GB" sz="2100" dirty="0" err="1"/>
              <a:t>Kontrollfluss</a:t>
            </a:r>
            <a:r>
              <a:rPr lang="en-GB" sz="2100" dirty="0"/>
              <a:t>-Blocks (</a:t>
            </a:r>
            <a:r>
              <a:rPr lang="en-GB" sz="2100" dirty="0" err="1"/>
              <a:t>z.B</a:t>
            </a:r>
            <a:r>
              <a:rPr lang="en-GB" sz="2100" dirty="0"/>
              <a:t>. Switch) </a:t>
            </a:r>
          </a:p>
          <a:p>
            <a:pPr marL="742950" lvl="1" indent="-342900">
              <a:buFont typeface="Arial" panose="020B0604020202020204" pitchFamily="34" charset="0"/>
              <a:buChar char="•"/>
            </a:pPr>
            <a:r>
              <a:rPr lang="en-GB" sz="2100" dirty="0" err="1"/>
              <a:t>präzise</a:t>
            </a:r>
            <a:r>
              <a:rPr lang="en-GB" sz="2100" dirty="0"/>
              <a:t> Simulation (</a:t>
            </a:r>
            <a:r>
              <a:rPr lang="en-GB" sz="2100" dirty="0" err="1"/>
              <a:t>kleinere</a:t>
            </a:r>
            <a:r>
              <a:rPr lang="en-GB" sz="2100" dirty="0"/>
              <a:t> </a:t>
            </a:r>
            <a:r>
              <a:rPr lang="en-GB" sz="2100" dirty="0" err="1"/>
              <a:t>Schritte</a:t>
            </a:r>
            <a:r>
              <a:rPr lang="en-GB" sz="2100" dirty="0"/>
              <a:t> </a:t>
            </a:r>
            <a:r>
              <a:rPr lang="en-GB" sz="2100" dirty="0" err="1"/>
              <a:t>bei</a:t>
            </a:r>
            <a:r>
              <a:rPr lang="en-GB" sz="2100" dirty="0"/>
              <a:t> variable-step size)</a:t>
            </a:r>
          </a:p>
          <a:p>
            <a:pPr marL="742950" lvl="1" indent="-342900">
              <a:buFont typeface="Arial" panose="020B0604020202020204" pitchFamily="34" charset="0"/>
              <a:buChar char="•"/>
            </a:pPr>
            <a:r>
              <a:rPr lang="en-GB" sz="2100" dirty="0" err="1"/>
              <a:t>möglichst</a:t>
            </a:r>
            <a:r>
              <a:rPr lang="en-GB" sz="2100" dirty="0"/>
              <a:t> </a:t>
            </a:r>
            <a:r>
              <a:rPr lang="en-GB" sz="2100" dirty="0" err="1"/>
              <a:t>genaue</a:t>
            </a:r>
            <a:r>
              <a:rPr lang="en-GB" sz="2100" dirty="0"/>
              <a:t> </a:t>
            </a:r>
            <a:r>
              <a:rPr lang="en-GB" sz="2100" dirty="0" err="1"/>
              <a:t>Ermittlung</a:t>
            </a:r>
            <a:r>
              <a:rPr lang="en-GB" sz="2100" dirty="0"/>
              <a:t> des </a:t>
            </a:r>
            <a:r>
              <a:rPr lang="en-GB" sz="2100" dirty="0" err="1"/>
              <a:t>Schaltzeitpunkts</a:t>
            </a:r>
            <a:r>
              <a:rPr lang="en-GB" sz="2100" dirty="0"/>
              <a:t> (</a:t>
            </a:r>
            <a:r>
              <a:rPr lang="en-GB" sz="2100" dirty="0" err="1"/>
              <a:t>auch</a:t>
            </a:r>
            <a:r>
              <a:rPr lang="en-GB" sz="2100" dirty="0"/>
              <a:t> </a:t>
            </a:r>
            <a:r>
              <a:rPr lang="en-GB" sz="2100" dirty="0" err="1"/>
              <a:t>bei</a:t>
            </a:r>
            <a:r>
              <a:rPr lang="en-GB" sz="2100" dirty="0"/>
              <a:t> fixed-step)</a:t>
            </a:r>
          </a:p>
          <a:p>
            <a:pPr marL="571500" lvl="1" indent="-171450">
              <a:buFont typeface="Arial" panose="020B0604020202020204" pitchFamily="34" charset="0"/>
              <a:buChar char="•"/>
            </a:pPr>
            <a:endParaRPr lang="en-GB" sz="1000" dirty="0"/>
          </a:p>
          <a:p>
            <a:pPr marL="342900" indent="-342900">
              <a:buFont typeface="Arial" panose="020B0604020202020204" pitchFamily="34" charset="0"/>
              <a:buChar char="•"/>
            </a:pPr>
            <a:r>
              <a:rPr lang="en-GB" sz="2400" dirty="0"/>
              <a:t>Simulink </a:t>
            </a:r>
            <a:r>
              <a:rPr lang="en-GB" sz="2400" dirty="0" err="1"/>
              <a:t>verwendet</a:t>
            </a:r>
            <a:r>
              <a:rPr lang="en-GB" sz="2400" dirty="0"/>
              <a:t> </a:t>
            </a:r>
            <a:r>
              <a:rPr lang="en-GB" sz="2400" i="1" dirty="0"/>
              <a:t>Zero Crossing Detection</a:t>
            </a:r>
          </a:p>
          <a:p>
            <a:pPr marL="742950" lvl="1" indent="-342900">
              <a:buFont typeface="Arial" panose="020B0604020202020204" pitchFamily="34" charset="0"/>
              <a:buChar char="•"/>
            </a:pPr>
            <a:r>
              <a:rPr lang="en-GB" sz="2000" dirty="0" err="1"/>
              <a:t>Idee</a:t>
            </a:r>
            <a:r>
              <a:rPr lang="en-GB" sz="2000" dirty="0"/>
              <a:t>: </a:t>
            </a:r>
            <a:r>
              <a:rPr lang="de-DE" sz="2000" dirty="0">
                <a:solidFill>
                  <a:srgbClr val="00B0F0"/>
                </a:solidFill>
              </a:rPr>
              <a:t>verschiebe Schaltbedingung </a:t>
            </a:r>
            <a:r>
              <a:rPr lang="de-DE" sz="2000" dirty="0"/>
              <a:t>auf die x-Achse, </a:t>
            </a:r>
            <a:r>
              <a:rPr lang="de-DE" sz="2000" dirty="0">
                <a:solidFill>
                  <a:srgbClr val="00B0F0"/>
                </a:solidFill>
              </a:rPr>
              <a:t>berechne Nullstelle</a:t>
            </a:r>
          </a:p>
          <a:p>
            <a:pPr marL="400050" lvl="1"/>
            <a:r>
              <a:rPr lang="de-DE" sz="1000" dirty="0"/>
              <a:t> </a:t>
            </a:r>
          </a:p>
          <a:p>
            <a:pPr marL="342900" indent="-342900">
              <a:buFont typeface="Arial" panose="020B0604020202020204" pitchFamily="34" charset="0"/>
              <a:buChar char="•"/>
            </a:pPr>
            <a:r>
              <a:rPr lang="de-DE" sz="2400" dirty="0"/>
              <a:t>Blöcke mit Zero </a:t>
            </a:r>
            <a:r>
              <a:rPr lang="de-DE" sz="2400" dirty="0" err="1"/>
              <a:t>Crossing</a:t>
            </a:r>
            <a:r>
              <a:rPr lang="de-DE" sz="2400" dirty="0"/>
              <a:t> </a:t>
            </a:r>
            <a:r>
              <a:rPr lang="de-DE" sz="2400" dirty="0" err="1"/>
              <a:t>Detection</a:t>
            </a:r>
            <a:endParaRPr lang="de-DE" sz="2400" dirty="0"/>
          </a:p>
          <a:p>
            <a:pPr marL="742950" lvl="1" indent="-342900">
              <a:buFont typeface="Arial" panose="020B0604020202020204" pitchFamily="34" charset="0"/>
              <a:buChar char="•"/>
            </a:pPr>
            <a:r>
              <a:rPr lang="de-DE" sz="2000" dirty="0"/>
              <a:t>Z.B. Switch, </a:t>
            </a:r>
            <a:r>
              <a:rPr lang="de-DE" sz="2000" dirty="0" err="1"/>
              <a:t>MinMax</a:t>
            </a:r>
            <a:r>
              <a:rPr lang="de-DE" sz="2000" dirty="0"/>
              <a:t>, </a:t>
            </a:r>
            <a:r>
              <a:rPr lang="de-DE" sz="2000" dirty="0" err="1"/>
              <a:t>Sign</a:t>
            </a:r>
            <a:r>
              <a:rPr lang="de-DE" sz="2000" dirty="0"/>
              <a:t>, Integrator mit Schranken, Relational Operator (z.B. „&lt;=“), Subsystem mit Trigger-Port, …</a:t>
            </a:r>
          </a:p>
          <a:p>
            <a:pPr marL="288000" indent="-288000">
              <a:buFont typeface="Symbol" panose="05050102010706020507" pitchFamily="18" charset="2"/>
              <a:buChar char="-"/>
            </a:pPr>
            <a:endParaRPr lang="de-DE" dirty="0"/>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44</a:t>
            </a:fld>
            <a:r>
              <a:rPr lang="de-DE"/>
              <a:t> </a:t>
            </a:r>
            <a:endParaRPr lang="de-DE">
              <a:solidFill>
                <a:srgbClr val="00004B"/>
              </a:solidFill>
            </a:endParaRPr>
          </a:p>
        </p:txBody>
      </p:sp>
    </p:spTree>
    <p:extLst>
      <p:ext uri="{BB962C8B-B14F-4D97-AF65-F5344CB8AC3E}">
        <p14:creationId xmlns:p14="http://schemas.microsoft.com/office/powerpoint/2010/main" val="180909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0C02-333E-AFE9-ECB6-1D11FB06B693}"/>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924FB0EE-01AF-1322-C496-F92CE79569C3}"/>
              </a:ext>
            </a:extLst>
          </p:cNvPr>
          <p:cNvSpPr>
            <a:spLocks noGrp="1"/>
          </p:cNvSpPr>
          <p:nvPr>
            <p:ph type="title"/>
          </p:nvPr>
        </p:nvSpPr>
        <p:spPr/>
        <p:txBody>
          <a:bodyPr/>
          <a:lstStyle/>
          <a:p>
            <a:r>
              <a:rPr lang="de-DE" dirty="0"/>
              <a:t>Überblick</a:t>
            </a:r>
          </a:p>
        </p:txBody>
      </p:sp>
      <p:sp>
        <p:nvSpPr>
          <p:cNvPr id="9" name="Untertitel 8">
            <a:extLst>
              <a:ext uri="{FF2B5EF4-FFF2-40B4-BE49-F238E27FC236}">
                <a16:creationId xmlns:a16="http://schemas.microsoft.com/office/drawing/2014/main" id="{F40ADB2E-C0C1-F62C-EDF5-A6712B24B336}"/>
              </a:ext>
            </a:extLst>
          </p:cNvPr>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t>Simulink</a:t>
            </a: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solidFill>
                  <a:schemeClr val="bg1">
                    <a:lumMod val="85000"/>
                  </a:schemeClr>
                </a:solidFill>
              </a:rPr>
              <a:t>Syntax und Semantik</a:t>
            </a:r>
          </a:p>
          <a:p>
            <a:pPr marL="628650" lvl="1" indent="-285750" algn="l">
              <a:buFont typeface="Wingdings" pitchFamily="2" charset="2"/>
              <a:buChar char="§"/>
            </a:pPr>
            <a:r>
              <a:rPr lang="de-DE" sz="2400" dirty="0"/>
              <a:t>Anwendungsbeispiel</a:t>
            </a:r>
          </a:p>
          <a:p>
            <a:pPr marL="285750" indent="-285750">
              <a:buFont typeface="Wingdings" pitchFamily="2" charset="2"/>
              <a:buChar char="§"/>
            </a:pPr>
            <a:r>
              <a:rPr lang="de-DE" sz="2400" dirty="0" err="1">
                <a:solidFill>
                  <a:schemeClr val="bg1">
                    <a:lumMod val="85000"/>
                  </a:schemeClr>
                </a:solidFill>
              </a:rPr>
              <a:t>Stateflow</a:t>
            </a:r>
            <a:endParaRPr lang="de-DE" sz="2400" dirty="0">
              <a:solidFill>
                <a:schemeClr val="bg1">
                  <a:lumMod val="85000"/>
                </a:schemeClr>
              </a:solidFill>
            </a:endParaRP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solidFill>
                  <a:schemeClr val="bg1">
                    <a:lumMod val="85000"/>
                  </a:schemeClr>
                </a:solidFill>
              </a:rPr>
              <a:t>Syntax und Semantik</a:t>
            </a:r>
          </a:p>
          <a:p>
            <a:pPr marL="285750" indent="-285750">
              <a:buFont typeface="Wingdings" pitchFamily="2" charset="2"/>
              <a:buChar char="§"/>
            </a:pPr>
            <a:r>
              <a:rPr lang="de-DE" sz="2400" dirty="0">
                <a:solidFill>
                  <a:schemeClr val="bg1">
                    <a:lumMod val="85000"/>
                  </a:schemeClr>
                </a:solidFill>
              </a:rPr>
              <a:t>Code Generierung</a:t>
            </a:r>
          </a:p>
        </p:txBody>
      </p:sp>
      <p:sp>
        <p:nvSpPr>
          <p:cNvPr id="5" name="Fußzeilenplatzhalter 4">
            <a:extLst>
              <a:ext uri="{FF2B5EF4-FFF2-40B4-BE49-F238E27FC236}">
                <a16:creationId xmlns:a16="http://schemas.microsoft.com/office/drawing/2014/main" id="{9D69F25F-D54F-82BF-677D-4A46D14160CF}"/>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BB0BCA82-41BD-C592-C0B2-DA6C38D73DAC}"/>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45</a:t>
            </a:fld>
            <a:r>
              <a:rPr lang="de-DE"/>
              <a:t> </a:t>
            </a:r>
          </a:p>
        </p:txBody>
      </p:sp>
    </p:spTree>
    <p:extLst>
      <p:ext uri="{BB962C8B-B14F-4D97-AF65-F5344CB8AC3E}">
        <p14:creationId xmlns:p14="http://schemas.microsoft.com/office/powerpoint/2010/main" val="1523595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Regelkreis</a:t>
            </a:r>
          </a:p>
        </p:txBody>
      </p:sp>
      <p:sp>
        <p:nvSpPr>
          <p:cNvPr id="10" name="Inhaltsplatzhalter 9"/>
          <p:cNvSpPr>
            <a:spLocks noGrp="1"/>
          </p:cNvSpPr>
          <p:nvPr>
            <p:ph idx="1"/>
          </p:nvPr>
        </p:nvSpPr>
        <p:spPr>
          <a:xfrm>
            <a:off x="352781" y="2558543"/>
            <a:ext cx="5323205" cy="276999"/>
          </a:xfrm>
        </p:spPr>
        <p:txBody>
          <a:bodyPr/>
          <a:lstStyle/>
          <a:p>
            <a:r>
              <a:rPr lang="de-DE" dirty="0"/>
              <a:t> </a:t>
            </a:r>
          </a:p>
        </p:txBody>
      </p:sp>
      <p:sp>
        <p:nvSpPr>
          <p:cNvPr id="3" name="Fußzeilenplatzhalter 2"/>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pPr>
              <a:defRPr/>
            </a:pPr>
            <a:r>
              <a:rPr lang="de-DE"/>
              <a:t>Prof. Dr. Sebastian Schlesinger</a:t>
            </a:r>
            <a:endParaRPr lang="de-DE">
              <a:solidFill>
                <a:srgbClr val="00004B"/>
              </a:solidFill>
            </a:endParaRPr>
          </a:p>
        </p:txBody>
      </p:sp>
      <p:sp>
        <p:nvSpPr>
          <p:cNvPr id="4" name="Foliennummernplatzhalter 3"/>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pPr>
              <a:defRPr/>
            </a:pPr>
            <a:fld id="{6C8FC03C-C266-4645-ABC5-645062898383}" type="slidenum">
              <a:rPr lang="de-DE" smtClean="0"/>
              <a:pPr>
                <a:defRPr/>
              </a:pPr>
              <a:t>46</a:t>
            </a:fld>
            <a:r>
              <a:rPr lang="de-DE"/>
              <a:t> </a:t>
            </a:r>
            <a:endParaRPr lang="de-DE">
              <a:solidFill>
                <a:srgbClr val="00004B"/>
              </a:solidFill>
            </a:endParaRPr>
          </a:p>
        </p:txBody>
      </p:sp>
      <p:sp>
        <p:nvSpPr>
          <p:cNvPr id="47106" name="AutoShape 2" descr="Datei:Einfacher Regelkreis n.svg"/>
          <p:cNvSpPr>
            <a:spLocks noChangeAspect="1" noChangeArrowheads="1"/>
          </p:cNvSpPr>
          <p:nvPr/>
        </p:nvSpPr>
        <p:spPr bwMode="auto">
          <a:xfrm>
            <a:off x="1685925" y="-814388"/>
            <a:ext cx="7620000" cy="1704976"/>
          </a:xfrm>
          <a:prstGeom prst="rect">
            <a:avLst/>
          </a:prstGeom>
          <a:noFill/>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de-DE" sz="3200">
              <a:solidFill>
                <a:srgbClr val="00004B"/>
              </a:solidFill>
            </a:endParaRPr>
          </a:p>
        </p:txBody>
      </p:sp>
      <p:sp>
        <p:nvSpPr>
          <p:cNvPr id="27" name="Abgerundete rechteckige Legende 26"/>
          <p:cNvSpPr/>
          <p:nvPr/>
        </p:nvSpPr>
        <p:spPr>
          <a:xfrm>
            <a:off x="1975659" y="1723503"/>
            <a:ext cx="3179702" cy="553478"/>
          </a:xfrm>
          <a:prstGeom prst="wedgeRoundRectCallout">
            <a:avLst>
              <a:gd name="adj1" fmla="val 23055"/>
              <a:gd name="adj2" fmla="val 133203"/>
              <a:gd name="adj3" fmla="val 1666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20000"/>
              </a:spcBef>
              <a:spcAft>
                <a:spcPct val="0"/>
              </a:spcAft>
            </a:pPr>
            <a:r>
              <a:rPr lang="de-DE" sz="1600" dirty="0">
                <a:solidFill>
                  <a:srgbClr val="00004B"/>
                </a:solidFill>
              </a:rPr>
              <a:t>berechnet  Abweichung und Korrektur (= </a:t>
            </a:r>
            <a:r>
              <a:rPr lang="de-DE" sz="1600" b="1" dirty="0">
                <a:solidFill>
                  <a:srgbClr val="00004B"/>
                </a:solidFill>
              </a:rPr>
              <a:t>Stellgröße</a:t>
            </a:r>
            <a:r>
              <a:rPr lang="de-DE" sz="1600" dirty="0">
                <a:solidFill>
                  <a:srgbClr val="00004B"/>
                </a:solidFill>
              </a:rPr>
              <a:t>)</a:t>
            </a:r>
          </a:p>
        </p:txBody>
      </p:sp>
      <p:sp>
        <p:nvSpPr>
          <p:cNvPr id="28" name="Abgerundete rechteckige Legende 27"/>
          <p:cNvSpPr/>
          <p:nvPr/>
        </p:nvSpPr>
        <p:spPr>
          <a:xfrm>
            <a:off x="5479430" y="1664333"/>
            <a:ext cx="3367794" cy="612648"/>
          </a:xfrm>
          <a:prstGeom prst="wedgeRoundRectCallout">
            <a:avLst>
              <a:gd name="adj1" fmla="val 31882"/>
              <a:gd name="adj2" fmla="val 123180"/>
              <a:gd name="adj3" fmla="val 1666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20000"/>
              </a:spcBef>
              <a:spcAft>
                <a:spcPct val="0"/>
              </a:spcAft>
            </a:pPr>
            <a:r>
              <a:rPr lang="de-DE" sz="1600" b="1" dirty="0">
                <a:solidFill>
                  <a:srgbClr val="00004B"/>
                </a:solidFill>
              </a:rPr>
              <a:t>Aktoren</a:t>
            </a:r>
            <a:r>
              <a:rPr lang="de-DE" sz="1600" dirty="0">
                <a:solidFill>
                  <a:srgbClr val="00004B"/>
                </a:solidFill>
              </a:rPr>
              <a:t>: ändern System</a:t>
            </a:r>
            <a:br>
              <a:rPr lang="de-DE" sz="1600" dirty="0">
                <a:solidFill>
                  <a:srgbClr val="00004B"/>
                </a:solidFill>
              </a:rPr>
            </a:br>
            <a:r>
              <a:rPr lang="de-DE" sz="1600" b="1" dirty="0">
                <a:solidFill>
                  <a:srgbClr val="00004B"/>
                </a:solidFill>
              </a:rPr>
              <a:t>Sensoren</a:t>
            </a:r>
            <a:r>
              <a:rPr lang="de-DE" sz="1600" dirty="0">
                <a:solidFill>
                  <a:srgbClr val="00004B"/>
                </a:solidFill>
              </a:rPr>
              <a:t>: messen System</a:t>
            </a:r>
          </a:p>
        </p:txBody>
      </p:sp>
      <p:grpSp>
        <p:nvGrpSpPr>
          <p:cNvPr id="6" name="Gruppieren 20"/>
          <p:cNvGrpSpPr/>
          <p:nvPr/>
        </p:nvGrpSpPr>
        <p:grpSpPr>
          <a:xfrm>
            <a:off x="2275040" y="2449329"/>
            <a:ext cx="7962308" cy="1591271"/>
            <a:chOff x="392264" y="2413794"/>
            <a:chExt cx="7962308" cy="1591271"/>
          </a:xfrm>
        </p:grpSpPr>
        <p:sp>
          <p:nvSpPr>
            <p:cNvPr id="7" name="Textfeld 6"/>
            <p:cNvSpPr txBox="1"/>
            <p:nvPr/>
          </p:nvSpPr>
          <p:spPr>
            <a:xfrm>
              <a:off x="1910683" y="2780928"/>
              <a:ext cx="970802" cy="3693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20000"/>
                </a:spcBef>
                <a:spcAft>
                  <a:spcPct val="0"/>
                </a:spcAft>
              </a:pPr>
              <a:r>
                <a:rPr lang="de-DE" dirty="0">
                  <a:solidFill>
                    <a:srgbClr val="00004B"/>
                  </a:solidFill>
                </a:rPr>
                <a:t>Regler</a:t>
              </a:r>
            </a:p>
          </p:txBody>
        </p:sp>
        <p:sp>
          <p:nvSpPr>
            <p:cNvPr id="8" name="Textfeld 7"/>
            <p:cNvSpPr txBox="1"/>
            <p:nvPr/>
          </p:nvSpPr>
          <p:spPr>
            <a:xfrm>
              <a:off x="4355976" y="2780929"/>
              <a:ext cx="2613425" cy="3684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20000"/>
                </a:spcBef>
                <a:spcAft>
                  <a:spcPct val="0"/>
                </a:spcAft>
              </a:pPr>
              <a:r>
                <a:rPr lang="de-DE" dirty="0">
                  <a:solidFill>
                    <a:srgbClr val="00004B"/>
                  </a:solidFill>
                </a:rPr>
                <a:t>Regelstrecke </a:t>
              </a:r>
            </a:p>
          </p:txBody>
        </p:sp>
        <p:cxnSp>
          <p:nvCxnSpPr>
            <p:cNvPr id="9" name="Gerade Verbindung mit Pfeil 8"/>
            <p:cNvCxnSpPr/>
            <p:nvPr/>
          </p:nvCxnSpPr>
          <p:spPr>
            <a:xfrm>
              <a:off x="2844051" y="2996952"/>
              <a:ext cx="1511925" cy="0"/>
            </a:xfrm>
            <a:prstGeom prst="straightConnector1">
              <a:avLst/>
            </a:prstGeom>
            <a:ln w="28575">
              <a:solidFill>
                <a:schemeClr val="accent5">
                  <a:lumMod val="50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1" name="Textfeld 10"/>
            <p:cNvSpPr txBox="1"/>
            <p:nvPr/>
          </p:nvSpPr>
          <p:spPr>
            <a:xfrm>
              <a:off x="2987824" y="2660015"/>
              <a:ext cx="1236236" cy="369332"/>
            </a:xfrm>
            <a:prstGeom prst="rect">
              <a:avLst/>
            </a:prstGeom>
            <a:noFill/>
          </p:spPr>
          <p:txBody>
            <a:bodyPr wrap="none" rtlCol="0">
              <a:spAutoFit/>
            </a:bodyPr>
            <a:lstStyle/>
            <a:p>
              <a:pPr fontAlgn="base">
                <a:spcBef>
                  <a:spcPct val="20000"/>
                </a:spcBef>
                <a:spcAft>
                  <a:spcPct val="0"/>
                </a:spcAft>
              </a:pPr>
              <a:r>
                <a:rPr lang="de-DE" dirty="0">
                  <a:solidFill>
                    <a:srgbClr val="002060"/>
                  </a:solidFill>
                </a:rPr>
                <a:t>Stellgröße</a:t>
              </a:r>
            </a:p>
          </p:txBody>
        </p:sp>
        <p:sp>
          <p:nvSpPr>
            <p:cNvPr id="12" name="Textfeld 11"/>
            <p:cNvSpPr txBox="1"/>
            <p:nvPr/>
          </p:nvSpPr>
          <p:spPr>
            <a:xfrm>
              <a:off x="6964448" y="2413794"/>
              <a:ext cx="1390124" cy="615553"/>
            </a:xfrm>
            <a:prstGeom prst="rect">
              <a:avLst/>
            </a:prstGeom>
            <a:noFill/>
          </p:spPr>
          <p:txBody>
            <a:bodyPr wrap="none" rtlCol="0">
              <a:spAutoFit/>
            </a:bodyPr>
            <a:lstStyle/>
            <a:p>
              <a:pPr fontAlgn="base">
                <a:spcBef>
                  <a:spcPct val="20000"/>
                </a:spcBef>
                <a:spcAft>
                  <a:spcPct val="0"/>
                </a:spcAft>
              </a:pPr>
              <a:r>
                <a:rPr lang="de-DE" dirty="0">
                  <a:solidFill>
                    <a:srgbClr val="002060"/>
                  </a:solidFill>
                </a:rPr>
                <a:t>Regelgröße</a:t>
              </a:r>
              <a:br>
                <a:rPr lang="de-DE" sz="1600" dirty="0">
                  <a:solidFill>
                    <a:srgbClr val="002060"/>
                  </a:solidFill>
                </a:rPr>
              </a:br>
              <a:r>
                <a:rPr lang="de-DE" sz="1600" dirty="0">
                  <a:solidFill>
                    <a:srgbClr val="002060"/>
                  </a:solidFill>
                </a:rPr>
                <a:t>(=Istwert)</a:t>
              </a:r>
            </a:p>
          </p:txBody>
        </p:sp>
        <p:cxnSp>
          <p:nvCxnSpPr>
            <p:cNvPr id="13" name="Gerade Verbindung mit Pfeil 12"/>
            <p:cNvCxnSpPr/>
            <p:nvPr/>
          </p:nvCxnSpPr>
          <p:spPr>
            <a:xfrm rot="10800000">
              <a:off x="2590800" y="4005064"/>
              <a:ext cx="5005536" cy="0"/>
            </a:xfrm>
            <a:prstGeom prst="straightConnector1">
              <a:avLst/>
            </a:prstGeom>
            <a:ln w="28575">
              <a:solidFill>
                <a:schemeClr val="accent5">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flipV="1">
              <a:off x="2590802" y="3150260"/>
              <a:ext cx="2" cy="854805"/>
            </a:xfrm>
            <a:prstGeom prst="straightConnector1">
              <a:avLst/>
            </a:prstGeom>
            <a:ln w="28575">
              <a:solidFill>
                <a:schemeClr val="accent5">
                  <a:lumMod val="50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flipV="1">
              <a:off x="7596334" y="2998569"/>
              <a:ext cx="2" cy="1006496"/>
            </a:xfrm>
            <a:prstGeom prst="straightConnector1">
              <a:avLst/>
            </a:prstGeom>
            <a:ln w="28575">
              <a:solidFill>
                <a:schemeClr val="accent5">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flipH="1" flipV="1">
              <a:off x="6964448" y="2996953"/>
              <a:ext cx="631888" cy="1616"/>
            </a:xfrm>
            <a:prstGeom prst="straightConnector1">
              <a:avLst/>
            </a:prstGeom>
            <a:ln w="28575">
              <a:solidFill>
                <a:schemeClr val="accent5">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feld 22"/>
            <p:cNvSpPr txBox="1"/>
            <p:nvPr/>
          </p:nvSpPr>
          <p:spPr>
            <a:xfrm>
              <a:off x="3851920" y="3635733"/>
              <a:ext cx="3057247" cy="369332"/>
            </a:xfrm>
            <a:prstGeom prst="rect">
              <a:avLst/>
            </a:prstGeom>
            <a:noFill/>
          </p:spPr>
          <p:txBody>
            <a:bodyPr wrap="none" rtlCol="0">
              <a:spAutoFit/>
            </a:bodyPr>
            <a:lstStyle/>
            <a:p>
              <a:pPr fontAlgn="base">
                <a:spcBef>
                  <a:spcPct val="20000"/>
                </a:spcBef>
                <a:spcAft>
                  <a:spcPct val="0"/>
                </a:spcAft>
              </a:pPr>
              <a:r>
                <a:rPr lang="de-DE" dirty="0">
                  <a:solidFill>
                    <a:srgbClr val="002060"/>
                  </a:solidFill>
                </a:rPr>
                <a:t>Feedback: Soll/Ist-Vergleich</a:t>
              </a:r>
            </a:p>
          </p:txBody>
        </p:sp>
        <p:cxnSp>
          <p:nvCxnSpPr>
            <p:cNvPr id="29" name="Gerade Verbindung mit Pfeil 28"/>
            <p:cNvCxnSpPr/>
            <p:nvPr/>
          </p:nvCxnSpPr>
          <p:spPr>
            <a:xfrm>
              <a:off x="392264" y="2980075"/>
              <a:ext cx="1511925" cy="0"/>
            </a:xfrm>
            <a:prstGeom prst="straightConnector1">
              <a:avLst/>
            </a:prstGeom>
            <a:ln w="28575">
              <a:solidFill>
                <a:schemeClr val="accent5">
                  <a:lumMod val="50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30" name="Textfeld 29"/>
            <p:cNvSpPr txBox="1"/>
            <p:nvPr/>
          </p:nvSpPr>
          <p:spPr>
            <a:xfrm>
              <a:off x="394022" y="2413794"/>
              <a:ext cx="1585690" cy="615553"/>
            </a:xfrm>
            <a:prstGeom prst="rect">
              <a:avLst/>
            </a:prstGeom>
            <a:noFill/>
          </p:spPr>
          <p:txBody>
            <a:bodyPr wrap="none" rtlCol="0">
              <a:spAutoFit/>
            </a:bodyPr>
            <a:lstStyle/>
            <a:p>
              <a:pPr fontAlgn="base">
                <a:spcBef>
                  <a:spcPct val="20000"/>
                </a:spcBef>
                <a:spcAft>
                  <a:spcPct val="0"/>
                </a:spcAft>
              </a:pPr>
              <a:r>
                <a:rPr lang="de-DE" sz="1600" dirty="0">
                  <a:solidFill>
                    <a:srgbClr val="002060"/>
                  </a:solidFill>
                </a:rPr>
                <a:t>Führungsgröße</a:t>
              </a:r>
              <a:br>
                <a:rPr lang="de-DE" sz="1600" dirty="0">
                  <a:solidFill>
                    <a:srgbClr val="002060"/>
                  </a:solidFill>
                </a:rPr>
              </a:br>
              <a:r>
                <a:rPr lang="de-DE" sz="1600" dirty="0">
                  <a:solidFill>
                    <a:srgbClr val="002060"/>
                  </a:solidFill>
                </a:rPr>
                <a:t>(=</a:t>
              </a:r>
              <a:r>
                <a:rPr lang="de-DE" dirty="0">
                  <a:solidFill>
                    <a:srgbClr val="002060"/>
                  </a:solidFill>
                </a:rPr>
                <a:t>Sollwert</a:t>
              </a:r>
              <a:r>
                <a:rPr lang="de-DE" sz="1600" dirty="0">
                  <a:solidFill>
                    <a:srgbClr val="002060"/>
                  </a:solidFill>
                </a:rPr>
                <a:t>)</a:t>
              </a:r>
            </a:p>
          </p:txBody>
        </p:sp>
      </p:grpSp>
      <p:sp>
        <p:nvSpPr>
          <p:cNvPr id="22" name="Textfeld 21"/>
          <p:cNvSpPr txBox="1"/>
          <p:nvPr/>
        </p:nvSpPr>
        <p:spPr>
          <a:xfrm>
            <a:off x="413719" y="4259588"/>
            <a:ext cx="11424307" cy="1689693"/>
          </a:xfrm>
          <a:prstGeom prst="rect">
            <a:avLst/>
          </a:prstGeom>
          <a:solidFill>
            <a:srgbClr val="DAE5FE"/>
          </a:solidFill>
          <a:ln w="28575">
            <a:solidFill>
              <a:srgbClr val="002060"/>
            </a:solidFill>
          </a:ln>
        </p:spPr>
        <p:txBody>
          <a:bodyPr wrap="square" rtlCol="0">
            <a:spAutoFit/>
          </a:bodyPr>
          <a:lstStyle/>
          <a:p>
            <a:pPr fontAlgn="base">
              <a:spcBef>
                <a:spcPct val="20000"/>
              </a:spcBef>
              <a:spcAft>
                <a:spcPct val="0"/>
              </a:spcAft>
            </a:pPr>
            <a:r>
              <a:rPr lang="de-DE" b="1" dirty="0">
                <a:solidFill>
                  <a:srgbClr val="002060"/>
                </a:solidFill>
              </a:rPr>
              <a:t>Beispiele für Regelkreise:</a:t>
            </a:r>
          </a:p>
          <a:p>
            <a:pPr fontAlgn="base">
              <a:spcBef>
                <a:spcPct val="20000"/>
              </a:spcBef>
              <a:spcAft>
                <a:spcPct val="0"/>
              </a:spcAft>
            </a:pPr>
            <a:endParaRPr lang="de-DE" dirty="0">
              <a:solidFill>
                <a:srgbClr val="002060"/>
              </a:solidFill>
            </a:endParaRPr>
          </a:p>
          <a:p>
            <a:pPr fontAlgn="base">
              <a:spcBef>
                <a:spcPct val="20000"/>
              </a:spcBef>
              <a:spcAft>
                <a:spcPct val="0"/>
              </a:spcAft>
              <a:buFontTx/>
              <a:buChar char="-"/>
            </a:pPr>
            <a:r>
              <a:rPr lang="de-DE" dirty="0">
                <a:solidFill>
                  <a:srgbClr val="002060"/>
                </a:solidFill>
              </a:rPr>
              <a:t> </a:t>
            </a:r>
            <a:r>
              <a:rPr lang="de-DE" b="1" dirty="0">
                <a:solidFill>
                  <a:srgbClr val="002060"/>
                </a:solidFill>
              </a:rPr>
              <a:t>Heizung:</a:t>
            </a:r>
            <a:r>
              <a:rPr lang="de-DE" dirty="0">
                <a:solidFill>
                  <a:srgbClr val="002060"/>
                </a:solidFill>
              </a:rPr>
              <a:t> 	Sollwert einstellen, zu kalt: Heizung geht an, zu warm: Heizung geht aus</a:t>
            </a:r>
            <a:br>
              <a:rPr lang="de-DE" dirty="0">
                <a:solidFill>
                  <a:srgbClr val="002060"/>
                </a:solidFill>
              </a:rPr>
            </a:br>
            <a:r>
              <a:rPr lang="de-DE" sz="300" dirty="0">
                <a:solidFill>
                  <a:srgbClr val="002060"/>
                </a:solidFill>
              </a:rPr>
              <a:t>  </a:t>
            </a:r>
            <a:endParaRPr lang="de-DE" dirty="0">
              <a:solidFill>
                <a:srgbClr val="002060"/>
              </a:solidFill>
            </a:endParaRPr>
          </a:p>
          <a:p>
            <a:pPr fontAlgn="base">
              <a:spcBef>
                <a:spcPct val="20000"/>
              </a:spcBef>
              <a:spcAft>
                <a:spcPct val="0"/>
              </a:spcAft>
              <a:buFontTx/>
              <a:buChar char="-"/>
            </a:pPr>
            <a:r>
              <a:rPr lang="de-DE" dirty="0">
                <a:solidFill>
                  <a:srgbClr val="002060"/>
                </a:solidFill>
              </a:rPr>
              <a:t> </a:t>
            </a:r>
            <a:r>
              <a:rPr lang="de-DE" b="1" dirty="0">
                <a:solidFill>
                  <a:srgbClr val="002060"/>
                </a:solidFill>
              </a:rPr>
              <a:t>Pupillengröße:</a:t>
            </a:r>
            <a:r>
              <a:rPr lang="de-DE" dirty="0">
                <a:solidFill>
                  <a:srgbClr val="002060"/>
                </a:solidFill>
              </a:rPr>
              <a:t>	Licht zu hell: Pupille geht weiter zu, </a:t>
            </a:r>
            <a:br>
              <a:rPr lang="de-DE" dirty="0">
                <a:solidFill>
                  <a:srgbClr val="002060"/>
                </a:solidFill>
              </a:rPr>
            </a:br>
            <a:r>
              <a:rPr lang="de-DE" dirty="0">
                <a:solidFill>
                  <a:srgbClr val="002060"/>
                </a:solidFill>
              </a:rPr>
              <a:t>                          	Licht zu dunkel: Pupille öffnet sich</a:t>
            </a:r>
          </a:p>
        </p:txBody>
      </p:sp>
    </p:spTree>
    <p:extLst>
      <p:ext uri="{BB962C8B-B14F-4D97-AF65-F5344CB8AC3E}">
        <p14:creationId xmlns:p14="http://schemas.microsoft.com/office/powerpoint/2010/main" val="384763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p:cTn id="15" dur="2000" fill="hold"/>
                                        <p:tgtEl>
                                          <p:spTgt spid="22"/>
                                        </p:tgtEl>
                                        <p:attrNameLst>
                                          <p:attrName>ppt_w</p:attrName>
                                        </p:attrNameLst>
                                      </p:cBhvr>
                                      <p:tavLst>
                                        <p:tav tm="0">
                                          <p:val>
                                            <p:strVal val="#ppt_w*0.70"/>
                                          </p:val>
                                        </p:tav>
                                        <p:tav tm="100000">
                                          <p:val>
                                            <p:strVal val="#ppt_w"/>
                                          </p:val>
                                        </p:tav>
                                      </p:tavLst>
                                    </p:anim>
                                    <p:anim calcmode="lin" valueType="num">
                                      <p:cBhvr>
                                        <p:cTn id="16" dur="2000" fill="hold"/>
                                        <p:tgtEl>
                                          <p:spTgt spid="22"/>
                                        </p:tgtEl>
                                        <p:attrNameLst>
                                          <p:attrName>ppt_h</p:attrName>
                                        </p:attrNameLst>
                                      </p:cBhvr>
                                      <p:tavLst>
                                        <p:tav tm="0">
                                          <p:val>
                                            <p:strVal val="#ppt_h"/>
                                          </p:val>
                                        </p:tav>
                                        <p:tav tm="100000">
                                          <p:val>
                                            <p:strVal val="#ppt_h"/>
                                          </p:val>
                                        </p:tav>
                                      </p:tavLst>
                                    </p:anim>
                                    <p:animEffect transition="in" filter="fade">
                                      <p:cBhvr>
                                        <p:cTn id="1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01048" y="593913"/>
            <a:ext cx="7998666" cy="492443"/>
          </a:xfrm>
        </p:spPr>
        <p:txBody>
          <a:bodyPr/>
          <a:lstStyle/>
          <a:p>
            <a:r>
              <a:rPr lang="de-DE" dirty="0"/>
              <a:t>Anwendungsbeispiel: ABS - Antiblockiersystem</a:t>
            </a:r>
            <a:endParaRPr lang="en-US" dirty="0"/>
          </a:p>
        </p:txBody>
      </p:sp>
      <p:sp>
        <p:nvSpPr>
          <p:cNvPr id="32" name="Inhaltsplatzhalter 2"/>
          <p:cNvSpPr>
            <a:spLocks noGrp="1"/>
          </p:cNvSpPr>
          <p:nvPr>
            <p:ph idx="1"/>
          </p:nvPr>
        </p:nvSpPr>
        <p:spPr/>
        <p:txBody>
          <a:bodyPr>
            <a:normAutofit/>
          </a:bodyPr>
          <a:lstStyle/>
          <a:p>
            <a:pPr marL="342900" indent="-342900">
              <a:buClr>
                <a:schemeClr val="tx1"/>
              </a:buClr>
              <a:buFont typeface="Wingdings" pitchFamily="2" charset="2"/>
              <a:buChar char="§"/>
            </a:pPr>
            <a:r>
              <a:rPr lang="de-DE" sz="2400" dirty="0"/>
              <a:t>Bremsen = Erhöhung des Rollwiderstands</a:t>
            </a:r>
          </a:p>
          <a:p>
            <a:pPr marL="800100" lvl="1" indent="-342900">
              <a:buClr>
                <a:schemeClr val="tx1"/>
              </a:buClr>
              <a:buFont typeface="Wingdings" pitchFamily="2" charset="2"/>
              <a:buChar char="§"/>
            </a:pPr>
            <a:r>
              <a:rPr lang="de-DE" sz="2400" dirty="0"/>
              <a:t>Fläche der Reifen klein im Vergleich zur Masse des Autos</a:t>
            </a:r>
          </a:p>
          <a:p>
            <a:pPr lvl="1">
              <a:buClr>
                <a:schemeClr val="tx1"/>
              </a:buClr>
            </a:pPr>
            <a:r>
              <a:rPr lang="de-DE" sz="2400" dirty="0">
                <a:solidFill>
                  <a:srgbClr val="FF0000"/>
                </a:solidFill>
                <a:sym typeface="Wingdings" pitchFamily="2" charset="2"/>
              </a:rPr>
              <a:t> </a:t>
            </a:r>
            <a:r>
              <a:rPr lang="de-DE" sz="2400" dirty="0">
                <a:sym typeface="Wingdings" pitchFamily="2" charset="2"/>
              </a:rPr>
              <a:t>Blockieren der Reifen </a:t>
            </a:r>
          </a:p>
          <a:p>
            <a:pPr marL="1257300" lvl="2" indent="-342900">
              <a:buClr>
                <a:schemeClr val="tx1"/>
              </a:buClr>
              <a:buFont typeface="Wingdings" pitchFamily="2" charset="2"/>
              <a:buChar char="§"/>
            </a:pPr>
            <a:r>
              <a:rPr lang="de-DE" sz="2400" dirty="0">
                <a:solidFill>
                  <a:srgbClr val="FF0000"/>
                </a:solidFill>
                <a:sym typeface="Wingdings" pitchFamily="2" charset="2"/>
              </a:rPr>
              <a:t>geringere Bremswirkung</a:t>
            </a:r>
          </a:p>
          <a:p>
            <a:pPr marL="1257300" lvl="2" indent="-342900">
              <a:buClr>
                <a:schemeClr val="tx1"/>
              </a:buClr>
              <a:buFont typeface="Wingdings" pitchFamily="2" charset="2"/>
              <a:buChar char="§"/>
            </a:pPr>
            <a:r>
              <a:rPr lang="de-DE" sz="2400" dirty="0">
                <a:solidFill>
                  <a:srgbClr val="FF0000"/>
                </a:solidFill>
                <a:sym typeface="Wingdings" pitchFamily="2" charset="2"/>
              </a:rPr>
              <a:t>geringere Lenkwirkung</a:t>
            </a:r>
            <a:endParaRPr lang="en-US" sz="2400" dirty="0">
              <a:solidFill>
                <a:srgbClr val="FF0000"/>
              </a:solidFill>
            </a:endParaRPr>
          </a:p>
        </p:txBody>
      </p:sp>
      <p:sp>
        <p:nvSpPr>
          <p:cNvPr id="3" name="Fußzeilenplatzhalter 2"/>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16" name="Foliennummernplatzhalter 1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47</a:t>
            </a:fld>
            <a:r>
              <a:rPr lang="de-DE"/>
              <a:t> </a:t>
            </a:r>
            <a:endParaRPr lang="de-DE">
              <a:solidFill>
                <a:srgbClr val="00004B"/>
              </a:solidFill>
            </a:endParaRPr>
          </a:p>
        </p:txBody>
      </p:sp>
      <p:pic>
        <p:nvPicPr>
          <p:cNvPr id="1028" name="Picture 4"/>
          <p:cNvPicPr>
            <a:picLocks noChangeAspect="1" noChangeArrowheads="1"/>
          </p:cNvPicPr>
          <p:nvPr/>
        </p:nvPicPr>
        <p:blipFill>
          <a:blip r:embed="rId2" cstate="print"/>
          <a:srcRect t="26203" b="28516"/>
          <a:stretch>
            <a:fillRect/>
          </a:stretch>
        </p:blipFill>
        <p:spPr bwMode="auto">
          <a:xfrm rot="10800000" flipV="1">
            <a:off x="5874629" y="3487029"/>
            <a:ext cx="3564000" cy="1210355"/>
          </a:xfrm>
          <a:prstGeom prst="rect">
            <a:avLst/>
          </a:prstGeom>
          <a:ln>
            <a:noFill/>
          </a:ln>
          <a:effectLst/>
        </p:spPr>
      </p:pic>
      <p:cxnSp>
        <p:nvCxnSpPr>
          <p:cNvPr id="14" name="Gerade Verbindung mit Pfeil 13"/>
          <p:cNvCxnSpPr/>
          <p:nvPr/>
        </p:nvCxnSpPr>
        <p:spPr>
          <a:xfrm>
            <a:off x="9547037" y="4193327"/>
            <a:ext cx="2088232" cy="0"/>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sp>
        <p:nvSpPr>
          <p:cNvPr id="15" name="Textfeld 14"/>
          <p:cNvSpPr txBox="1"/>
          <p:nvPr/>
        </p:nvSpPr>
        <p:spPr>
          <a:xfrm>
            <a:off x="9979087" y="4184035"/>
            <a:ext cx="1274708"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Bewegung</a:t>
            </a:r>
            <a:endParaRPr lang="en-US" dirty="0">
              <a:solidFill>
                <a:srgbClr val="00004B"/>
              </a:solidFill>
            </a:endParaRPr>
          </a:p>
        </p:txBody>
      </p:sp>
      <p:cxnSp>
        <p:nvCxnSpPr>
          <p:cNvPr id="17" name="Gerade Verbindung mit Pfeil 16"/>
          <p:cNvCxnSpPr/>
          <p:nvPr/>
        </p:nvCxnSpPr>
        <p:spPr>
          <a:xfrm flipH="1" flipV="1">
            <a:off x="6738725" y="4769391"/>
            <a:ext cx="216024" cy="720080"/>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sp>
        <p:nvSpPr>
          <p:cNvPr id="18" name="Textfeld 17"/>
          <p:cNvSpPr txBox="1"/>
          <p:nvPr/>
        </p:nvSpPr>
        <p:spPr>
          <a:xfrm>
            <a:off x="6810735" y="5417463"/>
            <a:ext cx="1107996"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Bremsen</a:t>
            </a:r>
            <a:endParaRPr lang="en-US" dirty="0">
              <a:solidFill>
                <a:srgbClr val="00004B"/>
              </a:solidFill>
            </a:endParaRPr>
          </a:p>
        </p:txBody>
      </p:sp>
      <p:cxnSp>
        <p:nvCxnSpPr>
          <p:cNvPr id="20" name="Gerade Verbindung mit Pfeil 19"/>
          <p:cNvCxnSpPr/>
          <p:nvPr/>
        </p:nvCxnSpPr>
        <p:spPr>
          <a:xfrm flipV="1">
            <a:off x="7746837" y="4769391"/>
            <a:ext cx="720080" cy="720080"/>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641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2">
                                            <p:txEl>
                                              <p:pRg st="0" end="0"/>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2">
                                            <p:txEl>
                                              <p:pRg st="1" end="1"/>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xEl>
                                              <p:pRg st="2" end="2"/>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2">
                                            <p:txEl>
                                              <p:pRg st="3" end="3"/>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bldP spid="15"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6697008" cy="984885"/>
          </a:xfrm>
        </p:spPr>
        <p:txBody>
          <a:bodyPr/>
          <a:lstStyle/>
          <a:p>
            <a:r>
              <a:rPr lang="de-DE" dirty="0"/>
              <a:t>Was ist eigentlich Schlupf?</a:t>
            </a:r>
            <a:endParaRPr lang="en-US" dirty="0"/>
          </a:p>
        </p:txBody>
      </p:sp>
      <p:sp>
        <p:nvSpPr>
          <p:cNvPr id="3" name="Inhaltsplatzhalter 2"/>
          <p:cNvSpPr>
            <a:spLocks noGrp="1"/>
          </p:cNvSpPr>
          <p:nvPr>
            <p:ph idx="1"/>
          </p:nvPr>
        </p:nvSpPr>
        <p:spPr>
          <a:xfrm>
            <a:off x="535602" y="1781528"/>
            <a:ext cx="7622294" cy="4517571"/>
          </a:xfrm>
        </p:spPr>
        <p:txBody>
          <a:bodyPr>
            <a:normAutofit/>
          </a:bodyPr>
          <a:lstStyle/>
          <a:p>
            <a:pPr marL="342900" indent="-342900">
              <a:buFont typeface="Wingdings" pitchFamily="2" charset="2"/>
              <a:buChar char="§"/>
            </a:pPr>
            <a:r>
              <a:rPr lang="de-DE" sz="2400" dirty="0"/>
              <a:t>das Verhältnis zwischen dem Weg, den</a:t>
            </a:r>
          </a:p>
          <a:p>
            <a:pPr marL="800100" lvl="1" indent="-342900">
              <a:buFont typeface="Wingdings" pitchFamily="2" charset="2"/>
              <a:buChar char="§"/>
            </a:pPr>
            <a:r>
              <a:rPr lang="de-DE" sz="2400" dirty="0"/>
              <a:t>der Reifen zurücklegt (durch seine Drehung)</a:t>
            </a:r>
          </a:p>
          <a:p>
            <a:pPr marL="800100" lvl="1" indent="-342900">
              <a:buFont typeface="Wingdings" pitchFamily="2" charset="2"/>
              <a:buChar char="§"/>
            </a:pPr>
            <a:r>
              <a:rPr lang="de-DE" sz="2400" dirty="0"/>
              <a:t>das Fahrzeug tatsächlich zurücklegt</a:t>
            </a:r>
          </a:p>
          <a:p>
            <a:pPr lvl="1"/>
            <a:endParaRPr lang="de-DE" sz="2400" dirty="0"/>
          </a:p>
          <a:p>
            <a:pPr lvl="1"/>
            <a:endParaRPr lang="de-DE" sz="2400" dirty="0"/>
          </a:p>
          <a:p>
            <a:pPr marL="800100" lvl="1" indent="-342900">
              <a:buFont typeface="Wingdings" pitchFamily="2" charset="2"/>
              <a:buChar char="§"/>
            </a:pPr>
            <a:endParaRPr lang="de-DE" sz="2400" dirty="0"/>
          </a:p>
          <a:p>
            <a:pPr marL="342900" indent="-342900">
              <a:buFont typeface="Wingdings" pitchFamily="2" charset="2"/>
              <a:buChar char="§"/>
            </a:pPr>
            <a:r>
              <a:rPr lang="de-DE" sz="2400" dirty="0"/>
              <a:t>Schlupf = 0 </a:t>
            </a:r>
            <a:r>
              <a:rPr lang="de-DE" sz="2400" dirty="0">
                <a:sym typeface="Wingdings" pitchFamily="2" charset="2"/>
              </a:rPr>
              <a:t></a:t>
            </a:r>
            <a:r>
              <a:rPr lang="de-DE" sz="2400" dirty="0"/>
              <a:t> Reifen dreht genauso schnell wie das Fahrzeug</a:t>
            </a:r>
          </a:p>
          <a:p>
            <a:pPr marL="342900" indent="-342900">
              <a:buFont typeface="Wingdings" pitchFamily="2" charset="2"/>
              <a:buChar char="§"/>
            </a:pPr>
            <a:r>
              <a:rPr lang="de-DE" sz="2400" dirty="0"/>
              <a:t>Schlupf = 1 </a:t>
            </a:r>
            <a:r>
              <a:rPr lang="de-DE" sz="2400" dirty="0">
                <a:sym typeface="Wingdings" pitchFamily="2" charset="2"/>
              </a:rPr>
              <a:t> Reifen dreht nicht mehr, er </a:t>
            </a:r>
            <a:r>
              <a:rPr lang="de-DE" sz="2400" dirty="0">
                <a:solidFill>
                  <a:srgbClr val="FF0000"/>
                </a:solidFill>
                <a:sym typeface="Wingdings" pitchFamily="2" charset="2"/>
              </a:rPr>
              <a:t>blockiert</a:t>
            </a:r>
            <a:endParaRPr lang="de-DE" sz="2400" dirty="0">
              <a:solidFill>
                <a:srgbClr val="FF0000"/>
              </a:solidFill>
            </a:endParaRPr>
          </a:p>
          <a:p>
            <a:pPr marL="800100" lvl="1" indent="-342900">
              <a:buFont typeface="Wingdings" pitchFamily="2" charset="2"/>
              <a:buChar char="§"/>
            </a:pPr>
            <a:endParaRPr lang="en-US" sz="2400" dirty="0"/>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48</a:t>
            </a:fld>
            <a:r>
              <a:rPr lang="de-DE"/>
              <a:t> </a:t>
            </a:r>
            <a:endParaRPr lang="de-DE">
              <a:solidFill>
                <a:srgbClr val="00004B"/>
              </a:solidFill>
            </a:endParaRPr>
          </a:p>
        </p:txBody>
      </p:sp>
      <p:graphicFrame>
        <p:nvGraphicFramePr>
          <p:cNvPr id="20482" name="Object 2"/>
          <p:cNvGraphicFramePr>
            <a:graphicFrameLocks noChangeAspect="1"/>
          </p:cNvGraphicFramePr>
          <p:nvPr>
            <p:extLst>
              <p:ext uri="{D42A27DB-BD31-4B8C-83A1-F6EECF244321}">
                <p14:modId xmlns:p14="http://schemas.microsoft.com/office/powerpoint/2010/main" val="2975552708"/>
              </p:ext>
            </p:extLst>
          </p:nvPr>
        </p:nvGraphicFramePr>
        <p:xfrm>
          <a:off x="7151914" y="2991643"/>
          <a:ext cx="3548063" cy="874713"/>
        </p:xfrm>
        <a:graphic>
          <a:graphicData uri="http://schemas.openxmlformats.org/presentationml/2006/ole">
            <mc:AlternateContent xmlns:mc="http://schemas.openxmlformats.org/markup-compatibility/2006">
              <mc:Choice xmlns:v="urn:schemas-microsoft-com:vml" Requires="v">
                <p:oleObj name="Formel" r:id="rId2" imgW="1854000" imgH="457200" progId="Equation.3">
                  <p:embed/>
                </p:oleObj>
              </mc:Choice>
              <mc:Fallback>
                <p:oleObj name="Formel" r:id="rId2" imgW="1854000" imgH="457200" progId="Equation.3">
                  <p:embed/>
                  <p:pic>
                    <p:nvPicPr>
                      <p:cNvPr id="2048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1914" y="2991643"/>
                        <a:ext cx="3548063" cy="874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146549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7742037" cy="984885"/>
          </a:xfrm>
        </p:spPr>
        <p:txBody>
          <a:bodyPr/>
          <a:lstStyle/>
          <a:p>
            <a:r>
              <a:rPr lang="de-DE" dirty="0"/>
              <a:t>ABS - Antiblockiersystem</a:t>
            </a:r>
            <a:endParaRPr lang="en-US" dirty="0"/>
          </a:p>
        </p:txBody>
      </p:sp>
      <p:sp>
        <p:nvSpPr>
          <p:cNvPr id="3" name="Inhaltsplatzhalter 2"/>
          <p:cNvSpPr>
            <a:spLocks noGrp="1"/>
          </p:cNvSpPr>
          <p:nvPr>
            <p:ph idx="1"/>
          </p:nvPr>
        </p:nvSpPr>
        <p:spPr>
          <a:xfrm>
            <a:off x="346048" y="2060256"/>
            <a:ext cx="5323205" cy="1107996"/>
          </a:xfrm>
        </p:spPr>
        <p:txBody>
          <a:bodyPr/>
          <a:lstStyle/>
          <a:p>
            <a:r>
              <a:rPr lang="de-DE" sz="2400" dirty="0">
                <a:solidFill>
                  <a:srgbClr val="0000FF"/>
                </a:solidFill>
              </a:rPr>
              <a:t>optimale</a:t>
            </a:r>
            <a:r>
              <a:rPr lang="de-DE" sz="2400" dirty="0"/>
              <a:t> Bremswirkung bei </a:t>
            </a:r>
            <a:r>
              <a:rPr lang="de-DE" sz="2400" dirty="0">
                <a:solidFill>
                  <a:srgbClr val="0000FF"/>
                </a:solidFill>
              </a:rPr>
              <a:t>8-25% </a:t>
            </a:r>
            <a:r>
              <a:rPr lang="de-DE" sz="2400" dirty="0"/>
              <a:t>Schlupf</a:t>
            </a:r>
          </a:p>
          <a:p>
            <a:r>
              <a:rPr lang="de-DE" sz="2400" dirty="0">
                <a:solidFill>
                  <a:srgbClr val="0000FF"/>
                </a:solidFill>
              </a:rPr>
              <a:t>Ziel</a:t>
            </a:r>
            <a:r>
              <a:rPr lang="de-DE" sz="2400" dirty="0"/>
              <a:t> eines ABS: </a:t>
            </a:r>
            <a:r>
              <a:rPr lang="de-DE" sz="2400" dirty="0">
                <a:solidFill>
                  <a:srgbClr val="0000FF"/>
                </a:solidFill>
              </a:rPr>
              <a:t>Schlupf</a:t>
            </a:r>
            <a:r>
              <a:rPr lang="de-DE" sz="2400" dirty="0"/>
              <a:t> zwischen 8-25% </a:t>
            </a:r>
            <a:r>
              <a:rPr lang="de-DE" sz="2400" dirty="0">
                <a:solidFill>
                  <a:srgbClr val="0000FF"/>
                </a:solidFill>
              </a:rPr>
              <a:t>regeln</a:t>
            </a:r>
            <a:endParaRPr lang="en-US" sz="2400" dirty="0">
              <a:solidFill>
                <a:srgbClr val="0000FF"/>
              </a:solidFill>
            </a:endParaRPr>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22" name="Foliennummernplatzhalter 21"/>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49</a:t>
            </a:fld>
            <a:r>
              <a:rPr lang="de-DE"/>
              <a:t> </a:t>
            </a:r>
            <a:endParaRPr lang="de-DE">
              <a:solidFill>
                <a:srgbClr val="00004B"/>
              </a:solidFill>
            </a:endParaRPr>
          </a:p>
        </p:txBody>
      </p:sp>
      <p:pic>
        <p:nvPicPr>
          <p:cNvPr id="2052" name="Picture 4"/>
          <p:cNvPicPr>
            <a:picLocks noChangeAspect="1" noChangeArrowheads="1"/>
          </p:cNvPicPr>
          <p:nvPr/>
        </p:nvPicPr>
        <p:blipFill>
          <a:blip r:embed="rId2" cstate="print"/>
          <a:srcRect l="29793" r="30173"/>
          <a:stretch>
            <a:fillRect/>
          </a:stretch>
        </p:blipFill>
        <p:spPr bwMode="auto">
          <a:xfrm>
            <a:off x="9108170" y="4355812"/>
            <a:ext cx="684000" cy="1138338"/>
          </a:xfrm>
          <a:prstGeom prst="rect">
            <a:avLst/>
          </a:prstGeom>
          <a:noFill/>
          <a:ln w="9525">
            <a:noFill/>
            <a:miter lim="800000"/>
            <a:headEnd/>
            <a:tailEnd/>
          </a:ln>
        </p:spPr>
      </p:pic>
      <p:sp>
        <p:nvSpPr>
          <p:cNvPr id="13" name="Textfeld 12"/>
          <p:cNvSpPr txBox="1"/>
          <p:nvPr/>
        </p:nvSpPr>
        <p:spPr>
          <a:xfrm>
            <a:off x="1781870" y="4139788"/>
            <a:ext cx="1415772"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Soll-Schlupf</a:t>
            </a:r>
            <a:endParaRPr lang="en-US" dirty="0">
              <a:solidFill>
                <a:srgbClr val="00004B"/>
              </a:solidFill>
            </a:endParaRPr>
          </a:p>
        </p:txBody>
      </p:sp>
      <p:pic>
        <p:nvPicPr>
          <p:cNvPr id="2053" name="Picture 5"/>
          <p:cNvPicPr>
            <a:picLocks noChangeAspect="1" noChangeArrowheads="1"/>
          </p:cNvPicPr>
          <p:nvPr/>
        </p:nvPicPr>
        <p:blipFill>
          <a:blip r:embed="rId3" cstate="print"/>
          <a:srcRect l="17241" t="6531" r="18500" b="8421"/>
          <a:stretch>
            <a:fillRect/>
          </a:stretch>
        </p:blipFill>
        <p:spPr bwMode="auto">
          <a:xfrm>
            <a:off x="7470502" y="3356993"/>
            <a:ext cx="792000" cy="698819"/>
          </a:xfrm>
          <a:prstGeom prst="rect">
            <a:avLst/>
          </a:prstGeom>
          <a:noFill/>
          <a:ln w="9525">
            <a:noFill/>
            <a:miter lim="800000"/>
            <a:headEnd/>
            <a:tailEnd/>
          </a:ln>
        </p:spPr>
      </p:pic>
      <p:pic>
        <p:nvPicPr>
          <p:cNvPr id="2054" name="Picture 6"/>
          <p:cNvPicPr>
            <a:picLocks noChangeAspect="1" noChangeArrowheads="1"/>
          </p:cNvPicPr>
          <p:nvPr/>
        </p:nvPicPr>
        <p:blipFill>
          <a:blip r:embed="rId4" cstate="print"/>
          <a:srcRect l="20160" t="13230" r="16841" b="11171"/>
          <a:stretch>
            <a:fillRect/>
          </a:stretch>
        </p:blipFill>
        <p:spPr bwMode="auto">
          <a:xfrm>
            <a:off x="3491546" y="3923764"/>
            <a:ext cx="1260000" cy="1008000"/>
          </a:xfrm>
          <a:prstGeom prst="rect">
            <a:avLst/>
          </a:prstGeom>
          <a:noFill/>
          <a:ln w="9525">
            <a:noFill/>
            <a:miter lim="800000"/>
            <a:headEnd/>
            <a:tailEnd/>
          </a:ln>
        </p:spPr>
      </p:pic>
      <p:cxnSp>
        <p:nvCxnSpPr>
          <p:cNvPr id="16" name="Gerade Verbindung mit Pfeil 15"/>
          <p:cNvCxnSpPr/>
          <p:nvPr/>
        </p:nvCxnSpPr>
        <p:spPr>
          <a:xfrm>
            <a:off x="8334598" y="3645024"/>
            <a:ext cx="864096" cy="648072"/>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17" name="Gerade Verbindung mit Pfeil 16"/>
          <p:cNvCxnSpPr/>
          <p:nvPr/>
        </p:nvCxnSpPr>
        <p:spPr>
          <a:xfrm flipH="1">
            <a:off x="7956042" y="5147900"/>
            <a:ext cx="1080120" cy="216024"/>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18" name="Gerade Verbindung mit Pfeil 17"/>
          <p:cNvCxnSpPr/>
          <p:nvPr/>
        </p:nvCxnSpPr>
        <p:spPr>
          <a:xfrm flipH="1" flipV="1">
            <a:off x="4283634" y="4859868"/>
            <a:ext cx="1440160" cy="504056"/>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19" name="Gerade Verbindung mit Pfeil 18"/>
          <p:cNvCxnSpPr/>
          <p:nvPr/>
        </p:nvCxnSpPr>
        <p:spPr>
          <a:xfrm flipV="1">
            <a:off x="4715683" y="3501008"/>
            <a:ext cx="2727133" cy="710788"/>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20" name="Gerade Verbindung mit Pfeil 19"/>
          <p:cNvCxnSpPr/>
          <p:nvPr/>
        </p:nvCxnSpPr>
        <p:spPr>
          <a:xfrm>
            <a:off x="2267410" y="4499828"/>
            <a:ext cx="1152128" cy="0"/>
          </a:xfrm>
          <a:prstGeom prst="straightConnector1">
            <a:avLst/>
          </a:prstGeom>
          <a:ln w="28575">
            <a:headEnd type="none" w="med" len="med"/>
            <a:tailEnd type="triangle" w="lg" len="lg"/>
          </a:ln>
        </p:spPr>
        <p:style>
          <a:lnRef idx="1">
            <a:schemeClr val="dk1"/>
          </a:lnRef>
          <a:fillRef idx="0">
            <a:schemeClr val="dk1"/>
          </a:fillRef>
          <a:effectRef idx="0">
            <a:schemeClr val="dk1"/>
          </a:effectRef>
          <a:fontRef idx="minor">
            <a:schemeClr val="tx1"/>
          </a:fontRef>
        </p:style>
      </p:cxnSp>
      <p:sp>
        <p:nvSpPr>
          <p:cNvPr id="30" name="Textfeld 29"/>
          <p:cNvSpPr txBox="1"/>
          <p:nvPr/>
        </p:nvSpPr>
        <p:spPr>
          <a:xfrm>
            <a:off x="5670302" y="5363924"/>
            <a:ext cx="2287806"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gemessener Schlupf</a:t>
            </a:r>
            <a:endParaRPr lang="en-US" dirty="0">
              <a:solidFill>
                <a:srgbClr val="00004B"/>
              </a:solidFill>
            </a:endParaRPr>
          </a:p>
        </p:txBody>
      </p:sp>
      <p:sp>
        <p:nvSpPr>
          <p:cNvPr id="31" name="Textfeld 30"/>
          <p:cNvSpPr txBox="1"/>
          <p:nvPr/>
        </p:nvSpPr>
        <p:spPr>
          <a:xfrm rot="2246900">
            <a:off x="8418090" y="3627094"/>
            <a:ext cx="1107996"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Bremsen</a:t>
            </a:r>
            <a:endParaRPr lang="en-US" dirty="0">
              <a:solidFill>
                <a:srgbClr val="00004B"/>
              </a:solidFill>
            </a:endParaRPr>
          </a:p>
        </p:txBody>
      </p:sp>
      <p:sp>
        <p:nvSpPr>
          <p:cNvPr id="32" name="Textfeld 31"/>
          <p:cNvSpPr txBox="1"/>
          <p:nvPr/>
        </p:nvSpPr>
        <p:spPr>
          <a:xfrm rot="20746429">
            <a:off x="4646306" y="3545572"/>
            <a:ext cx="2403222"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Bremskraft verringern</a:t>
            </a:r>
            <a:endParaRPr lang="en-US" dirty="0">
              <a:solidFill>
                <a:srgbClr val="00004B"/>
              </a:solidFill>
            </a:endParaRPr>
          </a:p>
        </p:txBody>
      </p:sp>
      <p:sp>
        <p:nvSpPr>
          <p:cNvPr id="33" name="Textfeld 32"/>
          <p:cNvSpPr txBox="1"/>
          <p:nvPr/>
        </p:nvSpPr>
        <p:spPr>
          <a:xfrm rot="20751426">
            <a:off x="4800059" y="3882281"/>
            <a:ext cx="2210862"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Bremskraft erhöhen</a:t>
            </a:r>
            <a:endParaRPr lang="en-US" dirty="0">
              <a:solidFill>
                <a:srgbClr val="00004B"/>
              </a:solidFill>
            </a:endParaRPr>
          </a:p>
        </p:txBody>
      </p:sp>
      <p:sp>
        <p:nvSpPr>
          <p:cNvPr id="36" name="Textfeld 35"/>
          <p:cNvSpPr txBox="1"/>
          <p:nvPr/>
        </p:nvSpPr>
        <p:spPr>
          <a:xfrm>
            <a:off x="3365760" y="3563724"/>
            <a:ext cx="1390124"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Steuergerät</a:t>
            </a:r>
            <a:endParaRPr lang="en-US" dirty="0">
              <a:solidFill>
                <a:srgbClr val="00004B"/>
              </a:solidFill>
            </a:endParaRPr>
          </a:p>
        </p:txBody>
      </p:sp>
      <p:sp>
        <p:nvSpPr>
          <p:cNvPr id="37" name="Textfeld 36"/>
          <p:cNvSpPr txBox="1"/>
          <p:nvPr/>
        </p:nvSpPr>
        <p:spPr>
          <a:xfrm>
            <a:off x="7326487" y="2996952"/>
            <a:ext cx="979755"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Bremse</a:t>
            </a:r>
            <a:endParaRPr lang="en-US" dirty="0">
              <a:solidFill>
                <a:srgbClr val="00004B"/>
              </a:solidFill>
            </a:endParaRPr>
          </a:p>
        </p:txBody>
      </p:sp>
      <p:sp>
        <p:nvSpPr>
          <p:cNvPr id="38" name="Textfeld 37"/>
          <p:cNvSpPr txBox="1"/>
          <p:nvPr/>
        </p:nvSpPr>
        <p:spPr>
          <a:xfrm>
            <a:off x="9808686" y="4715852"/>
            <a:ext cx="607859"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Rad</a:t>
            </a:r>
            <a:endParaRPr lang="en-US" dirty="0">
              <a:solidFill>
                <a:srgbClr val="00004B"/>
              </a:solidFill>
            </a:endParaRPr>
          </a:p>
        </p:txBody>
      </p:sp>
    </p:spTree>
    <p:extLst>
      <p:ext uri="{BB962C8B-B14F-4D97-AF65-F5344CB8AC3E}">
        <p14:creationId xmlns:p14="http://schemas.microsoft.com/office/powerpoint/2010/main" val="42715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0" grpId="0"/>
      <p:bldP spid="31" grpId="0"/>
      <p:bldP spid="32" grpId="0"/>
      <p:bldP spid="33" grpId="0"/>
      <p:bldP spid="36" grpId="0"/>
      <p:bldP spid="37" grpId="0"/>
      <p:bldP spid="3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87550" y="332656"/>
            <a:ext cx="9227368" cy="577054"/>
          </a:xfrm>
        </p:spPr>
        <p:txBody>
          <a:bodyPr>
            <a:noAutofit/>
          </a:bodyPr>
          <a:lstStyle/>
          <a:p>
            <a:r>
              <a:rPr lang="de-DE" dirty="0"/>
              <a:t>Modellierung als Reglungskreis in Simulink</a:t>
            </a:r>
            <a:endParaRPr lang="en-US" dirty="0"/>
          </a:p>
        </p:txBody>
      </p:sp>
      <p:sp>
        <p:nvSpPr>
          <p:cNvPr id="6" name="Inhaltsplatzhalter 5"/>
          <p:cNvSpPr>
            <a:spLocks noGrp="1"/>
          </p:cNvSpPr>
          <p:nvPr>
            <p:ph idx="1"/>
          </p:nvPr>
        </p:nvSpPr>
        <p:spPr>
          <a:xfrm>
            <a:off x="352781" y="2558543"/>
            <a:ext cx="5323205" cy="276999"/>
          </a:xfrm>
        </p:spPr>
        <p:txBody>
          <a:bodyPr/>
          <a:lstStyle/>
          <a:p>
            <a:r>
              <a:rPr lang="de-DE" dirty="0"/>
              <a:t> </a:t>
            </a:r>
          </a:p>
        </p:txBody>
      </p:sp>
      <p:sp>
        <p:nvSpPr>
          <p:cNvPr id="3" name="Fußzeilenplatzhalter 2"/>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5" name="Foliennummernplatzhalter 4"/>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50</a:t>
            </a:fld>
            <a:r>
              <a:rPr lang="de-DE"/>
              <a:t> </a:t>
            </a:r>
            <a:endParaRPr lang="de-DE">
              <a:solidFill>
                <a:srgbClr val="00004B"/>
              </a:solidFill>
            </a:endParaRPr>
          </a:p>
        </p:txBody>
      </p:sp>
      <p:pic>
        <p:nvPicPr>
          <p:cNvPr id="3074" name="Picture 2" descr="C:\Users\reicherdt\Desktop\Simulink_ABS.png"/>
          <p:cNvPicPr>
            <a:picLocks noChangeAspect="1" noChangeArrowheads="1"/>
          </p:cNvPicPr>
          <p:nvPr/>
        </p:nvPicPr>
        <p:blipFill>
          <a:blip r:embed="rId3" cstate="print"/>
          <a:srcRect/>
          <a:stretch>
            <a:fillRect/>
          </a:stretch>
        </p:blipFill>
        <p:spPr bwMode="auto">
          <a:xfrm>
            <a:off x="1602350" y="1600091"/>
            <a:ext cx="9000000" cy="4752756"/>
          </a:xfrm>
          <a:prstGeom prst="rect">
            <a:avLst/>
          </a:prstGeom>
          <a:noFill/>
        </p:spPr>
      </p:pic>
      <p:cxnSp>
        <p:nvCxnSpPr>
          <p:cNvPr id="8" name="Gerade Verbindung mit Pfeil 7"/>
          <p:cNvCxnSpPr/>
          <p:nvPr/>
        </p:nvCxnSpPr>
        <p:spPr>
          <a:xfrm flipV="1">
            <a:off x="3582070" y="1628800"/>
            <a:ext cx="1368152" cy="504056"/>
          </a:xfrm>
          <a:prstGeom prst="straightConnector1">
            <a:avLst/>
          </a:prstGeom>
          <a:ln w="38100">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9" name="Gerade Verbindung mit Pfeil 8"/>
          <p:cNvCxnSpPr/>
          <p:nvPr/>
        </p:nvCxnSpPr>
        <p:spPr>
          <a:xfrm>
            <a:off x="3582070" y="2537284"/>
            <a:ext cx="1368152" cy="1179748"/>
          </a:xfrm>
          <a:prstGeom prst="straightConnector1">
            <a:avLst/>
          </a:prstGeom>
          <a:ln w="38100">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1" name="Textfeld 10"/>
          <p:cNvSpPr txBox="1"/>
          <p:nvPr/>
        </p:nvSpPr>
        <p:spPr>
          <a:xfrm>
            <a:off x="6819823" y="3347700"/>
            <a:ext cx="1460656" cy="338554"/>
          </a:xfrm>
          <a:prstGeom prst="rect">
            <a:avLst/>
          </a:prstGeom>
          <a:noFill/>
        </p:spPr>
        <p:txBody>
          <a:bodyPr wrap="none" rtlCol="0">
            <a:spAutoFit/>
          </a:bodyPr>
          <a:lstStyle/>
          <a:p>
            <a:pPr fontAlgn="base">
              <a:spcBef>
                <a:spcPct val="20000"/>
              </a:spcBef>
              <a:spcAft>
                <a:spcPct val="0"/>
              </a:spcAft>
            </a:pPr>
            <a:r>
              <a:rPr lang="de-DE" sz="1600" b="1" dirty="0">
                <a:solidFill>
                  <a:srgbClr val="FF0000"/>
                </a:solidFill>
              </a:rPr>
              <a:t>Regelstrecke</a:t>
            </a:r>
          </a:p>
        </p:txBody>
      </p:sp>
    </p:spTree>
    <p:extLst>
      <p:ext uri="{BB962C8B-B14F-4D97-AF65-F5344CB8AC3E}">
        <p14:creationId xmlns:p14="http://schemas.microsoft.com/office/powerpoint/2010/main" val="4258950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p:cNvSpPr>
            <a:spLocks noGrp="1"/>
          </p:cNvSpPr>
          <p:nvPr>
            <p:ph idx="1"/>
          </p:nvPr>
        </p:nvSpPr>
        <p:spPr>
          <a:xfrm>
            <a:off x="478467" y="3116683"/>
            <a:ext cx="5323205" cy="276999"/>
          </a:xfrm>
        </p:spPr>
        <p:txBody>
          <a:bodyPr/>
          <a:lstStyle/>
          <a:p>
            <a:r>
              <a:rPr lang="de-DE" dirty="0"/>
              <a:t>  </a:t>
            </a:r>
          </a:p>
        </p:txBody>
      </p:sp>
      <p:pic>
        <p:nvPicPr>
          <p:cNvPr id="21507" name="Picture 3"/>
          <p:cNvPicPr>
            <a:picLocks noChangeAspect="1" noChangeArrowheads="1"/>
          </p:cNvPicPr>
          <p:nvPr/>
        </p:nvPicPr>
        <p:blipFill>
          <a:blip r:embed="rId3" cstate="print"/>
          <a:srcRect/>
          <a:stretch>
            <a:fillRect/>
          </a:stretch>
        </p:blipFill>
        <p:spPr bwMode="auto">
          <a:xfrm>
            <a:off x="1691534" y="2114933"/>
            <a:ext cx="1864185" cy="1209869"/>
          </a:xfrm>
          <a:prstGeom prst="rect">
            <a:avLst/>
          </a:prstGeom>
          <a:ln>
            <a:noFill/>
          </a:ln>
          <a:effectLst>
            <a:outerShdw blurRad="292100" dist="139700" dir="2700000" algn="tl" rotWithShape="0">
              <a:srgbClr val="333333">
                <a:alpha val="65000"/>
              </a:srgbClr>
            </a:outerShdw>
          </a:effectLst>
        </p:spPr>
      </p:pic>
      <p:pic>
        <p:nvPicPr>
          <p:cNvPr id="4098" name="Picture 2"/>
          <p:cNvPicPr>
            <a:picLocks noChangeAspect="1" noChangeArrowheads="1"/>
          </p:cNvPicPr>
          <p:nvPr/>
        </p:nvPicPr>
        <p:blipFill>
          <a:blip r:embed="rId4" cstate="print"/>
          <a:srcRect/>
          <a:stretch>
            <a:fillRect/>
          </a:stretch>
        </p:blipFill>
        <p:spPr bwMode="auto">
          <a:xfrm>
            <a:off x="3475634" y="2036817"/>
            <a:ext cx="5789443" cy="3922910"/>
          </a:xfrm>
          <a:prstGeom prst="rect">
            <a:avLst/>
          </a:prstGeom>
          <a:noFill/>
          <a:ln w="9525">
            <a:noFill/>
            <a:miter lim="800000"/>
            <a:headEnd/>
            <a:tailEnd/>
          </a:ln>
        </p:spPr>
      </p:pic>
      <p:sp>
        <p:nvSpPr>
          <p:cNvPr id="2" name="Titel 1"/>
          <p:cNvSpPr>
            <a:spLocks noGrp="1"/>
          </p:cNvSpPr>
          <p:nvPr>
            <p:ph type="title"/>
          </p:nvPr>
        </p:nvSpPr>
        <p:spPr>
          <a:xfrm>
            <a:off x="306179" y="174450"/>
            <a:ext cx="7704383" cy="984885"/>
          </a:xfrm>
        </p:spPr>
        <p:txBody>
          <a:bodyPr/>
          <a:lstStyle/>
          <a:p>
            <a:r>
              <a:rPr lang="de-DE" dirty="0"/>
              <a:t>ABS-Beispiel in Simulink</a:t>
            </a:r>
            <a:endParaRPr lang="en-US" dirty="0"/>
          </a:p>
        </p:txBody>
      </p:sp>
      <p:sp>
        <p:nvSpPr>
          <p:cNvPr id="3" name="Fußzeilenplatzhalter 2"/>
          <p:cNvSpPr>
            <a:spLocks noGrp="1"/>
          </p:cNvSpPr>
          <p:nvPr>
            <p:ph type="ftr" sz="quarter" idx="11"/>
          </p:nvPr>
        </p:nvSpPr>
        <p:spPr>
          <a:xfrm>
            <a:off x="348136" y="6457675"/>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dirty="0"/>
              <a:t>Prof. Dr. Sebastian Schlesinger</a:t>
            </a:r>
            <a:endParaRPr lang="de-DE" dirty="0">
              <a:solidFill>
                <a:srgbClr val="00004B"/>
              </a:solidFill>
            </a:endParaRPr>
          </a:p>
        </p:txBody>
      </p:sp>
      <p:sp>
        <p:nvSpPr>
          <p:cNvPr id="19" name="Foliennummernplatzhalter 18"/>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51</a:t>
            </a:fld>
            <a:r>
              <a:rPr lang="de-DE"/>
              <a:t> </a:t>
            </a:r>
            <a:endParaRPr lang="de-DE">
              <a:solidFill>
                <a:srgbClr val="00004B"/>
              </a:solidFill>
            </a:endParaRPr>
          </a:p>
        </p:txBody>
      </p:sp>
      <p:sp>
        <p:nvSpPr>
          <p:cNvPr id="6" name="Textfeld 5"/>
          <p:cNvSpPr txBox="1"/>
          <p:nvPr/>
        </p:nvSpPr>
        <p:spPr>
          <a:xfrm>
            <a:off x="216024" y="1529645"/>
            <a:ext cx="6967240" cy="929485"/>
          </a:xfrm>
          <a:prstGeom prst="rect">
            <a:avLst/>
          </a:prstGeom>
          <a:noFill/>
        </p:spPr>
        <p:txBody>
          <a:bodyPr wrap="square" rtlCol="0">
            <a:spAutoFit/>
          </a:bodyPr>
          <a:lstStyle/>
          <a:p>
            <a:pPr fontAlgn="base">
              <a:spcBef>
                <a:spcPct val="20000"/>
              </a:spcBef>
              <a:spcAft>
                <a:spcPct val="0"/>
              </a:spcAft>
            </a:pPr>
            <a:r>
              <a:rPr lang="de-DE" sz="1600" b="1" u="sng" dirty="0">
                <a:solidFill>
                  <a:srgbClr val="00004B"/>
                </a:solidFill>
              </a:rPr>
              <a:t>Stellwert:</a:t>
            </a:r>
          </a:p>
          <a:p>
            <a:pPr fontAlgn="base">
              <a:spcBef>
                <a:spcPct val="20000"/>
              </a:spcBef>
              <a:spcAft>
                <a:spcPct val="0"/>
              </a:spcAft>
            </a:pPr>
            <a:r>
              <a:rPr lang="de-DE" sz="1600" dirty="0">
                <a:solidFill>
                  <a:srgbClr val="00004B"/>
                </a:solidFill>
              </a:rPr>
              <a:t>Soll-Schlupf (0.2) – Schlupf</a:t>
            </a:r>
          </a:p>
          <a:p>
            <a:pPr fontAlgn="base">
              <a:spcBef>
                <a:spcPct val="20000"/>
              </a:spcBef>
              <a:spcAft>
                <a:spcPct val="0"/>
              </a:spcAft>
            </a:pPr>
            <a:endParaRPr lang="en-US" sz="1600" dirty="0">
              <a:solidFill>
                <a:srgbClr val="00004B"/>
              </a:solidFill>
            </a:endParaRPr>
          </a:p>
        </p:txBody>
      </p:sp>
      <p:cxnSp>
        <p:nvCxnSpPr>
          <p:cNvPr id="12" name="Gerade Verbindung 11"/>
          <p:cNvCxnSpPr/>
          <p:nvPr/>
        </p:nvCxnSpPr>
        <p:spPr>
          <a:xfrm>
            <a:off x="3203700" y="2330956"/>
            <a:ext cx="1080120" cy="792088"/>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p:nvCxnSpPr>
        <p:spPr>
          <a:xfrm flipH="1">
            <a:off x="3907682" y="5427300"/>
            <a:ext cx="1368152" cy="288032"/>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pic>
        <p:nvPicPr>
          <p:cNvPr id="4101" name="Picture 5"/>
          <p:cNvPicPr>
            <a:picLocks noChangeAspect="1" noChangeArrowheads="1"/>
          </p:cNvPicPr>
          <p:nvPr/>
        </p:nvPicPr>
        <p:blipFill>
          <a:blip r:embed="rId5" cstate="print"/>
          <a:srcRect/>
          <a:stretch>
            <a:fillRect/>
          </a:stretch>
        </p:blipFill>
        <p:spPr bwMode="auto">
          <a:xfrm>
            <a:off x="9396388" y="1538868"/>
            <a:ext cx="2592288" cy="1540612"/>
          </a:xfrm>
          <a:prstGeom prst="rect">
            <a:avLst/>
          </a:prstGeom>
          <a:ln>
            <a:noFill/>
          </a:ln>
          <a:effectLst>
            <a:outerShdw blurRad="292100" dist="139700" dir="2700000" algn="tl" rotWithShape="0">
              <a:srgbClr val="333333">
                <a:alpha val="65000"/>
              </a:srgbClr>
            </a:outerShdw>
          </a:effectLst>
        </p:spPr>
      </p:pic>
      <p:cxnSp>
        <p:nvCxnSpPr>
          <p:cNvPr id="42" name="Gerade Verbindung 41"/>
          <p:cNvCxnSpPr/>
          <p:nvPr/>
        </p:nvCxnSpPr>
        <p:spPr>
          <a:xfrm>
            <a:off x="1763540" y="3339068"/>
            <a:ext cx="2016224" cy="432048"/>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33" name="Gerade Verbindung 32"/>
          <p:cNvCxnSpPr/>
          <p:nvPr/>
        </p:nvCxnSpPr>
        <p:spPr>
          <a:xfrm flipV="1">
            <a:off x="6948116" y="1538869"/>
            <a:ext cx="2376264" cy="1522497"/>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35" name="Gerade Verbindung 34"/>
          <p:cNvCxnSpPr/>
          <p:nvPr/>
        </p:nvCxnSpPr>
        <p:spPr>
          <a:xfrm flipV="1">
            <a:off x="8176118" y="3195052"/>
            <a:ext cx="1564212" cy="576064"/>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9352866" y="3678061"/>
            <a:ext cx="2851834" cy="1963614"/>
          </a:xfrm>
          <a:prstGeom prst="rect">
            <a:avLst/>
          </a:prstGeom>
          <a:noFill/>
        </p:spPr>
        <p:txBody>
          <a:bodyPr wrap="square" rtlCol="0">
            <a:spAutoFit/>
          </a:bodyPr>
          <a:lstStyle/>
          <a:p>
            <a:pPr fontAlgn="base">
              <a:spcBef>
                <a:spcPct val="20000"/>
              </a:spcBef>
              <a:spcAft>
                <a:spcPct val="0"/>
              </a:spcAft>
            </a:pPr>
            <a:r>
              <a:rPr lang="de-DE" sz="1600" b="1" u="sng" dirty="0">
                <a:solidFill>
                  <a:srgbClr val="00004B"/>
                </a:solidFill>
              </a:rPr>
              <a:t>Bremssystem:</a:t>
            </a:r>
          </a:p>
          <a:p>
            <a:pPr fontAlgn="base">
              <a:spcBef>
                <a:spcPct val="20000"/>
              </a:spcBef>
              <a:spcAft>
                <a:spcPct val="0"/>
              </a:spcAft>
            </a:pPr>
            <a:r>
              <a:rPr lang="de-DE" sz="1600" dirty="0">
                <a:solidFill>
                  <a:srgbClr val="00004B"/>
                </a:solidFill>
              </a:rPr>
              <a:t>Anpassung der Bremskraft anhand des Stellwerts und des Reifen-Drehmoments</a:t>
            </a:r>
          </a:p>
          <a:p>
            <a:pPr fontAlgn="base">
              <a:spcBef>
                <a:spcPct val="20000"/>
              </a:spcBef>
              <a:spcAft>
                <a:spcPct val="0"/>
              </a:spcAft>
            </a:pPr>
            <a:endParaRPr lang="de-DE" sz="1600" dirty="0">
              <a:solidFill>
                <a:srgbClr val="00004B"/>
              </a:solidFill>
            </a:endParaRPr>
          </a:p>
          <a:p>
            <a:pPr fontAlgn="base">
              <a:spcBef>
                <a:spcPct val="20000"/>
              </a:spcBef>
              <a:spcAft>
                <a:spcPct val="0"/>
              </a:spcAft>
            </a:pPr>
            <a:r>
              <a:rPr lang="de-DE" sz="1600" dirty="0">
                <a:solidFill>
                  <a:srgbClr val="00004B"/>
                </a:solidFill>
              </a:rPr>
              <a:t>Ausgabe der neuen Reifengeschwindigkeit</a:t>
            </a:r>
          </a:p>
        </p:txBody>
      </p:sp>
      <p:pic>
        <p:nvPicPr>
          <p:cNvPr id="40963" name="Picture 3"/>
          <p:cNvPicPr>
            <a:picLocks noChangeAspect="1" noChangeArrowheads="1"/>
          </p:cNvPicPr>
          <p:nvPr/>
        </p:nvPicPr>
        <p:blipFill>
          <a:blip r:embed="rId6" cstate="print"/>
          <a:srcRect/>
          <a:stretch>
            <a:fillRect/>
          </a:stretch>
        </p:blipFill>
        <p:spPr bwMode="auto">
          <a:xfrm>
            <a:off x="1819450" y="5657640"/>
            <a:ext cx="3563614" cy="777773"/>
          </a:xfrm>
          <a:prstGeom prst="rect">
            <a:avLst/>
          </a:prstGeom>
          <a:noFill/>
          <a:ln w="9525">
            <a:noFill/>
            <a:miter lim="800000"/>
            <a:headEnd/>
            <a:tailEnd/>
          </a:ln>
        </p:spPr>
      </p:pic>
      <p:sp>
        <p:nvSpPr>
          <p:cNvPr id="18" name="Textfeld 17"/>
          <p:cNvSpPr txBox="1"/>
          <p:nvPr/>
        </p:nvSpPr>
        <p:spPr>
          <a:xfrm>
            <a:off x="2452664" y="5912422"/>
            <a:ext cx="2419738" cy="338554"/>
          </a:xfrm>
          <a:prstGeom prst="rect">
            <a:avLst/>
          </a:prstGeom>
          <a:noFill/>
        </p:spPr>
        <p:txBody>
          <a:bodyPr wrap="square" rtlCol="0">
            <a:spAutoFit/>
          </a:bodyPr>
          <a:lstStyle/>
          <a:p>
            <a:pPr fontAlgn="base">
              <a:spcBef>
                <a:spcPct val="20000"/>
              </a:spcBef>
              <a:spcAft>
                <a:spcPct val="0"/>
              </a:spcAft>
            </a:pPr>
            <a:r>
              <a:rPr lang="de-DE" sz="1600" dirty="0">
                <a:solidFill>
                  <a:srgbClr val="00004B"/>
                </a:solidFill>
              </a:rPr>
              <a:t>Schlupf</a:t>
            </a:r>
            <a:endParaRPr lang="en-US" sz="1600" dirty="0">
              <a:solidFill>
                <a:srgbClr val="00004B"/>
              </a:solidFill>
            </a:endParaRPr>
          </a:p>
        </p:txBody>
      </p:sp>
      <p:cxnSp>
        <p:nvCxnSpPr>
          <p:cNvPr id="24" name="Gerade Verbindung 23"/>
          <p:cNvCxnSpPr/>
          <p:nvPr/>
        </p:nvCxnSpPr>
        <p:spPr>
          <a:xfrm flipH="1">
            <a:off x="4555754" y="5427300"/>
            <a:ext cx="1800200" cy="864096"/>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p:nvCxnSpPr>
        <p:spPr>
          <a:xfrm flipV="1">
            <a:off x="2107482" y="5283284"/>
            <a:ext cx="3168352" cy="648072"/>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5" name="Textfeld 4"/>
          <p:cNvSpPr txBox="1"/>
          <p:nvPr/>
        </p:nvSpPr>
        <p:spPr>
          <a:xfrm>
            <a:off x="6355956" y="6096858"/>
            <a:ext cx="3184155" cy="338554"/>
          </a:xfrm>
          <a:prstGeom prst="rect">
            <a:avLst/>
          </a:prstGeom>
          <a:noFill/>
        </p:spPr>
        <p:txBody>
          <a:bodyPr wrap="square" rtlCol="0">
            <a:spAutoFit/>
          </a:bodyPr>
          <a:lstStyle/>
          <a:p>
            <a:pPr fontAlgn="base">
              <a:spcBef>
                <a:spcPct val="20000"/>
              </a:spcBef>
              <a:spcAft>
                <a:spcPct val="0"/>
              </a:spcAft>
            </a:pPr>
            <a:r>
              <a:rPr lang="de-DE" sz="1600" dirty="0" err="1">
                <a:solidFill>
                  <a:srgbClr val="00004B"/>
                </a:solidFill>
              </a:rPr>
              <a:t>torque</a:t>
            </a:r>
            <a:r>
              <a:rPr lang="de-DE" sz="1600" dirty="0">
                <a:solidFill>
                  <a:srgbClr val="00004B"/>
                </a:solidFill>
              </a:rPr>
              <a:t> = Drehmoment</a:t>
            </a:r>
          </a:p>
        </p:txBody>
      </p:sp>
    </p:spTree>
    <p:extLst>
      <p:ext uri="{BB962C8B-B14F-4D97-AF65-F5344CB8AC3E}">
        <p14:creationId xmlns:p14="http://schemas.microsoft.com/office/powerpoint/2010/main" val="77236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0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96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5" grpId="0"/>
      <p:bldP spid="1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625" y="310524"/>
            <a:ext cx="6231180" cy="984885"/>
          </a:xfrm>
        </p:spPr>
        <p:txBody>
          <a:bodyPr/>
          <a:lstStyle/>
          <a:p>
            <a:r>
              <a:rPr lang="de-DE" dirty="0"/>
              <a:t>Simulation des Modells</a:t>
            </a:r>
            <a:endParaRPr lang="en-US" dirty="0"/>
          </a:p>
        </p:txBody>
      </p:sp>
      <p:sp>
        <p:nvSpPr>
          <p:cNvPr id="3" name="Inhaltsplatzhalter 2"/>
          <p:cNvSpPr>
            <a:spLocks noGrp="1"/>
          </p:cNvSpPr>
          <p:nvPr>
            <p:ph idx="1"/>
          </p:nvPr>
        </p:nvSpPr>
        <p:spPr>
          <a:xfrm>
            <a:off x="359625" y="1737144"/>
            <a:ext cx="7392189" cy="4448177"/>
          </a:xfrm>
        </p:spPr>
        <p:txBody>
          <a:bodyPr>
            <a:normAutofit/>
          </a:bodyPr>
          <a:lstStyle/>
          <a:p>
            <a:pPr marL="342900" indent="-342900">
              <a:buFont typeface="Wingdings" pitchFamily="2" charset="2"/>
              <a:buChar char="§"/>
            </a:pPr>
            <a:r>
              <a:rPr lang="de-DE" sz="2400" dirty="0"/>
              <a:t>Abbildung oben:</a:t>
            </a:r>
          </a:p>
          <a:p>
            <a:pPr marL="800100" lvl="1" indent="-342900">
              <a:buFont typeface="Wingdings" pitchFamily="2" charset="2"/>
              <a:buChar char="§"/>
            </a:pPr>
            <a:r>
              <a:rPr lang="de-DE" sz="2000" dirty="0"/>
              <a:t>Verlauf von </a:t>
            </a:r>
            <a:r>
              <a:rPr lang="de-DE" sz="2000" dirty="0">
                <a:solidFill>
                  <a:srgbClr val="0000FF"/>
                </a:solidFill>
              </a:rPr>
              <a:t>Fahrzeug-</a:t>
            </a:r>
            <a:r>
              <a:rPr lang="de-DE" sz="2000" dirty="0"/>
              <a:t> und </a:t>
            </a:r>
            <a:r>
              <a:rPr lang="de-DE" sz="2000" dirty="0">
                <a:solidFill>
                  <a:srgbClr val="00B050"/>
                </a:solidFill>
              </a:rPr>
              <a:t>Reifen-</a:t>
            </a:r>
            <a:r>
              <a:rPr lang="de-DE" sz="2000" dirty="0"/>
              <a:t>Geschwindigkeit</a:t>
            </a:r>
          </a:p>
          <a:p>
            <a:pPr marL="342900" indent="-342900">
              <a:buFont typeface="Wingdings" pitchFamily="2" charset="2"/>
              <a:buChar char="§"/>
            </a:pPr>
            <a:r>
              <a:rPr lang="de-DE" sz="2400" dirty="0"/>
              <a:t>Abbildung unten:</a:t>
            </a:r>
          </a:p>
          <a:p>
            <a:pPr marL="800100" lvl="1" indent="-342900">
              <a:buFont typeface="Wingdings" pitchFamily="2" charset="2"/>
              <a:buChar char="§"/>
            </a:pPr>
            <a:r>
              <a:rPr lang="de-DE" sz="2000" dirty="0"/>
              <a:t>Verlauf des </a:t>
            </a:r>
            <a:r>
              <a:rPr lang="de-DE" sz="2000" dirty="0">
                <a:solidFill>
                  <a:srgbClr val="0000FF"/>
                </a:solidFill>
              </a:rPr>
              <a:t>Schlupf-</a:t>
            </a:r>
            <a:r>
              <a:rPr lang="de-DE" sz="2000" dirty="0"/>
              <a:t>Wertes</a:t>
            </a:r>
          </a:p>
          <a:p>
            <a:pPr marL="342900" indent="-342900">
              <a:buFont typeface="Wingdings" pitchFamily="2" charset="2"/>
              <a:buChar char="§"/>
            </a:pPr>
            <a:r>
              <a:rPr lang="de-DE" sz="2400" dirty="0"/>
              <a:t>Schlupf-Regelung </a:t>
            </a:r>
            <a:r>
              <a:rPr lang="de-DE" sz="2400" dirty="0">
                <a:solidFill>
                  <a:srgbClr val="00B0F0"/>
                </a:solidFill>
              </a:rPr>
              <a:t>verhindert zu starkes Abnehmen der Radgeschwindigkeit </a:t>
            </a:r>
          </a:p>
          <a:p>
            <a:pPr marL="800100" lvl="1" indent="-342900">
              <a:buFont typeface="Wingdings" pitchFamily="2" charset="2"/>
              <a:buChar char="§"/>
            </a:pPr>
            <a:r>
              <a:rPr lang="de-DE" sz="2000" dirty="0"/>
              <a:t>kein Blockieren</a:t>
            </a:r>
          </a:p>
          <a:p>
            <a:pPr marL="800100" lvl="1" indent="-342900">
              <a:buFont typeface="Wingdings" pitchFamily="2" charset="2"/>
              <a:buChar char="§"/>
            </a:pPr>
            <a:r>
              <a:rPr lang="de-DE" sz="2000" dirty="0"/>
              <a:t>optimale Bremswirkung </a:t>
            </a:r>
          </a:p>
          <a:p>
            <a:pPr marL="800100" lvl="1" indent="-342900">
              <a:buFont typeface="Wingdings" pitchFamily="2" charset="2"/>
              <a:buChar char="§"/>
            </a:pPr>
            <a:r>
              <a:rPr lang="de-DE" sz="2000" dirty="0"/>
              <a:t>Lenkfähigkeit bleibt erhalten</a:t>
            </a:r>
            <a:endParaRPr lang="en-US" sz="2000" dirty="0"/>
          </a:p>
          <a:p>
            <a:pPr marL="342900" indent="-342900">
              <a:buFont typeface="Wingdings" pitchFamily="2" charset="2"/>
              <a:buChar char="§"/>
            </a:pPr>
            <a:endParaRPr lang="en-US" sz="2400" dirty="0"/>
          </a:p>
        </p:txBody>
      </p:sp>
      <p:sp>
        <p:nvSpPr>
          <p:cNvPr id="4" name="Fußzeilenplatzhalter 3"/>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7" name="Foliennummernplatzhalter 6"/>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52</a:t>
            </a:fld>
            <a:r>
              <a:rPr lang="de-DE"/>
              <a:t> </a:t>
            </a:r>
            <a:endParaRPr lang="de-DE" dirty="0">
              <a:solidFill>
                <a:srgbClr val="00004B"/>
              </a:solidFill>
            </a:endParaRPr>
          </a:p>
        </p:txBody>
      </p:sp>
      <p:pic>
        <p:nvPicPr>
          <p:cNvPr id="5122" name="Picture 2"/>
          <p:cNvPicPr>
            <a:picLocks noChangeAspect="1" noChangeArrowheads="1"/>
          </p:cNvPicPr>
          <p:nvPr/>
        </p:nvPicPr>
        <p:blipFill>
          <a:blip r:embed="rId2" cstate="print"/>
          <a:srcRect/>
          <a:stretch>
            <a:fillRect/>
          </a:stretch>
        </p:blipFill>
        <p:spPr bwMode="auto">
          <a:xfrm>
            <a:off x="8269699" y="1524007"/>
            <a:ext cx="3240000" cy="2416157"/>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8269699" y="4116293"/>
            <a:ext cx="3240000" cy="2416154"/>
          </a:xfrm>
          <a:prstGeom prst="rect">
            <a:avLst/>
          </a:prstGeom>
          <a:noFill/>
          <a:ln w="9525">
            <a:noFill/>
            <a:miter lim="800000"/>
            <a:headEnd/>
            <a:tailEnd/>
          </a:ln>
        </p:spPr>
      </p:pic>
    </p:spTree>
    <p:extLst>
      <p:ext uri="{BB962C8B-B14F-4D97-AF65-F5344CB8AC3E}">
        <p14:creationId xmlns:p14="http://schemas.microsoft.com/office/powerpoint/2010/main" val="3350554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8BBD0-60C8-B927-B4B1-5CB6B7E1114F}"/>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A3B964B5-4451-12C6-E335-172E7D3F77A0}"/>
              </a:ext>
            </a:extLst>
          </p:cNvPr>
          <p:cNvSpPr>
            <a:spLocks noGrp="1"/>
          </p:cNvSpPr>
          <p:nvPr>
            <p:ph type="title"/>
          </p:nvPr>
        </p:nvSpPr>
        <p:spPr/>
        <p:txBody>
          <a:bodyPr/>
          <a:lstStyle/>
          <a:p>
            <a:r>
              <a:rPr lang="de-DE" dirty="0"/>
              <a:t>Überblick</a:t>
            </a:r>
          </a:p>
        </p:txBody>
      </p:sp>
      <p:sp>
        <p:nvSpPr>
          <p:cNvPr id="9" name="Untertitel 8">
            <a:extLst>
              <a:ext uri="{FF2B5EF4-FFF2-40B4-BE49-F238E27FC236}">
                <a16:creationId xmlns:a16="http://schemas.microsoft.com/office/drawing/2014/main" id="{A27A5205-5DDA-6C47-3FCD-5C8C3C358220}"/>
              </a:ext>
            </a:extLst>
          </p:cNvPr>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solidFill>
                  <a:schemeClr val="bg1">
                    <a:lumMod val="85000"/>
                  </a:schemeClr>
                </a:solidFill>
              </a:rPr>
              <a:t>Simulink</a:t>
            </a: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solidFill>
                  <a:schemeClr val="bg1">
                    <a:lumMod val="85000"/>
                  </a:schemeClr>
                </a:solidFill>
              </a:rPr>
              <a:t>Syntax und Semantik</a:t>
            </a:r>
          </a:p>
          <a:p>
            <a:pPr marL="628650" lvl="1" indent="-285750" algn="l">
              <a:buFont typeface="Wingdings" pitchFamily="2" charset="2"/>
              <a:buChar char="§"/>
            </a:pPr>
            <a:r>
              <a:rPr lang="de-DE" sz="2400" dirty="0">
                <a:solidFill>
                  <a:schemeClr val="bg1">
                    <a:lumMod val="85000"/>
                  </a:schemeClr>
                </a:solidFill>
              </a:rPr>
              <a:t>Anwendungsbeispiel</a:t>
            </a:r>
          </a:p>
          <a:p>
            <a:pPr marL="285750" indent="-285750">
              <a:buFont typeface="Wingdings" pitchFamily="2" charset="2"/>
              <a:buChar char="§"/>
            </a:pPr>
            <a:r>
              <a:rPr lang="de-DE" sz="2400" dirty="0" err="1"/>
              <a:t>Stateflow</a:t>
            </a:r>
            <a:endParaRPr lang="de-DE" sz="2400" dirty="0"/>
          </a:p>
          <a:p>
            <a:pPr marL="628650" lvl="1" indent="-285750" algn="l">
              <a:buFont typeface="Wingdings" pitchFamily="2" charset="2"/>
              <a:buChar char="§"/>
            </a:pPr>
            <a:r>
              <a:rPr lang="de-DE" sz="2400" dirty="0"/>
              <a:t>Einführung</a:t>
            </a:r>
          </a:p>
          <a:p>
            <a:pPr marL="628650" lvl="1" indent="-285750" algn="l">
              <a:buFont typeface="Wingdings" pitchFamily="2" charset="2"/>
              <a:buChar char="§"/>
            </a:pPr>
            <a:r>
              <a:rPr lang="de-DE" sz="2400" dirty="0">
                <a:solidFill>
                  <a:schemeClr val="bg1">
                    <a:lumMod val="85000"/>
                  </a:schemeClr>
                </a:solidFill>
              </a:rPr>
              <a:t>Syntax und Semantik</a:t>
            </a:r>
          </a:p>
          <a:p>
            <a:pPr marL="285750" indent="-285750">
              <a:buFont typeface="Wingdings" pitchFamily="2" charset="2"/>
              <a:buChar char="§"/>
            </a:pPr>
            <a:r>
              <a:rPr lang="de-DE" sz="2400" dirty="0">
                <a:solidFill>
                  <a:schemeClr val="bg1">
                    <a:lumMod val="85000"/>
                  </a:schemeClr>
                </a:solidFill>
              </a:rPr>
              <a:t>Code Generierung</a:t>
            </a:r>
          </a:p>
        </p:txBody>
      </p:sp>
      <p:sp>
        <p:nvSpPr>
          <p:cNvPr id="5" name="Fußzeilenplatzhalter 4">
            <a:extLst>
              <a:ext uri="{FF2B5EF4-FFF2-40B4-BE49-F238E27FC236}">
                <a16:creationId xmlns:a16="http://schemas.microsoft.com/office/drawing/2014/main" id="{F3C4B32E-D932-BEB6-DC31-9D6030EAFA67}"/>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DE06D6B0-BE81-6139-95BD-EF96C62E28E3}"/>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53</a:t>
            </a:fld>
            <a:r>
              <a:rPr lang="de-DE"/>
              <a:t> </a:t>
            </a:r>
          </a:p>
        </p:txBody>
      </p:sp>
    </p:spTree>
    <p:extLst>
      <p:ext uri="{BB962C8B-B14F-4D97-AF65-F5344CB8AC3E}">
        <p14:creationId xmlns:p14="http://schemas.microsoft.com/office/powerpoint/2010/main" val="32897644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1710" y="388892"/>
            <a:ext cx="4063980" cy="492443"/>
          </a:xfrm>
        </p:spPr>
        <p:txBody>
          <a:bodyPr>
            <a:normAutofit fontScale="90000"/>
          </a:bodyPr>
          <a:lstStyle/>
          <a:p>
            <a:r>
              <a:rPr lang="en-US" sz="4000" dirty="0" err="1"/>
              <a:t>Stateflow</a:t>
            </a:r>
            <a:r>
              <a:rPr lang="en-US" sz="4000" dirty="0"/>
              <a:t> </a:t>
            </a:r>
            <a:r>
              <a:rPr lang="en-US" sz="4000" dirty="0" err="1"/>
              <a:t>Beispiel</a:t>
            </a:r>
            <a:endParaRPr lang="en-US" sz="4000"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54</a:t>
            </a:fld>
            <a:r>
              <a:rPr lang="de-DE"/>
              <a:t> </a:t>
            </a:r>
            <a:endParaRPr lang="de-DE">
              <a:solidFill>
                <a:srgbClr val="00004B"/>
              </a:solidFill>
            </a:endParaRPr>
          </a:p>
        </p:txBody>
      </p:sp>
      <p:pic>
        <p:nvPicPr>
          <p:cNvPr id="5123" name="Picture 3"/>
          <p:cNvPicPr>
            <a:picLocks noChangeAspect="1" noChangeArrowheads="1"/>
          </p:cNvPicPr>
          <p:nvPr/>
        </p:nvPicPr>
        <p:blipFill>
          <a:blip r:embed="rId3" cstate="print"/>
          <a:srcRect/>
          <a:stretch>
            <a:fillRect/>
          </a:stretch>
        </p:blipFill>
        <p:spPr bwMode="auto">
          <a:xfrm>
            <a:off x="6174358" y="388892"/>
            <a:ext cx="5688632" cy="5899032"/>
          </a:xfrm>
          <a:prstGeom prst="rect">
            <a:avLst/>
          </a:prstGeom>
          <a:noFill/>
          <a:ln w="9525">
            <a:noFill/>
            <a:miter lim="800000"/>
            <a:headEnd/>
            <a:tailEnd/>
          </a:ln>
        </p:spPr>
      </p:pic>
      <p:pic>
        <p:nvPicPr>
          <p:cNvPr id="4098" name="Picture 2"/>
          <p:cNvPicPr>
            <a:picLocks noChangeAspect="1" noChangeArrowheads="1"/>
          </p:cNvPicPr>
          <p:nvPr/>
        </p:nvPicPr>
        <p:blipFill>
          <a:blip r:embed="rId4" cstate="print"/>
          <a:srcRect/>
          <a:stretch>
            <a:fillRect/>
          </a:stretch>
        </p:blipFill>
        <p:spPr bwMode="auto">
          <a:xfrm>
            <a:off x="2993008" y="1607405"/>
            <a:ext cx="3181350" cy="3209925"/>
          </a:xfrm>
          <a:prstGeom prst="rect">
            <a:avLst/>
          </a:prstGeom>
          <a:noFill/>
          <a:ln w="9525">
            <a:noFill/>
            <a:miter lim="800000"/>
            <a:headEnd/>
            <a:tailEnd/>
          </a:ln>
        </p:spPr>
      </p:pic>
      <p:sp>
        <p:nvSpPr>
          <p:cNvPr id="9" name="Textfeld 8"/>
          <p:cNvSpPr txBox="1"/>
          <p:nvPr/>
        </p:nvSpPr>
        <p:spPr>
          <a:xfrm>
            <a:off x="7686527" y="6322040"/>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[Fuelsys.mdl,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cxnSp>
        <p:nvCxnSpPr>
          <p:cNvPr id="13" name="Gerade Verbindung 12"/>
          <p:cNvCxnSpPr/>
          <p:nvPr/>
        </p:nvCxnSpPr>
        <p:spPr bwMode="auto">
          <a:xfrm flipV="1">
            <a:off x="4086126" y="959332"/>
            <a:ext cx="2088232" cy="2304256"/>
          </a:xfrm>
          <a:prstGeom prst="line">
            <a:avLst/>
          </a:prstGeom>
          <a:noFill/>
          <a:ln w="28575" cap="flat" cmpd="sng" algn="ctr">
            <a:solidFill>
              <a:schemeClr val="tx1"/>
            </a:solidFill>
            <a:prstDash val="sysDot"/>
            <a:round/>
            <a:headEnd type="none" w="med" len="med"/>
            <a:tailEnd type="none" w="med" len="med"/>
          </a:ln>
          <a:effectLst/>
        </p:spPr>
      </p:cxnSp>
      <p:cxnSp>
        <p:nvCxnSpPr>
          <p:cNvPr id="14" name="Gerade Verbindung 13"/>
          <p:cNvCxnSpPr/>
          <p:nvPr/>
        </p:nvCxnSpPr>
        <p:spPr bwMode="auto">
          <a:xfrm>
            <a:off x="4086126" y="4415716"/>
            <a:ext cx="2160240" cy="1872208"/>
          </a:xfrm>
          <a:prstGeom prst="line">
            <a:avLst/>
          </a:prstGeom>
          <a:noFill/>
          <a:ln w="28575" cap="flat" cmpd="sng" algn="ctr">
            <a:solidFill>
              <a:schemeClr val="tx1"/>
            </a:solidFill>
            <a:prstDash val="sysDot"/>
            <a:round/>
            <a:headEnd type="none" w="med" len="med"/>
            <a:tailEnd type="none" w="med" len="med"/>
          </a:ln>
          <a:effectLst/>
        </p:spPr>
      </p:cxnSp>
      <p:sp>
        <p:nvSpPr>
          <p:cNvPr id="11" name="Textfeld 10"/>
          <p:cNvSpPr txBox="1"/>
          <p:nvPr/>
        </p:nvSpPr>
        <p:spPr>
          <a:xfrm>
            <a:off x="832768" y="1247365"/>
            <a:ext cx="1800200" cy="646331"/>
          </a:xfrm>
          <a:prstGeom prst="rect">
            <a:avLst/>
          </a:prstGeom>
          <a:noFill/>
        </p:spPr>
        <p:txBody>
          <a:bodyPr wrap="square" rtlCol="0">
            <a:spAutoFit/>
          </a:bodyPr>
          <a:lstStyle/>
          <a:p>
            <a:r>
              <a:rPr lang="de-DE" dirty="0">
                <a:latin typeface="Meta Offc Pro" panose="020B0504030101020102"/>
              </a:rPr>
              <a:t>Stellung der Drosselklappe</a:t>
            </a:r>
          </a:p>
        </p:txBody>
      </p:sp>
      <p:sp>
        <p:nvSpPr>
          <p:cNvPr id="16" name="Textfeld 15"/>
          <p:cNvSpPr txBox="1"/>
          <p:nvPr/>
        </p:nvSpPr>
        <p:spPr>
          <a:xfrm>
            <a:off x="832768" y="2327485"/>
            <a:ext cx="1872208" cy="646331"/>
          </a:xfrm>
          <a:prstGeom prst="rect">
            <a:avLst/>
          </a:prstGeom>
          <a:noFill/>
        </p:spPr>
        <p:txBody>
          <a:bodyPr wrap="square" rtlCol="0">
            <a:spAutoFit/>
          </a:bodyPr>
          <a:lstStyle/>
          <a:p>
            <a:r>
              <a:rPr lang="de-DE" dirty="0">
                <a:latin typeface="Meta Offc Pro" panose="020B0504030101020102"/>
              </a:rPr>
              <a:t>Geschwindigkeit des Motors</a:t>
            </a:r>
          </a:p>
        </p:txBody>
      </p:sp>
      <p:sp>
        <p:nvSpPr>
          <p:cNvPr id="17" name="Textfeld 16"/>
          <p:cNvSpPr txBox="1"/>
          <p:nvPr/>
        </p:nvSpPr>
        <p:spPr>
          <a:xfrm>
            <a:off x="832768" y="3193321"/>
            <a:ext cx="1872208" cy="923330"/>
          </a:xfrm>
          <a:prstGeom prst="rect">
            <a:avLst/>
          </a:prstGeom>
          <a:noFill/>
        </p:spPr>
        <p:txBody>
          <a:bodyPr wrap="square" rtlCol="0">
            <a:spAutoFit/>
          </a:bodyPr>
          <a:lstStyle/>
          <a:p>
            <a:r>
              <a:rPr lang="de-DE" dirty="0">
                <a:latin typeface="Meta Offc Pro" panose="020B0504030101020102"/>
              </a:rPr>
              <a:t>Sauerstoffüber-schuss (</a:t>
            </a:r>
            <a:r>
              <a:rPr lang="de-DE" i="1" dirty="0" err="1">
                <a:latin typeface="Meta Offc Pro" panose="020B0504030101020102"/>
              </a:rPr>
              <a:t>Excess</a:t>
            </a:r>
            <a:r>
              <a:rPr lang="de-DE" i="1" dirty="0">
                <a:latin typeface="Meta Offc Pro" panose="020B0504030101020102"/>
              </a:rPr>
              <a:t> Gas Oxygen</a:t>
            </a:r>
            <a:r>
              <a:rPr lang="de-DE" dirty="0">
                <a:latin typeface="Meta Offc Pro" panose="020B0504030101020102"/>
              </a:rPr>
              <a:t>)</a:t>
            </a:r>
          </a:p>
        </p:txBody>
      </p:sp>
      <p:sp>
        <p:nvSpPr>
          <p:cNvPr id="18" name="Textfeld 17"/>
          <p:cNvSpPr txBox="1"/>
          <p:nvPr/>
        </p:nvSpPr>
        <p:spPr>
          <a:xfrm>
            <a:off x="832768" y="4273442"/>
            <a:ext cx="2160240" cy="646331"/>
          </a:xfrm>
          <a:prstGeom prst="rect">
            <a:avLst/>
          </a:prstGeom>
          <a:noFill/>
        </p:spPr>
        <p:txBody>
          <a:bodyPr wrap="square" rtlCol="0">
            <a:spAutoFit/>
          </a:bodyPr>
          <a:lstStyle/>
          <a:p>
            <a:r>
              <a:rPr lang="de-DE" dirty="0">
                <a:latin typeface="Meta Offc Pro" panose="020B0504030101020102"/>
              </a:rPr>
              <a:t>Druck (</a:t>
            </a:r>
            <a:r>
              <a:rPr lang="de-DE" i="1" dirty="0" err="1">
                <a:latin typeface="Meta Offc Pro" panose="020B0504030101020102"/>
              </a:rPr>
              <a:t>Manifold</a:t>
            </a:r>
            <a:r>
              <a:rPr lang="de-DE" i="1" dirty="0">
                <a:latin typeface="Meta Offc Pro" panose="020B0504030101020102"/>
              </a:rPr>
              <a:t> Absolute </a:t>
            </a:r>
            <a:r>
              <a:rPr lang="de-DE" i="1" dirty="0" err="1">
                <a:latin typeface="Meta Offc Pro" panose="020B0504030101020102"/>
              </a:rPr>
              <a:t>Pressure</a:t>
            </a:r>
            <a:r>
              <a:rPr lang="de-DE" dirty="0">
                <a:latin typeface="Meta Offc Pro" panose="020B0504030101020102"/>
              </a:rPr>
              <a:t>) </a:t>
            </a:r>
          </a:p>
        </p:txBody>
      </p:sp>
      <p:cxnSp>
        <p:nvCxnSpPr>
          <p:cNvPr id="19" name="Gerade Verbindung 12"/>
          <p:cNvCxnSpPr/>
          <p:nvPr/>
        </p:nvCxnSpPr>
        <p:spPr bwMode="auto">
          <a:xfrm>
            <a:off x="2416944" y="1535396"/>
            <a:ext cx="576064" cy="144016"/>
          </a:xfrm>
          <a:prstGeom prst="line">
            <a:avLst/>
          </a:prstGeom>
          <a:noFill/>
          <a:ln w="28575" cap="flat" cmpd="sng" algn="ctr">
            <a:solidFill>
              <a:schemeClr val="tx1"/>
            </a:solidFill>
            <a:prstDash val="sysDot"/>
            <a:round/>
            <a:headEnd type="none" w="med" len="med"/>
            <a:tailEnd type="none" w="med" len="med"/>
          </a:ln>
          <a:effectLst/>
        </p:spPr>
      </p:cxnSp>
      <p:cxnSp>
        <p:nvCxnSpPr>
          <p:cNvPr id="22" name="Gerade Verbindung 12"/>
          <p:cNvCxnSpPr/>
          <p:nvPr/>
        </p:nvCxnSpPr>
        <p:spPr bwMode="auto">
          <a:xfrm>
            <a:off x="2704976" y="2543508"/>
            <a:ext cx="288032" cy="72008"/>
          </a:xfrm>
          <a:prstGeom prst="line">
            <a:avLst/>
          </a:prstGeom>
          <a:noFill/>
          <a:ln w="28575" cap="flat" cmpd="sng" algn="ctr">
            <a:solidFill>
              <a:schemeClr val="tx1"/>
            </a:solidFill>
            <a:prstDash val="sysDot"/>
            <a:round/>
            <a:headEnd type="none" w="med" len="med"/>
            <a:tailEnd type="none" w="med" len="med"/>
          </a:ln>
          <a:effectLst/>
        </p:spPr>
      </p:cxnSp>
      <p:cxnSp>
        <p:nvCxnSpPr>
          <p:cNvPr id="25" name="Gerade Verbindung 12"/>
          <p:cNvCxnSpPr/>
          <p:nvPr/>
        </p:nvCxnSpPr>
        <p:spPr bwMode="auto">
          <a:xfrm flipV="1">
            <a:off x="2704977" y="3407604"/>
            <a:ext cx="312667" cy="72008"/>
          </a:xfrm>
          <a:prstGeom prst="line">
            <a:avLst/>
          </a:prstGeom>
          <a:noFill/>
          <a:ln w="28575" cap="flat" cmpd="sng" algn="ctr">
            <a:solidFill>
              <a:schemeClr val="tx1"/>
            </a:solidFill>
            <a:prstDash val="sysDot"/>
            <a:round/>
            <a:headEnd type="none" w="med" len="med"/>
            <a:tailEnd type="none" w="med" len="med"/>
          </a:ln>
          <a:effectLst/>
        </p:spPr>
      </p:cxnSp>
      <p:cxnSp>
        <p:nvCxnSpPr>
          <p:cNvPr id="29" name="Gerade Verbindung 12"/>
          <p:cNvCxnSpPr/>
          <p:nvPr/>
        </p:nvCxnSpPr>
        <p:spPr bwMode="auto">
          <a:xfrm flipV="1">
            <a:off x="2622625" y="4273441"/>
            <a:ext cx="395019" cy="286292"/>
          </a:xfrm>
          <a:prstGeom prst="line">
            <a:avLst/>
          </a:prstGeom>
          <a:noFill/>
          <a:ln w="28575" cap="flat" cmpd="sng" algn="ctr">
            <a:solidFill>
              <a:schemeClr val="tx1"/>
            </a:solidFill>
            <a:prstDash val="sysDot"/>
            <a:round/>
            <a:headEnd type="none" w="med" len="med"/>
            <a:tailEnd type="none" w="med" len="med"/>
          </a:ln>
          <a:effectLst/>
        </p:spPr>
      </p:cxnSp>
      <p:sp>
        <p:nvSpPr>
          <p:cNvPr id="4100" name="Textfeld 4099"/>
          <p:cNvSpPr txBox="1"/>
          <p:nvPr/>
        </p:nvSpPr>
        <p:spPr>
          <a:xfrm>
            <a:off x="197694" y="5220578"/>
            <a:ext cx="5688632" cy="923330"/>
          </a:xfrm>
          <a:prstGeom prst="rect">
            <a:avLst/>
          </a:prstGeom>
          <a:noFill/>
        </p:spPr>
        <p:txBody>
          <a:bodyPr wrap="square" rtlCol="0">
            <a:spAutoFit/>
          </a:bodyPr>
          <a:lstStyle/>
          <a:p>
            <a:r>
              <a:rPr lang="de-DE" b="1" dirty="0">
                <a:solidFill>
                  <a:srgbClr val="FF0000"/>
                </a:solidFill>
              </a:rPr>
              <a:t>Was tut dieses </a:t>
            </a:r>
            <a:r>
              <a:rPr lang="de-DE" b="1" dirty="0" err="1">
                <a:solidFill>
                  <a:srgbClr val="FF0000"/>
                </a:solidFill>
              </a:rPr>
              <a:t>Statechart</a:t>
            </a:r>
            <a:r>
              <a:rPr lang="de-DE" b="1" dirty="0">
                <a:solidFill>
                  <a:srgbClr val="FF0000"/>
                </a:solidFill>
              </a:rPr>
              <a:t>? </a:t>
            </a:r>
            <a:br>
              <a:rPr lang="de-DE" b="1" dirty="0">
                <a:solidFill>
                  <a:srgbClr val="FF0000"/>
                </a:solidFill>
              </a:rPr>
            </a:br>
            <a:r>
              <a:rPr lang="de-DE" b="1" dirty="0">
                <a:solidFill>
                  <a:srgbClr val="FF0000"/>
                </a:solidFill>
              </a:rPr>
              <a:t>Was denken Sie, </a:t>
            </a:r>
            <a:r>
              <a:rPr lang="de-DE" b="1" dirty="0" err="1">
                <a:solidFill>
                  <a:srgbClr val="FF0000"/>
                </a:solidFill>
              </a:rPr>
              <a:t>waum</a:t>
            </a:r>
            <a:r>
              <a:rPr lang="de-DE" b="1" dirty="0">
                <a:solidFill>
                  <a:srgbClr val="FF0000"/>
                </a:solidFill>
              </a:rPr>
              <a:t> dieser Teil des Systems als </a:t>
            </a:r>
            <a:r>
              <a:rPr lang="de-DE" b="1" dirty="0" err="1">
                <a:solidFill>
                  <a:srgbClr val="FF0000"/>
                </a:solidFill>
              </a:rPr>
              <a:t>Statechart</a:t>
            </a:r>
            <a:r>
              <a:rPr lang="de-DE" b="1" dirty="0">
                <a:solidFill>
                  <a:srgbClr val="FF0000"/>
                </a:solidFill>
              </a:rPr>
              <a:t> modelliert wurde?</a:t>
            </a:r>
          </a:p>
        </p:txBody>
      </p:sp>
    </p:spTree>
    <p:extLst>
      <p:ext uri="{BB962C8B-B14F-4D97-AF65-F5344CB8AC3E}">
        <p14:creationId xmlns:p14="http://schemas.microsoft.com/office/powerpoint/2010/main" val="217065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7" grpId="0"/>
      <p:bldP spid="18" grpId="0"/>
      <p:bldP spid="410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1710" y="437472"/>
            <a:ext cx="4063980" cy="492443"/>
          </a:xfrm>
        </p:spPr>
        <p:txBody>
          <a:bodyPr>
            <a:normAutofit fontScale="90000"/>
          </a:bodyPr>
          <a:lstStyle/>
          <a:p>
            <a:r>
              <a:rPr lang="en-US" sz="4000" dirty="0" err="1"/>
              <a:t>Stateflow</a:t>
            </a:r>
            <a:r>
              <a:rPr lang="en-US" sz="4000" dirty="0"/>
              <a:t> </a:t>
            </a:r>
            <a:r>
              <a:rPr lang="en-US" sz="4000" dirty="0" err="1"/>
              <a:t>Beispiel</a:t>
            </a:r>
            <a:endParaRPr lang="en-US" sz="4000" dirty="0"/>
          </a:p>
        </p:txBody>
      </p:sp>
      <p:sp>
        <p:nvSpPr>
          <p:cNvPr id="4" name="Inhaltsplatzhalter 3"/>
          <p:cNvSpPr>
            <a:spLocks noGrp="1"/>
          </p:cNvSpPr>
          <p:nvPr>
            <p:ph idx="1"/>
          </p:nvPr>
        </p:nvSpPr>
        <p:spPr>
          <a:xfrm>
            <a:off x="341710" y="1704521"/>
            <a:ext cx="5808013" cy="3693319"/>
          </a:xfrm>
        </p:spPr>
        <p:txBody>
          <a:bodyPr/>
          <a:lstStyle/>
          <a:p>
            <a:pPr marL="342900" indent="-342900">
              <a:buFont typeface="Wingdings" pitchFamily="2" charset="2"/>
              <a:buChar char="§"/>
            </a:pPr>
            <a:r>
              <a:rPr lang="de-DE" sz="2000" dirty="0"/>
              <a:t>dieses </a:t>
            </a:r>
            <a:r>
              <a:rPr lang="de-DE" sz="2000" dirty="0" err="1"/>
              <a:t>Statechart</a:t>
            </a:r>
            <a:r>
              <a:rPr lang="de-DE" sz="2000" dirty="0"/>
              <a:t> modelliert ein </a:t>
            </a:r>
            <a:r>
              <a:rPr lang="de-DE" sz="2000" dirty="0">
                <a:solidFill>
                  <a:srgbClr val="00B0F0"/>
                </a:solidFill>
              </a:rPr>
              <a:t>fehler-tolerantes Kraftstoffsteuerungssystem</a:t>
            </a:r>
          </a:p>
          <a:p>
            <a:pPr>
              <a:buFont typeface="Wingdings" panose="05000000000000000000" pitchFamily="2" charset="2"/>
              <a:buChar char="Ø"/>
            </a:pPr>
            <a:r>
              <a:rPr lang="de-DE" sz="2000" dirty="0"/>
              <a:t>Sensoren werden auf Gültigkeit geprüft</a:t>
            </a:r>
          </a:p>
          <a:p>
            <a:pPr>
              <a:buFont typeface="Wingdings" panose="05000000000000000000" pitchFamily="2" charset="2"/>
              <a:buChar char="Ø"/>
            </a:pPr>
            <a:r>
              <a:rPr lang="de-DE" sz="2000" dirty="0">
                <a:solidFill>
                  <a:srgbClr val="00B0F0"/>
                </a:solidFill>
              </a:rPr>
              <a:t>Sensorfehler</a:t>
            </a:r>
            <a:r>
              <a:rPr lang="de-DE" sz="2000" dirty="0"/>
              <a:t> werden erkannt und gezählt</a:t>
            </a:r>
          </a:p>
          <a:p>
            <a:pPr marL="342900" indent="-342900">
              <a:buClr>
                <a:schemeClr val="tx1"/>
              </a:buClr>
              <a:buFont typeface="Wingdings" pitchFamily="2" charset="2"/>
              <a:buChar char="§"/>
            </a:pPr>
            <a:r>
              <a:rPr lang="de-DE" sz="2000" dirty="0"/>
              <a:t>bei Sensorfehlern wechselt das System den </a:t>
            </a:r>
            <a:r>
              <a:rPr lang="de-DE" sz="2000" dirty="0">
                <a:solidFill>
                  <a:srgbClr val="00B0F0"/>
                </a:solidFill>
              </a:rPr>
              <a:t>Operations-Modus</a:t>
            </a:r>
            <a:r>
              <a:rPr lang="de-DE" sz="2000" dirty="0"/>
              <a:t> (mit passendem Kraftstoffmischverhältnis, z.B. LOW/RICH)</a:t>
            </a:r>
          </a:p>
          <a:p>
            <a:pPr marL="342900" indent="-342900">
              <a:buClr>
                <a:schemeClr val="tx1"/>
              </a:buClr>
              <a:buFont typeface="Wingdings" pitchFamily="2" charset="2"/>
              <a:buChar char="§"/>
            </a:pPr>
            <a:r>
              <a:rPr lang="de-DE" sz="2000" dirty="0"/>
              <a:t>Sensorfehler: diskrete Ereignisse</a:t>
            </a:r>
          </a:p>
          <a:p>
            <a:pPr marL="342900" indent="-342900">
              <a:buClr>
                <a:schemeClr val="tx1"/>
              </a:buClr>
              <a:buFont typeface="Wingdings" pitchFamily="2" charset="2"/>
              <a:buChar char="§"/>
            </a:pPr>
            <a:r>
              <a:rPr lang="de-DE" sz="2000" dirty="0">
                <a:solidFill>
                  <a:srgbClr val="00B0F0"/>
                </a:solidFill>
              </a:rPr>
              <a:t>diskrete Ereignisse und Operations-Modi bzw. Zustandswechsel </a:t>
            </a:r>
            <a:r>
              <a:rPr lang="de-DE" sz="2000" dirty="0"/>
              <a:t>lassen sich in </a:t>
            </a:r>
            <a:r>
              <a:rPr lang="de-DE" sz="2000" dirty="0" err="1"/>
              <a:t>Stateflow</a:t>
            </a:r>
            <a:r>
              <a:rPr lang="de-DE" sz="2000" dirty="0"/>
              <a:t> sehr gut modellieren</a:t>
            </a:r>
          </a:p>
          <a:p>
            <a:pPr marL="342900" indent="-342900">
              <a:buClr>
                <a:schemeClr val="tx1"/>
              </a:buClr>
              <a:buFont typeface="Wingdings" pitchFamily="2" charset="2"/>
              <a:buChar char="§"/>
            </a:pPr>
            <a:r>
              <a:rPr lang="de-DE" sz="2000" dirty="0"/>
              <a:t>Einbettung in Simulink Modell</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55</a:t>
            </a:fld>
            <a:r>
              <a:rPr lang="de-DE"/>
              <a:t> </a:t>
            </a:r>
            <a:endParaRPr lang="de-DE">
              <a:solidFill>
                <a:srgbClr val="00004B"/>
              </a:solidFill>
            </a:endParaRPr>
          </a:p>
        </p:txBody>
      </p:sp>
      <p:pic>
        <p:nvPicPr>
          <p:cNvPr id="5123" name="Picture 3"/>
          <p:cNvPicPr>
            <a:picLocks noChangeAspect="1" noChangeArrowheads="1"/>
          </p:cNvPicPr>
          <p:nvPr/>
        </p:nvPicPr>
        <p:blipFill>
          <a:blip r:embed="rId3" cstate="print"/>
          <a:srcRect/>
          <a:stretch>
            <a:fillRect/>
          </a:stretch>
        </p:blipFill>
        <p:spPr bwMode="auto">
          <a:xfrm>
            <a:off x="6174358" y="266272"/>
            <a:ext cx="5688632" cy="5899032"/>
          </a:xfrm>
          <a:prstGeom prst="rect">
            <a:avLst/>
          </a:prstGeom>
          <a:noFill/>
          <a:ln w="9525">
            <a:noFill/>
            <a:miter lim="800000"/>
            <a:headEnd/>
            <a:tailEnd/>
          </a:ln>
        </p:spPr>
      </p:pic>
      <p:sp>
        <p:nvSpPr>
          <p:cNvPr id="9" name="Textfeld 8"/>
          <p:cNvSpPr txBox="1"/>
          <p:nvPr/>
        </p:nvSpPr>
        <p:spPr>
          <a:xfrm>
            <a:off x="7686527" y="6199420"/>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[Fuelsys.mdl,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Tree>
    <p:extLst>
      <p:ext uri="{BB962C8B-B14F-4D97-AF65-F5344CB8AC3E}">
        <p14:creationId xmlns:p14="http://schemas.microsoft.com/office/powerpoint/2010/main" val="133957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1710" y="608546"/>
            <a:ext cx="4063980" cy="492443"/>
          </a:xfrm>
        </p:spPr>
        <p:txBody>
          <a:bodyPr>
            <a:normAutofit fontScale="90000"/>
          </a:bodyPr>
          <a:lstStyle/>
          <a:p>
            <a:r>
              <a:rPr lang="en-US" sz="4000" dirty="0" err="1"/>
              <a:t>Stateflow</a:t>
            </a:r>
            <a:r>
              <a:rPr lang="en-US" sz="4000" dirty="0"/>
              <a:t> </a:t>
            </a:r>
            <a:r>
              <a:rPr lang="en-US" sz="4000" dirty="0" err="1"/>
              <a:t>Beispiel</a:t>
            </a:r>
            <a:endParaRPr lang="en-US" sz="4000"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56</a:t>
            </a:fld>
            <a:r>
              <a:rPr lang="de-DE"/>
              <a:t> </a:t>
            </a:r>
            <a:endParaRPr lang="de-DE">
              <a:solidFill>
                <a:srgbClr val="00004B"/>
              </a:solidFill>
            </a:endParaRPr>
          </a:p>
        </p:txBody>
      </p:sp>
      <p:pic>
        <p:nvPicPr>
          <p:cNvPr id="5123" name="Picture 3"/>
          <p:cNvPicPr>
            <a:picLocks noChangeAspect="1" noChangeArrowheads="1"/>
          </p:cNvPicPr>
          <p:nvPr/>
        </p:nvPicPr>
        <p:blipFill>
          <a:blip r:embed="rId3" cstate="print"/>
          <a:srcRect/>
          <a:stretch>
            <a:fillRect/>
          </a:stretch>
        </p:blipFill>
        <p:spPr bwMode="auto">
          <a:xfrm>
            <a:off x="6174358" y="404664"/>
            <a:ext cx="5688632" cy="5899032"/>
          </a:xfrm>
          <a:prstGeom prst="rect">
            <a:avLst/>
          </a:prstGeom>
          <a:noFill/>
          <a:ln w="9525">
            <a:noFill/>
            <a:miter lim="800000"/>
            <a:headEnd/>
            <a:tailEnd/>
          </a:ln>
        </p:spPr>
      </p:pic>
      <p:pic>
        <p:nvPicPr>
          <p:cNvPr id="4098" name="Picture 2"/>
          <p:cNvPicPr>
            <a:picLocks noChangeAspect="1" noChangeArrowheads="1"/>
          </p:cNvPicPr>
          <p:nvPr/>
        </p:nvPicPr>
        <p:blipFill>
          <a:blip r:embed="rId4" cstate="print"/>
          <a:srcRect/>
          <a:stretch>
            <a:fillRect/>
          </a:stretch>
        </p:blipFill>
        <p:spPr bwMode="auto">
          <a:xfrm>
            <a:off x="2993008" y="1623177"/>
            <a:ext cx="3181350" cy="3209925"/>
          </a:xfrm>
          <a:prstGeom prst="rect">
            <a:avLst/>
          </a:prstGeom>
          <a:noFill/>
          <a:ln w="9525">
            <a:noFill/>
            <a:miter lim="800000"/>
            <a:headEnd/>
            <a:tailEnd/>
          </a:ln>
        </p:spPr>
      </p:pic>
      <p:sp>
        <p:nvSpPr>
          <p:cNvPr id="9" name="Textfeld 8"/>
          <p:cNvSpPr txBox="1"/>
          <p:nvPr/>
        </p:nvSpPr>
        <p:spPr>
          <a:xfrm>
            <a:off x="7731766" y="6291114"/>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[Fuelsys.mdl,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cxnSp>
        <p:nvCxnSpPr>
          <p:cNvPr id="13" name="Gerade Verbindung 12"/>
          <p:cNvCxnSpPr/>
          <p:nvPr/>
        </p:nvCxnSpPr>
        <p:spPr bwMode="auto">
          <a:xfrm flipV="1">
            <a:off x="4086126" y="836712"/>
            <a:ext cx="2088232" cy="2304256"/>
          </a:xfrm>
          <a:prstGeom prst="line">
            <a:avLst/>
          </a:prstGeom>
          <a:noFill/>
          <a:ln w="28575" cap="flat" cmpd="sng" algn="ctr">
            <a:solidFill>
              <a:schemeClr val="tx1"/>
            </a:solidFill>
            <a:prstDash val="sysDot"/>
            <a:round/>
            <a:headEnd type="none" w="med" len="med"/>
            <a:tailEnd type="none" w="med" len="med"/>
          </a:ln>
          <a:effectLst/>
        </p:spPr>
      </p:cxnSp>
      <p:cxnSp>
        <p:nvCxnSpPr>
          <p:cNvPr id="14" name="Gerade Verbindung 13"/>
          <p:cNvCxnSpPr/>
          <p:nvPr/>
        </p:nvCxnSpPr>
        <p:spPr bwMode="auto">
          <a:xfrm>
            <a:off x="4086126" y="4431488"/>
            <a:ext cx="2160240" cy="1872208"/>
          </a:xfrm>
          <a:prstGeom prst="line">
            <a:avLst/>
          </a:prstGeom>
          <a:noFill/>
          <a:ln w="28575" cap="flat" cmpd="sng" algn="ctr">
            <a:solidFill>
              <a:schemeClr val="tx1"/>
            </a:solidFill>
            <a:prstDash val="sysDot"/>
            <a:round/>
            <a:headEnd type="none" w="med" len="med"/>
            <a:tailEnd type="none" w="med" len="med"/>
          </a:ln>
          <a:effectLst/>
        </p:spPr>
      </p:cxnSp>
      <p:sp>
        <p:nvSpPr>
          <p:cNvPr id="11" name="Textfeld 10"/>
          <p:cNvSpPr txBox="1"/>
          <p:nvPr/>
        </p:nvSpPr>
        <p:spPr>
          <a:xfrm>
            <a:off x="832768" y="1263137"/>
            <a:ext cx="1800200" cy="646331"/>
          </a:xfrm>
          <a:prstGeom prst="rect">
            <a:avLst/>
          </a:prstGeom>
          <a:noFill/>
        </p:spPr>
        <p:txBody>
          <a:bodyPr wrap="square" rtlCol="0">
            <a:spAutoFit/>
          </a:bodyPr>
          <a:lstStyle/>
          <a:p>
            <a:r>
              <a:rPr lang="de-DE" dirty="0">
                <a:latin typeface="Meta Offc Pro" panose="020B0504030101020102"/>
              </a:rPr>
              <a:t>Stellung der Drosselklappe</a:t>
            </a:r>
          </a:p>
        </p:txBody>
      </p:sp>
      <p:sp>
        <p:nvSpPr>
          <p:cNvPr id="16" name="Textfeld 15"/>
          <p:cNvSpPr txBox="1"/>
          <p:nvPr/>
        </p:nvSpPr>
        <p:spPr>
          <a:xfrm>
            <a:off x="832768" y="2343257"/>
            <a:ext cx="1872208" cy="646331"/>
          </a:xfrm>
          <a:prstGeom prst="rect">
            <a:avLst/>
          </a:prstGeom>
          <a:noFill/>
        </p:spPr>
        <p:txBody>
          <a:bodyPr wrap="square" rtlCol="0">
            <a:spAutoFit/>
          </a:bodyPr>
          <a:lstStyle/>
          <a:p>
            <a:r>
              <a:rPr lang="de-DE" dirty="0">
                <a:latin typeface="Meta Offc Pro" panose="020B0504030101020102"/>
              </a:rPr>
              <a:t>Geschwindigkeit des Motors</a:t>
            </a:r>
          </a:p>
        </p:txBody>
      </p:sp>
      <p:sp>
        <p:nvSpPr>
          <p:cNvPr id="17" name="Textfeld 16"/>
          <p:cNvSpPr txBox="1"/>
          <p:nvPr/>
        </p:nvSpPr>
        <p:spPr>
          <a:xfrm>
            <a:off x="832768" y="3209093"/>
            <a:ext cx="1872208" cy="923330"/>
          </a:xfrm>
          <a:prstGeom prst="rect">
            <a:avLst/>
          </a:prstGeom>
          <a:noFill/>
        </p:spPr>
        <p:txBody>
          <a:bodyPr wrap="square" rtlCol="0">
            <a:spAutoFit/>
          </a:bodyPr>
          <a:lstStyle/>
          <a:p>
            <a:r>
              <a:rPr lang="de-DE" dirty="0">
                <a:latin typeface="Meta Offc Pro" panose="020B0504030101020102"/>
              </a:rPr>
              <a:t>Sauerstoffüber-schuss (</a:t>
            </a:r>
            <a:r>
              <a:rPr lang="de-DE" i="1" dirty="0" err="1">
                <a:latin typeface="Meta Offc Pro" panose="020B0504030101020102"/>
              </a:rPr>
              <a:t>Excess</a:t>
            </a:r>
            <a:r>
              <a:rPr lang="de-DE" i="1" dirty="0">
                <a:latin typeface="Meta Offc Pro" panose="020B0504030101020102"/>
              </a:rPr>
              <a:t> Gas Oxygen</a:t>
            </a:r>
            <a:r>
              <a:rPr lang="de-DE" dirty="0">
                <a:latin typeface="Meta Offc Pro" panose="020B0504030101020102"/>
              </a:rPr>
              <a:t>)</a:t>
            </a:r>
          </a:p>
        </p:txBody>
      </p:sp>
      <p:sp>
        <p:nvSpPr>
          <p:cNvPr id="18" name="Textfeld 17"/>
          <p:cNvSpPr txBox="1"/>
          <p:nvPr/>
        </p:nvSpPr>
        <p:spPr>
          <a:xfrm>
            <a:off x="832768" y="4289214"/>
            <a:ext cx="2160240" cy="646331"/>
          </a:xfrm>
          <a:prstGeom prst="rect">
            <a:avLst/>
          </a:prstGeom>
          <a:noFill/>
        </p:spPr>
        <p:txBody>
          <a:bodyPr wrap="square" rtlCol="0">
            <a:spAutoFit/>
          </a:bodyPr>
          <a:lstStyle/>
          <a:p>
            <a:r>
              <a:rPr lang="de-DE" dirty="0">
                <a:latin typeface="Meta Offc Pro" panose="020B0504030101020102"/>
              </a:rPr>
              <a:t>Druck (</a:t>
            </a:r>
            <a:r>
              <a:rPr lang="de-DE" i="1" dirty="0" err="1">
                <a:latin typeface="Meta Offc Pro" panose="020B0504030101020102"/>
              </a:rPr>
              <a:t>Manifold</a:t>
            </a:r>
            <a:r>
              <a:rPr lang="de-DE" i="1" dirty="0">
                <a:latin typeface="Meta Offc Pro" panose="020B0504030101020102"/>
              </a:rPr>
              <a:t> Absolute </a:t>
            </a:r>
            <a:r>
              <a:rPr lang="de-DE" i="1" dirty="0" err="1">
                <a:latin typeface="Meta Offc Pro" panose="020B0504030101020102"/>
              </a:rPr>
              <a:t>Pressure</a:t>
            </a:r>
            <a:r>
              <a:rPr lang="de-DE" dirty="0">
                <a:latin typeface="Meta Offc Pro" panose="020B0504030101020102"/>
              </a:rPr>
              <a:t>) </a:t>
            </a:r>
          </a:p>
        </p:txBody>
      </p:sp>
      <p:cxnSp>
        <p:nvCxnSpPr>
          <p:cNvPr id="19" name="Gerade Verbindung 12"/>
          <p:cNvCxnSpPr/>
          <p:nvPr/>
        </p:nvCxnSpPr>
        <p:spPr bwMode="auto">
          <a:xfrm>
            <a:off x="2416944" y="1551168"/>
            <a:ext cx="576064" cy="144016"/>
          </a:xfrm>
          <a:prstGeom prst="line">
            <a:avLst/>
          </a:prstGeom>
          <a:noFill/>
          <a:ln w="28575" cap="flat" cmpd="sng" algn="ctr">
            <a:solidFill>
              <a:schemeClr val="tx1"/>
            </a:solidFill>
            <a:prstDash val="sysDot"/>
            <a:round/>
            <a:headEnd type="none" w="med" len="med"/>
            <a:tailEnd type="none" w="med" len="med"/>
          </a:ln>
          <a:effectLst/>
        </p:spPr>
      </p:cxnSp>
      <p:cxnSp>
        <p:nvCxnSpPr>
          <p:cNvPr id="22" name="Gerade Verbindung 12"/>
          <p:cNvCxnSpPr/>
          <p:nvPr/>
        </p:nvCxnSpPr>
        <p:spPr bwMode="auto">
          <a:xfrm>
            <a:off x="2704976" y="2559280"/>
            <a:ext cx="288032" cy="72008"/>
          </a:xfrm>
          <a:prstGeom prst="line">
            <a:avLst/>
          </a:prstGeom>
          <a:noFill/>
          <a:ln w="28575" cap="flat" cmpd="sng" algn="ctr">
            <a:solidFill>
              <a:schemeClr val="tx1"/>
            </a:solidFill>
            <a:prstDash val="sysDot"/>
            <a:round/>
            <a:headEnd type="none" w="med" len="med"/>
            <a:tailEnd type="none" w="med" len="med"/>
          </a:ln>
          <a:effectLst/>
        </p:spPr>
      </p:cxnSp>
      <p:cxnSp>
        <p:nvCxnSpPr>
          <p:cNvPr id="25" name="Gerade Verbindung 12"/>
          <p:cNvCxnSpPr/>
          <p:nvPr/>
        </p:nvCxnSpPr>
        <p:spPr bwMode="auto">
          <a:xfrm flipV="1">
            <a:off x="2704977" y="3423376"/>
            <a:ext cx="312667" cy="72008"/>
          </a:xfrm>
          <a:prstGeom prst="line">
            <a:avLst/>
          </a:prstGeom>
          <a:noFill/>
          <a:ln w="28575" cap="flat" cmpd="sng" algn="ctr">
            <a:solidFill>
              <a:schemeClr val="tx1"/>
            </a:solidFill>
            <a:prstDash val="sysDot"/>
            <a:round/>
            <a:headEnd type="none" w="med" len="med"/>
            <a:tailEnd type="none" w="med" len="med"/>
          </a:ln>
          <a:effectLst/>
        </p:spPr>
      </p:cxnSp>
      <p:cxnSp>
        <p:nvCxnSpPr>
          <p:cNvPr id="29" name="Gerade Verbindung 12"/>
          <p:cNvCxnSpPr/>
          <p:nvPr/>
        </p:nvCxnSpPr>
        <p:spPr bwMode="auto">
          <a:xfrm flipV="1">
            <a:off x="2622625" y="4289213"/>
            <a:ext cx="395019" cy="286292"/>
          </a:xfrm>
          <a:prstGeom prst="line">
            <a:avLst/>
          </a:prstGeom>
          <a:noFill/>
          <a:ln w="28575" cap="flat" cmpd="sng" algn="ctr">
            <a:solidFill>
              <a:schemeClr val="tx1"/>
            </a:solidFill>
            <a:prstDash val="sysDot"/>
            <a:round/>
            <a:headEnd type="none" w="med" len="med"/>
            <a:tailEnd type="none" w="med" len="med"/>
          </a:ln>
          <a:effectLst/>
        </p:spPr>
      </p:cxnSp>
    </p:spTree>
    <p:extLst>
      <p:ext uri="{BB962C8B-B14F-4D97-AF65-F5344CB8AC3E}">
        <p14:creationId xmlns:p14="http://schemas.microsoft.com/office/powerpoint/2010/main" val="26509557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651D0-1429-F512-9E14-7BB4AC232BD0}"/>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E65B33C7-707A-F018-B9FD-886048F2AC3F}"/>
              </a:ext>
            </a:extLst>
          </p:cNvPr>
          <p:cNvSpPr>
            <a:spLocks noGrp="1"/>
          </p:cNvSpPr>
          <p:nvPr>
            <p:ph type="title"/>
          </p:nvPr>
        </p:nvSpPr>
        <p:spPr/>
        <p:txBody>
          <a:bodyPr/>
          <a:lstStyle/>
          <a:p>
            <a:r>
              <a:rPr lang="de-DE" dirty="0"/>
              <a:t>Überblick</a:t>
            </a:r>
          </a:p>
        </p:txBody>
      </p:sp>
      <p:sp>
        <p:nvSpPr>
          <p:cNvPr id="9" name="Untertitel 8">
            <a:extLst>
              <a:ext uri="{FF2B5EF4-FFF2-40B4-BE49-F238E27FC236}">
                <a16:creationId xmlns:a16="http://schemas.microsoft.com/office/drawing/2014/main" id="{8DCC1723-2884-B9B6-F50D-19D836032664}"/>
              </a:ext>
            </a:extLst>
          </p:cNvPr>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solidFill>
                  <a:schemeClr val="bg1">
                    <a:lumMod val="85000"/>
                  </a:schemeClr>
                </a:solidFill>
              </a:rPr>
              <a:t>Simulink</a:t>
            </a:r>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solidFill>
                  <a:schemeClr val="bg1">
                    <a:lumMod val="85000"/>
                  </a:schemeClr>
                </a:solidFill>
              </a:rPr>
              <a:t>Syntax und Semantik</a:t>
            </a:r>
          </a:p>
          <a:p>
            <a:pPr marL="628650" lvl="1" indent="-285750" algn="l">
              <a:buFont typeface="Wingdings" pitchFamily="2" charset="2"/>
              <a:buChar char="§"/>
            </a:pPr>
            <a:r>
              <a:rPr lang="de-DE" sz="2400" dirty="0">
                <a:solidFill>
                  <a:schemeClr val="bg1">
                    <a:lumMod val="85000"/>
                  </a:schemeClr>
                </a:solidFill>
              </a:rPr>
              <a:t>Anwendungsbeispiel</a:t>
            </a:r>
          </a:p>
          <a:p>
            <a:pPr marL="285750" indent="-285750">
              <a:buFont typeface="Wingdings" pitchFamily="2" charset="2"/>
              <a:buChar char="§"/>
            </a:pPr>
            <a:r>
              <a:rPr lang="de-DE" sz="2400" dirty="0" err="1"/>
              <a:t>Stateflow</a:t>
            </a:r>
            <a:endParaRPr lang="de-DE" sz="2400" dirty="0"/>
          </a:p>
          <a:p>
            <a:pPr marL="628650" lvl="1" indent="-285750" algn="l">
              <a:buFont typeface="Wingdings" pitchFamily="2" charset="2"/>
              <a:buChar char="§"/>
            </a:pPr>
            <a:r>
              <a:rPr lang="de-DE" sz="2400" dirty="0">
                <a:solidFill>
                  <a:schemeClr val="bg1">
                    <a:lumMod val="85000"/>
                  </a:schemeClr>
                </a:solidFill>
              </a:rPr>
              <a:t>Einführung</a:t>
            </a:r>
          </a:p>
          <a:p>
            <a:pPr marL="628650" lvl="1" indent="-285750" algn="l">
              <a:buFont typeface="Wingdings" pitchFamily="2" charset="2"/>
              <a:buChar char="§"/>
            </a:pPr>
            <a:r>
              <a:rPr lang="de-DE" sz="2400" dirty="0"/>
              <a:t>Syntax und Semantik</a:t>
            </a:r>
          </a:p>
          <a:p>
            <a:pPr marL="285750" indent="-285750">
              <a:buFont typeface="Wingdings" pitchFamily="2" charset="2"/>
              <a:buChar char="§"/>
            </a:pPr>
            <a:r>
              <a:rPr lang="de-DE" sz="2400" dirty="0">
                <a:solidFill>
                  <a:schemeClr val="bg1">
                    <a:lumMod val="85000"/>
                  </a:schemeClr>
                </a:solidFill>
              </a:rPr>
              <a:t>Code Generierung</a:t>
            </a:r>
          </a:p>
        </p:txBody>
      </p:sp>
      <p:sp>
        <p:nvSpPr>
          <p:cNvPr id="5" name="Fußzeilenplatzhalter 4">
            <a:extLst>
              <a:ext uri="{FF2B5EF4-FFF2-40B4-BE49-F238E27FC236}">
                <a16:creationId xmlns:a16="http://schemas.microsoft.com/office/drawing/2014/main" id="{2B142437-5406-AC95-6423-F846AA4B5113}"/>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CC91E665-AAE2-53F3-8B7E-C8583A525563}"/>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57</a:t>
            </a:fld>
            <a:r>
              <a:rPr lang="de-DE"/>
              <a:t> </a:t>
            </a:r>
          </a:p>
        </p:txBody>
      </p:sp>
    </p:spTree>
    <p:extLst>
      <p:ext uri="{BB962C8B-B14F-4D97-AF65-F5344CB8AC3E}">
        <p14:creationId xmlns:p14="http://schemas.microsoft.com/office/powerpoint/2010/main" val="15843084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marL="342000" indent="-342000"/>
            <a:r>
              <a:rPr lang="en-US" dirty="0"/>
              <a:t>States (</a:t>
            </a:r>
            <a:r>
              <a:rPr lang="en-US" dirty="0" err="1"/>
              <a:t>Zustände</a:t>
            </a:r>
            <a:r>
              <a:rPr lang="en-US" dirty="0"/>
              <a:t>)</a:t>
            </a:r>
          </a:p>
        </p:txBody>
      </p:sp>
      <p:sp>
        <p:nvSpPr>
          <p:cNvPr id="38" name="Inhaltsplatzhalter 37"/>
          <p:cNvSpPr>
            <a:spLocks noGrp="1"/>
          </p:cNvSpPr>
          <p:nvPr>
            <p:ph idx="1"/>
          </p:nvPr>
        </p:nvSpPr>
        <p:spPr>
          <a:xfrm>
            <a:off x="359625" y="2093289"/>
            <a:ext cx="8273736" cy="2963545"/>
          </a:xfrm>
          <a:ln>
            <a:solidFill>
              <a:schemeClr val="bg1"/>
            </a:solidFill>
          </a:ln>
        </p:spPr>
        <p:txBody>
          <a:bodyPr>
            <a:noAutofit/>
          </a:bodyPr>
          <a:lstStyle/>
          <a:p>
            <a:pPr marL="342900" indent="-342900">
              <a:buClr>
                <a:schemeClr val="tx1"/>
              </a:buClr>
              <a:buFont typeface="Wingdings" pitchFamily="2" charset="2"/>
              <a:buChar char="§"/>
            </a:pPr>
            <a:r>
              <a:rPr lang="en-US" sz="2400" dirty="0" err="1"/>
              <a:t>Zustandstypen</a:t>
            </a:r>
            <a:r>
              <a:rPr lang="en-US" sz="2400" dirty="0"/>
              <a:t> </a:t>
            </a:r>
          </a:p>
          <a:p>
            <a:pPr marL="742950" lvl="1" indent="-342900">
              <a:buClr>
                <a:schemeClr val="tx1"/>
              </a:buClr>
              <a:buFont typeface="Wingdings" pitchFamily="2" charset="2"/>
              <a:buChar char="§"/>
            </a:pPr>
            <a:r>
              <a:rPr lang="en-US" sz="2400" dirty="0">
                <a:solidFill>
                  <a:srgbClr val="00B0F0"/>
                </a:solidFill>
              </a:rPr>
              <a:t>parallel</a:t>
            </a:r>
            <a:r>
              <a:rPr lang="en-US" sz="2400" dirty="0"/>
              <a:t> (AND) und </a:t>
            </a:r>
          </a:p>
          <a:p>
            <a:pPr marL="742950" lvl="1" indent="-342900">
              <a:buClr>
                <a:schemeClr val="tx1"/>
              </a:buClr>
              <a:buFont typeface="Wingdings" pitchFamily="2" charset="2"/>
              <a:buChar char="§"/>
            </a:pPr>
            <a:r>
              <a:rPr lang="en-US" sz="2400" dirty="0">
                <a:solidFill>
                  <a:srgbClr val="00B0F0"/>
                </a:solidFill>
              </a:rPr>
              <a:t>exclusive</a:t>
            </a:r>
            <a:r>
              <a:rPr lang="en-US" sz="2400" dirty="0"/>
              <a:t> (OR)</a:t>
            </a:r>
          </a:p>
          <a:p>
            <a:pPr marL="742950" lvl="1" indent="-342900">
              <a:buClr>
                <a:schemeClr val="tx1"/>
              </a:buClr>
              <a:buFont typeface="Wingdings" pitchFamily="2" charset="2"/>
              <a:buChar char="§"/>
            </a:pPr>
            <a:endParaRPr lang="en-US" sz="2400" dirty="0"/>
          </a:p>
          <a:p>
            <a:pPr marL="342900" indent="-342900">
              <a:buClr>
                <a:schemeClr val="tx1"/>
              </a:buClr>
              <a:buFont typeface="Wingdings" pitchFamily="2" charset="2"/>
              <a:buChar char="§"/>
            </a:pPr>
            <a:r>
              <a:rPr lang="en-US" sz="2400" dirty="0" err="1"/>
              <a:t>Aktionstypen</a:t>
            </a:r>
            <a:r>
              <a:rPr lang="en-US" sz="2400" dirty="0"/>
              <a:t>:</a:t>
            </a:r>
          </a:p>
          <a:p>
            <a:pPr marL="742950" lvl="1" indent="-342900">
              <a:buClr>
                <a:schemeClr val="tx1"/>
              </a:buClr>
              <a:buFont typeface="Wingdings" pitchFamily="2" charset="2"/>
              <a:buChar char="§"/>
            </a:pPr>
            <a:r>
              <a:rPr lang="en-US" sz="2400" dirty="0">
                <a:solidFill>
                  <a:srgbClr val="00B0F0"/>
                </a:solidFill>
              </a:rPr>
              <a:t>entry</a:t>
            </a:r>
            <a:r>
              <a:rPr lang="en-US" sz="2400" dirty="0"/>
              <a:t>: </a:t>
            </a:r>
            <a:r>
              <a:rPr lang="en-US" sz="2400" dirty="0" err="1"/>
              <a:t>wird</a:t>
            </a:r>
            <a:r>
              <a:rPr lang="en-US" sz="2400" dirty="0"/>
              <a:t> </a:t>
            </a:r>
            <a:r>
              <a:rPr lang="en-US" sz="2400" dirty="0" err="1"/>
              <a:t>ausgeführt</a:t>
            </a:r>
            <a:r>
              <a:rPr lang="en-US" sz="2400" dirty="0"/>
              <a:t> bevor der </a:t>
            </a:r>
            <a:r>
              <a:rPr lang="en-US" sz="2400" dirty="0" err="1"/>
              <a:t>Zustand</a:t>
            </a:r>
            <a:r>
              <a:rPr lang="en-US" sz="2400" dirty="0"/>
              <a:t> </a:t>
            </a:r>
            <a:r>
              <a:rPr lang="en-US" sz="2400" dirty="0" err="1"/>
              <a:t>betreten</a:t>
            </a:r>
            <a:r>
              <a:rPr lang="en-US" sz="2400" dirty="0"/>
              <a:t> </a:t>
            </a:r>
            <a:r>
              <a:rPr lang="en-US" sz="2400" dirty="0" err="1"/>
              <a:t>wird</a:t>
            </a:r>
            <a:endParaRPr lang="en-US" sz="2400" dirty="0"/>
          </a:p>
          <a:p>
            <a:pPr marL="742950" lvl="1" indent="-342900">
              <a:buClr>
                <a:schemeClr val="tx1"/>
              </a:buClr>
              <a:buFont typeface="Wingdings" pitchFamily="2" charset="2"/>
              <a:buChar char="§"/>
            </a:pPr>
            <a:r>
              <a:rPr lang="en-US" sz="2400" dirty="0">
                <a:solidFill>
                  <a:srgbClr val="00B0F0"/>
                </a:solidFill>
              </a:rPr>
              <a:t>during</a:t>
            </a:r>
            <a:r>
              <a:rPr lang="en-US" sz="2400" dirty="0"/>
              <a:t>: </a:t>
            </a:r>
            <a:r>
              <a:rPr lang="en-US" sz="2400" dirty="0" err="1"/>
              <a:t>wird</a:t>
            </a:r>
            <a:r>
              <a:rPr lang="en-US" sz="2400" dirty="0"/>
              <a:t> </a:t>
            </a:r>
            <a:r>
              <a:rPr lang="en-US" sz="2400" dirty="0" err="1"/>
              <a:t>ausgeführt</a:t>
            </a:r>
            <a:r>
              <a:rPr lang="en-US" sz="2400" dirty="0"/>
              <a:t> </a:t>
            </a:r>
            <a:r>
              <a:rPr lang="en-US" sz="2400" dirty="0" err="1"/>
              <a:t>innerhalb</a:t>
            </a:r>
            <a:r>
              <a:rPr lang="en-US" sz="2400" dirty="0"/>
              <a:t> des </a:t>
            </a:r>
            <a:r>
              <a:rPr lang="en-US" sz="2400" dirty="0" err="1"/>
              <a:t>Zustands</a:t>
            </a:r>
            <a:r>
              <a:rPr lang="en-US" sz="2400" dirty="0"/>
              <a:t> </a:t>
            </a:r>
          </a:p>
          <a:p>
            <a:pPr marL="742950" lvl="1" indent="-342900">
              <a:buClr>
                <a:schemeClr val="tx1"/>
              </a:buClr>
              <a:buFont typeface="Wingdings" pitchFamily="2" charset="2"/>
              <a:buChar char="§"/>
            </a:pPr>
            <a:r>
              <a:rPr lang="en-US" sz="2400" dirty="0">
                <a:solidFill>
                  <a:srgbClr val="00B0F0"/>
                </a:solidFill>
              </a:rPr>
              <a:t>exit</a:t>
            </a:r>
            <a:r>
              <a:rPr lang="en-US" sz="2400" dirty="0"/>
              <a:t>: </a:t>
            </a:r>
            <a:r>
              <a:rPr lang="en-US" sz="2400" dirty="0" err="1"/>
              <a:t>wird</a:t>
            </a:r>
            <a:r>
              <a:rPr lang="en-US" sz="2400" dirty="0"/>
              <a:t> </a:t>
            </a:r>
            <a:r>
              <a:rPr lang="en-US" sz="2400" dirty="0" err="1"/>
              <a:t>ausgeführt</a:t>
            </a:r>
            <a:r>
              <a:rPr lang="en-US" sz="2400" dirty="0"/>
              <a:t> </a:t>
            </a:r>
            <a:r>
              <a:rPr lang="en-US" sz="2400" dirty="0" err="1"/>
              <a:t>nach</a:t>
            </a:r>
            <a:r>
              <a:rPr lang="en-US" sz="2400" dirty="0"/>
              <a:t> </a:t>
            </a:r>
            <a:r>
              <a:rPr lang="en-US" sz="2400" dirty="0" err="1"/>
              <a:t>dem</a:t>
            </a:r>
            <a:r>
              <a:rPr lang="en-US" sz="2400" dirty="0"/>
              <a:t> </a:t>
            </a:r>
            <a:r>
              <a:rPr lang="en-US" sz="2400" dirty="0" err="1"/>
              <a:t>Verlassen</a:t>
            </a:r>
            <a:r>
              <a:rPr lang="en-US" sz="2400" dirty="0"/>
              <a:t> des </a:t>
            </a:r>
            <a:r>
              <a:rPr lang="en-US" sz="2400" dirty="0" err="1"/>
              <a:t>Zustands</a:t>
            </a:r>
            <a:r>
              <a:rPr lang="en-US" sz="2400" dirty="0"/>
              <a:t> </a:t>
            </a:r>
          </a:p>
          <a:p>
            <a:pPr marL="742950" lvl="1" indent="-342900">
              <a:buClr>
                <a:schemeClr val="tx1"/>
              </a:buClr>
              <a:buFont typeface="Wingdings" pitchFamily="2" charset="2"/>
              <a:buChar char="§"/>
            </a:pPr>
            <a:r>
              <a:rPr lang="en-US" sz="2400" dirty="0">
                <a:solidFill>
                  <a:srgbClr val="00B0F0"/>
                </a:solidFill>
              </a:rPr>
              <a:t>on</a:t>
            </a:r>
            <a:r>
              <a:rPr lang="en-US" sz="2400" dirty="0"/>
              <a:t> &lt;</a:t>
            </a:r>
            <a:r>
              <a:rPr lang="en-US" sz="2400" dirty="0">
                <a:solidFill>
                  <a:srgbClr val="00B0F0"/>
                </a:solidFill>
              </a:rPr>
              <a:t>event</a:t>
            </a:r>
            <a:r>
              <a:rPr lang="en-US" sz="2400" dirty="0"/>
              <a:t>&gt;: </a:t>
            </a:r>
            <a:r>
              <a:rPr lang="en-US" sz="2400" dirty="0" err="1"/>
              <a:t>wird</a:t>
            </a:r>
            <a:r>
              <a:rPr lang="en-US" sz="2400" dirty="0"/>
              <a:t> </a:t>
            </a:r>
            <a:r>
              <a:rPr lang="en-US" sz="2400" dirty="0" err="1"/>
              <a:t>ausgeführt</a:t>
            </a:r>
            <a:r>
              <a:rPr lang="en-US" sz="2400" dirty="0"/>
              <a:t> </a:t>
            </a:r>
            <a:r>
              <a:rPr lang="en-US" sz="2400" dirty="0" err="1"/>
              <a:t>wenn</a:t>
            </a:r>
            <a:r>
              <a:rPr lang="en-US" sz="2400" dirty="0"/>
              <a:t> </a:t>
            </a:r>
            <a:r>
              <a:rPr lang="en-US" sz="2400" dirty="0" err="1"/>
              <a:t>innerhalb</a:t>
            </a:r>
            <a:r>
              <a:rPr lang="en-US" sz="2400" dirty="0"/>
              <a:t> des </a:t>
            </a:r>
            <a:r>
              <a:rPr lang="en-US" sz="2400" dirty="0" err="1"/>
              <a:t>Zustands</a:t>
            </a:r>
            <a:r>
              <a:rPr lang="en-US" sz="2400" dirty="0"/>
              <a:t> das </a:t>
            </a:r>
            <a:r>
              <a:rPr lang="en-US" sz="2400" dirty="0" err="1"/>
              <a:t>Ereignis</a:t>
            </a:r>
            <a:r>
              <a:rPr lang="en-US" sz="2400" dirty="0"/>
              <a:t> </a:t>
            </a:r>
            <a:r>
              <a:rPr lang="en-US" sz="2400" dirty="0" err="1"/>
              <a:t>stattfindet</a:t>
            </a:r>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58</a:t>
            </a:fld>
            <a:r>
              <a:rPr lang="de-DE"/>
              <a:t> </a:t>
            </a:r>
            <a:endParaRPr lang="de-DE">
              <a:solidFill>
                <a:srgbClr val="00004B"/>
              </a:solidFill>
            </a:endParaRPr>
          </a:p>
        </p:txBody>
      </p:sp>
      <p:sp>
        <p:nvSpPr>
          <p:cNvPr id="2" name="Abgerundetes Rechteck 1"/>
          <p:cNvSpPr/>
          <p:nvPr/>
        </p:nvSpPr>
        <p:spPr bwMode="auto">
          <a:xfrm>
            <a:off x="6895728" y="2278918"/>
            <a:ext cx="4680520" cy="1296144"/>
          </a:xfrm>
          <a:prstGeom prst="round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4850" indent="-342000" fontAlgn="base">
              <a:spcBef>
                <a:spcPct val="20000"/>
              </a:spcBef>
              <a:spcAft>
                <a:spcPct val="0"/>
              </a:spcAft>
            </a:pPr>
            <a:r>
              <a:rPr lang="en-US" sz="2000" b="1" dirty="0">
                <a:solidFill>
                  <a:srgbClr val="0033CC"/>
                </a:solidFill>
                <a:latin typeface="Courier New" pitchFamily="49" charset="0"/>
                <a:cs typeface="Courier New" pitchFamily="49" charset="0"/>
              </a:rPr>
              <a:t>&lt;name&gt; </a:t>
            </a:r>
          </a:p>
          <a:p>
            <a:pPr marL="284850" indent="-342000" fontAlgn="base">
              <a:spcBef>
                <a:spcPct val="20000"/>
              </a:spcBef>
              <a:spcAft>
                <a:spcPct val="0"/>
              </a:spcAft>
            </a:pPr>
            <a:r>
              <a:rPr lang="en-US" sz="2000" b="1" dirty="0">
                <a:solidFill>
                  <a:srgbClr val="0033CC"/>
                </a:solidFill>
                <a:latin typeface="Courier New" pitchFamily="49" charset="0"/>
                <a:cs typeface="Courier New" pitchFamily="49" charset="0"/>
              </a:rPr>
              <a:t>&lt;</a:t>
            </a:r>
            <a:r>
              <a:rPr lang="en-US" sz="2000" b="1" dirty="0" err="1">
                <a:solidFill>
                  <a:srgbClr val="0033CC"/>
                </a:solidFill>
                <a:latin typeface="Courier New" pitchFamily="49" charset="0"/>
                <a:cs typeface="Courier New" pitchFamily="49" charset="0"/>
              </a:rPr>
              <a:t>action_type</a:t>
            </a:r>
            <a:r>
              <a:rPr lang="en-US" sz="2000" b="1" dirty="0">
                <a:solidFill>
                  <a:srgbClr val="0033CC"/>
                </a:solidFill>
                <a:latin typeface="Courier New" pitchFamily="49" charset="0"/>
                <a:cs typeface="Courier New" pitchFamily="49" charset="0"/>
              </a:rPr>
              <a:t>:&lt;expression&gt;</a:t>
            </a:r>
            <a:r>
              <a:rPr lang="en-US" sz="2000" b="1" baseline="30000" dirty="0">
                <a:solidFill>
                  <a:srgbClr val="0033CC"/>
                </a:solidFill>
                <a:latin typeface="Courier New" pitchFamily="49" charset="0"/>
                <a:cs typeface="Courier New" pitchFamily="49" charset="0"/>
              </a:rPr>
              <a:t>+</a:t>
            </a:r>
            <a:r>
              <a:rPr lang="en-US" sz="2000" b="1" dirty="0">
                <a:solidFill>
                  <a:srgbClr val="0033CC"/>
                </a:solidFill>
                <a:latin typeface="Courier New" pitchFamily="49" charset="0"/>
                <a:cs typeface="Courier New" pitchFamily="49" charset="0"/>
              </a:rPr>
              <a:t>&gt;*</a:t>
            </a:r>
          </a:p>
        </p:txBody>
      </p:sp>
    </p:spTree>
    <p:extLst>
      <p:ext uri="{BB962C8B-B14F-4D97-AF65-F5344CB8AC3E}">
        <p14:creationId xmlns:p14="http://schemas.microsoft.com/office/powerpoint/2010/main" val="304034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643915"/>
            <a:ext cx="7412485" cy="984885"/>
          </a:xfrm>
        </p:spPr>
        <p:txBody>
          <a:bodyPr/>
          <a:lstStyle/>
          <a:p>
            <a:r>
              <a:rPr lang="en-US" dirty="0" err="1"/>
              <a:t>Beispiel</a:t>
            </a:r>
            <a:r>
              <a:rPr lang="en-US" dirty="0"/>
              <a:t>: </a:t>
            </a:r>
            <a:r>
              <a:rPr lang="en-US" dirty="0" err="1"/>
              <a:t>Zustände</a:t>
            </a:r>
            <a:r>
              <a:rPr lang="en-US" dirty="0"/>
              <a:t> und </a:t>
            </a:r>
            <a:r>
              <a:rPr lang="en-US" dirty="0" err="1"/>
              <a:t>Aktionen</a:t>
            </a:r>
            <a:endParaRPr lang="en-US" dirty="0"/>
          </a:p>
        </p:txBody>
      </p:sp>
      <p:sp>
        <p:nvSpPr>
          <p:cNvPr id="4" name="Inhaltsplatzhalter 3"/>
          <p:cNvSpPr>
            <a:spLocks noGrp="1"/>
          </p:cNvSpPr>
          <p:nvPr>
            <p:ph idx="1"/>
          </p:nvPr>
        </p:nvSpPr>
        <p:spPr>
          <a:xfrm>
            <a:off x="346049" y="2925726"/>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59</a:t>
            </a:fld>
            <a:r>
              <a:rPr lang="de-DE"/>
              <a:t> </a:t>
            </a:r>
            <a:endParaRPr lang="de-DE">
              <a:solidFill>
                <a:srgbClr val="00004B"/>
              </a:solidFill>
            </a:endParaRPr>
          </a:p>
        </p:txBody>
      </p:sp>
      <p:pic>
        <p:nvPicPr>
          <p:cNvPr id="1026" name="Picture 2"/>
          <p:cNvPicPr>
            <a:picLocks noChangeAspect="1" noChangeArrowheads="1"/>
          </p:cNvPicPr>
          <p:nvPr/>
        </p:nvPicPr>
        <p:blipFill>
          <a:blip r:embed="rId2" cstate="print"/>
          <a:srcRect/>
          <a:stretch>
            <a:fillRect/>
          </a:stretch>
        </p:blipFill>
        <p:spPr bwMode="auto">
          <a:xfrm>
            <a:off x="767026" y="2459685"/>
            <a:ext cx="10910818" cy="3568746"/>
          </a:xfrm>
          <a:prstGeom prst="rect">
            <a:avLst/>
          </a:prstGeom>
          <a:noFill/>
          <a:ln w="9525">
            <a:noFill/>
            <a:miter lim="800000"/>
            <a:headEnd/>
            <a:tailEnd/>
          </a:ln>
        </p:spPr>
      </p:pic>
      <p:sp>
        <p:nvSpPr>
          <p:cNvPr id="8" name="Textfeld 7"/>
          <p:cNvSpPr txBox="1"/>
          <p:nvPr/>
        </p:nvSpPr>
        <p:spPr>
          <a:xfrm>
            <a:off x="1487106" y="1720145"/>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parallel</a:t>
            </a:r>
          </a:p>
          <a:p>
            <a:pPr algn="ctr" fontAlgn="base">
              <a:spcAft>
                <a:spcPct val="0"/>
              </a:spcAft>
            </a:pPr>
            <a:r>
              <a:rPr lang="en-US" sz="2000" dirty="0">
                <a:solidFill>
                  <a:srgbClr val="00004B"/>
                </a:solidFill>
              </a:rPr>
              <a:t>state</a:t>
            </a:r>
          </a:p>
        </p:txBody>
      </p:sp>
      <p:cxnSp>
        <p:nvCxnSpPr>
          <p:cNvPr id="9" name="Gerade Verbindung mit Pfeil 8"/>
          <p:cNvCxnSpPr>
            <a:stCxn id="8" idx="2"/>
          </p:cNvCxnSpPr>
          <p:nvPr/>
        </p:nvCxnSpPr>
        <p:spPr bwMode="auto">
          <a:xfrm>
            <a:off x="2260938" y="2428031"/>
            <a:ext cx="378296" cy="216024"/>
          </a:xfrm>
          <a:prstGeom prst="straightConnector1">
            <a:avLst/>
          </a:prstGeom>
          <a:noFill/>
          <a:ln w="28575" cap="flat" cmpd="sng" algn="ctr">
            <a:solidFill>
              <a:schemeClr val="tx1"/>
            </a:solidFill>
            <a:prstDash val="sysDash"/>
            <a:round/>
            <a:headEnd type="none" w="med" len="med"/>
            <a:tailEnd type="arrow" w="med" len="med"/>
          </a:ln>
          <a:effectLst/>
        </p:spPr>
      </p:cxnSp>
      <p:sp>
        <p:nvSpPr>
          <p:cNvPr id="14" name="Textfeld 13"/>
          <p:cNvSpPr txBox="1"/>
          <p:nvPr/>
        </p:nvSpPr>
        <p:spPr>
          <a:xfrm>
            <a:off x="2927266" y="1707951"/>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exclusive</a:t>
            </a:r>
          </a:p>
          <a:p>
            <a:pPr algn="ctr" fontAlgn="base">
              <a:spcAft>
                <a:spcPct val="0"/>
              </a:spcAft>
            </a:pPr>
            <a:r>
              <a:rPr lang="en-US" sz="2000" dirty="0">
                <a:solidFill>
                  <a:srgbClr val="00004B"/>
                </a:solidFill>
              </a:rPr>
              <a:t>state</a:t>
            </a:r>
          </a:p>
        </p:txBody>
      </p:sp>
      <p:cxnSp>
        <p:nvCxnSpPr>
          <p:cNvPr id="15" name="Gerade Verbindung mit Pfeil 14"/>
          <p:cNvCxnSpPr>
            <a:stCxn id="14" idx="2"/>
          </p:cNvCxnSpPr>
          <p:nvPr/>
        </p:nvCxnSpPr>
        <p:spPr bwMode="auto">
          <a:xfrm flipH="1">
            <a:off x="3503330" y="2415837"/>
            <a:ext cx="197768" cy="732274"/>
          </a:xfrm>
          <a:prstGeom prst="straightConnector1">
            <a:avLst/>
          </a:prstGeom>
          <a:noFill/>
          <a:ln w="28575" cap="flat" cmpd="sng" algn="ctr">
            <a:solidFill>
              <a:schemeClr val="tx1"/>
            </a:solidFill>
            <a:prstDash val="sysDash"/>
            <a:round/>
            <a:headEnd type="none" w="med" len="med"/>
            <a:tailEnd type="arrow" w="med" len="med"/>
          </a:ln>
          <a:effectLst/>
        </p:spPr>
      </p:cxnSp>
      <p:sp>
        <p:nvSpPr>
          <p:cNvPr id="18" name="Textfeld 17"/>
          <p:cNvSpPr txBox="1"/>
          <p:nvPr/>
        </p:nvSpPr>
        <p:spPr>
          <a:xfrm>
            <a:off x="7500282" y="1707951"/>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entry</a:t>
            </a:r>
          </a:p>
          <a:p>
            <a:pPr algn="ctr" fontAlgn="base">
              <a:spcAft>
                <a:spcPct val="0"/>
              </a:spcAft>
            </a:pPr>
            <a:r>
              <a:rPr lang="en-US" sz="2000" dirty="0">
                <a:solidFill>
                  <a:srgbClr val="00004B"/>
                </a:solidFill>
              </a:rPr>
              <a:t>action</a:t>
            </a:r>
          </a:p>
        </p:txBody>
      </p:sp>
      <p:cxnSp>
        <p:nvCxnSpPr>
          <p:cNvPr id="19" name="Gerade Verbindung mit Pfeil 18"/>
          <p:cNvCxnSpPr>
            <a:stCxn id="18" idx="2"/>
          </p:cNvCxnSpPr>
          <p:nvPr/>
        </p:nvCxnSpPr>
        <p:spPr bwMode="auto">
          <a:xfrm flipH="1">
            <a:off x="7751802" y="2415837"/>
            <a:ext cx="522312" cy="588258"/>
          </a:xfrm>
          <a:prstGeom prst="straightConnector1">
            <a:avLst/>
          </a:prstGeom>
          <a:noFill/>
          <a:ln w="28575" cap="flat" cmpd="sng" algn="ctr">
            <a:solidFill>
              <a:schemeClr val="tx1"/>
            </a:solidFill>
            <a:prstDash val="sysDash"/>
            <a:round/>
            <a:headEnd type="none" w="med" len="med"/>
            <a:tailEnd type="arrow" w="med" len="med"/>
          </a:ln>
          <a:effectLst/>
        </p:spPr>
      </p:cxnSp>
      <p:sp>
        <p:nvSpPr>
          <p:cNvPr id="28" name="Textfeld 27"/>
          <p:cNvSpPr txBox="1"/>
          <p:nvPr/>
        </p:nvSpPr>
        <p:spPr>
          <a:xfrm>
            <a:off x="7751802" y="6213862"/>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[Fuelsys.mdl,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Tree>
    <p:extLst>
      <p:ext uri="{BB962C8B-B14F-4D97-AF65-F5344CB8AC3E}">
        <p14:creationId xmlns:p14="http://schemas.microsoft.com/office/powerpoint/2010/main" val="373035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marL="342000" indent="-342000"/>
            <a:r>
              <a:rPr lang="en-US" dirty="0" err="1"/>
              <a:t>Transitionen</a:t>
            </a:r>
            <a:endParaRPr lang="en-US" sz="4000" dirty="0"/>
          </a:p>
        </p:txBody>
      </p:sp>
      <p:sp>
        <p:nvSpPr>
          <p:cNvPr id="38" name="Inhaltsplatzhalter 37"/>
          <p:cNvSpPr>
            <a:spLocks noGrp="1"/>
          </p:cNvSpPr>
          <p:nvPr>
            <p:ph idx="1"/>
          </p:nvPr>
        </p:nvSpPr>
        <p:spPr>
          <a:xfrm>
            <a:off x="359625" y="2186071"/>
            <a:ext cx="11142533" cy="3323987"/>
          </a:xfrm>
          <a:ln>
            <a:solidFill>
              <a:schemeClr val="bg1"/>
            </a:solidFill>
          </a:ln>
        </p:spPr>
        <p:txBody>
          <a:bodyPr/>
          <a:lstStyle/>
          <a:p>
            <a:pPr marL="457200" indent="-457200">
              <a:buClr>
                <a:schemeClr val="tx1"/>
              </a:buClr>
              <a:buFont typeface="Wingdings" pitchFamily="2" charset="2"/>
              <a:buChar char="§"/>
            </a:pPr>
            <a:r>
              <a:rPr lang="en-US" sz="2400" dirty="0" err="1"/>
              <a:t>Verbinden</a:t>
            </a:r>
            <a:r>
              <a:rPr lang="en-US" sz="2400" dirty="0"/>
              <a:t> </a:t>
            </a:r>
            <a:r>
              <a:rPr lang="en-US" sz="2400" dirty="0" err="1"/>
              <a:t>Zustände</a:t>
            </a:r>
            <a:r>
              <a:rPr lang="en-US" sz="2400" dirty="0"/>
              <a:t> </a:t>
            </a:r>
          </a:p>
          <a:p>
            <a:pPr marL="342900" indent="-342900">
              <a:buClr>
                <a:schemeClr val="tx1"/>
              </a:buClr>
              <a:buFont typeface="Wingdings" pitchFamily="2" charset="2"/>
              <a:buChar char="§"/>
            </a:pPr>
            <a:r>
              <a:rPr lang="en-US" sz="2400" dirty="0"/>
              <a:t>Annotation </a:t>
            </a:r>
            <a:r>
              <a:rPr lang="en-US" sz="2400" dirty="0" err="1"/>
              <a:t>für</a:t>
            </a:r>
            <a:r>
              <a:rPr lang="en-US" sz="2400" dirty="0"/>
              <a:t> </a:t>
            </a:r>
            <a:r>
              <a:rPr lang="en-US" sz="2400" dirty="0" err="1"/>
              <a:t>Transitionen</a:t>
            </a:r>
            <a:r>
              <a:rPr lang="en-US" sz="2400" dirty="0"/>
              <a:t>:</a:t>
            </a:r>
          </a:p>
          <a:p>
            <a:pPr marL="742950" lvl="1" indent="-342900">
              <a:buClr>
                <a:schemeClr val="tx1"/>
              </a:buClr>
              <a:buFont typeface="Wingdings" pitchFamily="2" charset="2"/>
              <a:buChar char="§"/>
            </a:pPr>
            <a:r>
              <a:rPr lang="en-US" sz="2400" b="1" dirty="0">
                <a:solidFill>
                  <a:schemeClr val="tx2"/>
                </a:solidFill>
                <a:latin typeface="Courier New" pitchFamily="49" charset="0"/>
                <a:cs typeface="Courier New" pitchFamily="49" charset="0"/>
              </a:rPr>
              <a:t>&lt;</a:t>
            </a:r>
            <a:r>
              <a:rPr lang="en-US" sz="2400" b="1" dirty="0">
                <a:solidFill>
                  <a:srgbClr val="00B0F0"/>
                </a:solidFill>
                <a:latin typeface="Courier New" pitchFamily="49" charset="0"/>
                <a:cs typeface="Courier New" pitchFamily="49" charset="0"/>
              </a:rPr>
              <a:t>trigger&gt;[&lt;guard&gt;]{&lt;</a:t>
            </a:r>
            <a:r>
              <a:rPr lang="en-US" sz="2400" b="1" dirty="0" err="1">
                <a:solidFill>
                  <a:srgbClr val="00B0F0"/>
                </a:solidFill>
                <a:latin typeface="Courier New" pitchFamily="49" charset="0"/>
                <a:cs typeface="Courier New" pitchFamily="49" charset="0"/>
              </a:rPr>
              <a:t>condition_action</a:t>
            </a:r>
            <a:r>
              <a:rPr lang="en-US" sz="2400" b="1" dirty="0">
                <a:solidFill>
                  <a:srgbClr val="00B0F0"/>
                </a:solidFill>
                <a:latin typeface="Courier New" pitchFamily="49" charset="0"/>
                <a:cs typeface="Courier New" pitchFamily="49" charset="0"/>
              </a:rPr>
              <a:t>&gt;}/ &lt;</a:t>
            </a:r>
            <a:r>
              <a:rPr lang="en-US" sz="2400" b="1" dirty="0" err="1">
                <a:solidFill>
                  <a:srgbClr val="00B0F0"/>
                </a:solidFill>
                <a:latin typeface="Courier New" pitchFamily="49" charset="0"/>
                <a:cs typeface="Courier New" pitchFamily="49" charset="0"/>
              </a:rPr>
              <a:t>transition_action</a:t>
            </a:r>
            <a:r>
              <a:rPr lang="en-US" sz="2400" b="1" dirty="0">
                <a:solidFill>
                  <a:schemeClr val="tx2"/>
                </a:solidFill>
                <a:latin typeface="Courier New" pitchFamily="49" charset="0"/>
                <a:cs typeface="Courier New" pitchFamily="49" charset="0"/>
              </a:rPr>
              <a:t>&gt;</a:t>
            </a:r>
          </a:p>
          <a:p>
            <a:pPr marL="342900" indent="-342900">
              <a:buClr>
                <a:schemeClr val="tx1"/>
              </a:buClr>
              <a:buFont typeface="Wingdings" pitchFamily="2" charset="2"/>
              <a:buChar char="§"/>
            </a:pPr>
            <a:r>
              <a:rPr lang="en-US" sz="2400" dirty="0" err="1"/>
              <a:t>Annotationselemente</a:t>
            </a:r>
            <a:r>
              <a:rPr lang="en-US" sz="2400" dirty="0"/>
              <a:t>:</a:t>
            </a:r>
          </a:p>
          <a:p>
            <a:pPr marL="857250" lvl="1" indent="-457200">
              <a:buClr>
                <a:schemeClr val="tx1"/>
              </a:buClr>
              <a:buFont typeface="Wingdings" pitchFamily="2" charset="2"/>
              <a:buChar char="§"/>
            </a:pPr>
            <a:r>
              <a:rPr lang="en-US" sz="2400" dirty="0"/>
              <a:t>trigger: </a:t>
            </a:r>
            <a:r>
              <a:rPr lang="en-US" sz="2400" dirty="0" err="1"/>
              <a:t>Ereignis</a:t>
            </a:r>
            <a:endParaRPr lang="en-US" sz="2400" dirty="0"/>
          </a:p>
          <a:p>
            <a:pPr marL="742950" lvl="1" indent="-342900">
              <a:buClr>
                <a:schemeClr val="tx1"/>
              </a:buClr>
              <a:buFont typeface="Wingdings" pitchFamily="2" charset="2"/>
              <a:buChar char="§"/>
            </a:pPr>
            <a:r>
              <a:rPr lang="en-US" sz="2400" dirty="0"/>
              <a:t>guard: </a:t>
            </a:r>
            <a:r>
              <a:rPr lang="en-US" sz="2400" dirty="0" err="1"/>
              <a:t>Bedingung</a:t>
            </a:r>
            <a:r>
              <a:rPr lang="en-US" sz="2400" dirty="0"/>
              <a:t> </a:t>
            </a:r>
            <a:r>
              <a:rPr lang="en-US" sz="2400" dirty="0" err="1"/>
              <a:t>oder</a:t>
            </a:r>
            <a:r>
              <a:rPr lang="en-US" sz="2400" dirty="0"/>
              <a:t> </a:t>
            </a:r>
            <a:r>
              <a:rPr lang="en-US" sz="2400" dirty="0" err="1"/>
              <a:t>Zustandsaktivität</a:t>
            </a:r>
            <a:endParaRPr lang="en-US" sz="2400" dirty="0"/>
          </a:p>
          <a:p>
            <a:pPr marL="857250" lvl="1" indent="-457200">
              <a:buClr>
                <a:schemeClr val="tx1"/>
              </a:buClr>
              <a:buFont typeface="Wingdings" pitchFamily="2" charset="2"/>
              <a:buChar char="§"/>
            </a:pPr>
            <a:r>
              <a:rPr lang="en-US" sz="2400" dirty="0" err="1"/>
              <a:t>condition_action</a:t>
            </a:r>
            <a:r>
              <a:rPr lang="en-US" sz="2400" dirty="0"/>
              <a:t>: </a:t>
            </a:r>
            <a:r>
              <a:rPr lang="en-US" sz="2400" dirty="0" err="1"/>
              <a:t>wird</a:t>
            </a:r>
            <a:r>
              <a:rPr lang="en-US" sz="2400" dirty="0"/>
              <a:t> </a:t>
            </a:r>
            <a:r>
              <a:rPr lang="en-US" sz="2400" dirty="0" err="1"/>
              <a:t>sofort</a:t>
            </a:r>
            <a:r>
              <a:rPr lang="en-US" sz="2400" dirty="0"/>
              <a:t> </a:t>
            </a:r>
            <a:r>
              <a:rPr lang="en-US" sz="2400" dirty="0" err="1"/>
              <a:t>ausgeführt</a:t>
            </a:r>
            <a:r>
              <a:rPr lang="en-US" sz="2400" dirty="0"/>
              <a:t> </a:t>
            </a:r>
            <a:r>
              <a:rPr lang="en-US" sz="2400" dirty="0" err="1"/>
              <a:t>wenn</a:t>
            </a:r>
            <a:r>
              <a:rPr lang="en-US" sz="2400" dirty="0"/>
              <a:t> die Transition </a:t>
            </a:r>
            <a:r>
              <a:rPr lang="en-US" sz="2400" dirty="0" err="1"/>
              <a:t>verwendet</a:t>
            </a:r>
            <a:r>
              <a:rPr lang="en-US" sz="2400" dirty="0"/>
              <a:t> </a:t>
            </a:r>
            <a:r>
              <a:rPr lang="en-US" sz="2400" dirty="0" err="1"/>
              <a:t>wird</a:t>
            </a:r>
            <a:endParaRPr lang="en-US" sz="2400" dirty="0"/>
          </a:p>
          <a:p>
            <a:pPr marL="742950" lvl="1" indent="-342900">
              <a:buClr>
                <a:schemeClr val="tx1"/>
              </a:buClr>
              <a:buFont typeface="Wingdings" pitchFamily="2" charset="2"/>
              <a:buChar char="§"/>
            </a:pPr>
            <a:r>
              <a:rPr lang="en-US" sz="2400" dirty="0"/>
              <a:t>transition action: </a:t>
            </a:r>
            <a:r>
              <a:rPr lang="en-US" sz="2400" dirty="0" err="1"/>
              <a:t>wird</a:t>
            </a:r>
            <a:r>
              <a:rPr lang="en-US" sz="2400" dirty="0"/>
              <a:t> </a:t>
            </a:r>
            <a:r>
              <a:rPr lang="en-US" sz="2400" dirty="0" err="1"/>
              <a:t>ausgeführt</a:t>
            </a:r>
            <a:r>
              <a:rPr lang="en-US" sz="2400" dirty="0"/>
              <a:t> </a:t>
            </a:r>
            <a:r>
              <a:rPr lang="en-US" sz="2400" dirty="0" err="1"/>
              <a:t>wenn</a:t>
            </a:r>
            <a:r>
              <a:rPr lang="en-US" sz="2400" dirty="0"/>
              <a:t> </a:t>
            </a:r>
            <a:r>
              <a:rPr lang="en-US" sz="2400" dirty="0" err="1"/>
              <a:t>nächster</a:t>
            </a:r>
            <a:r>
              <a:rPr lang="en-US" sz="2400" dirty="0"/>
              <a:t> </a:t>
            </a:r>
            <a:r>
              <a:rPr lang="en-US" sz="2400" dirty="0" err="1"/>
              <a:t>Zustand</a:t>
            </a:r>
            <a:r>
              <a:rPr lang="en-US" sz="2400" dirty="0"/>
              <a:t> </a:t>
            </a:r>
            <a:r>
              <a:rPr lang="en-US" sz="2400" dirty="0" err="1"/>
              <a:t>erreicht</a:t>
            </a:r>
            <a:r>
              <a:rPr lang="en-US" sz="2400" dirty="0"/>
              <a:t> </a:t>
            </a:r>
            <a:r>
              <a:rPr lang="en-US" sz="2400" dirty="0" err="1"/>
              <a:t>wird</a:t>
            </a:r>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60</a:t>
            </a:fld>
            <a:r>
              <a:rPr lang="de-DE"/>
              <a:t> </a:t>
            </a:r>
            <a:endParaRPr lang="de-DE">
              <a:solidFill>
                <a:srgbClr val="00004B"/>
              </a:solidFill>
            </a:endParaRPr>
          </a:p>
        </p:txBody>
      </p:sp>
    </p:spTree>
    <p:extLst>
      <p:ext uri="{BB962C8B-B14F-4D97-AF65-F5344CB8AC3E}">
        <p14:creationId xmlns:p14="http://schemas.microsoft.com/office/powerpoint/2010/main" val="36022973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8" y="1031239"/>
            <a:ext cx="5543693" cy="984885"/>
          </a:xfrm>
        </p:spPr>
        <p:txBody>
          <a:bodyPr/>
          <a:lstStyle/>
          <a:p>
            <a:r>
              <a:rPr lang="en-US" dirty="0" err="1"/>
              <a:t>Beispiel</a:t>
            </a:r>
            <a:r>
              <a:rPr lang="en-US" dirty="0"/>
              <a:t>: </a:t>
            </a:r>
            <a:r>
              <a:rPr lang="en-US" dirty="0" err="1"/>
              <a:t>Transitionen</a:t>
            </a:r>
            <a:endParaRPr lang="de-DE" dirty="0"/>
          </a:p>
        </p:txBody>
      </p:sp>
      <p:sp>
        <p:nvSpPr>
          <p:cNvPr id="4" name="Inhaltsplatzhalter 3"/>
          <p:cNvSpPr>
            <a:spLocks noGrp="1"/>
          </p:cNvSpPr>
          <p:nvPr>
            <p:ph idx="1"/>
          </p:nvPr>
        </p:nvSpPr>
        <p:spPr>
          <a:xfrm>
            <a:off x="566537" y="3002789"/>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61</a:t>
            </a:fld>
            <a:r>
              <a:rPr lang="de-DE"/>
              <a:t> </a:t>
            </a:r>
            <a:endParaRPr lang="de-DE">
              <a:solidFill>
                <a:srgbClr val="00004B"/>
              </a:solidFill>
            </a:endParaRPr>
          </a:p>
        </p:txBody>
      </p:sp>
      <p:pic>
        <p:nvPicPr>
          <p:cNvPr id="3074" name="Picture 2"/>
          <p:cNvPicPr>
            <a:picLocks noChangeAspect="1" noChangeArrowheads="1"/>
          </p:cNvPicPr>
          <p:nvPr/>
        </p:nvPicPr>
        <p:blipFill>
          <a:blip r:embed="rId3" cstate="print"/>
          <a:srcRect/>
          <a:stretch>
            <a:fillRect/>
          </a:stretch>
        </p:blipFill>
        <p:spPr bwMode="auto">
          <a:xfrm>
            <a:off x="1353470" y="1667536"/>
            <a:ext cx="10147213" cy="3861894"/>
          </a:xfrm>
          <a:prstGeom prst="rect">
            <a:avLst/>
          </a:prstGeom>
          <a:noFill/>
          <a:ln w="9525">
            <a:noFill/>
            <a:miter lim="800000"/>
            <a:headEnd/>
            <a:tailEnd/>
          </a:ln>
        </p:spPr>
      </p:pic>
      <p:sp>
        <p:nvSpPr>
          <p:cNvPr id="10" name="Textfeld 9"/>
          <p:cNvSpPr txBox="1"/>
          <p:nvPr/>
        </p:nvSpPr>
        <p:spPr>
          <a:xfrm>
            <a:off x="2715706" y="5673442"/>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trigger event</a:t>
            </a:r>
          </a:p>
        </p:txBody>
      </p:sp>
      <p:cxnSp>
        <p:nvCxnSpPr>
          <p:cNvPr id="11" name="Gerade Verbindung mit Pfeil 10"/>
          <p:cNvCxnSpPr>
            <a:stCxn id="10" idx="0"/>
          </p:cNvCxnSpPr>
          <p:nvPr/>
        </p:nvCxnSpPr>
        <p:spPr bwMode="auto">
          <a:xfrm flipH="1" flipV="1">
            <a:off x="3435786" y="5313406"/>
            <a:ext cx="53752" cy="360036"/>
          </a:xfrm>
          <a:prstGeom prst="straightConnector1">
            <a:avLst/>
          </a:prstGeom>
          <a:noFill/>
          <a:ln w="28575" cap="flat" cmpd="sng" algn="ctr">
            <a:solidFill>
              <a:schemeClr val="tx1"/>
            </a:solidFill>
            <a:prstDash val="sysDash"/>
            <a:round/>
            <a:headEnd type="none" w="med" len="med"/>
            <a:tailEnd type="arrow" w="med" len="med"/>
          </a:ln>
          <a:effectLst/>
        </p:spPr>
      </p:cxnSp>
      <p:sp>
        <p:nvSpPr>
          <p:cNvPr id="16" name="Textfeld 15"/>
          <p:cNvSpPr txBox="1"/>
          <p:nvPr/>
        </p:nvSpPr>
        <p:spPr>
          <a:xfrm>
            <a:off x="7216714" y="5673442"/>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transition action</a:t>
            </a:r>
          </a:p>
        </p:txBody>
      </p:sp>
      <p:cxnSp>
        <p:nvCxnSpPr>
          <p:cNvPr id="17" name="Gerade Verbindung mit Pfeil 16"/>
          <p:cNvCxnSpPr>
            <a:stCxn id="16" idx="0"/>
          </p:cNvCxnSpPr>
          <p:nvPr/>
        </p:nvCxnSpPr>
        <p:spPr bwMode="auto">
          <a:xfrm flipV="1">
            <a:off x="7990546" y="3801238"/>
            <a:ext cx="485800" cy="1872204"/>
          </a:xfrm>
          <a:prstGeom prst="straightConnector1">
            <a:avLst/>
          </a:prstGeom>
          <a:noFill/>
          <a:ln w="28575" cap="flat" cmpd="sng" algn="ctr">
            <a:solidFill>
              <a:schemeClr val="tx1"/>
            </a:solidFill>
            <a:prstDash val="sysDash"/>
            <a:round/>
            <a:headEnd type="none" w="med" len="med"/>
            <a:tailEnd type="arrow" w="med" len="med"/>
          </a:ln>
          <a:effectLst/>
        </p:spPr>
      </p:cxnSp>
      <p:sp>
        <p:nvSpPr>
          <p:cNvPr id="13" name="Textfeld 12"/>
          <p:cNvSpPr txBox="1"/>
          <p:nvPr/>
        </p:nvSpPr>
        <p:spPr>
          <a:xfrm>
            <a:off x="8477098" y="6271424"/>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[Fuelsys.mdl,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
        <p:nvSpPr>
          <p:cNvPr id="12" name="Textfeld 11"/>
          <p:cNvSpPr txBox="1"/>
          <p:nvPr/>
        </p:nvSpPr>
        <p:spPr>
          <a:xfrm>
            <a:off x="53678" y="4953362"/>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default</a:t>
            </a:r>
          </a:p>
          <a:p>
            <a:pPr algn="ctr" fontAlgn="base">
              <a:spcAft>
                <a:spcPct val="0"/>
              </a:spcAft>
            </a:pPr>
            <a:r>
              <a:rPr lang="en-US" sz="2000" dirty="0">
                <a:solidFill>
                  <a:srgbClr val="00004B"/>
                </a:solidFill>
              </a:rPr>
              <a:t>transition</a:t>
            </a:r>
          </a:p>
        </p:txBody>
      </p:sp>
      <p:cxnSp>
        <p:nvCxnSpPr>
          <p:cNvPr id="14" name="Gerade Verbindung mit Pfeil 13"/>
          <p:cNvCxnSpPr/>
          <p:nvPr/>
        </p:nvCxnSpPr>
        <p:spPr bwMode="auto">
          <a:xfrm flipV="1">
            <a:off x="1023010" y="4809350"/>
            <a:ext cx="936104" cy="576064"/>
          </a:xfrm>
          <a:prstGeom prst="straightConnector1">
            <a:avLst/>
          </a:prstGeom>
          <a:noFill/>
          <a:ln w="28575" cap="flat" cmpd="sng" algn="ctr">
            <a:solidFill>
              <a:schemeClr val="tx1"/>
            </a:solidFill>
            <a:prstDash val="sysDash"/>
            <a:round/>
            <a:headEnd type="none" w="med" len="med"/>
            <a:tailEnd type="arrow" w="med" len="med"/>
          </a:ln>
          <a:effectLst/>
        </p:spPr>
      </p:cxnSp>
      <p:cxnSp>
        <p:nvCxnSpPr>
          <p:cNvPr id="15" name="Gerade Verbindung mit Pfeil 14"/>
          <p:cNvCxnSpPr>
            <a:cxnSpLocks/>
            <a:stCxn id="18" idx="2"/>
          </p:cNvCxnSpPr>
          <p:nvPr/>
        </p:nvCxnSpPr>
        <p:spPr bwMode="auto">
          <a:xfrm>
            <a:off x="7936794" y="1269609"/>
            <a:ext cx="773832" cy="979391"/>
          </a:xfrm>
          <a:prstGeom prst="straightConnector1">
            <a:avLst/>
          </a:prstGeom>
          <a:noFill/>
          <a:ln w="28575" cap="flat" cmpd="sng" algn="ctr">
            <a:solidFill>
              <a:schemeClr val="tx1"/>
            </a:solidFill>
            <a:prstDash val="sysDash"/>
            <a:round/>
            <a:headEnd type="none" w="med" len="med"/>
            <a:tailEnd type="arrow" w="med" len="med"/>
          </a:ln>
          <a:effectLst/>
        </p:spPr>
      </p:cxnSp>
      <p:sp>
        <p:nvSpPr>
          <p:cNvPr id="18" name="Textfeld 17"/>
          <p:cNvSpPr txBox="1"/>
          <p:nvPr/>
        </p:nvSpPr>
        <p:spPr>
          <a:xfrm>
            <a:off x="7162962" y="869499"/>
            <a:ext cx="1547664" cy="400110"/>
          </a:xfrm>
          <a:prstGeom prst="rect">
            <a:avLst/>
          </a:prstGeom>
          <a:noFill/>
        </p:spPr>
        <p:txBody>
          <a:bodyPr wrap="square" rtlCol="0">
            <a:spAutoFit/>
          </a:bodyPr>
          <a:lstStyle/>
          <a:p>
            <a:pPr algn="ctr" fontAlgn="base">
              <a:spcAft>
                <a:spcPct val="0"/>
              </a:spcAft>
            </a:pPr>
            <a:r>
              <a:rPr lang="en-US" sz="2000" dirty="0">
                <a:solidFill>
                  <a:srgbClr val="00004B"/>
                </a:solidFill>
              </a:rPr>
              <a:t>guard</a:t>
            </a:r>
          </a:p>
        </p:txBody>
      </p:sp>
    </p:spTree>
    <p:extLst>
      <p:ext uri="{BB962C8B-B14F-4D97-AF65-F5344CB8AC3E}">
        <p14:creationId xmlns:p14="http://schemas.microsoft.com/office/powerpoint/2010/main" val="376584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2" grpId="0"/>
      <p:bldP spid="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7087904" cy="984885"/>
          </a:xfrm>
        </p:spPr>
        <p:txBody>
          <a:bodyPr/>
          <a:lstStyle/>
          <a:p>
            <a:r>
              <a:rPr lang="en-US" dirty="0" err="1"/>
              <a:t>Beispiel</a:t>
            </a:r>
            <a:r>
              <a:rPr lang="en-US" dirty="0"/>
              <a:t>: </a:t>
            </a:r>
            <a:r>
              <a:rPr lang="en-US" dirty="0" err="1"/>
              <a:t>Transitionen</a:t>
            </a:r>
            <a:endParaRPr lang="en-US"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62</a:t>
            </a:fld>
            <a:r>
              <a:rPr lang="de-DE"/>
              <a:t> </a:t>
            </a:r>
            <a:endParaRPr lang="de-DE">
              <a:solidFill>
                <a:srgbClr val="00004B"/>
              </a:solidFill>
            </a:endParaRPr>
          </a:p>
        </p:txBody>
      </p:sp>
      <p:pic>
        <p:nvPicPr>
          <p:cNvPr id="1026" name="Picture 2"/>
          <p:cNvPicPr>
            <a:picLocks noChangeAspect="1" noChangeArrowheads="1"/>
          </p:cNvPicPr>
          <p:nvPr/>
        </p:nvPicPr>
        <p:blipFill>
          <a:blip r:embed="rId3" cstate="print"/>
          <a:srcRect/>
          <a:stretch>
            <a:fillRect/>
          </a:stretch>
        </p:blipFill>
        <p:spPr bwMode="auto">
          <a:xfrm>
            <a:off x="1009617" y="1903461"/>
            <a:ext cx="10216420" cy="3341621"/>
          </a:xfrm>
          <a:prstGeom prst="rect">
            <a:avLst/>
          </a:prstGeom>
          <a:noFill/>
          <a:ln w="9525">
            <a:noFill/>
            <a:miter lim="800000"/>
            <a:headEnd/>
            <a:tailEnd/>
          </a:ln>
        </p:spPr>
      </p:pic>
      <p:sp>
        <p:nvSpPr>
          <p:cNvPr id="55" name="Textfeld 54"/>
          <p:cNvSpPr txBox="1"/>
          <p:nvPr/>
        </p:nvSpPr>
        <p:spPr>
          <a:xfrm>
            <a:off x="8489733" y="5426629"/>
            <a:ext cx="1547664" cy="707886"/>
          </a:xfrm>
          <a:prstGeom prst="rect">
            <a:avLst/>
          </a:prstGeom>
          <a:noFill/>
        </p:spPr>
        <p:txBody>
          <a:bodyPr wrap="square" rtlCol="0">
            <a:spAutoFit/>
          </a:bodyPr>
          <a:lstStyle/>
          <a:p>
            <a:pPr algn="ctr" fontAlgn="base">
              <a:spcAft>
                <a:spcPct val="0"/>
              </a:spcAft>
            </a:pPr>
            <a:r>
              <a:rPr lang="en-US" sz="2000" dirty="0">
                <a:solidFill>
                  <a:srgbClr val="00004B"/>
                </a:solidFill>
              </a:rPr>
              <a:t>condition action</a:t>
            </a:r>
          </a:p>
        </p:txBody>
      </p:sp>
      <p:cxnSp>
        <p:nvCxnSpPr>
          <p:cNvPr id="56" name="Gerade Verbindung mit Pfeil 55"/>
          <p:cNvCxnSpPr/>
          <p:nvPr/>
        </p:nvCxnSpPr>
        <p:spPr bwMode="auto">
          <a:xfrm flipH="1" flipV="1">
            <a:off x="7301093" y="3326205"/>
            <a:ext cx="1692696" cy="2160239"/>
          </a:xfrm>
          <a:prstGeom prst="straightConnector1">
            <a:avLst/>
          </a:prstGeom>
          <a:noFill/>
          <a:ln w="28575" cap="flat" cmpd="sng" algn="ctr">
            <a:solidFill>
              <a:schemeClr val="tx1"/>
            </a:solidFill>
            <a:prstDash val="sysDash"/>
            <a:round/>
            <a:headEnd type="none" w="med" len="med"/>
            <a:tailEnd type="arrow" w="med" len="med"/>
          </a:ln>
          <a:effectLst/>
        </p:spPr>
      </p:cxnSp>
      <p:sp>
        <p:nvSpPr>
          <p:cNvPr id="28" name="Textfeld 27"/>
          <p:cNvSpPr txBox="1"/>
          <p:nvPr/>
        </p:nvSpPr>
        <p:spPr>
          <a:xfrm>
            <a:off x="7769654" y="6278531"/>
            <a:ext cx="3023585" cy="253916"/>
          </a:xfrm>
          <a:prstGeom prst="rect">
            <a:avLst/>
          </a:prstGeom>
          <a:noFill/>
        </p:spPr>
        <p:txBody>
          <a:bodyPr wrap="none" rtlCol="0">
            <a:spAutoFit/>
          </a:bodyPr>
          <a:lstStyle/>
          <a:p>
            <a:pPr fontAlgn="base">
              <a:spcBef>
                <a:spcPct val="20000"/>
              </a:spcBef>
              <a:spcAft>
                <a:spcPct val="0"/>
              </a:spcAft>
            </a:pPr>
            <a:r>
              <a:rPr lang="de-DE" sz="1050" dirty="0">
                <a:solidFill>
                  <a:srgbClr val="00004B"/>
                </a:solidFill>
              </a:rPr>
              <a:t>[Fuelsys.mdl, Simulink Demos, The </a:t>
            </a:r>
            <a:r>
              <a:rPr lang="de-DE" sz="1050" dirty="0" err="1">
                <a:solidFill>
                  <a:srgbClr val="00004B"/>
                </a:solidFill>
              </a:rPr>
              <a:t>Mathworks</a:t>
            </a:r>
            <a:r>
              <a:rPr lang="de-DE" sz="1050" dirty="0">
                <a:solidFill>
                  <a:srgbClr val="00004B"/>
                </a:solidFill>
              </a:rPr>
              <a:t>]</a:t>
            </a:r>
            <a:endParaRPr lang="en-US" sz="1050" dirty="0">
              <a:solidFill>
                <a:srgbClr val="00004B"/>
              </a:solidFill>
            </a:endParaRPr>
          </a:p>
        </p:txBody>
      </p:sp>
      <p:sp>
        <p:nvSpPr>
          <p:cNvPr id="22" name="Textfeld 21"/>
          <p:cNvSpPr txBox="1"/>
          <p:nvPr/>
        </p:nvSpPr>
        <p:spPr>
          <a:xfrm>
            <a:off x="6221989" y="5558451"/>
            <a:ext cx="1547664" cy="707886"/>
          </a:xfrm>
          <a:prstGeom prst="rect">
            <a:avLst/>
          </a:prstGeom>
          <a:noFill/>
        </p:spPr>
        <p:txBody>
          <a:bodyPr wrap="square" rtlCol="0">
            <a:spAutoFit/>
          </a:bodyPr>
          <a:lstStyle/>
          <a:p>
            <a:pPr algn="ctr" fontAlgn="base">
              <a:spcAft>
                <a:spcPct val="0"/>
              </a:spcAft>
            </a:pPr>
            <a:r>
              <a:rPr lang="de-DE" sz="2000" dirty="0" err="1">
                <a:solidFill>
                  <a:srgbClr val="00004B"/>
                </a:solidFill>
              </a:rPr>
              <a:t>implicit</a:t>
            </a:r>
            <a:endParaRPr lang="de-DE" sz="2000" dirty="0">
              <a:solidFill>
                <a:srgbClr val="00004B"/>
              </a:solidFill>
            </a:endParaRPr>
          </a:p>
          <a:p>
            <a:pPr algn="ctr" fontAlgn="base">
              <a:spcAft>
                <a:spcPct val="0"/>
              </a:spcAft>
            </a:pPr>
            <a:r>
              <a:rPr lang="de-DE" sz="2000" dirty="0" err="1">
                <a:solidFill>
                  <a:srgbClr val="00004B"/>
                </a:solidFill>
              </a:rPr>
              <a:t>event</a:t>
            </a:r>
            <a:endParaRPr lang="en-US" sz="2000" dirty="0">
              <a:solidFill>
                <a:srgbClr val="00004B"/>
              </a:solidFill>
            </a:endParaRPr>
          </a:p>
        </p:txBody>
      </p:sp>
      <p:cxnSp>
        <p:nvCxnSpPr>
          <p:cNvPr id="23" name="Gerade Verbindung mit Pfeil 22"/>
          <p:cNvCxnSpPr/>
          <p:nvPr/>
        </p:nvCxnSpPr>
        <p:spPr bwMode="auto">
          <a:xfrm flipH="1" flipV="1">
            <a:off x="6726045" y="4694355"/>
            <a:ext cx="251520" cy="851902"/>
          </a:xfrm>
          <a:prstGeom prst="straightConnector1">
            <a:avLst/>
          </a:prstGeom>
          <a:noFill/>
          <a:ln w="28575" cap="flat" cmpd="sng" algn="ctr">
            <a:solidFill>
              <a:schemeClr val="tx1"/>
            </a:solidFill>
            <a:prstDash val="sysDash"/>
            <a:round/>
            <a:headEnd type="none" w="med" len="med"/>
            <a:tailEnd type="arrow" w="med" len="med"/>
          </a:ln>
          <a:effectLst/>
        </p:spPr>
      </p:cxnSp>
    </p:spTree>
    <p:extLst>
      <p:ext uri="{BB962C8B-B14F-4D97-AF65-F5344CB8AC3E}">
        <p14:creationId xmlns:p14="http://schemas.microsoft.com/office/powerpoint/2010/main" val="314809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2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625" y="802966"/>
            <a:ext cx="6874148" cy="984885"/>
          </a:xfrm>
        </p:spPr>
        <p:txBody>
          <a:bodyPr/>
          <a:lstStyle/>
          <a:p>
            <a:r>
              <a:rPr lang="de-DE" dirty="0"/>
              <a:t>Stateflow Action Language</a:t>
            </a:r>
          </a:p>
        </p:txBody>
      </p:sp>
      <p:sp>
        <p:nvSpPr>
          <p:cNvPr id="3" name="Inhaltsplatzhalter 2"/>
          <p:cNvSpPr>
            <a:spLocks noGrp="1"/>
          </p:cNvSpPr>
          <p:nvPr>
            <p:ph idx="1"/>
          </p:nvPr>
        </p:nvSpPr>
        <p:spPr>
          <a:xfrm>
            <a:off x="359625" y="2133489"/>
            <a:ext cx="6096045" cy="3693319"/>
          </a:xfrm>
        </p:spPr>
        <p:txBody>
          <a:bodyPr/>
          <a:lstStyle/>
          <a:p>
            <a:pPr marL="342900" indent="-342900">
              <a:buFont typeface="Wingdings" pitchFamily="2" charset="2"/>
              <a:buChar char="§"/>
            </a:pPr>
            <a:r>
              <a:rPr lang="en-US" sz="2400" dirty="0"/>
              <a:t>C-</a:t>
            </a:r>
            <a:r>
              <a:rPr lang="en-US" sz="2400" dirty="0" err="1"/>
              <a:t>ähnliche</a:t>
            </a:r>
            <a:r>
              <a:rPr lang="en-US" sz="2400" dirty="0"/>
              <a:t> </a:t>
            </a:r>
            <a:r>
              <a:rPr lang="en-US" sz="2400" dirty="0" err="1"/>
              <a:t>Sprache</a:t>
            </a:r>
            <a:endParaRPr lang="en-US" sz="2400" dirty="0"/>
          </a:p>
          <a:p>
            <a:pPr marL="342900" indent="-342900">
              <a:buFont typeface="Wingdings" pitchFamily="2" charset="2"/>
              <a:buChar char="§"/>
            </a:pPr>
            <a:r>
              <a:rPr lang="en-US" sz="2400" dirty="0" err="1"/>
              <a:t>Funktionen</a:t>
            </a:r>
            <a:endParaRPr lang="en-US" sz="2400" dirty="0"/>
          </a:p>
          <a:p>
            <a:pPr marL="800100" lvl="1" indent="-342900">
              <a:buFont typeface="Wingdings" pitchFamily="2" charset="2"/>
              <a:buChar char="§"/>
            </a:pPr>
            <a:r>
              <a:rPr lang="en-US" sz="2400" dirty="0" err="1"/>
              <a:t>werden</a:t>
            </a:r>
            <a:r>
              <a:rPr lang="en-US" sz="2400" dirty="0"/>
              <a:t> </a:t>
            </a:r>
            <a:r>
              <a:rPr lang="en-US" sz="2400" dirty="0" err="1"/>
              <a:t>aus</a:t>
            </a:r>
            <a:r>
              <a:rPr lang="en-US" sz="2400" dirty="0"/>
              <a:t> Action Language </a:t>
            </a:r>
            <a:r>
              <a:rPr lang="en-US" sz="2400" dirty="0" err="1"/>
              <a:t>aufgerufen</a:t>
            </a:r>
            <a:endParaRPr lang="en-US" sz="2400" dirty="0"/>
          </a:p>
          <a:p>
            <a:pPr marL="800100" lvl="1" indent="-342900">
              <a:buFont typeface="Wingdings" pitchFamily="2" charset="2"/>
              <a:buChar char="§"/>
            </a:pPr>
            <a:r>
              <a:rPr lang="en-US" sz="2400" dirty="0" err="1"/>
              <a:t>können</a:t>
            </a:r>
            <a:r>
              <a:rPr lang="en-US" sz="2400" dirty="0"/>
              <a:t> </a:t>
            </a:r>
            <a:r>
              <a:rPr lang="en-US" sz="2400" dirty="0" err="1"/>
              <a:t>Seiteneffekte</a:t>
            </a:r>
            <a:r>
              <a:rPr lang="en-US" sz="2400" dirty="0"/>
              <a:t> </a:t>
            </a:r>
            <a:r>
              <a:rPr lang="en-US" sz="2400" dirty="0" err="1"/>
              <a:t>haben</a:t>
            </a:r>
            <a:endParaRPr lang="en-US" sz="2400" dirty="0"/>
          </a:p>
          <a:p>
            <a:pPr marL="342900" indent="-342900">
              <a:buFont typeface="Wingdings" pitchFamily="2" charset="2"/>
              <a:buChar char="§"/>
            </a:pPr>
            <a:r>
              <a:rPr lang="en-US" sz="2400" dirty="0"/>
              <a:t>Simulink </a:t>
            </a:r>
            <a:r>
              <a:rPr lang="en-US" sz="2400" dirty="0" err="1"/>
              <a:t>Funktionen</a:t>
            </a:r>
            <a:endParaRPr lang="en-US" sz="2400" dirty="0"/>
          </a:p>
          <a:p>
            <a:pPr marL="800100" lvl="1" indent="-342900">
              <a:buFont typeface="Wingdings" pitchFamily="2" charset="2"/>
              <a:buChar char="§"/>
            </a:pPr>
            <a:r>
              <a:rPr lang="en-US" sz="2400" dirty="0"/>
              <a:t>Simulink </a:t>
            </a:r>
            <a:r>
              <a:rPr lang="en-US" sz="2400" dirty="0" err="1"/>
              <a:t>Subsysteme</a:t>
            </a:r>
            <a:r>
              <a:rPr lang="en-US" sz="2400" dirty="0"/>
              <a:t> </a:t>
            </a:r>
            <a:r>
              <a:rPr lang="en-US" sz="2400" dirty="0" err="1"/>
              <a:t>können</a:t>
            </a:r>
            <a:r>
              <a:rPr lang="en-US" sz="2400" dirty="0"/>
              <a:t> </a:t>
            </a:r>
            <a:r>
              <a:rPr lang="en-US" sz="2400" dirty="0" err="1"/>
              <a:t>als</a:t>
            </a:r>
            <a:r>
              <a:rPr lang="en-US" sz="2400" dirty="0"/>
              <a:t> </a:t>
            </a:r>
            <a:r>
              <a:rPr lang="en-US" sz="2400" dirty="0" err="1"/>
              <a:t>Funktion</a:t>
            </a:r>
            <a:r>
              <a:rPr lang="en-US" sz="2400" dirty="0"/>
              <a:t> </a:t>
            </a:r>
            <a:r>
              <a:rPr lang="en-US" sz="2400" dirty="0" err="1"/>
              <a:t>eingebettet</a:t>
            </a:r>
            <a:r>
              <a:rPr lang="en-US" sz="2400" dirty="0"/>
              <a:t> </a:t>
            </a:r>
            <a:r>
              <a:rPr lang="en-US" sz="2400" dirty="0" err="1"/>
              <a:t>werden</a:t>
            </a:r>
            <a:endParaRPr lang="en-US" sz="2400" dirty="0"/>
          </a:p>
          <a:p>
            <a:pPr marL="342900" indent="-342900">
              <a:buFont typeface="Wingdings" pitchFamily="2" charset="2"/>
              <a:buChar char="§"/>
            </a:pPr>
            <a:r>
              <a:rPr lang="en-US" sz="2400" dirty="0"/>
              <a:t>MATLAB </a:t>
            </a:r>
            <a:r>
              <a:rPr lang="en-US" sz="2400" dirty="0" err="1"/>
              <a:t>Funktionen</a:t>
            </a:r>
            <a:endParaRPr lang="en-US" sz="2400" dirty="0"/>
          </a:p>
          <a:p>
            <a:pPr marL="800100" lvl="1" indent="-342900">
              <a:buFont typeface="Wingdings" pitchFamily="2" charset="2"/>
              <a:buChar char="§"/>
            </a:pPr>
            <a:r>
              <a:rPr lang="en-US" sz="2400" dirty="0"/>
              <a:t>MATLAB code </a:t>
            </a:r>
            <a:r>
              <a:rPr lang="en-US" sz="2400" dirty="0" err="1"/>
              <a:t>kann</a:t>
            </a:r>
            <a:r>
              <a:rPr lang="en-US" sz="2400" dirty="0"/>
              <a:t> </a:t>
            </a:r>
            <a:r>
              <a:rPr lang="en-US" sz="2400" dirty="0" err="1"/>
              <a:t>als</a:t>
            </a:r>
            <a:r>
              <a:rPr lang="en-US" sz="2400" dirty="0"/>
              <a:t> </a:t>
            </a:r>
            <a:r>
              <a:rPr lang="en-US" sz="2400" dirty="0" err="1"/>
              <a:t>Funktion</a:t>
            </a:r>
            <a:r>
              <a:rPr lang="en-US" sz="2400" dirty="0"/>
              <a:t> </a:t>
            </a:r>
            <a:r>
              <a:rPr lang="en-US" sz="2400" dirty="0" err="1"/>
              <a:t>eingebunden</a:t>
            </a:r>
            <a:r>
              <a:rPr lang="en-US" sz="2400" dirty="0"/>
              <a:t> </a:t>
            </a:r>
            <a:r>
              <a:rPr lang="en-US" sz="2400" dirty="0" err="1"/>
              <a:t>werden</a:t>
            </a:r>
            <a:endParaRPr lang="en-US"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63</a:t>
            </a:fld>
            <a:r>
              <a:rPr lang="de-DE"/>
              <a:t> </a:t>
            </a:r>
            <a:endParaRPr lang="de-DE">
              <a:solidFill>
                <a:srgbClr val="00004B"/>
              </a:solidFill>
            </a:endParaRPr>
          </a:p>
        </p:txBody>
      </p:sp>
      <p:sp>
        <p:nvSpPr>
          <p:cNvPr id="8" name="Textfeld 7"/>
          <p:cNvSpPr txBox="1"/>
          <p:nvPr/>
        </p:nvSpPr>
        <p:spPr>
          <a:xfrm>
            <a:off x="7679805" y="1787851"/>
            <a:ext cx="2999372" cy="701731"/>
          </a:xfrm>
          <a:prstGeom prst="rect">
            <a:avLst/>
          </a:prstGeom>
          <a:noFill/>
          <a:ln w="3175">
            <a:solidFill>
              <a:schemeClr val="tx1"/>
            </a:solidFill>
          </a:ln>
        </p:spPr>
        <p:txBody>
          <a:bodyPr wrap="square" rtlCol="0">
            <a:spAutoFit/>
          </a:bodyPr>
          <a:lstStyle/>
          <a:p>
            <a:pPr fontAlgn="base">
              <a:spcBef>
                <a:spcPct val="20000"/>
              </a:spcBef>
              <a:spcAft>
                <a:spcPct val="0"/>
              </a:spcAft>
            </a:pPr>
            <a:r>
              <a:rPr lang="es-ES" dirty="0">
                <a:solidFill>
                  <a:srgbClr val="00004B"/>
                </a:solidFill>
                <a:latin typeface="Courier New" pitchFamily="49" charset="0"/>
                <a:cs typeface="Courier New" pitchFamily="49" charset="0"/>
              </a:rPr>
              <a:t>entry: y = 0;</a:t>
            </a:r>
          </a:p>
          <a:p>
            <a:pPr fontAlgn="base">
              <a:spcBef>
                <a:spcPct val="20000"/>
              </a:spcBef>
              <a:spcAft>
                <a:spcPct val="0"/>
              </a:spcAft>
            </a:pPr>
            <a:r>
              <a:rPr lang="es-ES" dirty="0">
                <a:solidFill>
                  <a:srgbClr val="00004B"/>
                </a:solidFill>
                <a:latin typeface="Courier New" pitchFamily="49" charset="0"/>
                <a:cs typeface="Courier New" pitchFamily="49" charset="0"/>
              </a:rPr>
              <a:t>entry, during: y++;</a:t>
            </a:r>
            <a:endParaRPr lang="de-DE" dirty="0">
              <a:solidFill>
                <a:srgbClr val="00004B"/>
              </a:solidFill>
              <a:latin typeface="Courier New" pitchFamily="49" charset="0"/>
              <a:cs typeface="Courier New" pitchFamily="49" charset="0"/>
            </a:endParaRPr>
          </a:p>
        </p:txBody>
      </p:sp>
      <p:pic>
        <p:nvPicPr>
          <p:cNvPr id="7" name="Picture 2"/>
          <p:cNvPicPr>
            <a:picLocks noChangeAspect="1" noChangeArrowheads="1"/>
          </p:cNvPicPr>
          <p:nvPr/>
        </p:nvPicPr>
        <p:blipFill>
          <a:blip r:embed="rId2" cstate="print"/>
          <a:srcRect/>
          <a:stretch>
            <a:fillRect/>
          </a:stretch>
        </p:blipFill>
        <p:spPr bwMode="auto">
          <a:xfrm>
            <a:off x="6815709" y="2774909"/>
            <a:ext cx="4663944" cy="3387080"/>
          </a:xfrm>
          <a:prstGeom prst="rect">
            <a:avLst/>
          </a:prstGeom>
          <a:noFill/>
          <a:ln w="9525">
            <a:noFill/>
            <a:miter lim="800000"/>
            <a:headEnd/>
            <a:tailEnd/>
          </a:ln>
        </p:spPr>
      </p:pic>
    </p:spTree>
    <p:extLst>
      <p:ext uri="{BB962C8B-B14F-4D97-AF65-F5344CB8AC3E}">
        <p14:creationId xmlns:p14="http://schemas.microsoft.com/office/powerpoint/2010/main" val="230354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6718328" cy="984885"/>
          </a:xfrm>
        </p:spPr>
        <p:txBody>
          <a:bodyPr/>
          <a:lstStyle/>
          <a:p>
            <a:r>
              <a:rPr lang="en-US" dirty="0"/>
              <a:t>Simulation von </a:t>
            </a:r>
            <a:r>
              <a:rPr lang="en-US" dirty="0" err="1"/>
              <a:t>Stateflow</a:t>
            </a:r>
            <a:endParaRPr lang="en-US" dirty="0"/>
          </a:p>
        </p:txBody>
      </p:sp>
      <p:sp>
        <p:nvSpPr>
          <p:cNvPr id="4" name="Inhaltsplatzhalter 3"/>
          <p:cNvSpPr>
            <a:spLocks noGrp="1"/>
          </p:cNvSpPr>
          <p:nvPr>
            <p:ph idx="1"/>
          </p:nvPr>
        </p:nvSpPr>
        <p:spPr>
          <a:xfrm>
            <a:off x="390966" y="1295409"/>
            <a:ext cx="1147202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64</a:t>
            </a:fld>
            <a:r>
              <a:rPr lang="de-DE"/>
              <a:t> </a:t>
            </a:r>
            <a:endParaRPr lang="de-DE">
              <a:solidFill>
                <a:srgbClr val="00004B"/>
              </a:solidFill>
            </a:endParaRPr>
          </a:p>
        </p:txBody>
      </p:sp>
      <p:sp>
        <p:nvSpPr>
          <p:cNvPr id="7" name="Ellipse 6"/>
          <p:cNvSpPr/>
          <p:nvPr/>
        </p:nvSpPr>
        <p:spPr bwMode="auto">
          <a:xfrm>
            <a:off x="4878214" y="2200339"/>
            <a:ext cx="2186163" cy="1512168"/>
          </a:xfrm>
          <a:prstGeom prst="ellipse">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indent="-342900" algn="ctr" fontAlgn="base">
              <a:spcAft>
                <a:spcPct val="0"/>
              </a:spcAft>
            </a:pPr>
            <a:r>
              <a:rPr lang="en-US" dirty="0">
                <a:solidFill>
                  <a:srgbClr val="00004B"/>
                </a:solidFill>
              </a:rPr>
              <a:t>Simulink </a:t>
            </a:r>
            <a:r>
              <a:rPr lang="en-US" dirty="0" err="1">
                <a:solidFill>
                  <a:srgbClr val="00004B"/>
                </a:solidFill>
              </a:rPr>
              <a:t>weckt</a:t>
            </a:r>
            <a:endParaRPr lang="en-US" dirty="0">
              <a:solidFill>
                <a:srgbClr val="00004B"/>
              </a:solidFill>
            </a:endParaRPr>
          </a:p>
          <a:p>
            <a:pPr indent="-342900" algn="ctr" fontAlgn="base">
              <a:spcAft>
                <a:spcPct val="0"/>
              </a:spcAft>
            </a:pPr>
            <a:r>
              <a:rPr lang="en-US" dirty="0" err="1">
                <a:solidFill>
                  <a:srgbClr val="00004B"/>
                </a:solidFill>
              </a:rPr>
              <a:t>Stateflow</a:t>
            </a:r>
            <a:r>
              <a:rPr lang="en-US" dirty="0">
                <a:solidFill>
                  <a:srgbClr val="00004B"/>
                </a:solidFill>
              </a:rPr>
              <a:t> Chart</a:t>
            </a:r>
          </a:p>
        </p:txBody>
      </p:sp>
      <p:sp>
        <p:nvSpPr>
          <p:cNvPr id="10" name="Ellipse 9"/>
          <p:cNvSpPr/>
          <p:nvPr/>
        </p:nvSpPr>
        <p:spPr bwMode="auto">
          <a:xfrm>
            <a:off x="6966446" y="4216563"/>
            <a:ext cx="2376264" cy="1512168"/>
          </a:xfrm>
          <a:prstGeom prst="ellipse">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indent="-342900" algn="ctr" fontAlgn="base">
              <a:spcAft>
                <a:spcPct val="0"/>
              </a:spcAft>
            </a:pPr>
            <a:r>
              <a:rPr lang="en-US">
                <a:solidFill>
                  <a:srgbClr val="00004B"/>
                </a:solidFill>
              </a:rPr>
              <a:t>Chart reagiert auf Ereignisse</a:t>
            </a:r>
            <a:endParaRPr lang="en-US" dirty="0">
              <a:solidFill>
                <a:srgbClr val="00004B"/>
              </a:solidFill>
            </a:endParaRPr>
          </a:p>
        </p:txBody>
      </p:sp>
      <p:sp>
        <p:nvSpPr>
          <p:cNvPr id="11" name="Ellipse 10"/>
          <p:cNvSpPr/>
          <p:nvPr/>
        </p:nvSpPr>
        <p:spPr bwMode="auto">
          <a:xfrm>
            <a:off x="2645967" y="4216563"/>
            <a:ext cx="2186163" cy="1512168"/>
          </a:xfrm>
          <a:prstGeom prst="ellipse">
            <a:avLst/>
          </a:prstGeom>
          <a:noFill/>
          <a:ln w="31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indent="-342900" algn="ctr" fontAlgn="base">
              <a:spcAft>
                <a:spcPct val="0"/>
              </a:spcAft>
            </a:pPr>
            <a:r>
              <a:rPr lang="en-US">
                <a:solidFill>
                  <a:srgbClr val="00004B"/>
                </a:solidFill>
              </a:rPr>
              <a:t>Chart wird inaktiv</a:t>
            </a:r>
            <a:endParaRPr lang="en-US" dirty="0">
              <a:solidFill>
                <a:srgbClr val="00004B"/>
              </a:solidFill>
            </a:endParaRPr>
          </a:p>
        </p:txBody>
      </p:sp>
      <p:cxnSp>
        <p:nvCxnSpPr>
          <p:cNvPr id="13" name="Gerade Verbindung mit Pfeil 12"/>
          <p:cNvCxnSpPr>
            <a:stCxn id="7" idx="5"/>
            <a:endCxn id="10" idx="0"/>
          </p:cNvCxnSpPr>
          <p:nvPr/>
        </p:nvCxnSpPr>
        <p:spPr bwMode="auto">
          <a:xfrm>
            <a:off x="6744220" y="3491055"/>
            <a:ext cx="1410358" cy="725508"/>
          </a:xfrm>
          <a:prstGeom prst="straightConnector1">
            <a:avLst/>
          </a:prstGeom>
          <a:noFill/>
          <a:ln w="28575" cap="flat" cmpd="sng" algn="ctr">
            <a:solidFill>
              <a:schemeClr val="tx1"/>
            </a:solidFill>
            <a:prstDash val="solid"/>
            <a:round/>
            <a:headEnd type="none" w="med" len="med"/>
            <a:tailEnd type="arrow"/>
          </a:ln>
          <a:effectLst/>
        </p:spPr>
      </p:cxnSp>
      <p:cxnSp>
        <p:nvCxnSpPr>
          <p:cNvPr id="17" name="Gerade Verbindung mit Pfeil 16"/>
          <p:cNvCxnSpPr>
            <a:stCxn id="10" idx="2"/>
            <a:endCxn id="11" idx="6"/>
          </p:cNvCxnSpPr>
          <p:nvPr/>
        </p:nvCxnSpPr>
        <p:spPr bwMode="auto">
          <a:xfrm flipH="1">
            <a:off x="4832130" y="4972647"/>
            <a:ext cx="2134317" cy="0"/>
          </a:xfrm>
          <a:prstGeom prst="straightConnector1">
            <a:avLst/>
          </a:prstGeom>
          <a:noFill/>
          <a:ln w="28575" cap="flat" cmpd="sng" algn="ctr">
            <a:solidFill>
              <a:schemeClr val="tx1"/>
            </a:solidFill>
            <a:prstDash val="solid"/>
            <a:round/>
            <a:headEnd type="none" w="med" len="med"/>
            <a:tailEnd type="arrow"/>
          </a:ln>
          <a:effectLst/>
        </p:spPr>
      </p:cxnSp>
      <p:cxnSp>
        <p:nvCxnSpPr>
          <p:cNvPr id="19" name="Gerade Verbindung mit Pfeil 18"/>
          <p:cNvCxnSpPr>
            <a:stCxn id="11" idx="0"/>
            <a:endCxn id="7" idx="3"/>
          </p:cNvCxnSpPr>
          <p:nvPr/>
        </p:nvCxnSpPr>
        <p:spPr bwMode="auto">
          <a:xfrm flipV="1">
            <a:off x="3739049" y="3491055"/>
            <a:ext cx="1459321" cy="725508"/>
          </a:xfrm>
          <a:prstGeom prst="straightConnector1">
            <a:avLst/>
          </a:prstGeom>
          <a:noFill/>
          <a:ln w="2857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9841343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2398" y="1031240"/>
            <a:ext cx="7861859" cy="984885"/>
          </a:xfrm>
        </p:spPr>
        <p:txBody>
          <a:bodyPr/>
          <a:lstStyle/>
          <a:p>
            <a:r>
              <a:rPr lang="en-US" dirty="0" err="1"/>
              <a:t>Determinismus</a:t>
            </a:r>
            <a:r>
              <a:rPr lang="en-US" dirty="0"/>
              <a:t> in </a:t>
            </a:r>
            <a:r>
              <a:rPr lang="en-US" dirty="0" err="1"/>
              <a:t>Stateflow</a:t>
            </a:r>
            <a:endParaRPr lang="en-US" sz="4000" dirty="0"/>
          </a:p>
        </p:txBody>
      </p:sp>
      <p:sp>
        <p:nvSpPr>
          <p:cNvPr id="3" name="Inhaltsplatzhalter 2"/>
          <p:cNvSpPr>
            <a:spLocks noGrp="1"/>
          </p:cNvSpPr>
          <p:nvPr>
            <p:ph idx="1"/>
          </p:nvPr>
        </p:nvSpPr>
        <p:spPr>
          <a:xfrm>
            <a:off x="359625" y="2087998"/>
            <a:ext cx="7004396" cy="2963545"/>
          </a:xfrm>
        </p:spPr>
        <p:txBody>
          <a:bodyPr>
            <a:noAutofit/>
          </a:bodyPr>
          <a:lstStyle/>
          <a:p>
            <a:pPr marL="342900" indent="-342900">
              <a:buFont typeface="Wingdings" pitchFamily="2" charset="2"/>
              <a:buChar char="§"/>
            </a:pPr>
            <a:r>
              <a:rPr lang="en-US" sz="2000" dirty="0" err="1"/>
              <a:t>Harel-Statecharts</a:t>
            </a:r>
            <a:r>
              <a:rPr lang="en-US" sz="2000" dirty="0"/>
              <a:t> </a:t>
            </a:r>
            <a:r>
              <a:rPr lang="en-US" sz="2000" dirty="0" err="1"/>
              <a:t>sind</a:t>
            </a:r>
            <a:r>
              <a:rPr lang="en-US" sz="2000" dirty="0"/>
              <a:t> </a:t>
            </a:r>
            <a:r>
              <a:rPr lang="en-US" sz="2000" dirty="0" err="1"/>
              <a:t>nicht-deterministisch</a:t>
            </a:r>
            <a:endParaRPr lang="en-US" sz="2000" dirty="0"/>
          </a:p>
          <a:p>
            <a:pPr marL="342900" indent="-342900">
              <a:buFont typeface="Wingdings" pitchFamily="2" charset="2"/>
              <a:buChar char="§"/>
            </a:pPr>
            <a:endParaRPr lang="en-US" sz="2000" dirty="0"/>
          </a:p>
          <a:p>
            <a:pPr marL="342900" indent="-342900">
              <a:buFont typeface="Wingdings" pitchFamily="2" charset="2"/>
              <a:buChar char="§"/>
            </a:pPr>
            <a:r>
              <a:rPr lang="en-US" sz="2000" dirty="0" err="1"/>
              <a:t>Determinismus</a:t>
            </a:r>
            <a:r>
              <a:rPr lang="en-US" sz="2000" dirty="0"/>
              <a:t> in </a:t>
            </a:r>
            <a:r>
              <a:rPr lang="en-US" sz="2000" dirty="0" err="1"/>
              <a:t>Stateflow</a:t>
            </a:r>
            <a:r>
              <a:rPr lang="en-US" sz="2000" dirty="0"/>
              <a:t>:</a:t>
            </a:r>
          </a:p>
          <a:p>
            <a:pPr marL="800100" lvl="1" indent="-342900">
              <a:buFont typeface="Wingdings" pitchFamily="2" charset="2"/>
              <a:buChar char="§"/>
            </a:pPr>
            <a:r>
              <a:rPr lang="en-US" sz="2000" dirty="0" err="1"/>
              <a:t>explizit</a:t>
            </a:r>
            <a:r>
              <a:rPr lang="en-US" sz="2000" dirty="0"/>
              <a:t>: </a:t>
            </a:r>
            <a:r>
              <a:rPr lang="en-US" sz="2000" dirty="0" err="1"/>
              <a:t>Ausführungspriorität</a:t>
            </a:r>
            <a:r>
              <a:rPr lang="en-US" sz="2000" dirty="0"/>
              <a:t> </a:t>
            </a:r>
            <a:r>
              <a:rPr lang="en-US" sz="2000" dirty="0" err="1"/>
              <a:t>definierbar</a:t>
            </a:r>
            <a:endParaRPr lang="en-US" sz="2000" dirty="0"/>
          </a:p>
          <a:p>
            <a:pPr marL="800100" lvl="1" indent="-342900">
              <a:buFont typeface="Wingdings" pitchFamily="2" charset="2"/>
              <a:buChar char="§"/>
            </a:pPr>
            <a:r>
              <a:rPr lang="en-US" sz="2000" dirty="0" err="1"/>
              <a:t>implizit</a:t>
            </a:r>
            <a:r>
              <a:rPr lang="en-US" sz="2000" dirty="0"/>
              <a:t>:</a:t>
            </a:r>
          </a:p>
          <a:p>
            <a:pPr marL="700087" lvl="1" indent="-342900">
              <a:buFont typeface="Wingdings" pitchFamily="2" charset="2"/>
              <a:buChar char="§"/>
              <a:tabLst>
                <a:tab pos="628650" algn="l"/>
              </a:tabLst>
            </a:pPr>
            <a:r>
              <a:rPr lang="en-US" sz="2000" dirty="0" err="1"/>
              <a:t>äußere</a:t>
            </a:r>
            <a:r>
              <a:rPr lang="en-US" sz="2000" dirty="0"/>
              <a:t> </a:t>
            </a:r>
            <a:r>
              <a:rPr lang="en-US" sz="2000" dirty="0" err="1"/>
              <a:t>Transitionen</a:t>
            </a:r>
            <a:r>
              <a:rPr lang="en-US" sz="2000" dirty="0"/>
              <a:t> </a:t>
            </a:r>
            <a:r>
              <a:rPr lang="en-US" sz="2000" dirty="0" err="1"/>
              <a:t>haben</a:t>
            </a:r>
            <a:r>
              <a:rPr lang="en-US" sz="2000" dirty="0"/>
              <a:t> </a:t>
            </a:r>
            <a:r>
              <a:rPr lang="en-US" sz="2000" dirty="0" err="1"/>
              <a:t>Priorität</a:t>
            </a:r>
            <a:r>
              <a:rPr lang="en-US" sz="2000" dirty="0"/>
              <a:t> </a:t>
            </a:r>
            <a:r>
              <a:rPr lang="en-US" sz="2000" dirty="0" err="1"/>
              <a:t>über</a:t>
            </a:r>
            <a:r>
              <a:rPr lang="en-US" sz="2000" dirty="0"/>
              <a:t> </a:t>
            </a:r>
            <a:r>
              <a:rPr lang="en-US" sz="2000" dirty="0" err="1"/>
              <a:t>innere</a:t>
            </a:r>
            <a:r>
              <a:rPr lang="en-US" sz="2000" dirty="0"/>
              <a:t> </a:t>
            </a:r>
            <a:r>
              <a:rPr lang="en-US" sz="2000" dirty="0" err="1"/>
              <a:t>Transitionen</a:t>
            </a:r>
            <a:endParaRPr lang="en-US" sz="2000" dirty="0"/>
          </a:p>
          <a:p>
            <a:pPr marL="700087" lvl="1" indent="-342900">
              <a:buFont typeface="Wingdings" pitchFamily="2" charset="2"/>
              <a:buChar char="§"/>
              <a:tabLst>
                <a:tab pos="628650" algn="l"/>
              </a:tabLst>
            </a:pPr>
            <a:r>
              <a:rPr lang="en-US" sz="2000" dirty="0" err="1"/>
              <a:t>Priorisierung</a:t>
            </a:r>
            <a:r>
              <a:rPr lang="en-US" sz="2000" dirty="0"/>
              <a:t> </a:t>
            </a:r>
            <a:r>
              <a:rPr lang="en-US" sz="2000" dirty="0" err="1"/>
              <a:t>nach</a:t>
            </a:r>
            <a:r>
              <a:rPr lang="en-US" sz="2000" dirty="0"/>
              <a:t> Trigger und Guard</a:t>
            </a:r>
          </a:p>
          <a:p>
            <a:pPr marL="971550" lvl="2" indent="-342900">
              <a:buFont typeface="Wingdings" pitchFamily="2" charset="2"/>
              <a:buChar char="§"/>
            </a:pPr>
            <a:r>
              <a:rPr lang="en-US" sz="2000" dirty="0"/>
              <a:t>Trigger und Guard </a:t>
            </a:r>
          </a:p>
          <a:p>
            <a:pPr marL="971550" lvl="2" indent="-342900">
              <a:buFont typeface="Wingdings" pitchFamily="2" charset="2"/>
              <a:buChar char="§"/>
            </a:pPr>
            <a:r>
              <a:rPr lang="en-US" sz="2000" dirty="0" err="1"/>
              <a:t>nur</a:t>
            </a:r>
            <a:r>
              <a:rPr lang="en-US" sz="2000" dirty="0"/>
              <a:t> Trigger, </a:t>
            </a:r>
            <a:r>
              <a:rPr lang="en-US" sz="2000" dirty="0" err="1"/>
              <a:t>kein</a:t>
            </a:r>
            <a:r>
              <a:rPr lang="en-US" sz="2000" dirty="0"/>
              <a:t> Guard</a:t>
            </a:r>
          </a:p>
          <a:p>
            <a:pPr marL="971550" lvl="2" indent="-342900">
              <a:buFont typeface="Wingdings" pitchFamily="2" charset="2"/>
              <a:buChar char="§"/>
            </a:pPr>
            <a:r>
              <a:rPr lang="en-US" sz="2000" dirty="0" err="1"/>
              <a:t>weder</a:t>
            </a:r>
            <a:r>
              <a:rPr lang="en-US" sz="2000" dirty="0"/>
              <a:t> Trigger </a:t>
            </a:r>
            <a:r>
              <a:rPr lang="en-US" sz="2000" dirty="0" err="1"/>
              <a:t>noch</a:t>
            </a:r>
            <a:r>
              <a:rPr lang="en-US" sz="2000" dirty="0"/>
              <a:t> guard</a:t>
            </a:r>
          </a:p>
          <a:p>
            <a:pPr marL="700087" lvl="1" indent="-342900">
              <a:buFont typeface="Wingdings" pitchFamily="2" charset="2"/>
              <a:buChar char="§"/>
            </a:pPr>
            <a:r>
              <a:rPr lang="en-US" sz="2000" dirty="0" err="1"/>
              <a:t>grafische</a:t>
            </a:r>
            <a:r>
              <a:rPr lang="en-US" sz="2000" dirty="0"/>
              <a:t> </a:t>
            </a:r>
            <a:r>
              <a:rPr lang="en-US" sz="2000" dirty="0" err="1"/>
              <a:t>Anordnung</a:t>
            </a:r>
            <a:r>
              <a:rPr lang="en-US" sz="2000" dirty="0"/>
              <a:t> </a:t>
            </a:r>
            <a:r>
              <a:rPr lang="en-US" sz="2000" dirty="0" err="1"/>
              <a:t>bestimmt</a:t>
            </a:r>
            <a:r>
              <a:rPr lang="en-US" sz="2000" dirty="0"/>
              <a:t> </a:t>
            </a:r>
            <a:r>
              <a:rPr lang="en-US" sz="2000" dirty="0" err="1"/>
              <a:t>Ausführungsreihenfolge</a:t>
            </a:r>
            <a:endParaRPr lang="en-US" sz="2000" dirty="0"/>
          </a:p>
          <a:p>
            <a:pPr marL="971550" lvl="2" indent="-342900">
              <a:buFont typeface="Wingdings" pitchFamily="2" charset="2"/>
              <a:buChar char="§"/>
            </a:pPr>
            <a:r>
              <a:rPr lang="en-US" sz="2000" i="1" dirty="0"/>
              <a:t>12 o’clock rule</a:t>
            </a:r>
            <a:endParaRPr lang="en-US" sz="20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65</a:t>
            </a:fld>
            <a:r>
              <a:rPr lang="de-DE"/>
              <a:t> </a:t>
            </a:r>
            <a:endParaRPr lang="de-DE">
              <a:solidFill>
                <a:srgbClr val="00004B"/>
              </a:solidFill>
            </a:endParaRPr>
          </a:p>
        </p:txBody>
      </p:sp>
      <p:grpSp>
        <p:nvGrpSpPr>
          <p:cNvPr id="7" name="Gruppieren 6"/>
          <p:cNvGrpSpPr/>
          <p:nvPr/>
        </p:nvGrpSpPr>
        <p:grpSpPr>
          <a:xfrm>
            <a:off x="7493806" y="3137723"/>
            <a:ext cx="3924300" cy="1190625"/>
            <a:chOff x="5219700" y="2929007"/>
            <a:chExt cx="3924300" cy="1190625"/>
          </a:xfrm>
        </p:grpSpPr>
        <p:pic>
          <p:nvPicPr>
            <p:cNvPr id="1030" name="Picture 6"/>
            <p:cNvPicPr>
              <a:picLocks noChangeAspect="1" noChangeArrowheads="1"/>
            </p:cNvPicPr>
            <p:nvPr/>
          </p:nvPicPr>
          <p:blipFill>
            <a:blip r:embed="rId2" cstate="print"/>
            <a:srcRect/>
            <a:stretch>
              <a:fillRect/>
            </a:stretch>
          </p:blipFill>
          <p:spPr bwMode="auto">
            <a:xfrm>
              <a:off x="5219700" y="2929007"/>
              <a:ext cx="3924300" cy="1190625"/>
            </a:xfrm>
            <a:prstGeom prst="rect">
              <a:avLst/>
            </a:prstGeom>
            <a:noFill/>
            <a:ln w="9525">
              <a:noFill/>
              <a:miter lim="800000"/>
              <a:headEnd/>
              <a:tailEnd/>
            </a:ln>
          </p:spPr>
        </p:pic>
        <p:sp>
          <p:nvSpPr>
            <p:cNvPr id="12" name="Textfeld 11"/>
            <p:cNvSpPr txBox="1"/>
            <p:nvPr/>
          </p:nvSpPr>
          <p:spPr>
            <a:xfrm>
              <a:off x="5940152" y="3361055"/>
              <a:ext cx="720080" cy="400110"/>
            </a:xfrm>
            <a:prstGeom prst="rect">
              <a:avLst/>
            </a:prstGeom>
            <a:noFill/>
          </p:spPr>
          <p:txBody>
            <a:bodyPr wrap="square" rtlCol="0">
              <a:spAutoFit/>
            </a:bodyPr>
            <a:lstStyle/>
            <a:p>
              <a:pPr algn="ctr" fontAlgn="base">
                <a:spcAft>
                  <a:spcPct val="0"/>
                </a:spcAft>
              </a:pPr>
              <a:r>
                <a:rPr lang="en-US" sz="2000" dirty="0">
                  <a:solidFill>
                    <a:srgbClr val="FF0000"/>
                  </a:solidFill>
                </a:rPr>
                <a:t>1</a:t>
              </a:r>
            </a:p>
          </p:txBody>
        </p:sp>
        <p:sp>
          <p:nvSpPr>
            <p:cNvPr id="13" name="Textfeld 12"/>
            <p:cNvSpPr txBox="1"/>
            <p:nvPr/>
          </p:nvSpPr>
          <p:spPr>
            <a:xfrm>
              <a:off x="7164288" y="3577079"/>
              <a:ext cx="720080" cy="400110"/>
            </a:xfrm>
            <a:prstGeom prst="rect">
              <a:avLst/>
            </a:prstGeom>
            <a:noFill/>
          </p:spPr>
          <p:txBody>
            <a:bodyPr wrap="square" rtlCol="0">
              <a:spAutoFit/>
            </a:bodyPr>
            <a:lstStyle/>
            <a:p>
              <a:pPr algn="ctr" fontAlgn="base">
                <a:spcAft>
                  <a:spcPct val="0"/>
                </a:spcAft>
              </a:pPr>
              <a:r>
                <a:rPr lang="en-US" sz="2000" dirty="0">
                  <a:solidFill>
                    <a:srgbClr val="FF0000"/>
                  </a:solidFill>
                </a:rPr>
                <a:t>3</a:t>
              </a:r>
            </a:p>
          </p:txBody>
        </p:sp>
        <p:sp>
          <p:nvSpPr>
            <p:cNvPr id="14" name="Textfeld 13"/>
            <p:cNvSpPr txBox="1"/>
            <p:nvPr/>
          </p:nvSpPr>
          <p:spPr>
            <a:xfrm>
              <a:off x="8423920" y="3361055"/>
              <a:ext cx="720080" cy="400110"/>
            </a:xfrm>
            <a:prstGeom prst="rect">
              <a:avLst/>
            </a:prstGeom>
            <a:noFill/>
          </p:spPr>
          <p:txBody>
            <a:bodyPr wrap="square" rtlCol="0">
              <a:spAutoFit/>
            </a:bodyPr>
            <a:lstStyle/>
            <a:p>
              <a:pPr algn="ctr" fontAlgn="base">
                <a:spcAft>
                  <a:spcPct val="0"/>
                </a:spcAft>
              </a:pPr>
              <a:r>
                <a:rPr lang="en-US" sz="2000" dirty="0">
                  <a:solidFill>
                    <a:srgbClr val="FF0000"/>
                  </a:solidFill>
                </a:rPr>
                <a:t>2</a:t>
              </a:r>
            </a:p>
          </p:txBody>
        </p:sp>
      </p:grpSp>
    </p:spTree>
    <p:extLst>
      <p:ext uri="{BB962C8B-B14F-4D97-AF65-F5344CB8AC3E}">
        <p14:creationId xmlns:p14="http://schemas.microsoft.com/office/powerpoint/2010/main" val="33759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049" y="1031239"/>
            <a:ext cx="7444164" cy="984885"/>
          </a:xfrm>
        </p:spPr>
        <p:txBody>
          <a:bodyPr/>
          <a:lstStyle/>
          <a:p>
            <a:r>
              <a:rPr lang="en-US" dirty="0" err="1"/>
              <a:t>Implizite</a:t>
            </a:r>
            <a:r>
              <a:rPr lang="en-US" dirty="0"/>
              <a:t> Transitions-</a:t>
            </a:r>
            <a:r>
              <a:rPr lang="en-US" dirty="0" err="1"/>
              <a:t>Ordnung</a:t>
            </a:r>
            <a:endParaRPr lang="en-US"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dirty="0">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66</a:t>
            </a:fld>
            <a:r>
              <a:rPr lang="de-DE"/>
              <a:t> </a:t>
            </a:r>
            <a:endParaRPr lang="de-DE">
              <a:solidFill>
                <a:srgbClr val="00004B"/>
              </a:solidFill>
            </a:endParaRPr>
          </a:p>
        </p:txBody>
      </p:sp>
      <p:pic>
        <p:nvPicPr>
          <p:cNvPr id="3074" name="Picture 2"/>
          <p:cNvPicPr>
            <a:picLocks noChangeAspect="1" noChangeArrowheads="1"/>
          </p:cNvPicPr>
          <p:nvPr/>
        </p:nvPicPr>
        <p:blipFill>
          <a:blip r:embed="rId2" cstate="print"/>
          <a:srcRect/>
          <a:stretch>
            <a:fillRect/>
          </a:stretch>
        </p:blipFill>
        <p:spPr bwMode="auto">
          <a:xfrm>
            <a:off x="3744350" y="1829556"/>
            <a:ext cx="4716000" cy="3997205"/>
          </a:xfrm>
          <a:prstGeom prst="rect">
            <a:avLst/>
          </a:prstGeom>
          <a:noFill/>
          <a:ln w="9525">
            <a:noFill/>
            <a:miter lim="800000"/>
            <a:headEnd/>
            <a:tailEnd/>
          </a:ln>
        </p:spPr>
      </p:pic>
      <p:sp>
        <p:nvSpPr>
          <p:cNvPr id="11" name="Textfeld 10"/>
          <p:cNvSpPr txBox="1"/>
          <p:nvPr/>
        </p:nvSpPr>
        <p:spPr>
          <a:xfrm>
            <a:off x="1584110" y="2261602"/>
            <a:ext cx="2016224" cy="707886"/>
          </a:xfrm>
          <a:prstGeom prst="rect">
            <a:avLst/>
          </a:prstGeom>
          <a:noFill/>
        </p:spPr>
        <p:txBody>
          <a:bodyPr wrap="square" rtlCol="0">
            <a:spAutoFit/>
          </a:bodyPr>
          <a:lstStyle/>
          <a:p>
            <a:pPr algn="ctr" fontAlgn="base">
              <a:spcAft>
                <a:spcPct val="0"/>
              </a:spcAft>
            </a:pPr>
            <a:r>
              <a:rPr lang="en-US" sz="2000">
                <a:solidFill>
                  <a:srgbClr val="00004B"/>
                </a:solidFill>
              </a:rPr>
              <a:t>trigger &gt; guard </a:t>
            </a:r>
          </a:p>
          <a:p>
            <a:pPr algn="ctr" fontAlgn="base">
              <a:spcAft>
                <a:spcPct val="0"/>
              </a:spcAft>
            </a:pPr>
            <a:r>
              <a:rPr lang="en-US" sz="2000">
                <a:solidFill>
                  <a:srgbClr val="00004B"/>
                </a:solidFill>
                <a:cs typeface="Courier New" pitchFamily="49" charset="0"/>
              </a:rPr>
              <a:t>→ #1</a:t>
            </a:r>
            <a:r>
              <a:rPr lang="en-US" sz="2000">
                <a:solidFill>
                  <a:srgbClr val="00004B"/>
                </a:solidFill>
              </a:rPr>
              <a:t> </a:t>
            </a:r>
          </a:p>
        </p:txBody>
      </p:sp>
      <p:cxnSp>
        <p:nvCxnSpPr>
          <p:cNvPr id="12" name="Gerade Verbindung mit Pfeil 11"/>
          <p:cNvCxnSpPr>
            <a:stCxn id="11" idx="3"/>
          </p:cNvCxnSpPr>
          <p:nvPr/>
        </p:nvCxnSpPr>
        <p:spPr bwMode="auto">
          <a:xfrm>
            <a:off x="3600334" y="2615547"/>
            <a:ext cx="1368152" cy="510153"/>
          </a:xfrm>
          <a:prstGeom prst="straightConnector1">
            <a:avLst/>
          </a:prstGeom>
          <a:noFill/>
          <a:ln w="28575" cap="flat" cmpd="sng" algn="ctr">
            <a:solidFill>
              <a:schemeClr val="tx1"/>
            </a:solidFill>
            <a:prstDash val="sysDash"/>
            <a:round/>
            <a:headEnd type="none" w="med" len="med"/>
            <a:tailEnd type="arrow" w="med" len="med"/>
          </a:ln>
          <a:effectLst/>
        </p:spPr>
      </p:cxnSp>
      <p:sp>
        <p:nvSpPr>
          <p:cNvPr id="20" name="Textfeld 19"/>
          <p:cNvSpPr txBox="1"/>
          <p:nvPr/>
        </p:nvSpPr>
        <p:spPr>
          <a:xfrm>
            <a:off x="1944150" y="3845778"/>
            <a:ext cx="1259632" cy="707886"/>
          </a:xfrm>
          <a:prstGeom prst="rect">
            <a:avLst/>
          </a:prstGeom>
          <a:noFill/>
        </p:spPr>
        <p:txBody>
          <a:bodyPr wrap="square" rtlCol="0">
            <a:spAutoFit/>
          </a:bodyPr>
          <a:lstStyle/>
          <a:p>
            <a:pPr algn="ctr" fontAlgn="base">
              <a:spcAft>
                <a:spcPct val="0"/>
              </a:spcAft>
            </a:pPr>
            <a:r>
              <a:rPr lang="en-US" sz="2000">
                <a:solidFill>
                  <a:srgbClr val="00004B"/>
                </a:solidFill>
                <a:cs typeface="Courier New" pitchFamily="49" charset="0"/>
              </a:rPr>
              <a:t>8 o</a:t>
            </a:r>
            <a:r>
              <a:rPr lang="en-US" sz="2000">
                <a:solidFill>
                  <a:srgbClr val="00004B"/>
                </a:solidFill>
              </a:rPr>
              <a:t>’</a:t>
            </a:r>
            <a:r>
              <a:rPr lang="en-US" sz="2000">
                <a:solidFill>
                  <a:srgbClr val="00004B"/>
                </a:solidFill>
                <a:cs typeface="Courier New" pitchFamily="49" charset="0"/>
              </a:rPr>
              <a:t>clock</a:t>
            </a:r>
          </a:p>
          <a:p>
            <a:pPr algn="ctr" fontAlgn="base">
              <a:spcAft>
                <a:spcPct val="0"/>
              </a:spcAft>
            </a:pPr>
            <a:r>
              <a:rPr lang="en-US" sz="2000">
                <a:solidFill>
                  <a:srgbClr val="00004B"/>
                </a:solidFill>
                <a:cs typeface="Courier New" pitchFamily="49" charset="0"/>
              </a:rPr>
              <a:t>→ #4</a:t>
            </a:r>
            <a:r>
              <a:rPr lang="en-US" sz="2000">
                <a:solidFill>
                  <a:srgbClr val="00004B"/>
                </a:solidFill>
              </a:rPr>
              <a:t> </a:t>
            </a:r>
          </a:p>
        </p:txBody>
      </p:sp>
      <p:cxnSp>
        <p:nvCxnSpPr>
          <p:cNvPr id="21" name="Gerade Verbindung mit Pfeil 20"/>
          <p:cNvCxnSpPr>
            <a:stCxn id="20" idx="3"/>
          </p:cNvCxnSpPr>
          <p:nvPr/>
        </p:nvCxnSpPr>
        <p:spPr bwMode="auto">
          <a:xfrm flipV="1">
            <a:off x="3203782" y="4061804"/>
            <a:ext cx="2268760" cy="137919"/>
          </a:xfrm>
          <a:prstGeom prst="straightConnector1">
            <a:avLst/>
          </a:prstGeom>
          <a:noFill/>
          <a:ln w="28575" cap="flat" cmpd="sng" algn="ctr">
            <a:solidFill>
              <a:schemeClr val="tx1"/>
            </a:solidFill>
            <a:prstDash val="sysDash"/>
            <a:round/>
            <a:headEnd type="none" w="med" len="med"/>
            <a:tailEnd type="arrow" w="med" len="med"/>
          </a:ln>
          <a:effectLst/>
        </p:spPr>
      </p:cxnSp>
      <p:sp>
        <p:nvSpPr>
          <p:cNvPr id="22" name="Textfeld 21"/>
          <p:cNvSpPr txBox="1"/>
          <p:nvPr/>
        </p:nvSpPr>
        <p:spPr>
          <a:xfrm>
            <a:off x="5004998" y="5645978"/>
            <a:ext cx="1259632" cy="707886"/>
          </a:xfrm>
          <a:prstGeom prst="rect">
            <a:avLst/>
          </a:prstGeom>
          <a:noFill/>
        </p:spPr>
        <p:txBody>
          <a:bodyPr wrap="square" rtlCol="0">
            <a:spAutoFit/>
          </a:bodyPr>
          <a:lstStyle/>
          <a:p>
            <a:pPr algn="ctr" fontAlgn="base">
              <a:spcAft>
                <a:spcPct val="0"/>
              </a:spcAft>
            </a:pPr>
            <a:r>
              <a:rPr lang="en-US" sz="2000" dirty="0">
                <a:solidFill>
                  <a:srgbClr val="00004B"/>
                </a:solidFill>
              </a:rPr>
              <a:t>5 o’clock </a:t>
            </a:r>
          </a:p>
          <a:p>
            <a:pPr algn="ctr" fontAlgn="base">
              <a:spcAft>
                <a:spcPct val="0"/>
              </a:spcAft>
            </a:pPr>
            <a:r>
              <a:rPr lang="en-US" sz="2000" dirty="0">
                <a:solidFill>
                  <a:srgbClr val="00004B"/>
                </a:solidFill>
                <a:cs typeface="Courier New" pitchFamily="49" charset="0"/>
              </a:rPr>
              <a:t>→ #3</a:t>
            </a:r>
            <a:r>
              <a:rPr lang="en-US" sz="2000" dirty="0">
                <a:solidFill>
                  <a:srgbClr val="00004B"/>
                </a:solidFill>
              </a:rPr>
              <a:t> </a:t>
            </a:r>
          </a:p>
        </p:txBody>
      </p:sp>
      <p:cxnSp>
        <p:nvCxnSpPr>
          <p:cNvPr id="23" name="Gerade Verbindung mit Pfeil 22"/>
          <p:cNvCxnSpPr>
            <a:stCxn id="22" idx="0"/>
          </p:cNvCxnSpPr>
          <p:nvPr/>
        </p:nvCxnSpPr>
        <p:spPr bwMode="auto">
          <a:xfrm flipV="1">
            <a:off x="5634814" y="4205818"/>
            <a:ext cx="701824" cy="1440160"/>
          </a:xfrm>
          <a:prstGeom prst="straightConnector1">
            <a:avLst/>
          </a:prstGeom>
          <a:noFill/>
          <a:ln w="28575" cap="flat" cmpd="sng" algn="ctr">
            <a:solidFill>
              <a:schemeClr val="tx1"/>
            </a:solidFill>
            <a:prstDash val="sysDash"/>
            <a:round/>
            <a:headEnd type="none" w="med" len="med"/>
            <a:tailEnd type="arrow" w="med" len="med"/>
          </a:ln>
          <a:effectLst/>
        </p:spPr>
      </p:cxnSp>
      <p:sp>
        <p:nvSpPr>
          <p:cNvPr id="24" name="Textfeld 23"/>
          <p:cNvSpPr txBox="1"/>
          <p:nvPr/>
        </p:nvSpPr>
        <p:spPr>
          <a:xfrm>
            <a:off x="9072942" y="4637866"/>
            <a:ext cx="1224136" cy="707886"/>
          </a:xfrm>
          <a:prstGeom prst="rect">
            <a:avLst/>
          </a:prstGeom>
          <a:noFill/>
        </p:spPr>
        <p:txBody>
          <a:bodyPr wrap="square" rtlCol="0">
            <a:spAutoFit/>
          </a:bodyPr>
          <a:lstStyle/>
          <a:p>
            <a:pPr algn="ctr" fontAlgn="base">
              <a:spcAft>
                <a:spcPct val="0"/>
              </a:spcAft>
            </a:pPr>
            <a:r>
              <a:rPr lang="en-US" sz="2000">
                <a:solidFill>
                  <a:srgbClr val="00004B"/>
                </a:solidFill>
                <a:cs typeface="Courier New" pitchFamily="49" charset="0"/>
              </a:rPr>
              <a:t>4 o</a:t>
            </a:r>
            <a:r>
              <a:rPr lang="en-US" sz="2000">
                <a:solidFill>
                  <a:srgbClr val="00004B"/>
                </a:solidFill>
              </a:rPr>
              <a:t>’</a:t>
            </a:r>
            <a:r>
              <a:rPr lang="en-US" sz="2000">
                <a:solidFill>
                  <a:srgbClr val="00004B"/>
                </a:solidFill>
                <a:cs typeface="Courier New" pitchFamily="49" charset="0"/>
              </a:rPr>
              <a:t>clock</a:t>
            </a:r>
          </a:p>
          <a:p>
            <a:pPr algn="ctr" fontAlgn="base">
              <a:spcAft>
                <a:spcPct val="0"/>
              </a:spcAft>
            </a:pPr>
            <a:r>
              <a:rPr lang="en-US" sz="2000">
                <a:solidFill>
                  <a:srgbClr val="00004B"/>
                </a:solidFill>
                <a:cs typeface="Courier New" pitchFamily="49" charset="0"/>
              </a:rPr>
              <a:t>→ #2</a:t>
            </a:r>
            <a:r>
              <a:rPr lang="en-US" sz="2000">
                <a:solidFill>
                  <a:srgbClr val="00004B"/>
                </a:solidFill>
              </a:rPr>
              <a:t> </a:t>
            </a:r>
          </a:p>
        </p:txBody>
      </p:sp>
      <p:cxnSp>
        <p:nvCxnSpPr>
          <p:cNvPr id="25" name="Gerade Verbindung mit Pfeil 24"/>
          <p:cNvCxnSpPr>
            <a:stCxn id="24" idx="1"/>
          </p:cNvCxnSpPr>
          <p:nvPr/>
        </p:nvCxnSpPr>
        <p:spPr bwMode="auto">
          <a:xfrm flipH="1" flipV="1">
            <a:off x="6696678" y="3917788"/>
            <a:ext cx="2376264" cy="1074023"/>
          </a:xfrm>
          <a:prstGeom prst="straightConnector1">
            <a:avLst/>
          </a:prstGeom>
          <a:noFill/>
          <a:ln w="28575" cap="flat" cmpd="sng" algn="ctr">
            <a:solidFill>
              <a:schemeClr val="tx1"/>
            </a:solidFill>
            <a:prstDash val="sysDash"/>
            <a:round/>
            <a:headEnd type="none" w="med" len="med"/>
            <a:tailEnd type="arrow" w="med" len="med"/>
          </a:ln>
          <a:effectLst/>
        </p:spPr>
      </p:cxnSp>
      <p:sp>
        <p:nvSpPr>
          <p:cNvPr id="26" name="Textfeld 25"/>
          <p:cNvSpPr txBox="1"/>
          <p:nvPr/>
        </p:nvSpPr>
        <p:spPr>
          <a:xfrm>
            <a:off x="8712902" y="1901562"/>
            <a:ext cx="1368152" cy="707886"/>
          </a:xfrm>
          <a:prstGeom prst="rect">
            <a:avLst/>
          </a:prstGeom>
          <a:noFill/>
        </p:spPr>
        <p:txBody>
          <a:bodyPr wrap="square" rtlCol="0">
            <a:spAutoFit/>
          </a:bodyPr>
          <a:lstStyle/>
          <a:p>
            <a:pPr algn="ctr" fontAlgn="base">
              <a:spcAft>
                <a:spcPct val="0"/>
              </a:spcAft>
            </a:pPr>
            <a:r>
              <a:rPr lang="en-US" sz="2000" dirty="0">
                <a:solidFill>
                  <a:srgbClr val="00004B"/>
                </a:solidFill>
              </a:rPr>
              <a:t>12 o’clock </a:t>
            </a:r>
          </a:p>
          <a:p>
            <a:pPr algn="ctr" fontAlgn="base">
              <a:spcAft>
                <a:spcPct val="0"/>
              </a:spcAft>
            </a:pPr>
            <a:r>
              <a:rPr lang="en-US" sz="2000" dirty="0">
                <a:solidFill>
                  <a:srgbClr val="00004B"/>
                </a:solidFill>
                <a:cs typeface="Courier New" pitchFamily="49" charset="0"/>
              </a:rPr>
              <a:t>→ #5</a:t>
            </a:r>
            <a:r>
              <a:rPr lang="en-US" sz="2000" dirty="0">
                <a:solidFill>
                  <a:srgbClr val="00004B"/>
                </a:solidFill>
              </a:rPr>
              <a:t> </a:t>
            </a:r>
          </a:p>
        </p:txBody>
      </p:sp>
      <p:cxnSp>
        <p:nvCxnSpPr>
          <p:cNvPr id="27" name="Gerade Verbindung mit Pfeil 26"/>
          <p:cNvCxnSpPr>
            <a:stCxn id="26" idx="1"/>
          </p:cNvCxnSpPr>
          <p:nvPr/>
        </p:nvCxnSpPr>
        <p:spPr bwMode="auto">
          <a:xfrm flipH="1">
            <a:off x="6120614" y="2255507"/>
            <a:ext cx="2592288" cy="942201"/>
          </a:xfrm>
          <a:prstGeom prst="straightConnector1">
            <a:avLst/>
          </a:prstGeom>
          <a:noFill/>
          <a:ln w="28575" cap="flat" cmpd="sng" algn="ctr">
            <a:solidFill>
              <a:schemeClr val="tx1"/>
            </a:solidFill>
            <a:prstDash val="sysDash"/>
            <a:round/>
            <a:headEnd type="none" w="med" len="med"/>
            <a:tailEnd type="arrow" w="med" len="med"/>
          </a:ln>
          <a:effectLst/>
        </p:spPr>
      </p:cxnSp>
    </p:spTree>
    <p:extLst>
      <p:ext uri="{BB962C8B-B14F-4D97-AF65-F5344CB8AC3E}">
        <p14:creationId xmlns:p14="http://schemas.microsoft.com/office/powerpoint/2010/main" val="373431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P spid="22" grpId="0"/>
      <p:bldP spid="24" grpId="0"/>
      <p:bldP spid="2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835F-A454-B647-B468-F1C10A96E6CF}"/>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9BCB4BA4-AC12-75EF-2EA8-DF5E0F2FC4F6}"/>
              </a:ext>
            </a:extLst>
          </p:cNvPr>
          <p:cNvSpPr>
            <a:spLocks noGrp="1"/>
          </p:cNvSpPr>
          <p:nvPr>
            <p:ph type="title"/>
          </p:nvPr>
        </p:nvSpPr>
        <p:spPr/>
        <p:txBody>
          <a:bodyPr/>
          <a:lstStyle/>
          <a:p>
            <a:r>
              <a:rPr lang="de-DE" dirty="0"/>
              <a:t>Überblick</a:t>
            </a:r>
          </a:p>
        </p:txBody>
      </p:sp>
      <p:sp>
        <p:nvSpPr>
          <p:cNvPr id="9" name="Untertitel 8">
            <a:extLst>
              <a:ext uri="{FF2B5EF4-FFF2-40B4-BE49-F238E27FC236}">
                <a16:creationId xmlns:a16="http://schemas.microsoft.com/office/drawing/2014/main" id="{435A96C7-229A-85B0-F41D-98AC70122118}"/>
              </a:ext>
            </a:extLst>
          </p:cNvPr>
          <p:cNvSpPr>
            <a:spLocks noGrp="1"/>
          </p:cNvSpPr>
          <p:nvPr>
            <p:ph idx="1"/>
          </p:nvPr>
        </p:nvSpPr>
        <p:spPr>
          <a:xfrm>
            <a:off x="346430" y="2558542"/>
            <a:ext cx="8428430" cy="2963545"/>
          </a:xfrm>
        </p:spPr>
        <p:txBody>
          <a:bodyPr>
            <a:normAutofit/>
          </a:bodyPr>
          <a:lstStyle/>
          <a:p>
            <a:pPr marL="285750" indent="-285750">
              <a:buFont typeface="Wingdings" pitchFamily="2" charset="2"/>
              <a:buChar char="§"/>
            </a:pPr>
            <a:r>
              <a:rPr lang="de-DE" sz="2400" dirty="0">
                <a:solidFill>
                  <a:schemeClr val="bg1">
                    <a:lumMod val="75000"/>
                  </a:schemeClr>
                </a:solidFill>
              </a:rPr>
              <a:t>Simulink</a:t>
            </a:r>
          </a:p>
          <a:p>
            <a:pPr marL="628650" lvl="1" indent="-285750" algn="l">
              <a:buFont typeface="Wingdings" pitchFamily="2" charset="2"/>
              <a:buChar char="§"/>
            </a:pPr>
            <a:r>
              <a:rPr lang="de-DE" sz="2400" dirty="0">
                <a:solidFill>
                  <a:schemeClr val="bg1">
                    <a:lumMod val="75000"/>
                  </a:schemeClr>
                </a:solidFill>
              </a:rPr>
              <a:t>Einführung</a:t>
            </a:r>
          </a:p>
          <a:p>
            <a:pPr marL="628650" lvl="1" indent="-285750" algn="l">
              <a:buFont typeface="Wingdings" pitchFamily="2" charset="2"/>
              <a:buChar char="§"/>
            </a:pPr>
            <a:r>
              <a:rPr lang="de-DE" sz="2400" dirty="0">
                <a:solidFill>
                  <a:schemeClr val="bg1">
                    <a:lumMod val="75000"/>
                  </a:schemeClr>
                </a:solidFill>
              </a:rPr>
              <a:t>Syntax und Semantik</a:t>
            </a:r>
          </a:p>
          <a:p>
            <a:pPr marL="628650" lvl="1" indent="-285750" algn="l">
              <a:buFont typeface="Wingdings" pitchFamily="2" charset="2"/>
              <a:buChar char="§"/>
            </a:pPr>
            <a:r>
              <a:rPr lang="de-DE" sz="2400" dirty="0">
                <a:solidFill>
                  <a:schemeClr val="bg1">
                    <a:lumMod val="75000"/>
                  </a:schemeClr>
                </a:solidFill>
              </a:rPr>
              <a:t>Anwendungsbeispiel</a:t>
            </a:r>
          </a:p>
          <a:p>
            <a:pPr marL="285750" indent="-285750">
              <a:buFont typeface="Wingdings" pitchFamily="2" charset="2"/>
              <a:buChar char="§"/>
            </a:pPr>
            <a:r>
              <a:rPr lang="de-DE" sz="2400" dirty="0" err="1">
                <a:solidFill>
                  <a:schemeClr val="bg1">
                    <a:lumMod val="75000"/>
                  </a:schemeClr>
                </a:solidFill>
              </a:rPr>
              <a:t>Stateflow</a:t>
            </a:r>
            <a:endParaRPr lang="de-DE" sz="2400" dirty="0">
              <a:solidFill>
                <a:schemeClr val="bg1">
                  <a:lumMod val="75000"/>
                </a:schemeClr>
              </a:solidFill>
            </a:endParaRPr>
          </a:p>
          <a:p>
            <a:pPr marL="628650" lvl="1" indent="-285750" algn="l">
              <a:buFont typeface="Wingdings" pitchFamily="2" charset="2"/>
              <a:buChar char="§"/>
            </a:pPr>
            <a:r>
              <a:rPr lang="de-DE" sz="2400" dirty="0">
                <a:solidFill>
                  <a:schemeClr val="bg1">
                    <a:lumMod val="75000"/>
                  </a:schemeClr>
                </a:solidFill>
              </a:rPr>
              <a:t>Einführung</a:t>
            </a:r>
          </a:p>
          <a:p>
            <a:pPr marL="628650" lvl="1" indent="-285750" algn="l">
              <a:buFont typeface="Wingdings" pitchFamily="2" charset="2"/>
              <a:buChar char="§"/>
            </a:pPr>
            <a:r>
              <a:rPr lang="de-DE" sz="2400" dirty="0">
                <a:solidFill>
                  <a:schemeClr val="bg1">
                    <a:lumMod val="75000"/>
                  </a:schemeClr>
                </a:solidFill>
              </a:rPr>
              <a:t>Syntax und Semantik</a:t>
            </a:r>
          </a:p>
          <a:p>
            <a:pPr marL="285750" indent="-285750">
              <a:buFont typeface="Wingdings" pitchFamily="2" charset="2"/>
              <a:buChar char="§"/>
            </a:pPr>
            <a:r>
              <a:rPr lang="de-DE" sz="2400" dirty="0"/>
              <a:t>Code Generierung</a:t>
            </a:r>
          </a:p>
        </p:txBody>
      </p:sp>
      <p:sp>
        <p:nvSpPr>
          <p:cNvPr id="5" name="Fußzeilenplatzhalter 4">
            <a:extLst>
              <a:ext uri="{FF2B5EF4-FFF2-40B4-BE49-F238E27FC236}">
                <a16:creationId xmlns:a16="http://schemas.microsoft.com/office/drawing/2014/main" id="{BC6D7133-C41C-70CA-D34E-26A44C0F727E}"/>
              </a:ext>
            </a:extLst>
          </p:cNvPr>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p>
        </p:txBody>
      </p:sp>
      <p:sp>
        <p:nvSpPr>
          <p:cNvPr id="6" name="Foliennummernplatzhalter 5">
            <a:extLst>
              <a:ext uri="{FF2B5EF4-FFF2-40B4-BE49-F238E27FC236}">
                <a16:creationId xmlns:a16="http://schemas.microsoft.com/office/drawing/2014/main" id="{A1022BCF-8C64-426E-5239-769BA074F877}"/>
              </a:ext>
            </a:extLst>
          </p:cNvPr>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67</a:t>
            </a:fld>
            <a:r>
              <a:rPr lang="de-DE"/>
              <a:t> </a:t>
            </a:r>
          </a:p>
        </p:txBody>
      </p:sp>
    </p:spTree>
    <p:extLst>
      <p:ext uri="{BB962C8B-B14F-4D97-AF65-F5344CB8AC3E}">
        <p14:creationId xmlns:p14="http://schemas.microsoft.com/office/powerpoint/2010/main" val="16476072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430" y="722480"/>
            <a:ext cx="8422461" cy="1231106"/>
          </a:xfrm>
        </p:spPr>
        <p:txBody>
          <a:bodyPr/>
          <a:lstStyle/>
          <a:p>
            <a:r>
              <a:rPr lang="en-US" sz="4000" dirty="0"/>
              <a:t>Code </a:t>
            </a:r>
            <a:r>
              <a:rPr lang="en-US" sz="4000" dirty="0" err="1"/>
              <a:t>Generatoren</a:t>
            </a:r>
            <a:endParaRPr lang="en-US" sz="4000" dirty="0"/>
          </a:p>
        </p:txBody>
      </p:sp>
      <p:sp>
        <p:nvSpPr>
          <p:cNvPr id="3" name="Inhaltsplatzhalter 2"/>
          <p:cNvSpPr>
            <a:spLocks noGrp="1"/>
          </p:cNvSpPr>
          <p:nvPr>
            <p:ph idx="1"/>
          </p:nvPr>
        </p:nvSpPr>
        <p:spPr>
          <a:xfrm>
            <a:off x="346430" y="2131030"/>
            <a:ext cx="11374515" cy="4308872"/>
          </a:xfrm>
        </p:spPr>
        <p:txBody>
          <a:bodyPr/>
          <a:lstStyle/>
          <a:p>
            <a:pPr marL="285750" indent="-285750">
              <a:buFont typeface="Wingdings" pitchFamily="2" charset="2"/>
              <a:buChar char="§"/>
            </a:pPr>
            <a:r>
              <a:rPr lang="en-US" sz="2800" dirty="0" err="1"/>
              <a:t>Mathworks</a:t>
            </a:r>
            <a:r>
              <a:rPr lang="en-US" sz="2800" dirty="0"/>
              <a:t> Simulink Coder</a:t>
            </a:r>
          </a:p>
          <a:p>
            <a:pPr marL="742950" lvl="1" indent="-285750">
              <a:buFont typeface="Wingdings" pitchFamily="2" charset="2"/>
              <a:buChar char="§"/>
            </a:pPr>
            <a:r>
              <a:rPr lang="en-US" sz="2800" dirty="0"/>
              <a:t>C &amp; C++ </a:t>
            </a:r>
            <a:r>
              <a:rPr lang="en-US" sz="2800" dirty="0" err="1"/>
              <a:t>Codegenerierung</a:t>
            </a:r>
            <a:endParaRPr lang="en-US" sz="2800" dirty="0"/>
          </a:p>
          <a:p>
            <a:pPr marL="742950" lvl="1" indent="-285750">
              <a:buFont typeface="Wingdings" pitchFamily="2" charset="2"/>
              <a:buChar char="§"/>
            </a:pPr>
            <a:r>
              <a:rPr lang="de-DE" sz="2800" dirty="0"/>
              <a:t>Innerhalb von Simulink</a:t>
            </a:r>
            <a:endParaRPr lang="en-US" sz="2800" dirty="0"/>
          </a:p>
          <a:p>
            <a:pPr marL="742950" lvl="1" indent="-285750">
              <a:buFont typeface="Wingdings" pitchFamily="2" charset="2"/>
              <a:buChar char="§"/>
            </a:pPr>
            <a:r>
              <a:rPr lang="en-US" sz="2800" dirty="0"/>
              <a:t>Embedded Coder</a:t>
            </a:r>
          </a:p>
          <a:p>
            <a:pPr marL="742950" lvl="1" indent="-285750">
              <a:buFont typeface="Wingdings" pitchFamily="2" charset="2"/>
              <a:buChar char="§"/>
            </a:pPr>
            <a:r>
              <a:rPr lang="en-US" sz="2800" dirty="0"/>
              <a:t>Simulink HDL Coder</a:t>
            </a:r>
          </a:p>
          <a:p>
            <a:pPr marL="1200150" lvl="2" indent="-285750">
              <a:buFont typeface="Wingdings" pitchFamily="2" charset="2"/>
              <a:buChar char="§"/>
            </a:pPr>
            <a:r>
              <a:rPr lang="en-US" sz="2800" dirty="0" err="1"/>
              <a:t>Generierung</a:t>
            </a:r>
            <a:r>
              <a:rPr lang="en-US" sz="2800" dirty="0"/>
              <a:t> von Verilog und VHDL code</a:t>
            </a:r>
          </a:p>
          <a:p>
            <a:pPr marL="285750" indent="-285750">
              <a:buFont typeface="Wingdings" pitchFamily="2" charset="2"/>
              <a:buChar char="§"/>
            </a:pPr>
            <a:endParaRPr lang="en-US" sz="2800" dirty="0"/>
          </a:p>
          <a:p>
            <a:pPr marL="285750" indent="-285750">
              <a:buFont typeface="Wingdings" pitchFamily="2" charset="2"/>
              <a:buChar char="§"/>
            </a:pPr>
            <a:r>
              <a:rPr lang="en-US" sz="2800" dirty="0" err="1"/>
              <a:t>dSPACE</a:t>
            </a:r>
            <a:r>
              <a:rPr lang="en-US" sz="2800" dirty="0"/>
              <a:t> </a:t>
            </a:r>
            <a:r>
              <a:rPr lang="en-US" sz="2800" dirty="0" err="1"/>
              <a:t>TargetLink</a:t>
            </a:r>
            <a:r>
              <a:rPr lang="en-US" sz="2800" dirty="0"/>
              <a:t> (</a:t>
            </a:r>
            <a:r>
              <a:rPr lang="en-US" sz="2800" dirty="0" err="1"/>
              <a:t>externer</a:t>
            </a:r>
            <a:r>
              <a:rPr lang="en-US" sz="2800" dirty="0"/>
              <a:t> </a:t>
            </a:r>
            <a:r>
              <a:rPr lang="en-US" sz="2800" dirty="0" err="1"/>
              <a:t>Anbieter</a:t>
            </a:r>
            <a:r>
              <a:rPr lang="en-US" sz="2800" dirty="0"/>
              <a:t>)</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68</a:t>
            </a:fld>
            <a:r>
              <a:rPr lang="de-DE"/>
              <a:t> </a:t>
            </a:r>
            <a:endParaRPr lang="de-DE">
              <a:solidFill>
                <a:srgbClr val="00004B"/>
              </a:solidFill>
            </a:endParaRPr>
          </a:p>
        </p:txBody>
      </p:sp>
    </p:spTree>
    <p:extLst>
      <p:ext uri="{BB962C8B-B14F-4D97-AF65-F5344CB8AC3E}">
        <p14:creationId xmlns:p14="http://schemas.microsoft.com/office/powerpoint/2010/main" val="27721552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6430" y="677076"/>
            <a:ext cx="7972204" cy="1231106"/>
          </a:xfrm>
        </p:spPr>
        <p:txBody>
          <a:bodyPr/>
          <a:lstStyle/>
          <a:p>
            <a:r>
              <a:rPr lang="en-US" sz="4000" dirty="0" err="1"/>
              <a:t>dSPACE</a:t>
            </a:r>
            <a:r>
              <a:rPr lang="en-US" sz="4000" dirty="0"/>
              <a:t> </a:t>
            </a:r>
            <a:r>
              <a:rPr lang="en-US" sz="4000" dirty="0" err="1"/>
              <a:t>TargetLink</a:t>
            </a:r>
            <a:endParaRPr lang="en-US" sz="4000" dirty="0"/>
          </a:p>
        </p:txBody>
      </p:sp>
      <p:sp>
        <p:nvSpPr>
          <p:cNvPr id="3" name="Inhaltsplatzhalter 2"/>
          <p:cNvSpPr>
            <a:spLocks noGrp="1"/>
          </p:cNvSpPr>
          <p:nvPr>
            <p:ph idx="1"/>
          </p:nvPr>
        </p:nvSpPr>
        <p:spPr>
          <a:xfrm>
            <a:off x="346430" y="2558542"/>
            <a:ext cx="11220136" cy="2963545"/>
          </a:xfrm>
        </p:spPr>
        <p:txBody>
          <a:bodyPr>
            <a:normAutofit/>
          </a:bodyPr>
          <a:lstStyle/>
          <a:p>
            <a:pPr marL="285750" indent="-285750">
              <a:buClr>
                <a:schemeClr val="tx1"/>
              </a:buClr>
              <a:buFont typeface="Wingdings" pitchFamily="2" charset="2"/>
              <a:buChar char="§"/>
            </a:pPr>
            <a:r>
              <a:rPr lang="en-US" sz="2800" dirty="0"/>
              <a:t>Code Generator von </a:t>
            </a:r>
            <a:r>
              <a:rPr lang="en-US" sz="2800" dirty="0" err="1"/>
              <a:t>externem</a:t>
            </a:r>
            <a:r>
              <a:rPr lang="en-US" sz="2800" dirty="0"/>
              <a:t> </a:t>
            </a:r>
            <a:r>
              <a:rPr lang="en-US" sz="2800" dirty="0" err="1"/>
              <a:t>Anbieter</a:t>
            </a:r>
            <a:r>
              <a:rPr lang="en-US" sz="2800" dirty="0"/>
              <a:t> </a:t>
            </a:r>
            <a:r>
              <a:rPr lang="en-US" sz="2800" dirty="0" err="1"/>
              <a:t>für</a:t>
            </a:r>
            <a:r>
              <a:rPr lang="en-US" sz="2800" dirty="0"/>
              <a:t> ANSI-C und </a:t>
            </a:r>
            <a:r>
              <a:rPr lang="en-US" sz="2800" dirty="0" err="1"/>
              <a:t>andere</a:t>
            </a:r>
            <a:r>
              <a:rPr lang="en-US" sz="2800" dirty="0"/>
              <a:t> </a:t>
            </a:r>
            <a:r>
              <a:rPr lang="en-US" sz="2800" dirty="0" err="1"/>
              <a:t>Plattformen</a:t>
            </a:r>
            <a:endParaRPr lang="en-US" sz="2800" dirty="0"/>
          </a:p>
          <a:p>
            <a:pPr marL="285750" indent="-285750">
              <a:buClr>
                <a:schemeClr val="tx1"/>
              </a:buClr>
              <a:buFont typeface="Wingdings" pitchFamily="2" charset="2"/>
              <a:buChar char="§"/>
            </a:pPr>
            <a:r>
              <a:rPr lang="en-US" sz="2800" dirty="0" err="1"/>
              <a:t>Weit</a:t>
            </a:r>
            <a:r>
              <a:rPr lang="en-US" sz="2800" dirty="0"/>
              <a:t> </a:t>
            </a:r>
            <a:r>
              <a:rPr lang="en-US" sz="2800" dirty="0" err="1"/>
              <a:t>verbreitet</a:t>
            </a:r>
            <a:r>
              <a:rPr lang="en-US" sz="2800" dirty="0"/>
              <a:t> in der </a:t>
            </a:r>
            <a:r>
              <a:rPr lang="en-US" sz="2800" dirty="0" err="1"/>
              <a:t>Automobil-Industrie</a:t>
            </a:r>
            <a:r>
              <a:rPr lang="en-US" sz="2800" dirty="0"/>
              <a:t> in Europa</a:t>
            </a:r>
          </a:p>
          <a:p>
            <a:pPr marL="285750" indent="-285750">
              <a:buClr>
                <a:schemeClr val="tx1"/>
              </a:buClr>
              <a:buFont typeface="Wingdings" pitchFamily="2" charset="2"/>
              <a:buChar char="§"/>
            </a:pPr>
            <a:r>
              <a:rPr lang="en-US" sz="2800" dirty="0" err="1"/>
              <a:t>Verwendet</a:t>
            </a:r>
            <a:r>
              <a:rPr lang="en-US" sz="2800" dirty="0"/>
              <a:t> </a:t>
            </a:r>
            <a:r>
              <a:rPr lang="en-US" sz="2800" dirty="0" err="1"/>
              <a:t>eigene</a:t>
            </a:r>
            <a:r>
              <a:rPr lang="en-US" sz="2800" dirty="0"/>
              <a:t> </a:t>
            </a:r>
            <a:r>
              <a:rPr lang="en-US" sz="2800" dirty="0" err="1"/>
              <a:t>Bibliothek</a:t>
            </a:r>
            <a:r>
              <a:rPr lang="en-US" sz="2800" dirty="0"/>
              <a:t>: </a:t>
            </a:r>
            <a:r>
              <a:rPr lang="en-US" sz="2800" dirty="0" err="1"/>
              <a:t>TargetLink</a:t>
            </a:r>
            <a:r>
              <a:rPr lang="en-US" sz="2800" dirty="0"/>
              <a:t> </a:t>
            </a:r>
            <a:r>
              <a:rPr lang="en-US" sz="2800" dirty="0" err="1"/>
              <a:t>Blockset</a:t>
            </a:r>
            <a:endParaRPr lang="en-US" sz="2800" dirty="0"/>
          </a:p>
          <a:p>
            <a:pPr marL="742950" lvl="1" indent="-285750">
              <a:buClr>
                <a:schemeClr val="tx1"/>
              </a:buClr>
              <a:buFont typeface="Wingdings" pitchFamily="2" charset="2"/>
              <a:buChar char="§"/>
            </a:pPr>
            <a:r>
              <a:rPr lang="en-US" sz="2800" dirty="0" err="1">
                <a:solidFill>
                  <a:srgbClr val="00B0F0"/>
                </a:solidFill>
              </a:rPr>
              <a:t>Teilmenge</a:t>
            </a:r>
            <a:r>
              <a:rPr lang="en-US" sz="2800" dirty="0">
                <a:solidFill>
                  <a:schemeClr val="tx2"/>
                </a:solidFill>
              </a:rPr>
              <a:t> </a:t>
            </a:r>
            <a:r>
              <a:rPr lang="en-US" sz="2800" dirty="0"/>
              <a:t>der Simulink </a:t>
            </a:r>
            <a:r>
              <a:rPr lang="en-US" sz="2800" dirty="0" err="1"/>
              <a:t>Blöcke</a:t>
            </a:r>
            <a:r>
              <a:rPr lang="en-US" sz="2800" dirty="0"/>
              <a:t> (</a:t>
            </a:r>
            <a:r>
              <a:rPr lang="en-US" sz="2800" dirty="0" err="1"/>
              <a:t>diskret</a:t>
            </a:r>
            <a:r>
              <a:rPr lang="en-US" sz="2800" dirty="0"/>
              <a:t>)</a:t>
            </a:r>
          </a:p>
          <a:p>
            <a:pPr marL="742950" lvl="1" indent="-285750">
              <a:buClr>
                <a:schemeClr val="tx1"/>
              </a:buClr>
              <a:buFont typeface="Wingdings" pitchFamily="2" charset="2"/>
              <a:buChar char="§"/>
            </a:pPr>
            <a:r>
              <a:rPr lang="en-US" sz="2800" dirty="0" err="1">
                <a:solidFill>
                  <a:srgbClr val="00B0F0"/>
                </a:solidFill>
              </a:rPr>
              <a:t>maskieren</a:t>
            </a:r>
            <a:r>
              <a:rPr lang="en-US" sz="2800" dirty="0"/>
              <a:t> Simulink </a:t>
            </a:r>
            <a:r>
              <a:rPr lang="en-US" sz="2800" dirty="0" err="1"/>
              <a:t>Blöcke</a:t>
            </a:r>
            <a:r>
              <a:rPr lang="en-US" sz="2800" dirty="0"/>
              <a:t> und </a:t>
            </a:r>
            <a:r>
              <a:rPr lang="en-US" sz="2800" dirty="0" err="1"/>
              <a:t>erweitern</a:t>
            </a:r>
            <a:r>
              <a:rPr lang="en-US" sz="2800" dirty="0"/>
              <a:t> </a:t>
            </a:r>
            <a:r>
              <a:rPr lang="en-US" sz="2800" dirty="0" err="1"/>
              <a:t>diese</a:t>
            </a:r>
            <a:r>
              <a:rPr lang="en-US" sz="2800" dirty="0"/>
              <a:t> um </a:t>
            </a:r>
            <a:r>
              <a:rPr lang="en-US" sz="2800" dirty="0" err="1"/>
              <a:t>Implementierungsdetails</a:t>
            </a:r>
            <a:endParaRPr lang="en-US" sz="2800" dirty="0"/>
          </a:p>
          <a:p>
            <a:pPr marL="285750" indent="-285750">
              <a:buClr>
                <a:schemeClr val="tx1"/>
              </a:buClr>
              <a:buFont typeface="Wingdings" pitchFamily="2" charset="2"/>
              <a:buChar char="§"/>
            </a:pPr>
            <a:endParaRPr lang="en-US" sz="28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69</a:t>
            </a:fld>
            <a:r>
              <a:rPr lang="de-DE"/>
              <a:t> </a:t>
            </a:r>
            <a:endParaRPr lang="de-DE">
              <a:solidFill>
                <a:srgbClr val="00004B"/>
              </a:solidFill>
            </a:endParaRPr>
          </a:p>
        </p:txBody>
      </p:sp>
    </p:spTree>
    <p:extLst>
      <p:ext uri="{BB962C8B-B14F-4D97-AF65-F5344CB8AC3E}">
        <p14:creationId xmlns:p14="http://schemas.microsoft.com/office/powerpoint/2010/main" val="33524839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11851" y="782858"/>
            <a:ext cx="6778528" cy="1231106"/>
          </a:xfrm>
        </p:spPr>
        <p:txBody>
          <a:bodyPr/>
          <a:lstStyle/>
          <a:p>
            <a:r>
              <a:rPr lang="de-DE" sz="4000" dirty="0" err="1"/>
              <a:t>TargetLink</a:t>
            </a:r>
            <a:r>
              <a:rPr lang="de-DE" sz="4000" dirty="0"/>
              <a:t> Prinzip</a:t>
            </a:r>
            <a:endParaRPr lang="en-US" sz="4000"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70</a:t>
            </a:fld>
            <a:r>
              <a:rPr lang="de-DE"/>
              <a:t> </a:t>
            </a:r>
            <a:endParaRPr lang="de-DE">
              <a:solidFill>
                <a:srgbClr val="00004B"/>
              </a:solidFill>
            </a:endParaRPr>
          </a:p>
        </p:txBody>
      </p:sp>
      <p:pic>
        <p:nvPicPr>
          <p:cNvPr id="4098" name="Picture 2"/>
          <p:cNvPicPr>
            <a:picLocks noChangeAspect="1" noChangeArrowheads="1"/>
          </p:cNvPicPr>
          <p:nvPr/>
        </p:nvPicPr>
        <p:blipFill>
          <a:blip r:embed="rId2" cstate="print"/>
          <a:srcRect/>
          <a:stretch>
            <a:fillRect/>
          </a:stretch>
        </p:blipFill>
        <p:spPr bwMode="auto">
          <a:xfrm>
            <a:off x="2825294" y="1862459"/>
            <a:ext cx="1751642" cy="432000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5100019" y="2079978"/>
            <a:ext cx="1289387" cy="540000"/>
          </a:xfrm>
          <a:prstGeom prst="rect">
            <a:avLst/>
          </a:prstGeom>
          <a:noFill/>
          <a:ln w="9525">
            <a:noFill/>
            <a:miter lim="800000"/>
            <a:headEnd/>
            <a:tailEnd/>
          </a:ln>
        </p:spPr>
      </p:pic>
      <p:sp>
        <p:nvSpPr>
          <p:cNvPr id="11" name="Rechteck 10"/>
          <p:cNvSpPr/>
          <p:nvPr/>
        </p:nvSpPr>
        <p:spPr bwMode="auto">
          <a:xfrm>
            <a:off x="5151957" y="5248331"/>
            <a:ext cx="1368152"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20000"/>
              </a:spcBef>
              <a:spcAft>
                <a:spcPct val="0"/>
              </a:spcAft>
            </a:pPr>
            <a:r>
              <a:rPr lang="en-US" dirty="0">
                <a:solidFill>
                  <a:srgbClr val="00004B"/>
                </a:solidFill>
              </a:rPr>
              <a:t>Data Dictionary</a:t>
            </a:r>
          </a:p>
        </p:txBody>
      </p:sp>
      <p:grpSp>
        <p:nvGrpSpPr>
          <p:cNvPr id="4104" name="Group 8"/>
          <p:cNvGrpSpPr>
            <a:grpSpLocks noChangeAspect="1"/>
          </p:cNvGrpSpPr>
          <p:nvPr/>
        </p:nvGrpSpPr>
        <p:grpSpPr bwMode="auto">
          <a:xfrm>
            <a:off x="5872039" y="3304115"/>
            <a:ext cx="1262063" cy="1225550"/>
            <a:chOff x="2562" y="1842"/>
            <a:chExt cx="795" cy="772"/>
          </a:xfrm>
        </p:grpSpPr>
        <p:sp>
          <p:nvSpPr>
            <p:cNvPr id="4103" name="AutoShape 7"/>
            <p:cNvSpPr>
              <a:spLocks noChangeAspect="1" noChangeArrowheads="1" noTextEdit="1"/>
            </p:cNvSpPr>
            <p:nvPr/>
          </p:nvSpPr>
          <p:spPr bwMode="auto">
            <a:xfrm>
              <a:off x="2562" y="1842"/>
              <a:ext cx="795" cy="7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05" name="Freeform 9"/>
            <p:cNvSpPr>
              <a:spLocks/>
            </p:cNvSpPr>
            <p:nvPr/>
          </p:nvSpPr>
          <p:spPr bwMode="auto">
            <a:xfrm>
              <a:off x="2589" y="2071"/>
              <a:ext cx="454" cy="436"/>
            </a:xfrm>
            <a:custGeom>
              <a:avLst/>
              <a:gdLst/>
              <a:ahLst/>
              <a:cxnLst>
                <a:cxn ang="0">
                  <a:pos x="551" y="67"/>
                </a:cxn>
                <a:cxn ang="0">
                  <a:pos x="463" y="0"/>
                </a:cxn>
                <a:cxn ang="0">
                  <a:pos x="333" y="56"/>
                </a:cxn>
                <a:cxn ang="0">
                  <a:pos x="286" y="121"/>
                </a:cxn>
                <a:cxn ang="0">
                  <a:pos x="331" y="235"/>
                </a:cxn>
                <a:cxn ang="0">
                  <a:pos x="302" y="342"/>
                </a:cxn>
                <a:cxn ang="0">
                  <a:pos x="182" y="465"/>
                </a:cxn>
                <a:cxn ang="0">
                  <a:pos x="124" y="583"/>
                </a:cxn>
                <a:cxn ang="0">
                  <a:pos x="74" y="617"/>
                </a:cxn>
                <a:cxn ang="0">
                  <a:pos x="3" y="643"/>
                </a:cxn>
                <a:cxn ang="0">
                  <a:pos x="27" y="757"/>
                </a:cxn>
                <a:cxn ang="0">
                  <a:pos x="116" y="847"/>
                </a:cxn>
                <a:cxn ang="0">
                  <a:pos x="220" y="876"/>
                </a:cxn>
                <a:cxn ang="0">
                  <a:pos x="273" y="989"/>
                </a:cxn>
                <a:cxn ang="0">
                  <a:pos x="317" y="1092"/>
                </a:cxn>
                <a:cxn ang="0">
                  <a:pos x="317" y="1211"/>
                </a:cxn>
                <a:cxn ang="0">
                  <a:pos x="351" y="1267"/>
                </a:cxn>
                <a:cxn ang="0">
                  <a:pos x="407" y="1301"/>
                </a:cxn>
                <a:cxn ang="0">
                  <a:pos x="479" y="1306"/>
                </a:cxn>
                <a:cxn ang="0">
                  <a:pos x="556" y="1265"/>
                </a:cxn>
                <a:cxn ang="0">
                  <a:pos x="634" y="1200"/>
                </a:cxn>
                <a:cxn ang="0">
                  <a:pos x="716" y="1190"/>
                </a:cxn>
                <a:cxn ang="0">
                  <a:pos x="793" y="1206"/>
                </a:cxn>
                <a:cxn ang="0">
                  <a:pos x="854" y="1210"/>
                </a:cxn>
                <a:cxn ang="0">
                  <a:pos x="917" y="1224"/>
                </a:cxn>
                <a:cxn ang="0">
                  <a:pos x="979" y="1292"/>
                </a:cxn>
                <a:cxn ang="0">
                  <a:pos x="1079" y="1230"/>
                </a:cxn>
                <a:cxn ang="0">
                  <a:pos x="1136" y="1106"/>
                </a:cxn>
                <a:cxn ang="0">
                  <a:pos x="1107" y="950"/>
                </a:cxn>
                <a:cxn ang="0">
                  <a:pos x="1177" y="812"/>
                </a:cxn>
                <a:cxn ang="0">
                  <a:pos x="1255" y="782"/>
                </a:cxn>
                <a:cxn ang="0">
                  <a:pos x="1356" y="728"/>
                </a:cxn>
                <a:cxn ang="0">
                  <a:pos x="1340" y="650"/>
                </a:cxn>
                <a:cxn ang="0">
                  <a:pos x="1266" y="584"/>
                </a:cxn>
                <a:cxn ang="0">
                  <a:pos x="1198" y="488"/>
                </a:cxn>
                <a:cxn ang="0">
                  <a:pos x="1143" y="336"/>
                </a:cxn>
                <a:cxn ang="0">
                  <a:pos x="1095" y="279"/>
                </a:cxn>
                <a:cxn ang="0">
                  <a:pos x="1125" y="231"/>
                </a:cxn>
                <a:cxn ang="0">
                  <a:pos x="1172" y="185"/>
                </a:cxn>
                <a:cxn ang="0">
                  <a:pos x="1183" y="146"/>
                </a:cxn>
                <a:cxn ang="0">
                  <a:pos x="1141" y="115"/>
                </a:cxn>
                <a:cxn ang="0">
                  <a:pos x="1099" y="90"/>
                </a:cxn>
                <a:cxn ang="0">
                  <a:pos x="1049" y="88"/>
                </a:cxn>
                <a:cxn ang="0">
                  <a:pos x="985" y="130"/>
                </a:cxn>
                <a:cxn ang="0">
                  <a:pos x="909" y="183"/>
                </a:cxn>
                <a:cxn ang="0">
                  <a:pos x="845" y="162"/>
                </a:cxn>
                <a:cxn ang="0">
                  <a:pos x="759" y="119"/>
                </a:cxn>
                <a:cxn ang="0">
                  <a:pos x="619" y="106"/>
                </a:cxn>
              </a:cxnLst>
              <a:rect l="0" t="0" r="r" b="b"/>
              <a:pathLst>
                <a:path w="1362" h="1308">
                  <a:moveTo>
                    <a:pt x="571" y="114"/>
                  </a:moveTo>
                  <a:lnTo>
                    <a:pt x="568" y="107"/>
                  </a:lnTo>
                  <a:lnTo>
                    <a:pt x="562" y="90"/>
                  </a:lnTo>
                  <a:lnTo>
                    <a:pt x="551" y="67"/>
                  </a:lnTo>
                  <a:lnTo>
                    <a:pt x="536" y="42"/>
                  </a:lnTo>
                  <a:lnTo>
                    <a:pt x="517" y="19"/>
                  </a:lnTo>
                  <a:lnTo>
                    <a:pt x="491" y="4"/>
                  </a:lnTo>
                  <a:lnTo>
                    <a:pt x="463" y="0"/>
                  </a:lnTo>
                  <a:lnTo>
                    <a:pt x="428" y="11"/>
                  </a:lnTo>
                  <a:lnTo>
                    <a:pt x="393" y="29"/>
                  </a:lnTo>
                  <a:lnTo>
                    <a:pt x="361" y="43"/>
                  </a:lnTo>
                  <a:lnTo>
                    <a:pt x="333" y="56"/>
                  </a:lnTo>
                  <a:lnTo>
                    <a:pt x="310" y="68"/>
                  </a:lnTo>
                  <a:lnTo>
                    <a:pt x="294" y="83"/>
                  </a:lnTo>
                  <a:lnTo>
                    <a:pt x="286" y="100"/>
                  </a:lnTo>
                  <a:lnTo>
                    <a:pt x="286" y="121"/>
                  </a:lnTo>
                  <a:lnTo>
                    <a:pt x="296" y="149"/>
                  </a:lnTo>
                  <a:lnTo>
                    <a:pt x="310" y="179"/>
                  </a:lnTo>
                  <a:lnTo>
                    <a:pt x="322" y="208"/>
                  </a:lnTo>
                  <a:lnTo>
                    <a:pt x="331" y="235"/>
                  </a:lnTo>
                  <a:lnTo>
                    <a:pt x="335" y="263"/>
                  </a:lnTo>
                  <a:lnTo>
                    <a:pt x="332" y="289"/>
                  </a:lnTo>
                  <a:lnTo>
                    <a:pt x="322" y="316"/>
                  </a:lnTo>
                  <a:lnTo>
                    <a:pt x="302" y="342"/>
                  </a:lnTo>
                  <a:lnTo>
                    <a:pt x="270" y="370"/>
                  </a:lnTo>
                  <a:lnTo>
                    <a:pt x="236" y="399"/>
                  </a:lnTo>
                  <a:lnTo>
                    <a:pt x="207" y="431"/>
                  </a:lnTo>
                  <a:lnTo>
                    <a:pt x="182" y="465"/>
                  </a:lnTo>
                  <a:lnTo>
                    <a:pt x="161" y="498"/>
                  </a:lnTo>
                  <a:lnTo>
                    <a:pt x="146" y="531"/>
                  </a:lnTo>
                  <a:lnTo>
                    <a:pt x="132" y="560"/>
                  </a:lnTo>
                  <a:lnTo>
                    <a:pt x="124" y="583"/>
                  </a:lnTo>
                  <a:lnTo>
                    <a:pt x="118" y="599"/>
                  </a:lnTo>
                  <a:lnTo>
                    <a:pt x="110" y="609"/>
                  </a:lnTo>
                  <a:lnTo>
                    <a:pt x="94" y="615"/>
                  </a:lnTo>
                  <a:lnTo>
                    <a:pt x="74" y="617"/>
                  </a:lnTo>
                  <a:lnTo>
                    <a:pt x="52" y="619"/>
                  </a:lnTo>
                  <a:lnTo>
                    <a:pt x="30" y="622"/>
                  </a:lnTo>
                  <a:lnTo>
                    <a:pt x="14" y="629"/>
                  </a:lnTo>
                  <a:lnTo>
                    <a:pt x="3" y="643"/>
                  </a:lnTo>
                  <a:lnTo>
                    <a:pt x="0" y="664"/>
                  </a:lnTo>
                  <a:lnTo>
                    <a:pt x="5" y="693"/>
                  </a:lnTo>
                  <a:lnTo>
                    <a:pt x="15" y="724"/>
                  </a:lnTo>
                  <a:lnTo>
                    <a:pt x="27" y="757"/>
                  </a:lnTo>
                  <a:lnTo>
                    <a:pt x="42" y="788"/>
                  </a:lnTo>
                  <a:lnTo>
                    <a:pt x="63" y="816"/>
                  </a:lnTo>
                  <a:lnTo>
                    <a:pt x="87" y="836"/>
                  </a:lnTo>
                  <a:lnTo>
                    <a:pt x="116" y="847"/>
                  </a:lnTo>
                  <a:lnTo>
                    <a:pt x="148" y="846"/>
                  </a:lnTo>
                  <a:lnTo>
                    <a:pt x="179" y="846"/>
                  </a:lnTo>
                  <a:lnTo>
                    <a:pt x="202" y="856"/>
                  </a:lnTo>
                  <a:lnTo>
                    <a:pt x="220" y="876"/>
                  </a:lnTo>
                  <a:lnTo>
                    <a:pt x="234" y="902"/>
                  </a:lnTo>
                  <a:lnTo>
                    <a:pt x="246" y="931"/>
                  </a:lnTo>
                  <a:lnTo>
                    <a:pt x="258" y="961"/>
                  </a:lnTo>
                  <a:lnTo>
                    <a:pt x="273" y="989"/>
                  </a:lnTo>
                  <a:lnTo>
                    <a:pt x="291" y="1013"/>
                  </a:lnTo>
                  <a:lnTo>
                    <a:pt x="306" y="1035"/>
                  </a:lnTo>
                  <a:lnTo>
                    <a:pt x="315" y="1062"/>
                  </a:lnTo>
                  <a:lnTo>
                    <a:pt x="317" y="1092"/>
                  </a:lnTo>
                  <a:lnTo>
                    <a:pt x="317" y="1122"/>
                  </a:lnTo>
                  <a:lnTo>
                    <a:pt x="315" y="1153"/>
                  </a:lnTo>
                  <a:lnTo>
                    <a:pt x="315" y="1183"/>
                  </a:lnTo>
                  <a:lnTo>
                    <a:pt x="317" y="1211"/>
                  </a:lnTo>
                  <a:lnTo>
                    <a:pt x="325" y="1235"/>
                  </a:lnTo>
                  <a:lnTo>
                    <a:pt x="332" y="1246"/>
                  </a:lnTo>
                  <a:lnTo>
                    <a:pt x="340" y="1256"/>
                  </a:lnTo>
                  <a:lnTo>
                    <a:pt x="351" y="1267"/>
                  </a:lnTo>
                  <a:lnTo>
                    <a:pt x="363" y="1278"/>
                  </a:lnTo>
                  <a:lnTo>
                    <a:pt x="376" y="1286"/>
                  </a:lnTo>
                  <a:lnTo>
                    <a:pt x="391" y="1295"/>
                  </a:lnTo>
                  <a:lnTo>
                    <a:pt x="407" y="1301"/>
                  </a:lnTo>
                  <a:lnTo>
                    <a:pt x="424" y="1306"/>
                  </a:lnTo>
                  <a:lnTo>
                    <a:pt x="442" y="1308"/>
                  </a:lnTo>
                  <a:lnTo>
                    <a:pt x="460" y="1308"/>
                  </a:lnTo>
                  <a:lnTo>
                    <a:pt x="479" y="1306"/>
                  </a:lnTo>
                  <a:lnTo>
                    <a:pt x="499" y="1301"/>
                  </a:lnTo>
                  <a:lnTo>
                    <a:pt x="518" y="1292"/>
                  </a:lnTo>
                  <a:lnTo>
                    <a:pt x="538" y="1280"/>
                  </a:lnTo>
                  <a:lnTo>
                    <a:pt x="556" y="1265"/>
                  </a:lnTo>
                  <a:lnTo>
                    <a:pt x="575" y="1244"/>
                  </a:lnTo>
                  <a:lnTo>
                    <a:pt x="595" y="1225"/>
                  </a:lnTo>
                  <a:lnTo>
                    <a:pt x="614" y="1211"/>
                  </a:lnTo>
                  <a:lnTo>
                    <a:pt x="634" y="1200"/>
                  </a:lnTo>
                  <a:lnTo>
                    <a:pt x="655" y="1194"/>
                  </a:lnTo>
                  <a:lnTo>
                    <a:pt x="675" y="1190"/>
                  </a:lnTo>
                  <a:lnTo>
                    <a:pt x="695" y="1189"/>
                  </a:lnTo>
                  <a:lnTo>
                    <a:pt x="716" y="1190"/>
                  </a:lnTo>
                  <a:lnTo>
                    <a:pt x="735" y="1194"/>
                  </a:lnTo>
                  <a:lnTo>
                    <a:pt x="755" y="1198"/>
                  </a:lnTo>
                  <a:lnTo>
                    <a:pt x="775" y="1201"/>
                  </a:lnTo>
                  <a:lnTo>
                    <a:pt x="793" y="1206"/>
                  </a:lnTo>
                  <a:lnTo>
                    <a:pt x="809" y="1210"/>
                  </a:lnTo>
                  <a:lnTo>
                    <a:pt x="825" y="1211"/>
                  </a:lnTo>
                  <a:lnTo>
                    <a:pt x="841" y="1212"/>
                  </a:lnTo>
                  <a:lnTo>
                    <a:pt x="854" y="1210"/>
                  </a:lnTo>
                  <a:lnTo>
                    <a:pt x="866" y="1205"/>
                  </a:lnTo>
                  <a:lnTo>
                    <a:pt x="886" y="1200"/>
                  </a:lnTo>
                  <a:lnTo>
                    <a:pt x="903" y="1207"/>
                  </a:lnTo>
                  <a:lnTo>
                    <a:pt x="917" y="1224"/>
                  </a:lnTo>
                  <a:lnTo>
                    <a:pt x="932" y="1244"/>
                  </a:lnTo>
                  <a:lnTo>
                    <a:pt x="946" y="1266"/>
                  </a:lnTo>
                  <a:lnTo>
                    <a:pt x="961" y="1283"/>
                  </a:lnTo>
                  <a:lnTo>
                    <a:pt x="979" y="1292"/>
                  </a:lnTo>
                  <a:lnTo>
                    <a:pt x="999" y="1289"/>
                  </a:lnTo>
                  <a:lnTo>
                    <a:pt x="1023" y="1274"/>
                  </a:lnTo>
                  <a:lnTo>
                    <a:pt x="1051" y="1255"/>
                  </a:lnTo>
                  <a:lnTo>
                    <a:pt x="1079" y="1230"/>
                  </a:lnTo>
                  <a:lnTo>
                    <a:pt x="1105" y="1202"/>
                  </a:lnTo>
                  <a:lnTo>
                    <a:pt x="1125" y="1171"/>
                  </a:lnTo>
                  <a:lnTo>
                    <a:pt x="1136" y="1139"/>
                  </a:lnTo>
                  <a:lnTo>
                    <a:pt x="1136" y="1106"/>
                  </a:lnTo>
                  <a:lnTo>
                    <a:pt x="1120" y="1073"/>
                  </a:lnTo>
                  <a:lnTo>
                    <a:pt x="1103" y="1035"/>
                  </a:lnTo>
                  <a:lnTo>
                    <a:pt x="1101" y="995"/>
                  </a:lnTo>
                  <a:lnTo>
                    <a:pt x="1107" y="950"/>
                  </a:lnTo>
                  <a:lnTo>
                    <a:pt x="1122" y="908"/>
                  </a:lnTo>
                  <a:lnTo>
                    <a:pt x="1140" y="868"/>
                  </a:lnTo>
                  <a:lnTo>
                    <a:pt x="1159" y="836"/>
                  </a:lnTo>
                  <a:lnTo>
                    <a:pt x="1177" y="812"/>
                  </a:lnTo>
                  <a:lnTo>
                    <a:pt x="1189" y="801"/>
                  </a:lnTo>
                  <a:lnTo>
                    <a:pt x="1203" y="796"/>
                  </a:lnTo>
                  <a:lnTo>
                    <a:pt x="1226" y="790"/>
                  </a:lnTo>
                  <a:lnTo>
                    <a:pt x="1255" y="782"/>
                  </a:lnTo>
                  <a:lnTo>
                    <a:pt x="1285" y="771"/>
                  </a:lnTo>
                  <a:lnTo>
                    <a:pt x="1314" y="759"/>
                  </a:lnTo>
                  <a:lnTo>
                    <a:pt x="1338" y="745"/>
                  </a:lnTo>
                  <a:lnTo>
                    <a:pt x="1356" y="728"/>
                  </a:lnTo>
                  <a:lnTo>
                    <a:pt x="1362" y="709"/>
                  </a:lnTo>
                  <a:lnTo>
                    <a:pt x="1359" y="688"/>
                  </a:lnTo>
                  <a:lnTo>
                    <a:pt x="1352" y="669"/>
                  </a:lnTo>
                  <a:lnTo>
                    <a:pt x="1340" y="650"/>
                  </a:lnTo>
                  <a:lnTo>
                    <a:pt x="1324" y="632"/>
                  </a:lnTo>
                  <a:lnTo>
                    <a:pt x="1306" y="615"/>
                  </a:lnTo>
                  <a:lnTo>
                    <a:pt x="1287" y="599"/>
                  </a:lnTo>
                  <a:lnTo>
                    <a:pt x="1266" y="584"/>
                  </a:lnTo>
                  <a:lnTo>
                    <a:pt x="1243" y="571"/>
                  </a:lnTo>
                  <a:lnTo>
                    <a:pt x="1224" y="551"/>
                  </a:lnTo>
                  <a:lnTo>
                    <a:pt x="1210" y="522"/>
                  </a:lnTo>
                  <a:lnTo>
                    <a:pt x="1198" y="488"/>
                  </a:lnTo>
                  <a:lnTo>
                    <a:pt x="1189" y="448"/>
                  </a:lnTo>
                  <a:lnTo>
                    <a:pt x="1177" y="407"/>
                  </a:lnTo>
                  <a:lnTo>
                    <a:pt x="1162" y="370"/>
                  </a:lnTo>
                  <a:lnTo>
                    <a:pt x="1143" y="336"/>
                  </a:lnTo>
                  <a:lnTo>
                    <a:pt x="1116" y="311"/>
                  </a:lnTo>
                  <a:lnTo>
                    <a:pt x="1103" y="300"/>
                  </a:lnTo>
                  <a:lnTo>
                    <a:pt x="1096" y="289"/>
                  </a:lnTo>
                  <a:lnTo>
                    <a:pt x="1095" y="279"/>
                  </a:lnTo>
                  <a:lnTo>
                    <a:pt x="1099" y="267"/>
                  </a:lnTo>
                  <a:lnTo>
                    <a:pt x="1105" y="255"/>
                  </a:lnTo>
                  <a:lnTo>
                    <a:pt x="1114" y="243"/>
                  </a:lnTo>
                  <a:lnTo>
                    <a:pt x="1125" y="231"/>
                  </a:lnTo>
                  <a:lnTo>
                    <a:pt x="1137" y="219"/>
                  </a:lnTo>
                  <a:lnTo>
                    <a:pt x="1149" y="208"/>
                  </a:lnTo>
                  <a:lnTo>
                    <a:pt x="1161" y="196"/>
                  </a:lnTo>
                  <a:lnTo>
                    <a:pt x="1172" y="185"/>
                  </a:lnTo>
                  <a:lnTo>
                    <a:pt x="1180" y="174"/>
                  </a:lnTo>
                  <a:lnTo>
                    <a:pt x="1185" y="164"/>
                  </a:lnTo>
                  <a:lnTo>
                    <a:pt x="1186" y="155"/>
                  </a:lnTo>
                  <a:lnTo>
                    <a:pt x="1183" y="146"/>
                  </a:lnTo>
                  <a:lnTo>
                    <a:pt x="1174" y="138"/>
                  </a:lnTo>
                  <a:lnTo>
                    <a:pt x="1162" y="131"/>
                  </a:lnTo>
                  <a:lnTo>
                    <a:pt x="1152" y="122"/>
                  </a:lnTo>
                  <a:lnTo>
                    <a:pt x="1141" y="115"/>
                  </a:lnTo>
                  <a:lnTo>
                    <a:pt x="1130" y="108"/>
                  </a:lnTo>
                  <a:lnTo>
                    <a:pt x="1120" y="101"/>
                  </a:lnTo>
                  <a:lnTo>
                    <a:pt x="1109" y="95"/>
                  </a:lnTo>
                  <a:lnTo>
                    <a:pt x="1099" y="90"/>
                  </a:lnTo>
                  <a:lnTo>
                    <a:pt x="1088" y="86"/>
                  </a:lnTo>
                  <a:lnTo>
                    <a:pt x="1076" y="85"/>
                  </a:lnTo>
                  <a:lnTo>
                    <a:pt x="1063" y="85"/>
                  </a:lnTo>
                  <a:lnTo>
                    <a:pt x="1049" y="88"/>
                  </a:lnTo>
                  <a:lnTo>
                    <a:pt x="1035" y="94"/>
                  </a:lnTo>
                  <a:lnTo>
                    <a:pt x="1019" y="102"/>
                  </a:lnTo>
                  <a:lnTo>
                    <a:pt x="1003" y="114"/>
                  </a:lnTo>
                  <a:lnTo>
                    <a:pt x="985" y="130"/>
                  </a:lnTo>
                  <a:lnTo>
                    <a:pt x="964" y="149"/>
                  </a:lnTo>
                  <a:lnTo>
                    <a:pt x="944" y="167"/>
                  </a:lnTo>
                  <a:lnTo>
                    <a:pt x="926" y="178"/>
                  </a:lnTo>
                  <a:lnTo>
                    <a:pt x="909" y="183"/>
                  </a:lnTo>
                  <a:lnTo>
                    <a:pt x="893" y="183"/>
                  </a:lnTo>
                  <a:lnTo>
                    <a:pt x="878" y="179"/>
                  </a:lnTo>
                  <a:lnTo>
                    <a:pt x="862" y="172"/>
                  </a:lnTo>
                  <a:lnTo>
                    <a:pt x="845" y="162"/>
                  </a:lnTo>
                  <a:lnTo>
                    <a:pt x="827" y="151"/>
                  </a:lnTo>
                  <a:lnTo>
                    <a:pt x="807" y="140"/>
                  </a:lnTo>
                  <a:lnTo>
                    <a:pt x="784" y="128"/>
                  </a:lnTo>
                  <a:lnTo>
                    <a:pt x="759" y="119"/>
                  </a:lnTo>
                  <a:lnTo>
                    <a:pt x="730" y="110"/>
                  </a:lnTo>
                  <a:lnTo>
                    <a:pt x="698" y="106"/>
                  </a:lnTo>
                  <a:lnTo>
                    <a:pt x="661" y="103"/>
                  </a:lnTo>
                  <a:lnTo>
                    <a:pt x="619" y="106"/>
                  </a:lnTo>
                  <a:lnTo>
                    <a:pt x="571" y="114"/>
                  </a:lnTo>
                  <a:close/>
                </a:path>
              </a:pathLst>
            </a:custGeom>
            <a:solidFill>
              <a:srgbClr val="F4BC7F"/>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06" name="Freeform 10"/>
            <p:cNvSpPr>
              <a:spLocks/>
            </p:cNvSpPr>
            <p:nvPr/>
          </p:nvSpPr>
          <p:spPr bwMode="auto">
            <a:xfrm>
              <a:off x="3037" y="1934"/>
              <a:ext cx="290" cy="324"/>
            </a:xfrm>
            <a:custGeom>
              <a:avLst/>
              <a:gdLst/>
              <a:ahLst/>
              <a:cxnLst>
                <a:cxn ang="0">
                  <a:pos x="169" y="175"/>
                </a:cxn>
                <a:cxn ang="0">
                  <a:pos x="118" y="147"/>
                </a:cxn>
                <a:cxn ang="0">
                  <a:pos x="60" y="169"/>
                </a:cxn>
                <a:cxn ang="0">
                  <a:pos x="16" y="228"/>
                </a:cxn>
                <a:cxn ang="0">
                  <a:pos x="1" y="270"/>
                </a:cxn>
                <a:cxn ang="0">
                  <a:pos x="42" y="312"/>
                </a:cxn>
                <a:cxn ang="0">
                  <a:pos x="84" y="356"/>
                </a:cxn>
                <a:cxn ang="0">
                  <a:pos x="90" y="416"/>
                </a:cxn>
                <a:cxn ang="0">
                  <a:pos x="60" y="502"/>
                </a:cxn>
                <a:cxn ang="0">
                  <a:pos x="54" y="584"/>
                </a:cxn>
                <a:cxn ang="0">
                  <a:pos x="60" y="634"/>
                </a:cxn>
                <a:cxn ang="0">
                  <a:pos x="38" y="660"/>
                </a:cxn>
                <a:cxn ang="0">
                  <a:pos x="5" y="687"/>
                </a:cxn>
                <a:cxn ang="0">
                  <a:pos x="20" y="728"/>
                </a:cxn>
                <a:cxn ang="0">
                  <a:pos x="74" y="775"/>
                </a:cxn>
                <a:cxn ang="0">
                  <a:pos x="138" y="788"/>
                </a:cxn>
                <a:cxn ang="0">
                  <a:pos x="196" y="766"/>
                </a:cxn>
                <a:cxn ang="0">
                  <a:pos x="247" y="798"/>
                </a:cxn>
                <a:cxn ang="0">
                  <a:pos x="300" y="833"/>
                </a:cxn>
                <a:cxn ang="0">
                  <a:pos x="342" y="873"/>
                </a:cxn>
                <a:cxn ang="0">
                  <a:pos x="371" y="930"/>
                </a:cxn>
                <a:cxn ang="0">
                  <a:pos x="410" y="967"/>
                </a:cxn>
                <a:cxn ang="0">
                  <a:pos x="478" y="971"/>
                </a:cxn>
                <a:cxn ang="0">
                  <a:pos x="539" y="918"/>
                </a:cxn>
                <a:cxn ang="0">
                  <a:pos x="583" y="827"/>
                </a:cxn>
                <a:cxn ang="0">
                  <a:pos x="660" y="794"/>
                </a:cxn>
                <a:cxn ang="0">
                  <a:pos x="718" y="766"/>
                </a:cxn>
                <a:cxn ang="0">
                  <a:pos x="756" y="760"/>
                </a:cxn>
                <a:cxn ang="0">
                  <a:pos x="802" y="783"/>
                </a:cxn>
                <a:cxn ang="0">
                  <a:pos x="838" y="758"/>
                </a:cxn>
                <a:cxn ang="0">
                  <a:pos x="865" y="687"/>
                </a:cxn>
                <a:cxn ang="0">
                  <a:pos x="853" y="618"/>
                </a:cxn>
                <a:cxn ang="0">
                  <a:pos x="796" y="560"/>
                </a:cxn>
                <a:cxn ang="0">
                  <a:pos x="779" y="470"/>
                </a:cxn>
                <a:cxn ang="0">
                  <a:pos x="787" y="412"/>
                </a:cxn>
                <a:cxn ang="0">
                  <a:pos x="821" y="378"/>
                </a:cxn>
                <a:cxn ang="0">
                  <a:pos x="861" y="328"/>
                </a:cxn>
                <a:cxn ang="0">
                  <a:pos x="856" y="287"/>
                </a:cxn>
                <a:cxn ang="0">
                  <a:pos x="816" y="263"/>
                </a:cxn>
                <a:cxn ang="0">
                  <a:pos x="765" y="252"/>
                </a:cxn>
                <a:cxn ang="0">
                  <a:pos x="711" y="233"/>
                </a:cxn>
                <a:cxn ang="0">
                  <a:pos x="653" y="172"/>
                </a:cxn>
                <a:cxn ang="0">
                  <a:pos x="583" y="132"/>
                </a:cxn>
                <a:cxn ang="0">
                  <a:pos x="560" y="90"/>
                </a:cxn>
                <a:cxn ang="0">
                  <a:pos x="579" y="27"/>
                </a:cxn>
                <a:cxn ang="0">
                  <a:pos x="545" y="4"/>
                </a:cxn>
                <a:cxn ang="0">
                  <a:pos x="493" y="2"/>
                </a:cxn>
                <a:cxn ang="0">
                  <a:pos x="449" y="47"/>
                </a:cxn>
                <a:cxn ang="0">
                  <a:pos x="421" y="111"/>
                </a:cxn>
                <a:cxn ang="0">
                  <a:pos x="392" y="127"/>
                </a:cxn>
                <a:cxn ang="0">
                  <a:pos x="353" y="127"/>
                </a:cxn>
                <a:cxn ang="0">
                  <a:pos x="300" y="129"/>
                </a:cxn>
                <a:cxn ang="0">
                  <a:pos x="234" y="151"/>
                </a:cxn>
              </a:cxnLst>
              <a:rect l="0" t="0" r="r" b="b"/>
              <a:pathLst>
                <a:path w="868" h="974">
                  <a:moveTo>
                    <a:pt x="182" y="187"/>
                  </a:moveTo>
                  <a:lnTo>
                    <a:pt x="179" y="184"/>
                  </a:lnTo>
                  <a:lnTo>
                    <a:pt x="169" y="175"/>
                  </a:lnTo>
                  <a:lnTo>
                    <a:pt x="155" y="165"/>
                  </a:lnTo>
                  <a:lnTo>
                    <a:pt x="138" y="154"/>
                  </a:lnTo>
                  <a:lnTo>
                    <a:pt x="118" y="147"/>
                  </a:lnTo>
                  <a:lnTo>
                    <a:pt x="97" y="145"/>
                  </a:lnTo>
                  <a:lnTo>
                    <a:pt x="78" y="151"/>
                  </a:lnTo>
                  <a:lnTo>
                    <a:pt x="60" y="169"/>
                  </a:lnTo>
                  <a:lnTo>
                    <a:pt x="44" y="192"/>
                  </a:lnTo>
                  <a:lnTo>
                    <a:pt x="29" y="212"/>
                  </a:lnTo>
                  <a:lnTo>
                    <a:pt x="16" y="228"/>
                  </a:lnTo>
                  <a:lnTo>
                    <a:pt x="6" y="244"/>
                  </a:lnTo>
                  <a:lnTo>
                    <a:pt x="0" y="257"/>
                  </a:lnTo>
                  <a:lnTo>
                    <a:pt x="1" y="270"/>
                  </a:lnTo>
                  <a:lnTo>
                    <a:pt x="8" y="284"/>
                  </a:lnTo>
                  <a:lnTo>
                    <a:pt x="23" y="298"/>
                  </a:lnTo>
                  <a:lnTo>
                    <a:pt x="42" y="312"/>
                  </a:lnTo>
                  <a:lnTo>
                    <a:pt x="59" y="326"/>
                  </a:lnTo>
                  <a:lnTo>
                    <a:pt x="73" y="340"/>
                  </a:lnTo>
                  <a:lnTo>
                    <a:pt x="84" y="356"/>
                  </a:lnTo>
                  <a:lnTo>
                    <a:pt x="91" y="372"/>
                  </a:lnTo>
                  <a:lnTo>
                    <a:pt x="94" y="393"/>
                  </a:lnTo>
                  <a:lnTo>
                    <a:pt x="90" y="416"/>
                  </a:lnTo>
                  <a:lnTo>
                    <a:pt x="79" y="442"/>
                  </a:lnTo>
                  <a:lnTo>
                    <a:pt x="68" y="472"/>
                  </a:lnTo>
                  <a:lnTo>
                    <a:pt x="60" y="502"/>
                  </a:lnTo>
                  <a:lnTo>
                    <a:pt x="56" y="531"/>
                  </a:lnTo>
                  <a:lnTo>
                    <a:pt x="54" y="559"/>
                  </a:lnTo>
                  <a:lnTo>
                    <a:pt x="54" y="584"/>
                  </a:lnTo>
                  <a:lnTo>
                    <a:pt x="56" y="606"/>
                  </a:lnTo>
                  <a:lnTo>
                    <a:pt x="58" y="622"/>
                  </a:lnTo>
                  <a:lnTo>
                    <a:pt x="60" y="634"/>
                  </a:lnTo>
                  <a:lnTo>
                    <a:pt x="59" y="643"/>
                  </a:lnTo>
                  <a:lnTo>
                    <a:pt x="50" y="651"/>
                  </a:lnTo>
                  <a:lnTo>
                    <a:pt x="38" y="660"/>
                  </a:lnTo>
                  <a:lnTo>
                    <a:pt x="25" y="668"/>
                  </a:lnTo>
                  <a:lnTo>
                    <a:pt x="13" y="676"/>
                  </a:lnTo>
                  <a:lnTo>
                    <a:pt x="5" y="687"/>
                  </a:lnTo>
                  <a:lnTo>
                    <a:pt x="2" y="699"/>
                  </a:lnTo>
                  <a:lnTo>
                    <a:pt x="8" y="712"/>
                  </a:lnTo>
                  <a:lnTo>
                    <a:pt x="20" y="728"/>
                  </a:lnTo>
                  <a:lnTo>
                    <a:pt x="36" y="745"/>
                  </a:lnTo>
                  <a:lnTo>
                    <a:pt x="54" y="762"/>
                  </a:lnTo>
                  <a:lnTo>
                    <a:pt x="74" y="775"/>
                  </a:lnTo>
                  <a:lnTo>
                    <a:pt x="96" y="786"/>
                  </a:lnTo>
                  <a:lnTo>
                    <a:pt x="118" y="791"/>
                  </a:lnTo>
                  <a:lnTo>
                    <a:pt x="138" y="788"/>
                  </a:lnTo>
                  <a:lnTo>
                    <a:pt x="158" y="777"/>
                  </a:lnTo>
                  <a:lnTo>
                    <a:pt x="178" y="766"/>
                  </a:lnTo>
                  <a:lnTo>
                    <a:pt x="196" y="766"/>
                  </a:lnTo>
                  <a:lnTo>
                    <a:pt x="212" y="772"/>
                  </a:lnTo>
                  <a:lnTo>
                    <a:pt x="229" y="783"/>
                  </a:lnTo>
                  <a:lnTo>
                    <a:pt x="247" y="798"/>
                  </a:lnTo>
                  <a:lnTo>
                    <a:pt x="264" y="811"/>
                  </a:lnTo>
                  <a:lnTo>
                    <a:pt x="282" y="824"/>
                  </a:lnTo>
                  <a:lnTo>
                    <a:pt x="300" y="833"/>
                  </a:lnTo>
                  <a:lnTo>
                    <a:pt x="317" y="842"/>
                  </a:lnTo>
                  <a:lnTo>
                    <a:pt x="331" y="855"/>
                  </a:lnTo>
                  <a:lnTo>
                    <a:pt x="342" y="873"/>
                  </a:lnTo>
                  <a:lnTo>
                    <a:pt x="353" y="891"/>
                  </a:lnTo>
                  <a:lnTo>
                    <a:pt x="361" y="912"/>
                  </a:lnTo>
                  <a:lnTo>
                    <a:pt x="371" y="930"/>
                  </a:lnTo>
                  <a:lnTo>
                    <a:pt x="382" y="947"/>
                  </a:lnTo>
                  <a:lnTo>
                    <a:pt x="394" y="959"/>
                  </a:lnTo>
                  <a:lnTo>
                    <a:pt x="410" y="967"/>
                  </a:lnTo>
                  <a:lnTo>
                    <a:pt x="431" y="973"/>
                  </a:lnTo>
                  <a:lnTo>
                    <a:pt x="454" y="974"/>
                  </a:lnTo>
                  <a:lnTo>
                    <a:pt x="478" y="971"/>
                  </a:lnTo>
                  <a:lnTo>
                    <a:pt x="502" y="960"/>
                  </a:lnTo>
                  <a:lnTo>
                    <a:pt x="522" y="943"/>
                  </a:lnTo>
                  <a:lnTo>
                    <a:pt x="539" y="918"/>
                  </a:lnTo>
                  <a:lnTo>
                    <a:pt x="551" y="883"/>
                  </a:lnTo>
                  <a:lnTo>
                    <a:pt x="564" y="849"/>
                  </a:lnTo>
                  <a:lnTo>
                    <a:pt x="583" y="827"/>
                  </a:lnTo>
                  <a:lnTo>
                    <a:pt x="607" y="811"/>
                  </a:lnTo>
                  <a:lnTo>
                    <a:pt x="634" y="801"/>
                  </a:lnTo>
                  <a:lnTo>
                    <a:pt x="660" y="794"/>
                  </a:lnTo>
                  <a:lnTo>
                    <a:pt x="684" y="787"/>
                  </a:lnTo>
                  <a:lnTo>
                    <a:pt x="705" y="778"/>
                  </a:lnTo>
                  <a:lnTo>
                    <a:pt x="718" y="766"/>
                  </a:lnTo>
                  <a:lnTo>
                    <a:pt x="729" y="757"/>
                  </a:lnTo>
                  <a:lnTo>
                    <a:pt x="742" y="756"/>
                  </a:lnTo>
                  <a:lnTo>
                    <a:pt x="756" y="760"/>
                  </a:lnTo>
                  <a:lnTo>
                    <a:pt x="772" y="769"/>
                  </a:lnTo>
                  <a:lnTo>
                    <a:pt x="787" y="777"/>
                  </a:lnTo>
                  <a:lnTo>
                    <a:pt x="802" y="783"/>
                  </a:lnTo>
                  <a:lnTo>
                    <a:pt x="816" y="783"/>
                  </a:lnTo>
                  <a:lnTo>
                    <a:pt x="827" y="775"/>
                  </a:lnTo>
                  <a:lnTo>
                    <a:pt x="838" y="758"/>
                  </a:lnTo>
                  <a:lnTo>
                    <a:pt x="849" y="736"/>
                  </a:lnTo>
                  <a:lnTo>
                    <a:pt x="858" y="712"/>
                  </a:lnTo>
                  <a:lnTo>
                    <a:pt x="865" y="687"/>
                  </a:lnTo>
                  <a:lnTo>
                    <a:pt x="868" y="662"/>
                  </a:lnTo>
                  <a:lnTo>
                    <a:pt x="864" y="638"/>
                  </a:lnTo>
                  <a:lnTo>
                    <a:pt x="853" y="618"/>
                  </a:lnTo>
                  <a:lnTo>
                    <a:pt x="833" y="602"/>
                  </a:lnTo>
                  <a:lnTo>
                    <a:pt x="811" y="584"/>
                  </a:lnTo>
                  <a:lnTo>
                    <a:pt x="796" y="560"/>
                  </a:lnTo>
                  <a:lnTo>
                    <a:pt x="785" y="530"/>
                  </a:lnTo>
                  <a:lnTo>
                    <a:pt x="780" y="500"/>
                  </a:lnTo>
                  <a:lnTo>
                    <a:pt x="779" y="470"/>
                  </a:lnTo>
                  <a:lnTo>
                    <a:pt x="780" y="443"/>
                  </a:lnTo>
                  <a:lnTo>
                    <a:pt x="783" y="423"/>
                  </a:lnTo>
                  <a:lnTo>
                    <a:pt x="787" y="412"/>
                  </a:lnTo>
                  <a:lnTo>
                    <a:pt x="795" y="405"/>
                  </a:lnTo>
                  <a:lnTo>
                    <a:pt x="807" y="393"/>
                  </a:lnTo>
                  <a:lnTo>
                    <a:pt x="821" y="378"/>
                  </a:lnTo>
                  <a:lnTo>
                    <a:pt x="837" y="362"/>
                  </a:lnTo>
                  <a:lnTo>
                    <a:pt x="851" y="345"/>
                  </a:lnTo>
                  <a:lnTo>
                    <a:pt x="861" y="328"/>
                  </a:lnTo>
                  <a:lnTo>
                    <a:pt x="867" y="312"/>
                  </a:lnTo>
                  <a:lnTo>
                    <a:pt x="864" y="298"/>
                  </a:lnTo>
                  <a:lnTo>
                    <a:pt x="856" y="287"/>
                  </a:lnTo>
                  <a:lnTo>
                    <a:pt x="845" y="278"/>
                  </a:lnTo>
                  <a:lnTo>
                    <a:pt x="832" y="269"/>
                  </a:lnTo>
                  <a:lnTo>
                    <a:pt x="816" y="263"/>
                  </a:lnTo>
                  <a:lnTo>
                    <a:pt x="799" y="258"/>
                  </a:lnTo>
                  <a:lnTo>
                    <a:pt x="783" y="255"/>
                  </a:lnTo>
                  <a:lnTo>
                    <a:pt x="765" y="252"/>
                  </a:lnTo>
                  <a:lnTo>
                    <a:pt x="747" y="251"/>
                  </a:lnTo>
                  <a:lnTo>
                    <a:pt x="729" y="246"/>
                  </a:lnTo>
                  <a:lnTo>
                    <a:pt x="711" y="233"/>
                  </a:lnTo>
                  <a:lnTo>
                    <a:pt x="691" y="215"/>
                  </a:lnTo>
                  <a:lnTo>
                    <a:pt x="672" y="193"/>
                  </a:lnTo>
                  <a:lnTo>
                    <a:pt x="653" y="172"/>
                  </a:lnTo>
                  <a:lnTo>
                    <a:pt x="631" y="153"/>
                  </a:lnTo>
                  <a:lnTo>
                    <a:pt x="609" y="139"/>
                  </a:lnTo>
                  <a:lnTo>
                    <a:pt x="583" y="132"/>
                  </a:lnTo>
                  <a:lnTo>
                    <a:pt x="564" y="125"/>
                  </a:lnTo>
                  <a:lnTo>
                    <a:pt x="558" y="109"/>
                  </a:lnTo>
                  <a:lnTo>
                    <a:pt x="560" y="90"/>
                  </a:lnTo>
                  <a:lnTo>
                    <a:pt x="567" y="67"/>
                  </a:lnTo>
                  <a:lnTo>
                    <a:pt x="575" y="46"/>
                  </a:lnTo>
                  <a:lnTo>
                    <a:pt x="579" y="27"/>
                  </a:lnTo>
                  <a:lnTo>
                    <a:pt x="577" y="12"/>
                  </a:lnTo>
                  <a:lnTo>
                    <a:pt x="564" y="6"/>
                  </a:lnTo>
                  <a:lnTo>
                    <a:pt x="545" y="4"/>
                  </a:lnTo>
                  <a:lnTo>
                    <a:pt x="527" y="1"/>
                  </a:lnTo>
                  <a:lnTo>
                    <a:pt x="509" y="0"/>
                  </a:lnTo>
                  <a:lnTo>
                    <a:pt x="493" y="2"/>
                  </a:lnTo>
                  <a:lnTo>
                    <a:pt x="478" y="10"/>
                  </a:lnTo>
                  <a:lnTo>
                    <a:pt x="462" y="24"/>
                  </a:lnTo>
                  <a:lnTo>
                    <a:pt x="449" y="47"/>
                  </a:lnTo>
                  <a:lnTo>
                    <a:pt x="436" y="81"/>
                  </a:lnTo>
                  <a:lnTo>
                    <a:pt x="430" y="99"/>
                  </a:lnTo>
                  <a:lnTo>
                    <a:pt x="421" y="111"/>
                  </a:lnTo>
                  <a:lnTo>
                    <a:pt x="413" y="119"/>
                  </a:lnTo>
                  <a:lnTo>
                    <a:pt x="403" y="125"/>
                  </a:lnTo>
                  <a:lnTo>
                    <a:pt x="392" y="127"/>
                  </a:lnTo>
                  <a:lnTo>
                    <a:pt x="380" y="129"/>
                  </a:lnTo>
                  <a:lnTo>
                    <a:pt x="367" y="129"/>
                  </a:lnTo>
                  <a:lnTo>
                    <a:pt x="353" y="127"/>
                  </a:lnTo>
                  <a:lnTo>
                    <a:pt x="336" y="126"/>
                  </a:lnTo>
                  <a:lnTo>
                    <a:pt x="319" y="127"/>
                  </a:lnTo>
                  <a:lnTo>
                    <a:pt x="300" y="129"/>
                  </a:lnTo>
                  <a:lnTo>
                    <a:pt x="280" y="133"/>
                  </a:lnTo>
                  <a:lnTo>
                    <a:pt x="258" y="141"/>
                  </a:lnTo>
                  <a:lnTo>
                    <a:pt x="234" y="151"/>
                  </a:lnTo>
                  <a:lnTo>
                    <a:pt x="209" y="167"/>
                  </a:lnTo>
                  <a:lnTo>
                    <a:pt x="182" y="187"/>
                  </a:lnTo>
                  <a:close/>
                </a:path>
              </a:pathLst>
            </a:custGeom>
            <a:solidFill>
              <a:srgbClr val="75B7C1"/>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07" name="Freeform 11"/>
            <p:cNvSpPr>
              <a:spLocks/>
            </p:cNvSpPr>
            <p:nvPr/>
          </p:nvSpPr>
          <p:spPr bwMode="auto">
            <a:xfrm>
              <a:off x="2610" y="2081"/>
              <a:ext cx="410" cy="427"/>
            </a:xfrm>
            <a:custGeom>
              <a:avLst/>
              <a:gdLst/>
              <a:ahLst/>
              <a:cxnLst>
                <a:cxn ang="0">
                  <a:pos x="9" y="760"/>
                </a:cxn>
                <a:cxn ang="0">
                  <a:pos x="59" y="913"/>
                </a:cxn>
                <a:cxn ang="0">
                  <a:pos x="149" y="1043"/>
                </a:cxn>
                <a:cxn ang="0">
                  <a:pos x="264" y="1146"/>
                </a:cxn>
                <a:cxn ang="0">
                  <a:pos x="396" y="1222"/>
                </a:cxn>
                <a:cxn ang="0">
                  <a:pos x="525" y="1265"/>
                </a:cxn>
                <a:cxn ang="0">
                  <a:pos x="645" y="1281"/>
                </a:cxn>
                <a:cxn ang="0">
                  <a:pos x="770" y="1272"/>
                </a:cxn>
                <a:cxn ang="0">
                  <a:pos x="892" y="1233"/>
                </a:cxn>
                <a:cxn ang="0">
                  <a:pos x="1002" y="1158"/>
                </a:cxn>
                <a:cxn ang="0">
                  <a:pos x="1096" y="1043"/>
                </a:cxn>
                <a:cxn ang="0">
                  <a:pos x="1209" y="768"/>
                </a:cxn>
                <a:cxn ang="0">
                  <a:pos x="1222" y="501"/>
                </a:cxn>
                <a:cxn ang="0">
                  <a:pos x="1159" y="309"/>
                </a:cxn>
                <a:cxn ang="0">
                  <a:pos x="1105" y="227"/>
                </a:cxn>
                <a:cxn ang="0">
                  <a:pos x="1037" y="158"/>
                </a:cxn>
                <a:cxn ang="0">
                  <a:pos x="959" y="101"/>
                </a:cxn>
                <a:cxn ang="0">
                  <a:pos x="872" y="60"/>
                </a:cxn>
                <a:cxn ang="0">
                  <a:pos x="776" y="35"/>
                </a:cxn>
                <a:cxn ang="0">
                  <a:pos x="834" y="74"/>
                </a:cxn>
                <a:cxn ang="0">
                  <a:pos x="921" y="107"/>
                </a:cxn>
                <a:cxn ang="0">
                  <a:pos x="999" y="155"/>
                </a:cxn>
                <a:cxn ang="0">
                  <a:pos x="1066" y="218"/>
                </a:cxn>
                <a:cxn ang="0">
                  <a:pos x="1123" y="292"/>
                </a:cxn>
                <a:cxn ang="0">
                  <a:pos x="1181" y="426"/>
                </a:cxn>
                <a:cxn ang="0">
                  <a:pos x="1201" y="675"/>
                </a:cxn>
                <a:cxn ang="0">
                  <a:pos x="1123" y="942"/>
                </a:cxn>
                <a:cxn ang="0">
                  <a:pos x="1018" y="1109"/>
                </a:cxn>
                <a:cxn ang="0">
                  <a:pos x="917" y="1193"/>
                </a:cxn>
                <a:cxn ang="0">
                  <a:pos x="803" y="1240"/>
                </a:cxn>
                <a:cxn ang="0">
                  <a:pos x="684" y="1258"/>
                </a:cxn>
                <a:cxn ang="0">
                  <a:pos x="567" y="1250"/>
                </a:cxn>
                <a:cxn ang="0">
                  <a:pos x="450" y="1218"/>
                </a:cxn>
                <a:cxn ang="0">
                  <a:pos x="321" y="1155"/>
                </a:cxn>
                <a:cxn ang="0">
                  <a:pos x="203" y="1065"/>
                </a:cxn>
                <a:cxn ang="0">
                  <a:pos x="107" y="948"/>
                </a:cxn>
                <a:cxn ang="0">
                  <a:pos x="43" y="806"/>
                </a:cxn>
                <a:cxn ang="0">
                  <a:pos x="23" y="644"/>
                </a:cxn>
                <a:cxn ang="0">
                  <a:pos x="79" y="392"/>
                </a:cxn>
                <a:cxn ang="0">
                  <a:pos x="203" y="217"/>
                </a:cxn>
                <a:cxn ang="0">
                  <a:pos x="352" y="106"/>
                </a:cxn>
                <a:cxn ang="0">
                  <a:pos x="486" y="47"/>
                </a:cxn>
                <a:cxn ang="0">
                  <a:pos x="566" y="24"/>
                </a:cxn>
                <a:cxn ang="0">
                  <a:pos x="561" y="2"/>
                </a:cxn>
                <a:cxn ang="0">
                  <a:pos x="479" y="24"/>
                </a:cxn>
                <a:cxn ang="0">
                  <a:pos x="340" y="86"/>
                </a:cxn>
                <a:cxn ang="0">
                  <a:pos x="186" y="200"/>
                </a:cxn>
                <a:cxn ang="0">
                  <a:pos x="59" y="382"/>
                </a:cxn>
                <a:cxn ang="0">
                  <a:pos x="0" y="644"/>
                </a:cxn>
              </a:cxnLst>
              <a:rect l="0" t="0" r="r" b="b"/>
              <a:pathLst>
                <a:path w="1229" h="1281">
                  <a:moveTo>
                    <a:pt x="0" y="644"/>
                  </a:moveTo>
                  <a:lnTo>
                    <a:pt x="1" y="703"/>
                  </a:lnTo>
                  <a:lnTo>
                    <a:pt x="9" y="760"/>
                  </a:lnTo>
                  <a:lnTo>
                    <a:pt x="21" y="812"/>
                  </a:lnTo>
                  <a:lnTo>
                    <a:pt x="37" y="864"/>
                  </a:lnTo>
                  <a:lnTo>
                    <a:pt x="59" y="913"/>
                  </a:lnTo>
                  <a:lnTo>
                    <a:pt x="85" y="959"/>
                  </a:lnTo>
                  <a:lnTo>
                    <a:pt x="115" y="1002"/>
                  </a:lnTo>
                  <a:lnTo>
                    <a:pt x="149" y="1043"/>
                  </a:lnTo>
                  <a:lnTo>
                    <a:pt x="185" y="1080"/>
                  </a:lnTo>
                  <a:lnTo>
                    <a:pt x="223" y="1115"/>
                  </a:lnTo>
                  <a:lnTo>
                    <a:pt x="264" y="1146"/>
                  </a:lnTo>
                  <a:lnTo>
                    <a:pt x="308" y="1175"/>
                  </a:lnTo>
                  <a:lnTo>
                    <a:pt x="351" y="1200"/>
                  </a:lnTo>
                  <a:lnTo>
                    <a:pt x="396" y="1222"/>
                  </a:lnTo>
                  <a:lnTo>
                    <a:pt x="441" y="1240"/>
                  </a:lnTo>
                  <a:lnTo>
                    <a:pt x="486" y="1256"/>
                  </a:lnTo>
                  <a:lnTo>
                    <a:pt x="525" y="1265"/>
                  </a:lnTo>
                  <a:lnTo>
                    <a:pt x="564" y="1274"/>
                  </a:lnTo>
                  <a:lnTo>
                    <a:pt x="604" y="1278"/>
                  </a:lnTo>
                  <a:lnTo>
                    <a:pt x="645" y="1281"/>
                  </a:lnTo>
                  <a:lnTo>
                    <a:pt x="687" y="1281"/>
                  </a:lnTo>
                  <a:lnTo>
                    <a:pt x="729" y="1278"/>
                  </a:lnTo>
                  <a:lnTo>
                    <a:pt x="770" y="1272"/>
                  </a:lnTo>
                  <a:lnTo>
                    <a:pt x="812" y="1263"/>
                  </a:lnTo>
                  <a:lnTo>
                    <a:pt x="852" y="1250"/>
                  </a:lnTo>
                  <a:lnTo>
                    <a:pt x="892" y="1233"/>
                  </a:lnTo>
                  <a:lnTo>
                    <a:pt x="930" y="1212"/>
                  </a:lnTo>
                  <a:lnTo>
                    <a:pt x="968" y="1187"/>
                  </a:lnTo>
                  <a:lnTo>
                    <a:pt x="1002" y="1158"/>
                  </a:lnTo>
                  <a:lnTo>
                    <a:pt x="1036" y="1125"/>
                  </a:lnTo>
                  <a:lnTo>
                    <a:pt x="1067" y="1086"/>
                  </a:lnTo>
                  <a:lnTo>
                    <a:pt x="1096" y="1043"/>
                  </a:lnTo>
                  <a:lnTo>
                    <a:pt x="1144" y="952"/>
                  </a:lnTo>
                  <a:lnTo>
                    <a:pt x="1183" y="859"/>
                  </a:lnTo>
                  <a:lnTo>
                    <a:pt x="1209" y="768"/>
                  </a:lnTo>
                  <a:lnTo>
                    <a:pt x="1225" y="677"/>
                  </a:lnTo>
                  <a:lnTo>
                    <a:pt x="1229" y="588"/>
                  </a:lnTo>
                  <a:lnTo>
                    <a:pt x="1222" y="501"/>
                  </a:lnTo>
                  <a:lnTo>
                    <a:pt x="1204" y="418"/>
                  </a:lnTo>
                  <a:lnTo>
                    <a:pt x="1174" y="339"/>
                  </a:lnTo>
                  <a:lnTo>
                    <a:pt x="1159" y="309"/>
                  </a:lnTo>
                  <a:lnTo>
                    <a:pt x="1142" y="280"/>
                  </a:lnTo>
                  <a:lnTo>
                    <a:pt x="1124" y="253"/>
                  </a:lnTo>
                  <a:lnTo>
                    <a:pt x="1105" y="227"/>
                  </a:lnTo>
                  <a:lnTo>
                    <a:pt x="1083" y="202"/>
                  </a:lnTo>
                  <a:lnTo>
                    <a:pt x="1061" y="179"/>
                  </a:lnTo>
                  <a:lnTo>
                    <a:pt x="1037" y="158"/>
                  </a:lnTo>
                  <a:lnTo>
                    <a:pt x="1013" y="137"/>
                  </a:lnTo>
                  <a:lnTo>
                    <a:pt x="987" y="118"/>
                  </a:lnTo>
                  <a:lnTo>
                    <a:pt x="959" y="101"/>
                  </a:lnTo>
                  <a:lnTo>
                    <a:pt x="932" y="86"/>
                  </a:lnTo>
                  <a:lnTo>
                    <a:pt x="902" y="72"/>
                  </a:lnTo>
                  <a:lnTo>
                    <a:pt x="872" y="60"/>
                  </a:lnTo>
                  <a:lnTo>
                    <a:pt x="840" y="50"/>
                  </a:lnTo>
                  <a:lnTo>
                    <a:pt x="808" y="41"/>
                  </a:lnTo>
                  <a:lnTo>
                    <a:pt x="776" y="35"/>
                  </a:lnTo>
                  <a:lnTo>
                    <a:pt x="772" y="59"/>
                  </a:lnTo>
                  <a:lnTo>
                    <a:pt x="803" y="65"/>
                  </a:lnTo>
                  <a:lnTo>
                    <a:pt x="834" y="74"/>
                  </a:lnTo>
                  <a:lnTo>
                    <a:pt x="863" y="83"/>
                  </a:lnTo>
                  <a:lnTo>
                    <a:pt x="892" y="94"/>
                  </a:lnTo>
                  <a:lnTo>
                    <a:pt x="921" y="107"/>
                  </a:lnTo>
                  <a:lnTo>
                    <a:pt x="947" y="122"/>
                  </a:lnTo>
                  <a:lnTo>
                    <a:pt x="974" y="138"/>
                  </a:lnTo>
                  <a:lnTo>
                    <a:pt x="999" y="155"/>
                  </a:lnTo>
                  <a:lnTo>
                    <a:pt x="1022" y="175"/>
                  </a:lnTo>
                  <a:lnTo>
                    <a:pt x="1044" y="196"/>
                  </a:lnTo>
                  <a:lnTo>
                    <a:pt x="1066" y="218"/>
                  </a:lnTo>
                  <a:lnTo>
                    <a:pt x="1087" y="242"/>
                  </a:lnTo>
                  <a:lnTo>
                    <a:pt x="1105" y="266"/>
                  </a:lnTo>
                  <a:lnTo>
                    <a:pt x="1123" y="292"/>
                  </a:lnTo>
                  <a:lnTo>
                    <a:pt x="1138" y="320"/>
                  </a:lnTo>
                  <a:lnTo>
                    <a:pt x="1153" y="349"/>
                  </a:lnTo>
                  <a:lnTo>
                    <a:pt x="1181" y="426"/>
                  </a:lnTo>
                  <a:lnTo>
                    <a:pt x="1199" y="506"/>
                  </a:lnTo>
                  <a:lnTo>
                    <a:pt x="1205" y="590"/>
                  </a:lnTo>
                  <a:lnTo>
                    <a:pt x="1201" y="675"/>
                  </a:lnTo>
                  <a:lnTo>
                    <a:pt x="1186" y="764"/>
                  </a:lnTo>
                  <a:lnTo>
                    <a:pt x="1160" y="853"/>
                  </a:lnTo>
                  <a:lnTo>
                    <a:pt x="1123" y="942"/>
                  </a:lnTo>
                  <a:lnTo>
                    <a:pt x="1076" y="1031"/>
                  </a:lnTo>
                  <a:lnTo>
                    <a:pt x="1048" y="1073"/>
                  </a:lnTo>
                  <a:lnTo>
                    <a:pt x="1018" y="1109"/>
                  </a:lnTo>
                  <a:lnTo>
                    <a:pt x="987" y="1142"/>
                  </a:lnTo>
                  <a:lnTo>
                    <a:pt x="953" y="1169"/>
                  </a:lnTo>
                  <a:lnTo>
                    <a:pt x="917" y="1193"/>
                  </a:lnTo>
                  <a:lnTo>
                    <a:pt x="880" y="1212"/>
                  </a:lnTo>
                  <a:lnTo>
                    <a:pt x="843" y="1228"/>
                  </a:lnTo>
                  <a:lnTo>
                    <a:pt x="803" y="1240"/>
                  </a:lnTo>
                  <a:lnTo>
                    <a:pt x="764" y="1250"/>
                  </a:lnTo>
                  <a:lnTo>
                    <a:pt x="724" y="1254"/>
                  </a:lnTo>
                  <a:lnTo>
                    <a:pt x="684" y="1258"/>
                  </a:lnTo>
                  <a:lnTo>
                    <a:pt x="645" y="1258"/>
                  </a:lnTo>
                  <a:lnTo>
                    <a:pt x="605" y="1254"/>
                  </a:lnTo>
                  <a:lnTo>
                    <a:pt x="567" y="1250"/>
                  </a:lnTo>
                  <a:lnTo>
                    <a:pt x="530" y="1242"/>
                  </a:lnTo>
                  <a:lnTo>
                    <a:pt x="494" y="1233"/>
                  </a:lnTo>
                  <a:lnTo>
                    <a:pt x="450" y="1218"/>
                  </a:lnTo>
                  <a:lnTo>
                    <a:pt x="406" y="1200"/>
                  </a:lnTo>
                  <a:lnTo>
                    <a:pt x="363" y="1180"/>
                  </a:lnTo>
                  <a:lnTo>
                    <a:pt x="321" y="1155"/>
                  </a:lnTo>
                  <a:lnTo>
                    <a:pt x="280" y="1128"/>
                  </a:lnTo>
                  <a:lnTo>
                    <a:pt x="240" y="1097"/>
                  </a:lnTo>
                  <a:lnTo>
                    <a:pt x="203" y="1065"/>
                  </a:lnTo>
                  <a:lnTo>
                    <a:pt x="168" y="1029"/>
                  </a:lnTo>
                  <a:lnTo>
                    <a:pt x="136" y="989"/>
                  </a:lnTo>
                  <a:lnTo>
                    <a:pt x="107" y="948"/>
                  </a:lnTo>
                  <a:lnTo>
                    <a:pt x="82" y="904"/>
                  </a:lnTo>
                  <a:lnTo>
                    <a:pt x="60" y="857"/>
                  </a:lnTo>
                  <a:lnTo>
                    <a:pt x="43" y="806"/>
                  </a:lnTo>
                  <a:lnTo>
                    <a:pt x="31" y="755"/>
                  </a:lnTo>
                  <a:lnTo>
                    <a:pt x="24" y="701"/>
                  </a:lnTo>
                  <a:lnTo>
                    <a:pt x="23" y="644"/>
                  </a:lnTo>
                  <a:lnTo>
                    <a:pt x="31" y="551"/>
                  </a:lnTo>
                  <a:lnTo>
                    <a:pt x="51" y="466"/>
                  </a:lnTo>
                  <a:lnTo>
                    <a:pt x="79" y="392"/>
                  </a:lnTo>
                  <a:lnTo>
                    <a:pt x="115" y="326"/>
                  </a:lnTo>
                  <a:lnTo>
                    <a:pt x="156" y="267"/>
                  </a:lnTo>
                  <a:lnTo>
                    <a:pt x="203" y="217"/>
                  </a:lnTo>
                  <a:lnTo>
                    <a:pt x="251" y="173"/>
                  </a:lnTo>
                  <a:lnTo>
                    <a:pt x="302" y="137"/>
                  </a:lnTo>
                  <a:lnTo>
                    <a:pt x="352" y="106"/>
                  </a:lnTo>
                  <a:lnTo>
                    <a:pt x="401" y="82"/>
                  </a:lnTo>
                  <a:lnTo>
                    <a:pt x="446" y="62"/>
                  </a:lnTo>
                  <a:lnTo>
                    <a:pt x="486" y="47"/>
                  </a:lnTo>
                  <a:lnTo>
                    <a:pt x="521" y="36"/>
                  </a:lnTo>
                  <a:lnTo>
                    <a:pt x="548" y="29"/>
                  </a:lnTo>
                  <a:lnTo>
                    <a:pt x="566" y="24"/>
                  </a:lnTo>
                  <a:lnTo>
                    <a:pt x="573" y="23"/>
                  </a:lnTo>
                  <a:lnTo>
                    <a:pt x="568" y="0"/>
                  </a:lnTo>
                  <a:lnTo>
                    <a:pt x="561" y="2"/>
                  </a:lnTo>
                  <a:lnTo>
                    <a:pt x="543" y="5"/>
                  </a:lnTo>
                  <a:lnTo>
                    <a:pt x="515" y="12"/>
                  </a:lnTo>
                  <a:lnTo>
                    <a:pt x="479" y="24"/>
                  </a:lnTo>
                  <a:lnTo>
                    <a:pt x="437" y="40"/>
                  </a:lnTo>
                  <a:lnTo>
                    <a:pt x="390" y="60"/>
                  </a:lnTo>
                  <a:lnTo>
                    <a:pt x="340" y="86"/>
                  </a:lnTo>
                  <a:lnTo>
                    <a:pt x="288" y="117"/>
                  </a:lnTo>
                  <a:lnTo>
                    <a:pt x="237" y="155"/>
                  </a:lnTo>
                  <a:lnTo>
                    <a:pt x="186" y="200"/>
                  </a:lnTo>
                  <a:lnTo>
                    <a:pt x="138" y="253"/>
                  </a:lnTo>
                  <a:lnTo>
                    <a:pt x="95" y="313"/>
                  </a:lnTo>
                  <a:lnTo>
                    <a:pt x="59" y="382"/>
                  </a:lnTo>
                  <a:lnTo>
                    <a:pt x="29" y="459"/>
                  </a:lnTo>
                  <a:lnTo>
                    <a:pt x="10" y="547"/>
                  </a:lnTo>
                  <a:lnTo>
                    <a:pt x="0" y="644"/>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08" name="Freeform 12"/>
            <p:cNvSpPr>
              <a:spLocks/>
            </p:cNvSpPr>
            <p:nvPr/>
          </p:nvSpPr>
          <p:spPr bwMode="auto">
            <a:xfrm>
              <a:off x="2897" y="2056"/>
              <a:ext cx="123" cy="97"/>
            </a:xfrm>
            <a:custGeom>
              <a:avLst/>
              <a:gdLst/>
              <a:ahLst/>
              <a:cxnLst>
                <a:cxn ang="0">
                  <a:pos x="133" y="6"/>
                </a:cxn>
                <a:cxn ang="0">
                  <a:pos x="0" y="122"/>
                </a:cxn>
                <a:cxn ang="0">
                  <a:pos x="14" y="140"/>
                </a:cxn>
                <a:cxn ang="0">
                  <a:pos x="19" y="135"/>
                </a:cxn>
                <a:cxn ang="0">
                  <a:pos x="32" y="125"/>
                </a:cxn>
                <a:cxn ang="0">
                  <a:pos x="51" y="109"/>
                </a:cxn>
                <a:cxn ang="0">
                  <a:pos x="73" y="90"/>
                </a:cxn>
                <a:cxn ang="0">
                  <a:pos x="96" y="71"/>
                </a:cxn>
                <a:cxn ang="0">
                  <a:pos x="116" y="53"/>
                </a:cxn>
                <a:cxn ang="0">
                  <a:pos x="133" y="38"/>
                </a:cxn>
                <a:cxn ang="0">
                  <a:pos x="141" y="31"/>
                </a:cxn>
                <a:cxn ang="0">
                  <a:pos x="146" y="35"/>
                </a:cxn>
                <a:cxn ang="0">
                  <a:pos x="153" y="39"/>
                </a:cxn>
                <a:cxn ang="0">
                  <a:pos x="163" y="47"/>
                </a:cxn>
                <a:cxn ang="0">
                  <a:pos x="176" y="55"/>
                </a:cxn>
                <a:cxn ang="0">
                  <a:pos x="191" y="66"/>
                </a:cxn>
                <a:cxn ang="0">
                  <a:pos x="205" y="77"/>
                </a:cxn>
                <a:cxn ang="0">
                  <a:pos x="222" y="89"/>
                </a:cxn>
                <a:cxn ang="0">
                  <a:pos x="239" y="101"/>
                </a:cxn>
                <a:cxn ang="0">
                  <a:pos x="255" y="113"/>
                </a:cxn>
                <a:cxn ang="0">
                  <a:pos x="272" y="123"/>
                </a:cxn>
                <a:cxn ang="0">
                  <a:pos x="288" y="135"/>
                </a:cxn>
                <a:cxn ang="0">
                  <a:pos x="302" y="145"/>
                </a:cxn>
                <a:cxn ang="0">
                  <a:pos x="314" y="155"/>
                </a:cxn>
                <a:cxn ang="0">
                  <a:pos x="325" y="162"/>
                </a:cxn>
                <a:cxn ang="0">
                  <a:pos x="332" y="167"/>
                </a:cxn>
                <a:cxn ang="0">
                  <a:pos x="337" y="170"/>
                </a:cxn>
                <a:cxn ang="0">
                  <a:pos x="331" y="180"/>
                </a:cxn>
                <a:cxn ang="0">
                  <a:pos x="324" y="193"/>
                </a:cxn>
                <a:cxn ang="0">
                  <a:pos x="313" y="211"/>
                </a:cxn>
                <a:cxn ang="0">
                  <a:pos x="302" y="229"/>
                </a:cxn>
                <a:cxn ang="0">
                  <a:pos x="291" y="247"/>
                </a:cxn>
                <a:cxn ang="0">
                  <a:pos x="283" y="263"/>
                </a:cxn>
                <a:cxn ang="0">
                  <a:pos x="277" y="274"/>
                </a:cxn>
                <a:cxn ang="0">
                  <a:pos x="275" y="277"/>
                </a:cxn>
                <a:cxn ang="0">
                  <a:pos x="295" y="289"/>
                </a:cxn>
                <a:cxn ang="0">
                  <a:pos x="368" y="164"/>
                </a:cxn>
                <a:cxn ang="0">
                  <a:pos x="140" y="0"/>
                </a:cxn>
                <a:cxn ang="0">
                  <a:pos x="133" y="6"/>
                </a:cxn>
              </a:cxnLst>
              <a:rect l="0" t="0" r="r" b="b"/>
              <a:pathLst>
                <a:path w="368" h="289">
                  <a:moveTo>
                    <a:pt x="133" y="6"/>
                  </a:moveTo>
                  <a:lnTo>
                    <a:pt x="0" y="122"/>
                  </a:lnTo>
                  <a:lnTo>
                    <a:pt x="14" y="140"/>
                  </a:lnTo>
                  <a:lnTo>
                    <a:pt x="19" y="135"/>
                  </a:lnTo>
                  <a:lnTo>
                    <a:pt x="32" y="125"/>
                  </a:lnTo>
                  <a:lnTo>
                    <a:pt x="51" y="109"/>
                  </a:lnTo>
                  <a:lnTo>
                    <a:pt x="73" y="90"/>
                  </a:lnTo>
                  <a:lnTo>
                    <a:pt x="96" y="71"/>
                  </a:lnTo>
                  <a:lnTo>
                    <a:pt x="116" y="53"/>
                  </a:lnTo>
                  <a:lnTo>
                    <a:pt x="133" y="38"/>
                  </a:lnTo>
                  <a:lnTo>
                    <a:pt x="141" y="31"/>
                  </a:lnTo>
                  <a:lnTo>
                    <a:pt x="146" y="35"/>
                  </a:lnTo>
                  <a:lnTo>
                    <a:pt x="153" y="39"/>
                  </a:lnTo>
                  <a:lnTo>
                    <a:pt x="163" y="47"/>
                  </a:lnTo>
                  <a:lnTo>
                    <a:pt x="176" y="55"/>
                  </a:lnTo>
                  <a:lnTo>
                    <a:pt x="191" y="66"/>
                  </a:lnTo>
                  <a:lnTo>
                    <a:pt x="205" y="77"/>
                  </a:lnTo>
                  <a:lnTo>
                    <a:pt x="222" y="89"/>
                  </a:lnTo>
                  <a:lnTo>
                    <a:pt x="239" y="101"/>
                  </a:lnTo>
                  <a:lnTo>
                    <a:pt x="255" y="113"/>
                  </a:lnTo>
                  <a:lnTo>
                    <a:pt x="272" y="123"/>
                  </a:lnTo>
                  <a:lnTo>
                    <a:pt x="288" y="135"/>
                  </a:lnTo>
                  <a:lnTo>
                    <a:pt x="302" y="145"/>
                  </a:lnTo>
                  <a:lnTo>
                    <a:pt x="314" y="155"/>
                  </a:lnTo>
                  <a:lnTo>
                    <a:pt x="325" y="162"/>
                  </a:lnTo>
                  <a:lnTo>
                    <a:pt x="332" y="167"/>
                  </a:lnTo>
                  <a:lnTo>
                    <a:pt x="337" y="170"/>
                  </a:lnTo>
                  <a:lnTo>
                    <a:pt x="331" y="180"/>
                  </a:lnTo>
                  <a:lnTo>
                    <a:pt x="324" y="193"/>
                  </a:lnTo>
                  <a:lnTo>
                    <a:pt x="313" y="211"/>
                  </a:lnTo>
                  <a:lnTo>
                    <a:pt x="302" y="229"/>
                  </a:lnTo>
                  <a:lnTo>
                    <a:pt x="291" y="247"/>
                  </a:lnTo>
                  <a:lnTo>
                    <a:pt x="283" y="263"/>
                  </a:lnTo>
                  <a:lnTo>
                    <a:pt x="277" y="274"/>
                  </a:lnTo>
                  <a:lnTo>
                    <a:pt x="275" y="277"/>
                  </a:lnTo>
                  <a:lnTo>
                    <a:pt x="295" y="289"/>
                  </a:lnTo>
                  <a:lnTo>
                    <a:pt x="368" y="164"/>
                  </a:lnTo>
                  <a:lnTo>
                    <a:pt x="140" y="0"/>
                  </a:lnTo>
                  <a:lnTo>
                    <a:pt x="133" y="6"/>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09" name="Freeform 13"/>
            <p:cNvSpPr>
              <a:spLocks/>
            </p:cNvSpPr>
            <p:nvPr/>
          </p:nvSpPr>
          <p:spPr bwMode="auto">
            <a:xfrm>
              <a:off x="2655" y="2033"/>
              <a:ext cx="131" cy="107"/>
            </a:xfrm>
            <a:custGeom>
              <a:avLst/>
              <a:gdLst/>
              <a:ahLst/>
              <a:cxnLst>
                <a:cxn ang="0">
                  <a:pos x="270" y="5"/>
                </a:cxn>
                <a:cxn ang="0">
                  <a:pos x="0" y="142"/>
                </a:cxn>
                <a:cxn ang="0">
                  <a:pos x="26" y="321"/>
                </a:cxn>
                <a:cxn ang="0">
                  <a:pos x="49" y="317"/>
                </a:cxn>
                <a:cxn ang="0">
                  <a:pos x="45" y="294"/>
                </a:cxn>
                <a:cxn ang="0">
                  <a:pos x="38" y="241"/>
                </a:cxn>
                <a:cxn ang="0">
                  <a:pos x="30" y="187"/>
                </a:cxn>
                <a:cxn ang="0">
                  <a:pos x="25" y="156"/>
                </a:cxn>
                <a:cxn ang="0">
                  <a:pos x="30" y="154"/>
                </a:cxn>
                <a:cxn ang="0">
                  <a:pos x="39" y="149"/>
                </a:cxn>
                <a:cxn ang="0">
                  <a:pos x="51" y="143"/>
                </a:cxn>
                <a:cxn ang="0">
                  <a:pos x="68" y="134"/>
                </a:cxn>
                <a:cxn ang="0">
                  <a:pos x="86" y="125"/>
                </a:cxn>
                <a:cxn ang="0">
                  <a:pos x="105" y="115"/>
                </a:cxn>
                <a:cxn ang="0">
                  <a:pos x="127" y="104"/>
                </a:cxn>
                <a:cxn ang="0">
                  <a:pos x="149" y="92"/>
                </a:cxn>
                <a:cxn ang="0">
                  <a:pos x="170" y="81"/>
                </a:cxn>
                <a:cxn ang="0">
                  <a:pos x="192" y="71"/>
                </a:cxn>
                <a:cxn ang="0">
                  <a:pos x="211" y="61"/>
                </a:cxn>
                <a:cxn ang="0">
                  <a:pos x="229" y="51"/>
                </a:cxn>
                <a:cxn ang="0">
                  <a:pos x="246" y="43"/>
                </a:cxn>
                <a:cxn ang="0">
                  <a:pos x="258" y="37"/>
                </a:cxn>
                <a:cxn ang="0">
                  <a:pos x="267" y="32"/>
                </a:cxn>
                <a:cxn ang="0">
                  <a:pos x="272" y="30"/>
                </a:cxn>
                <a:cxn ang="0">
                  <a:pos x="279" y="37"/>
                </a:cxn>
                <a:cxn ang="0">
                  <a:pos x="293" y="51"/>
                </a:cxn>
                <a:cxn ang="0">
                  <a:pos x="309" y="69"/>
                </a:cxn>
                <a:cxn ang="0">
                  <a:pos x="329" y="89"/>
                </a:cxn>
                <a:cxn ang="0">
                  <a:pos x="347" y="108"/>
                </a:cxn>
                <a:cxn ang="0">
                  <a:pos x="362" y="124"/>
                </a:cxn>
                <a:cxn ang="0">
                  <a:pos x="373" y="134"/>
                </a:cxn>
                <a:cxn ang="0">
                  <a:pos x="377" y="139"/>
                </a:cxn>
                <a:cxn ang="0">
                  <a:pos x="393" y="122"/>
                </a:cxn>
                <a:cxn ang="0">
                  <a:pos x="277" y="0"/>
                </a:cxn>
                <a:cxn ang="0">
                  <a:pos x="270" y="5"/>
                </a:cxn>
              </a:cxnLst>
              <a:rect l="0" t="0" r="r" b="b"/>
              <a:pathLst>
                <a:path w="393" h="321">
                  <a:moveTo>
                    <a:pt x="270" y="5"/>
                  </a:moveTo>
                  <a:lnTo>
                    <a:pt x="0" y="142"/>
                  </a:lnTo>
                  <a:lnTo>
                    <a:pt x="26" y="321"/>
                  </a:lnTo>
                  <a:lnTo>
                    <a:pt x="49" y="317"/>
                  </a:lnTo>
                  <a:lnTo>
                    <a:pt x="45" y="294"/>
                  </a:lnTo>
                  <a:lnTo>
                    <a:pt x="38" y="241"/>
                  </a:lnTo>
                  <a:lnTo>
                    <a:pt x="30" y="187"/>
                  </a:lnTo>
                  <a:lnTo>
                    <a:pt x="25" y="156"/>
                  </a:lnTo>
                  <a:lnTo>
                    <a:pt x="30" y="154"/>
                  </a:lnTo>
                  <a:lnTo>
                    <a:pt x="39" y="149"/>
                  </a:lnTo>
                  <a:lnTo>
                    <a:pt x="51" y="143"/>
                  </a:lnTo>
                  <a:lnTo>
                    <a:pt x="68" y="134"/>
                  </a:lnTo>
                  <a:lnTo>
                    <a:pt x="86" y="125"/>
                  </a:lnTo>
                  <a:lnTo>
                    <a:pt x="105" y="115"/>
                  </a:lnTo>
                  <a:lnTo>
                    <a:pt x="127" y="104"/>
                  </a:lnTo>
                  <a:lnTo>
                    <a:pt x="149" y="92"/>
                  </a:lnTo>
                  <a:lnTo>
                    <a:pt x="170" y="81"/>
                  </a:lnTo>
                  <a:lnTo>
                    <a:pt x="192" y="71"/>
                  </a:lnTo>
                  <a:lnTo>
                    <a:pt x="211" y="61"/>
                  </a:lnTo>
                  <a:lnTo>
                    <a:pt x="229" y="51"/>
                  </a:lnTo>
                  <a:lnTo>
                    <a:pt x="246" y="43"/>
                  </a:lnTo>
                  <a:lnTo>
                    <a:pt x="258" y="37"/>
                  </a:lnTo>
                  <a:lnTo>
                    <a:pt x="267" y="32"/>
                  </a:lnTo>
                  <a:lnTo>
                    <a:pt x="272" y="30"/>
                  </a:lnTo>
                  <a:lnTo>
                    <a:pt x="279" y="37"/>
                  </a:lnTo>
                  <a:lnTo>
                    <a:pt x="293" y="51"/>
                  </a:lnTo>
                  <a:lnTo>
                    <a:pt x="309" y="69"/>
                  </a:lnTo>
                  <a:lnTo>
                    <a:pt x="329" y="89"/>
                  </a:lnTo>
                  <a:lnTo>
                    <a:pt x="347" y="108"/>
                  </a:lnTo>
                  <a:lnTo>
                    <a:pt x="362" y="124"/>
                  </a:lnTo>
                  <a:lnTo>
                    <a:pt x="373" y="134"/>
                  </a:lnTo>
                  <a:lnTo>
                    <a:pt x="377" y="139"/>
                  </a:lnTo>
                  <a:lnTo>
                    <a:pt x="393" y="122"/>
                  </a:lnTo>
                  <a:lnTo>
                    <a:pt x="277" y="0"/>
                  </a:lnTo>
                  <a:lnTo>
                    <a:pt x="270" y="5"/>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0" name="Freeform 14"/>
            <p:cNvSpPr>
              <a:spLocks/>
            </p:cNvSpPr>
            <p:nvPr/>
          </p:nvSpPr>
          <p:spPr bwMode="auto">
            <a:xfrm>
              <a:off x="2562" y="2230"/>
              <a:ext cx="59" cy="144"/>
            </a:xfrm>
            <a:custGeom>
              <a:avLst/>
              <a:gdLst/>
              <a:ahLst/>
              <a:cxnLst>
                <a:cxn ang="0">
                  <a:pos x="10" y="45"/>
                </a:cxn>
                <a:cxn ang="0">
                  <a:pos x="0" y="48"/>
                </a:cxn>
                <a:cxn ang="0">
                  <a:pos x="28" y="405"/>
                </a:cxn>
                <a:cxn ang="0">
                  <a:pos x="137" y="433"/>
                </a:cxn>
                <a:cxn ang="0">
                  <a:pos x="143" y="411"/>
                </a:cxn>
                <a:cxn ang="0">
                  <a:pos x="139" y="409"/>
                </a:cxn>
                <a:cxn ang="0">
                  <a:pos x="131" y="407"/>
                </a:cxn>
                <a:cxn ang="0">
                  <a:pos x="116" y="403"/>
                </a:cxn>
                <a:cxn ang="0">
                  <a:pos x="102" y="400"/>
                </a:cxn>
                <a:cxn ang="0">
                  <a:pos x="85" y="396"/>
                </a:cxn>
                <a:cxn ang="0">
                  <a:pos x="70" y="391"/>
                </a:cxn>
                <a:cxn ang="0">
                  <a:pos x="58" y="389"/>
                </a:cxn>
                <a:cxn ang="0">
                  <a:pos x="49" y="387"/>
                </a:cxn>
                <a:cxn ang="0">
                  <a:pos x="46" y="333"/>
                </a:cxn>
                <a:cxn ang="0">
                  <a:pos x="37" y="227"/>
                </a:cxn>
                <a:cxn ang="0">
                  <a:pos x="29" y="120"/>
                </a:cxn>
                <a:cxn ang="0">
                  <a:pos x="25" y="65"/>
                </a:cxn>
                <a:cxn ang="0">
                  <a:pos x="36" y="62"/>
                </a:cxn>
                <a:cxn ang="0">
                  <a:pos x="56" y="56"/>
                </a:cxn>
                <a:cxn ang="0">
                  <a:pos x="80" y="50"/>
                </a:cxn>
                <a:cxn ang="0">
                  <a:pos x="107" y="42"/>
                </a:cxn>
                <a:cxn ang="0">
                  <a:pos x="133" y="35"/>
                </a:cxn>
                <a:cxn ang="0">
                  <a:pos x="155" y="29"/>
                </a:cxn>
                <a:cxn ang="0">
                  <a:pos x="170" y="24"/>
                </a:cxn>
                <a:cxn ang="0">
                  <a:pos x="176" y="23"/>
                </a:cxn>
                <a:cxn ang="0">
                  <a:pos x="170" y="0"/>
                </a:cxn>
                <a:cxn ang="0">
                  <a:pos x="10" y="45"/>
                </a:cxn>
              </a:cxnLst>
              <a:rect l="0" t="0" r="r" b="b"/>
              <a:pathLst>
                <a:path w="176" h="433">
                  <a:moveTo>
                    <a:pt x="10" y="45"/>
                  </a:moveTo>
                  <a:lnTo>
                    <a:pt x="0" y="48"/>
                  </a:lnTo>
                  <a:lnTo>
                    <a:pt x="28" y="405"/>
                  </a:lnTo>
                  <a:lnTo>
                    <a:pt x="137" y="433"/>
                  </a:lnTo>
                  <a:lnTo>
                    <a:pt x="143" y="411"/>
                  </a:lnTo>
                  <a:lnTo>
                    <a:pt x="139" y="409"/>
                  </a:lnTo>
                  <a:lnTo>
                    <a:pt x="131" y="407"/>
                  </a:lnTo>
                  <a:lnTo>
                    <a:pt x="116" y="403"/>
                  </a:lnTo>
                  <a:lnTo>
                    <a:pt x="102" y="400"/>
                  </a:lnTo>
                  <a:lnTo>
                    <a:pt x="85" y="396"/>
                  </a:lnTo>
                  <a:lnTo>
                    <a:pt x="70" y="391"/>
                  </a:lnTo>
                  <a:lnTo>
                    <a:pt x="58" y="389"/>
                  </a:lnTo>
                  <a:lnTo>
                    <a:pt x="49" y="387"/>
                  </a:lnTo>
                  <a:lnTo>
                    <a:pt x="46" y="333"/>
                  </a:lnTo>
                  <a:lnTo>
                    <a:pt x="37" y="227"/>
                  </a:lnTo>
                  <a:lnTo>
                    <a:pt x="29" y="120"/>
                  </a:lnTo>
                  <a:lnTo>
                    <a:pt x="25" y="65"/>
                  </a:lnTo>
                  <a:lnTo>
                    <a:pt x="36" y="62"/>
                  </a:lnTo>
                  <a:lnTo>
                    <a:pt x="56" y="56"/>
                  </a:lnTo>
                  <a:lnTo>
                    <a:pt x="80" y="50"/>
                  </a:lnTo>
                  <a:lnTo>
                    <a:pt x="107" y="42"/>
                  </a:lnTo>
                  <a:lnTo>
                    <a:pt x="133" y="35"/>
                  </a:lnTo>
                  <a:lnTo>
                    <a:pt x="155" y="29"/>
                  </a:lnTo>
                  <a:lnTo>
                    <a:pt x="170" y="24"/>
                  </a:lnTo>
                  <a:lnTo>
                    <a:pt x="176" y="23"/>
                  </a:lnTo>
                  <a:lnTo>
                    <a:pt x="170" y="0"/>
                  </a:lnTo>
                  <a:lnTo>
                    <a:pt x="10" y="45"/>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1" name="Freeform 15"/>
            <p:cNvSpPr>
              <a:spLocks/>
            </p:cNvSpPr>
            <p:nvPr/>
          </p:nvSpPr>
          <p:spPr bwMode="auto">
            <a:xfrm>
              <a:off x="2655" y="2441"/>
              <a:ext cx="131" cy="107"/>
            </a:xfrm>
            <a:custGeom>
              <a:avLst/>
              <a:gdLst/>
              <a:ahLst/>
              <a:cxnLst>
                <a:cxn ang="0">
                  <a:pos x="3" y="169"/>
                </a:cxn>
                <a:cxn ang="0">
                  <a:pos x="0" y="179"/>
                </a:cxn>
                <a:cxn ang="0">
                  <a:pos x="295" y="320"/>
                </a:cxn>
                <a:cxn ang="0">
                  <a:pos x="393" y="254"/>
                </a:cxn>
                <a:cxn ang="0">
                  <a:pos x="380" y="233"/>
                </a:cxn>
                <a:cxn ang="0">
                  <a:pos x="376" y="236"/>
                </a:cxn>
                <a:cxn ang="0">
                  <a:pos x="368" y="242"/>
                </a:cxn>
                <a:cxn ang="0">
                  <a:pos x="355" y="250"/>
                </a:cxn>
                <a:cxn ang="0">
                  <a:pos x="340" y="261"/>
                </a:cxn>
                <a:cxn ang="0">
                  <a:pos x="325" y="270"/>
                </a:cxn>
                <a:cxn ang="0">
                  <a:pos x="310" y="280"/>
                </a:cxn>
                <a:cxn ang="0">
                  <a:pos x="299" y="287"/>
                </a:cxn>
                <a:cxn ang="0">
                  <a:pos x="292" y="292"/>
                </a:cxn>
                <a:cxn ang="0">
                  <a:pos x="287" y="290"/>
                </a:cxn>
                <a:cxn ang="0">
                  <a:pos x="278" y="286"/>
                </a:cxn>
                <a:cxn ang="0">
                  <a:pos x="265" y="279"/>
                </a:cxn>
                <a:cxn ang="0">
                  <a:pos x="249" y="272"/>
                </a:cxn>
                <a:cxn ang="0">
                  <a:pos x="230" y="262"/>
                </a:cxn>
                <a:cxn ang="0">
                  <a:pos x="208" y="252"/>
                </a:cxn>
                <a:cxn ang="0">
                  <a:pos x="185" y="242"/>
                </a:cxn>
                <a:cxn ang="0">
                  <a:pos x="163" y="230"/>
                </a:cxn>
                <a:cxn ang="0">
                  <a:pos x="139" y="219"/>
                </a:cxn>
                <a:cxn ang="0">
                  <a:pos x="116" y="208"/>
                </a:cxn>
                <a:cxn ang="0">
                  <a:pos x="94" y="197"/>
                </a:cxn>
                <a:cxn ang="0">
                  <a:pos x="75" y="187"/>
                </a:cxn>
                <a:cxn ang="0">
                  <a:pos x="57" y="180"/>
                </a:cxn>
                <a:cxn ang="0">
                  <a:pos x="44" y="173"/>
                </a:cxn>
                <a:cxn ang="0">
                  <a:pos x="34" y="168"/>
                </a:cxn>
                <a:cxn ang="0">
                  <a:pos x="28" y="166"/>
                </a:cxn>
                <a:cxn ang="0">
                  <a:pos x="32" y="154"/>
                </a:cxn>
                <a:cxn ang="0">
                  <a:pos x="36" y="133"/>
                </a:cxn>
                <a:cxn ang="0">
                  <a:pos x="42" y="107"/>
                </a:cxn>
                <a:cxn ang="0">
                  <a:pos x="50" y="79"/>
                </a:cxn>
                <a:cxn ang="0">
                  <a:pos x="57" y="52"/>
                </a:cxn>
                <a:cxn ang="0">
                  <a:pos x="62" y="28"/>
                </a:cxn>
                <a:cxn ang="0">
                  <a:pos x="66" y="11"/>
                </a:cxn>
                <a:cxn ang="0">
                  <a:pos x="68" y="5"/>
                </a:cxn>
                <a:cxn ang="0">
                  <a:pos x="45" y="0"/>
                </a:cxn>
                <a:cxn ang="0">
                  <a:pos x="3" y="169"/>
                </a:cxn>
              </a:cxnLst>
              <a:rect l="0" t="0" r="r" b="b"/>
              <a:pathLst>
                <a:path w="393" h="320">
                  <a:moveTo>
                    <a:pt x="3" y="169"/>
                  </a:moveTo>
                  <a:lnTo>
                    <a:pt x="0" y="179"/>
                  </a:lnTo>
                  <a:lnTo>
                    <a:pt x="295" y="320"/>
                  </a:lnTo>
                  <a:lnTo>
                    <a:pt x="393" y="254"/>
                  </a:lnTo>
                  <a:lnTo>
                    <a:pt x="380" y="233"/>
                  </a:lnTo>
                  <a:lnTo>
                    <a:pt x="376" y="236"/>
                  </a:lnTo>
                  <a:lnTo>
                    <a:pt x="368" y="242"/>
                  </a:lnTo>
                  <a:lnTo>
                    <a:pt x="355" y="250"/>
                  </a:lnTo>
                  <a:lnTo>
                    <a:pt x="340" y="261"/>
                  </a:lnTo>
                  <a:lnTo>
                    <a:pt x="325" y="270"/>
                  </a:lnTo>
                  <a:lnTo>
                    <a:pt x="310" y="280"/>
                  </a:lnTo>
                  <a:lnTo>
                    <a:pt x="299" y="287"/>
                  </a:lnTo>
                  <a:lnTo>
                    <a:pt x="292" y="292"/>
                  </a:lnTo>
                  <a:lnTo>
                    <a:pt x="287" y="290"/>
                  </a:lnTo>
                  <a:lnTo>
                    <a:pt x="278" y="286"/>
                  </a:lnTo>
                  <a:lnTo>
                    <a:pt x="265" y="279"/>
                  </a:lnTo>
                  <a:lnTo>
                    <a:pt x="249" y="272"/>
                  </a:lnTo>
                  <a:lnTo>
                    <a:pt x="230" y="262"/>
                  </a:lnTo>
                  <a:lnTo>
                    <a:pt x="208" y="252"/>
                  </a:lnTo>
                  <a:lnTo>
                    <a:pt x="185" y="242"/>
                  </a:lnTo>
                  <a:lnTo>
                    <a:pt x="163" y="230"/>
                  </a:lnTo>
                  <a:lnTo>
                    <a:pt x="139" y="219"/>
                  </a:lnTo>
                  <a:lnTo>
                    <a:pt x="116" y="208"/>
                  </a:lnTo>
                  <a:lnTo>
                    <a:pt x="94" y="197"/>
                  </a:lnTo>
                  <a:lnTo>
                    <a:pt x="75" y="187"/>
                  </a:lnTo>
                  <a:lnTo>
                    <a:pt x="57" y="180"/>
                  </a:lnTo>
                  <a:lnTo>
                    <a:pt x="44" y="173"/>
                  </a:lnTo>
                  <a:lnTo>
                    <a:pt x="34" y="168"/>
                  </a:lnTo>
                  <a:lnTo>
                    <a:pt x="28" y="166"/>
                  </a:lnTo>
                  <a:lnTo>
                    <a:pt x="32" y="154"/>
                  </a:lnTo>
                  <a:lnTo>
                    <a:pt x="36" y="133"/>
                  </a:lnTo>
                  <a:lnTo>
                    <a:pt x="42" y="107"/>
                  </a:lnTo>
                  <a:lnTo>
                    <a:pt x="50" y="79"/>
                  </a:lnTo>
                  <a:lnTo>
                    <a:pt x="57" y="52"/>
                  </a:lnTo>
                  <a:lnTo>
                    <a:pt x="62" y="28"/>
                  </a:lnTo>
                  <a:lnTo>
                    <a:pt x="66" y="11"/>
                  </a:lnTo>
                  <a:lnTo>
                    <a:pt x="68" y="5"/>
                  </a:lnTo>
                  <a:lnTo>
                    <a:pt x="45" y="0"/>
                  </a:lnTo>
                  <a:lnTo>
                    <a:pt x="3" y="169"/>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2" name="Freeform 16"/>
            <p:cNvSpPr>
              <a:spLocks/>
            </p:cNvSpPr>
            <p:nvPr/>
          </p:nvSpPr>
          <p:spPr bwMode="auto">
            <a:xfrm>
              <a:off x="2879" y="2429"/>
              <a:ext cx="123" cy="119"/>
            </a:xfrm>
            <a:custGeom>
              <a:avLst/>
              <a:gdLst/>
              <a:ahLst/>
              <a:cxnLst>
                <a:cxn ang="0">
                  <a:pos x="301" y="6"/>
                </a:cxn>
                <a:cxn ang="0">
                  <a:pos x="302" y="12"/>
                </a:cxn>
                <a:cxn ang="0">
                  <a:pos x="307" y="26"/>
                </a:cxn>
                <a:cxn ang="0">
                  <a:pos x="313" y="47"/>
                </a:cxn>
                <a:cxn ang="0">
                  <a:pos x="319" y="72"/>
                </a:cxn>
                <a:cxn ang="0">
                  <a:pos x="326" y="97"/>
                </a:cxn>
                <a:cxn ang="0">
                  <a:pos x="334" y="120"/>
                </a:cxn>
                <a:cxn ang="0">
                  <a:pos x="338" y="138"/>
                </a:cxn>
                <a:cxn ang="0">
                  <a:pos x="341" y="149"/>
                </a:cxn>
                <a:cxn ang="0">
                  <a:pos x="336" y="153"/>
                </a:cxn>
                <a:cxn ang="0">
                  <a:pos x="326" y="159"/>
                </a:cxn>
                <a:cxn ang="0">
                  <a:pos x="312" y="168"/>
                </a:cxn>
                <a:cxn ang="0">
                  <a:pos x="295" y="179"/>
                </a:cxn>
                <a:cxn ang="0">
                  <a:pos x="276" y="192"/>
                </a:cxn>
                <a:cxn ang="0">
                  <a:pos x="254" y="207"/>
                </a:cxn>
                <a:cxn ang="0">
                  <a:pos x="230" y="222"/>
                </a:cxn>
                <a:cxn ang="0">
                  <a:pos x="207" y="238"/>
                </a:cxn>
                <a:cxn ang="0">
                  <a:pos x="183" y="253"/>
                </a:cxn>
                <a:cxn ang="0">
                  <a:pos x="159" y="268"/>
                </a:cxn>
                <a:cxn ang="0">
                  <a:pos x="138" y="282"/>
                </a:cxn>
                <a:cxn ang="0">
                  <a:pos x="119" y="296"/>
                </a:cxn>
                <a:cxn ang="0">
                  <a:pos x="101" y="308"/>
                </a:cxn>
                <a:cxn ang="0">
                  <a:pos x="86" y="316"/>
                </a:cxn>
                <a:cxn ang="0">
                  <a:pos x="77" y="323"/>
                </a:cxn>
                <a:cxn ang="0">
                  <a:pos x="71" y="327"/>
                </a:cxn>
                <a:cxn ang="0">
                  <a:pos x="66" y="321"/>
                </a:cxn>
                <a:cxn ang="0">
                  <a:pos x="57" y="311"/>
                </a:cxn>
                <a:cxn ang="0">
                  <a:pos x="49" y="300"/>
                </a:cxn>
                <a:cxn ang="0">
                  <a:pos x="41" y="290"/>
                </a:cxn>
                <a:cxn ang="0">
                  <a:pos x="32" y="280"/>
                </a:cxn>
                <a:cxn ang="0">
                  <a:pos x="25" y="272"/>
                </a:cxn>
                <a:cxn ang="0">
                  <a:pos x="20" y="266"/>
                </a:cxn>
                <a:cxn ang="0">
                  <a:pos x="18" y="263"/>
                </a:cxn>
                <a:cxn ang="0">
                  <a:pos x="0" y="279"/>
                </a:cxn>
                <a:cxn ang="0">
                  <a:pos x="66" y="358"/>
                </a:cxn>
                <a:cxn ang="0">
                  <a:pos x="368" y="160"/>
                </a:cxn>
                <a:cxn ang="0">
                  <a:pos x="324" y="0"/>
                </a:cxn>
                <a:cxn ang="0">
                  <a:pos x="301" y="6"/>
                </a:cxn>
              </a:cxnLst>
              <a:rect l="0" t="0" r="r" b="b"/>
              <a:pathLst>
                <a:path w="368" h="358">
                  <a:moveTo>
                    <a:pt x="301" y="6"/>
                  </a:moveTo>
                  <a:lnTo>
                    <a:pt x="302" y="12"/>
                  </a:lnTo>
                  <a:lnTo>
                    <a:pt x="307" y="26"/>
                  </a:lnTo>
                  <a:lnTo>
                    <a:pt x="313" y="47"/>
                  </a:lnTo>
                  <a:lnTo>
                    <a:pt x="319" y="72"/>
                  </a:lnTo>
                  <a:lnTo>
                    <a:pt x="326" y="97"/>
                  </a:lnTo>
                  <a:lnTo>
                    <a:pt x="334" y="120"/>
                  </a:lnTo>
                  <a:lnTo>
                    <a:pt x="338" y="138"/>
                  </a:lnTo>
                  <a:lnTo>
                    <a:pt x="341" y="149"/>
                  </a:lnTo>
                  <a:lnTo>
                    <a:pt x="336" y="153"/>
                  </a:lnTo>
                  <a:lnTo>
                    <a:pt x="326" y="159"/>
                  </a:lnTo>
                  <a:lnTo>
                    <a:pt x="312" y="168"/>
                  </a:lnTo>
                  <a:lnTo>
                    <a:pt x="295" y="179"/>
                  </a:lnTo>
                  <a:lnTo>
                    <a:pt x="276" y="192"/>
                  </a:lnTo>
                  <a:lnTo>
                    <a:pt x="254" y="207"/>
                  </a:lnTo>
                  <a:lnTo>
                    <a:pt x="230" y="222"/>
                  </a:lnTo>
                  <a:lnTo>
                    <a:pt x="207" y="238"/>
                  </a:lnTo>
                  <a:lnTo>
                    <a:pt x="183" y="253"/>
                  </a:lnTo>
                  <a:lnTo>
                    <a:pt x="159" y="268"/>
                  </a:lnTo>
                  <a:lnTo>
                    <a:pt x="138" y="282"/>
                  </a:lnTo>
                  <a:lnTo>
                    <a:pt x="119" y="296"/>
                  </a:lnTo>
                  <a:lnTo>
                    <a:pt x="101" y="308"/>
                  </a:lnTo>
                  <a:lnTo>
                    <a:pt x="86" y="316"/>
                  </a:lnTo>
                  <a:lnTo>
                    <a:pt x="77" y="323"/>
                  </a:lnTo>
                  <a:lnTo>
                    <a:pt x="71" y="327"/>
                  </a:lnTo>
                  <a:lnTo>
                    <a:pt x="66" y="321"/>
                  </a:lnTo>
                  <a:lnTo>
                    <a:pt x="57" y="311"/>
                  </a:lnTo>
                  <a:lnTo>
                    <a:pt x="49" y="300"/>
                  </a:lnTo>
                  <a:lnTo>
                    <a:pt x="41" y="290"/>
                  </a:lnTo>
                  <a:lnTo>
                    <a:pt x="32" y="280"/>
                  </a:lnTo>
                  <a:lnTo>
                    <a:pt x="25" y="272"/>
                  </a:lnTo>
                  <a:lnTo>
                    <a:pt x="20" y="266"/>
                  </a:lnTo>
                  <a:lnTo>
                    <a:pt x="18" y="263"/>
                  </a:lnTo>
                  <a:lnTo>
                    <a:pt x="0" y="279"/>
                  </a:lnTo>
                  <a:lnTo>
                    <a:pt x="66" y="358"/>
                  </a:lnTo>
                  <a:lnTo>
                    <a:pt x="368" y="160"/>
                  </a:lnTo>
                  <a:lnTo>
                    <a:pt x="324" y="0"/>
                  </a:lnTo>
                  <a:lnTo>
                    <a:pt x="301" y="6"/>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3" name="Freeform 17"/>
            <p:cNvSpPr>
              <a:spLocks/>
            </p:cNvSpPr>
            <p:nvPr/>
          </p:nvSpPr>
          <p:spPr bwMode="auto">
            <a:xfrm>
              <a:off x="3011" y="2242"/>
              <a:ext cx="56" cy="126"/>
            </a:xfrm>
            <a:custGeom>
              <a:avLst/>
              <a:gdLst/>
              <a:ahLst/>
              <a:cxnLst>
                <a:cxn ang="0">
                  <a:pos x="59" y="23"/>
                </a:cxn>
                <a:cxn ang="0">
                  <a:pos x="62" y="24"/>
                </a:cxn>
                <a:cxn ang="0">
                  <a:pos x="69" y="26"/>
                </a:cxn>
                <a:cxn ang="0">
                  <a:pos x="81" y="30"/>
                </a:cxn>
                <a:cxn ang="0">
                  <a:pos x="96" y="33"/>
                </a:cxn>
                <a:cxn ang="0">
                  <a:pos x="110" y="37"/>
                </a:cxn>
                <a:cxn ang="0">
                  <a:pos x="123" y="42"/>
                </a:cxn>
                <a:cxn ang="0">
                  <a:pos x="135" y="44"/>
                </a:cxn>
                <a:cxn ang="0">
                  <a:pos x="143" y="47"/>
                </a:cxn>
                <a:cxn ang="0">
                  <a:pos x="141" y="95"/>
                </a:cxn>
                <a:cxn ang="0">
                  <a:pos x="139" y="185"/>
                </a:cxn>
                <a:cxn ang="0">
                  <a:pos x="137" y="276"/>
                </a:cxn>
                <a:cxn ang="0">
                  <a:pos x="134" y="323"/>
                </a:cxn>
                <a:cxn ang="0">
                  <a:pos x="123" y="325"/>
                </a:cxn>
                <a:cxn ang="0">
                  <a:pos x="107" y="330"/>
                </a:cxn>
                <a:cxn ang="0">
                  <a:pos x="85" y="336"/>
                </a:cxn>
                <a:cxn ang="0">
                  <a:pos x="61" y="341"/>
                </a:cxn>
                <a:cxn ang="0">
                  <a:pos x="38" y="347"/>
                </a:cxn>
                <a:cxn ang="0">
                  <a:pos x="19" y="352"/>
                </a:cxn>
                <a:cxn ang="0">
                  <a:pos x="5" y="355"/>
                </a:cxn>
                <a:cxn ang="0">
                  <a:pos x="0" y="357"/>
                </a:cxn>
                <a:cxn ang="0">
                  <a:pos x="5" y="379"/>
                </a:cxn>
                <a:cxn ang="0">
                  <a:pos x="158" y="342"/>
                </a:cxn>
                <a:cxn ang="0">
                  <a:pos x="167" y="30"/>
                </a:cxn>
                <a:cxn ang="0">
                  <a:pos x="65" y="0"/>
                </a:cxn>
                <a:cxn ang="0">
                  <a:pos x="59" y="23"/>
                </a:cxn>
              </a:cxnLst>
              <a:rect l="0" t="0" r="r" b="b"/>
              <a:pathLst>
                <a:path w="167" h="379">
                  <a:moveTo>
                    <a:pt x="59" y="23"/>
                  </a:moveTo>
                  <a:lnTo>
                    <a:pt x="62" y="24"/>
                  </a:lnTo>
                  <a:lnTo>
                    <a:pt x="69" y="26"/>
                  </a:lnTo>
                  <a:lnTo>
                    <a:pt x="81" y="30"/>
                  </a:lnTo>
                  <a:lnTo>
                    <a:pt x="96" y="33"/>
                  </a:lnTo>
                  <a:lnTo>
                    <a:pt x="110" y="37"/>
                  </a:lnTo>
                  <a:lnTo>
                    <a:pt x="123" y="42"/>
                  </a:lnTo>
                  <a:lnTo>
                    <a:pt x="135" y="44"/>
                  </a:lnTo>
                  <a:lnTo>
                    <a:pt x="143" y="47"/>
                  </a:lnTo>
                  <a:lnTo>
                    <a:pt x="141" y="95"/>
                  </a:lnTo>
                  <a:lnTo>
                    <a:pt x="139" y="185"/>
                  </a:lnTo>
                  <a:lnTo>
                    <a:pt x="137" y="276"/>
                  </a:lnTo>
                  <a:lnTo>
                    <a:pt x="134" y="323"/>
                  </a:lnTo>
                  <a:lnTo>
                    <a:pt x="123" y="325"/>
                  </a:lnTo>
                  <a:lnTo>
                    <a:pt x="107" y="330"/>
                  </a:lnTo>
                  <a:lnTo>
                    <a:pt x="85" y="336"/>
                  </a:lnTo>
                  <a:lnTo>
                    <a:pt x="61" y="341"/>
                  </a:lnTo>
                  <a:lnTo>
                    <a:pt x="38" y="347"/>
                  </a:lnTo>
                  <a:lnTo>
                    <a:pt x="19" y="352"/>
                  </a:lnTo>
                  <a:lnTo>
                    <a:pt x="5" y="355"/>
                  </a:lnTo>
                  <a:lnTo>
                    <a:pt x="0" y="357"/>
                  </a:lnTo>
                  <a:lnTo>
                    <a:pt x="5" y="379"/>
                  </a:lnTo>
                  <a:lnTo>
                    <a:pt x="158" y="342"/>
                  </a:lnTo>
                  <a:lnTo>
                    <a:pt x="167" y="30"/>
                  </a:lnTo>
                  <a:lnTo>
                    <a:pt x="65" y="0"/>
                  </a:lnTo>
                  <a:lnTo>
                    <a:pt x="59" y="23"/>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4" name="Freeform 18"/>
            <p:cNvSpPr>
              <a:spLocks noEditPoints="1"/>
            </p:cNvSpPr>
            <p:nvPr/>
          </p:nvSpPr>
          <p:spPr bwMode="auto">
            <a:xfrm>
              <a:off x="2782" y="2250"/>
              <a:ext cx="93" cy="98"/>
            </a:xfrm>
            <a:custGeom>
              <a:avLst/>
              <a:gdLst/>
              <a:ahLst/>
              <a:cxnLst>
                <a:cxn ang="0">
                  <a:pos x="3" y="174"/>
                </a:cxn>
                <a:cxn ang="0">
                  <a:pos x="24" y="227"/>
                </a:cxn>
                <a:cxn ang="0">
                  <a:pos x="62" y="267"/>
                </a:cxn>
                <a:cxn ang="0">
                  <a:pos x="112" y="290"/>
                </a:cxn>
                <a:cxn ang="0">
                  <a:pos x="167" y="290"/>
                </a:cxn>
                <a:cxn ang="0">
                  <a:pos x="216" y="267"/>
                </a:cxn>
                <a:cxn ang="0">
                  <a:pos x="254" y="227"/>
                </a:cxn>
                <a:cxn ang="0">
                  <a:pos x="275" y="174"/>
                </a:cxn>
                <a:cxn ang="0">
                  <a:pos x="275" y="117"/>
                </a:cxn>
                <a:cxn ang="0">
                  <a:pos x="254" y="65"/>
                </a:cxn>
                <a:cxn ang="0">
                  <a:pos x="216" y="25"/>
                </a:cxn>
                <a:cxn ang="0">
                  <a:pos x="167" y="3"/>
                </a:cxn>
                <a:cxn ang="0">
                  <a:pos x="112" y="3"/>
                </a:cxn>
                <a:cxn ang="0">
                  <a:pos x="62" y="25"/>
                </a:cxn>
                <a:cxn ang="0">
                  <a:pos x="24" y="65"/>
                </a:cxn>
                <a:cxn ang="0">
                  <a:pos x="3" y="117"/>
                </a:cxn>
                <a:cxn ang="0">
                  <a:pos x="24" y="146"/>
                </a:cxn>
                <a:cxn ang="0">
                  <a:pos x="34" y="99"/>
                </a:cxn>
                <a:cxn ang="0">
                  <a:pos x="58" y="59"/>
                </a:cxn>
                <a:cxn ang="0">
                  <a:pos x="95" y="34"/>
                </a:cxn>
                <a:cxn ang="0">
                  <a:pos x="140" y="24"/>
                </a:cxn>
                <a:cxn ang="0">
                  <a:pos x="184" y="34"/>
                </a:cxn>
                <a:cxn ang="0">
                  <a:pos x="221" y="59"/>
                </a:cxn>
                <a:cxn ang="0">
                  <a:pos x="245" y="99"/>
                </a:cxn>
                <a:cxn ang="0">
                  <a:pos x="255" y="146"/>
                </a:cxn>
                <a:cxn ang="0">
                  <a:pos x="245" y="194"/>
                </a:cxn>
                <a:cxn ang="0">
                  <a:pos x="221" y="232"/>
                </a:cxn>
                <a:cxn ang="0">
                  <a:pos x="184" y="259"/>
                </a:cxn>
                <a:cxn ang="0">
                  <a:pos x="140" y="268"/>
                </a:cxn>
                <a:cxn ang="0">
                  <a:pos x="95" y="259"/>
                </a:cxn>
                <a:cxn ang="0">
                  <a:pos x="58" y="232"/>
                </a:cxn>
                <a:cxn ang="0">
                  <a:pos x="34" y="194"/>
                </a:cxn>
                <a:cxn ang="0">
                  <a:pos x="24" y="146"/>
                </a:cxn>
              </a:cxnLst>
              <a:rect l="0" t="0" r="r" b="b"/>
              <a:pathLst>
                <a:path w="278" h="292">
                  <a:moveTo>
                    <a:pt x="0" y="146"/>
                  </a:moveTo>
                  <a:lnTo>
                    <a:pt x="3" y="174"/>
                  </a:lnTo>
                  <a:lnTo>
                    <a:pt x="11" y="202"/>
                  </a:lnTo>
                  <a:lnTo>
                    <a:pt x="24" y="227"/>
                  </a:lnTo>
                  <a:lnTo>
                    <a:pt x="41" y="249"/>
                  </a:lnTo>
                  <a:lnTo>
                    <a:pt x="62" y="267"/>
                  </a:lnTo>
                  <a:lnTo>
                    <a:pt x="86" y="280"/>
                  </a:lnTo>
                  <a:lnTo>
                    <a:pt x="112" y="290"/>
                  </a:lnTo>
                  <a:lnTo>
                    <a:pt x="140" y="292"/>
                  </a:lnTo>
                  <a:lnTo>
                    <a:pt x="167" y="290"/>
                  </a:lnTo>
                  <a:lnTo>
                    <a:pt x="194" y="280"/>
                  </a:lnTo>
                  <a:lnTo>
                    <a:pt x="216" y="267"/>
                  </a:lnTo>
                  <a:lnTo>
                    <a:pt x="237" y="249"/>
                  </a:lnTo>
                  <a:lnTo>
                    <a:pt x="254" y="227"/>
                  </a:lnTo>
                  <a:lnTo>
                    <a:pt x="267" y="202"/>
                  </a:lnTo>
                  <a:lnTo>
                    <a:pt x="275" y="174"/>
                  </a:lnTo>
                  <a:lnTo>
                    <a:pt x="278" y="146"/>
                  </a:lnTo>
                  <a:lnTo>
                    <a:pt x="275" y="117"/>
                  </a:lnTo>
                  <a:lnTo>
                    <a:pt x="267" y="89"/>
                  </a:lnTo>
                  <a:lnTo>
                    <a:pt x="254" y="65"/>
                  </a:lnTo>
                  <a:lnTo>
                    <a:pt x="237" y="44"/>
                  </a:lnTo>
                  <a:lnTo>
                    <a:pt x="216" y="25"/>
                  </a:lnTo>
                  <a:lnTo>
                    <a:pt x="194" y="12"/>
                  </a:lnTo>
                  <a:lnTo>
                    <a:pt x="167" y="3"/>
                  </a:lnTo>
                  <a:lnTo>
                    <a:pt x="140" y="0"/>
                  </a:lnTo>
                  <a:lnTo>
                    <a:pt x="112" y="3"/>
                  </a:lnTo>
                  <a:lnTo>
                    <a:pt x="86" y="12"/>
                  </a:lnTo>
                  <a:lnTo>
                    <a:pt x="62" y="25"/>
                  </a:lnTo>
                  <a:lnTo>
                    <a:pt x="41" y="44"/>
                  </a:lnTo>
                  <a:lnTo>
                    <a:pt x="24" y="65"/>
                  </a:lnTo>
                  <a:lnTo>
                    <a:pt x="11" y="89"/>
                  </a:lnTo>
                  <a:lnTo>
                    <a:pt x="3" y="117"/>
                  </a:lnTo>
                  <a:lnTo>
                    <a:pt x="0" y="146"/>
                  </a:lnTo>
                  <a:close/>
                  <a:moveTo>
                    <a:pt x="24" y="146"/>
                  </a:moveTo>
                  <a:lnTo>
                    <a:pt x="27" y="122"/>
                  </a:lnTo>
                  <a:lnTo>
                    <a:pt x="34" y="99"/>
                  </a:lnTo>
                  <a:lnTo>
                    <a:pt x="44" y="77"/>
                  </a:lnTo>
                  <a:lnTo>
                    <a:pt x="58" y="59"/>
                  </a:lnTo>
                  <a:lnTo>
                    <a:pt x="75" y="45"/>
                  </a:lnTo>
                  <a:lnTo>
                    <a:pt x="95" y="34"/>
                  </a:lnTo>
                  <a:lnTo>
                    <a:pt x="117" y="27"/>
                  </a:lnTo>
                  <a:lnTo>
                    <a:pt x="140" y="24"/>
                  </a:lnTo>
                  <a:lnTo>
                    <a:pt x="162" y="27"/>
                  </a:lnTo>
                  <a:lnTo>
                    <a:pt x="184" y="34"/>
                  </a:lnTo>
                  <a:lnTo>
                    <a:pt x="204" y="45"/>
                  </a:lnTo>
                  <a:lnTo>
                    <a:pt x="221" y="59"/>
                  </a:lnTo>
                  <a:lnTo>
                    <a:pt x="236" y="77"/>
                  </a:lnTo>
                  <a:lnTo>
                    <a:pt x="245" y="99"/>
                  </a:lnTo>
                  <a:lnTo>
                    <a:pt x="252" y="122"/>
                  </a:lnTo>
                  <a:lnTo>
                    <a:pt x="255" y="146"/>
                  </a:lnTo>
                  <a:lnTo>
                    <a:pt x="252" y="170"/>
                  </a:lnTo>
                  <a:lnTo>
                    <a:pt x="245" y="194"/>
                  </a:lnTo>
                  <a:lnTo>
                    <a:pt x="236" y="214"/>
                  </a:lnTo>
                  <a:lnTo>
                    <a:pt x="221" y="232"/>
                  </a:lnTo>
                  <a:lnTo>
                    <a:pt x="204" y="247"/>
                  </a:lnTo>
                  <a:lnTo>
                    <a:pt x="184" y="259"/>
                  </a:lnTo>
                  <a:lnTo>
                    <a:pt x="162" y="266"/>
                  </a:lnTo>
                  <a:lnTo>
                    <a:pt x="140" y="268"/>
                  </a:lnTo>
                  <a:lnTo>
                    <a:pt x="117" y="266"/>
                  </a:lnTo>
                  <a:lnTo>
                    <a:pt x="95" y="259"/>
                  </a:lnTo>
                  <a:lnTo>
                    <a:pt x="75" y="247"/>
                  </a:lnTo>
                  <a:lnTo>
                    <a:pt x="58" y="232"/>
                  </a:lnTo>
                  <a:lnTo>
                    <a:pt x="44" y="214"/>
                  </a:lnTo>
                  <a:lnTo>
                    <a:pt x="34" y="194"/>
                  </a:lnTo>
                  <a:lnTo>
                    <a:pt x="27" y="170"/>
                  </a:lnTo>
                  <a:lnTo>
                    <a:pt x="24" y="146"/>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5" name="Freeform 19"/>
            <p:cNvSpPr>
              <a:spLocks/>
            </p:cNvSpPr>
            <p:nvPr/>
          </p:nvSpPr>
          <p:spPr bwMode="auto">
            <a:xfrm>
              <a:off x="3037" y="1946"/>
              <a:ext cx="287" cy="302"/>
            </a:xfrm>
            <a:custGeom>
              <a:avLst/>
              <a:gdLst/>
              <a:ahLst/>
              <a:cxnLst>
                <a:cxn ang="0">
                  <a:pos x="366" y="40"/>
                </a:cxn>
                <a:cxn ang="0">
                  <a:pos x="429" y="27"/>
                </a:cxn>
                <a:cxn ang="0">
                  <a:pos x="493" y="26"/>
                </a:cxn>
                <a:cxn ang="0">
                  <a:pos x="554" y="36"/>
                </a:cxn>
                <a:cxn ang="0">
                  <a:pos x="613" y="58"/>
                </a:cxn>
                <a:cxn ang="0">
                  <a:pos x="667" y="92"/>
                </a:cxn>
                <a:cxn ang="0">
                  <a:pos x="777" y="221"/>
                </a:cxn>
                <a:cxn ang="0">
                  <a:pos x="833" y="400"/>
                </a:cxn>
                <a:cxn ang="0">
                  <a:pos x="833" y="578"/>
                </a:cxn>
                <a:cxn ang="0">
                  <a:pos x="801" y="675"/>
                </a:cxn>
                <a:cxn ang="0">
                  <a:pos x="749" y="752"/>
                </a:cxn>
                <a:cxn ang="0">
                  <a:pos x="679" y="810"/>
                </a:cxn>
                <a:cxn ang="0">
                  <a:pos x="600" y="850"/>
                </a:cxn>
                <a:cxn ang="0">
                  <a:pos x="518" y="872"/>
                </a:cxn>
                <a:cxn ang="0">
                  <a:pos x="423" y="881"/>
                </a:cxn>
                <a:cxn ang="0">
                  <a:pos x="327" y="870"/>
                </a:cxn>
                <a:cxn ang="0">
                  <a:pos x="234" y="838"/>
                </a:cxn>
                <a:cxn ang="0">
                  <a:pos x="152" y="784"/>
                </a:cxn>
                <a:cxn ang="0">
                  <a:pos x="85" y="703"/>
                </a:cxn>
                <a:cxn ang="0">
                  <a:pos x="30" y="550"/>
                </a:cxn>
                <a:cxn ang="0">
                  <a:pos x="32" y="391"/>
                </a:cxn>
                <a:cxn ang="0">
                  <a:pos x="80" y="259"/>
                </a:cxn>
                <a:cxn ang="0">
                  <a:pos x="146" y="162"/>
                </a:cxn>
                <a:cxn ang="0">
                  <a:pos x="198" y="106"/>
                </a:cxn>
                <a:cxn ang="0">
                  <a:pos x="196" y="76"/>
                </a:cxn>
                <a:cxn ang="0">
                  <a:pos x="168" y="102"/>
                </a:cxn>
                <a:cxn ang="0">
                  <a:pos x="104" y="177"/>
                </a:cxn>
                <a:cxn ang="0">
                  <a:pos x="38" y="291"/>
                </a:cxn>
                <a:cxn ang="0">
                  <a:pos x="1" y="440"/>
                </a:cxn>
                <a:cxn ang="0">
                  <a:pos x="21" y="617"/>
                </a:cxn>
                <a:cxn ang="0">
                  <a:pos x="86" y="747"/>
                </a:cxn>
                <a:cxn ang="0">
                  <a:pos x="163" y="823"/>
                </a:cxn>
                <a:cxn ang="0">
                  <a:pos x="254" y="874"/>
                </a:cxn>
                <a:cxn ang="0">
                  <a:pos x="355" y="900"/>
                </a:cxn>
                <a:cxn ang="0">
                  <a:pos x="457" y="905"/>
                </a:cxn>
                <a:cxn ang="0">
                  <a:pos x="559" y="888"/>
                </a:cxn>
                <a:cxn ang="0">
                  <a:pos x="655" y="851"/>
                </a:cxn>
                <a:cxn ang="0">
                  <a:pos x="737" y="796"/>
                </a:cxn>
                <a:cxn ang="0">
                  <a:pos x="799" y="723"/>
                </a:cxn>
                <a:cxn ang="0">
                  <a:pos x="841" y="639"/>
                </a:cxn>
                <a:cxn ang="0">
                  <a:pos x="860" y="543"/>
                </a:cxn>
                <a:cxn ang="0">
                  <a:pos x="859" y="432"/>
                </a:cxn>
                <a:cxn ang="0">
                  <a:pos x="843" y="329"/>
                </a:cxn>
                <a:cxn ang="0">
                  <a:pos x="811" y="237"/>
                </a:cxn>
                <a:cxn ang="0">
                  <a:pos x="765" y="158"/>
                </a:cxn>
                <a:cxn ang="0">
                  <a:pos x="704" y="92"/>
                </a:cxn>
                <a:cxn ang="0">
                  <a:pos x="643" y="47"/>
                </a:cxn>
                <a:cxn ang="0">
                  <a:pos x="582" y="20"/>
                </a:cxn>
                <a:cxn ang="0">
                  <a:pos x="517" y="4"/>
                </a:cxn>
                <a:cxn ang="0">
                  <a:pos x="450" y="2"/>
                </a:cxn>
                <a:cxn ang="0">
                  <a:pos x="382" y="11"/>
                </a:cxn>
              </a:cxnLst>
              <a:rect l="0" t="0" r="r" b="b"/>
              <a:pathLst>
                <a:path w="861" h="905">
                  <a:moveTo>
                    <a:pt x="337" y="24"/>
                  </a:moveTo>
                  <a:lnTo>
                    <a:pt x="345" y="47"/>
                  </a:lnTo>
                  <a:lnTo>
                    <a:pt x="366" y="40"/>
                  </a:lnTo>
                  <a:lnTo>
                    <a:pt x="387" y="34"/>
                  </a:lnTo>
                  <a:lnTo>
                    <a:pt x="409" y="29"/>
                  </a:lnTo>
                  <a:lnTo>
                    <a:pt x="429" y="27"/>
                  </a:lnTo>
                  <a:lnTo>
                    <a:pt x="451" y="24"/>
                  </a:lnTo>
                  <a:lnTo>
                    <a:pt x="471" y="24"/>
                  </a:lnTo>
                  <a:lnTo>
                    <a:pt x="493" y="26"/>
                  </a:lnTo>
                  <a:lnTo>
                    <a:pt x="513" y="28"/>
                  </a:lnTo>
                  <a:lnTo>
                    <a:pt x="534" y="32"/>
                  </a:lnTo>
                  <a:lnTo>
                    <a:pt x="554" y="36"/>
                  </a:lnTo>
                  <a:lnTo>
                    <a:pt x="573" y="42"/>
                  </a:lnTo>
                  <a:lnTo>
                    <a:pt x="594" y="50"/>
                  </a:lnTo>
                  <a:lnTo>
                    <a:pt x="613" y="58"/>
                  </a:lnTo>
                  <a:lnTo>
                    <a:pt x="631" y="68"/>
                  </a:lnTo>
                  <a:lnTo>
                    <a:pt x="649" y="80"/>
                  </a:lnTo>
                  <a:lnTo>
                    <a:pt x="667" y="92"/>
                  </a:lnTo>
                  <a:lnTo>
                    <a:pt x="710" y="129"/>
                  </a:lnTo>
                  <a:lnTo>
                    <a:pt x="746" y="172"/>
                  </a:lnTo>
                  <a:lnTo>
                    <a:pt x="777" y="221"/>
                  </a:lnTo>
                  <a:lnTo>
                    <a:pt x="803" y="277"/>
                  </a:lnTo>
                  <a:lnTo>
                    <a:pt x="821" y="337"/>
                  </a:lnTo>
                  <a:lnTo>
                    <a:pt x="833" y="400"/>
                  </a:lnTo>
                  <a:lnTo>
                    <a:pt x="837" y="469"/>
                  </a:lnTo>
                  <a:lnTo>
                    <a:pt x="836" y="541"/>
                  </a:lnTo>
                  <a:lnTo>
                    <a:pt x="833" y="578"/>
                  </a:lnTo>
                  <a:lnTo>
                    <a:pt x="824" y="613"/>
                  </a:lnTo>
                  <a:lnTo>
                    <a:pt x="815" y="645"/>
                  </a:lnTo>
                  <a:lnTo>
                    <a:pt x="801" y="675"/>
                  </a:lnTo>
                  <a:lnTo>
                    <a:pt x="786" y="703"/>
                  </a:lnTo>
                  <a:lnTo>
                    <a:pt x="768" y="728"/>
                  </a:lnTo>
                  <a:lnTo>
                    <a:pt x="749" y="752"/>
                  </a:lnTo>
                  <a:lnTo>
                    <a:pt x="727" y="773"/>
                  </a:lnTo>
                  <a:lnTo>
                    <a:pt x="703" y="793"/>
                  </a:lnTo>
                  <a:lnTo>
                    <a:pt x="679" y="810"/>
                  </a:lnTo>
                  <a:lnTo>
                    <a:pt x="654" y="824"/>
                  </a:lnTo>
                  <a:lnTo>
                    <a:pt x="627" y="838"/>
                  </a:lnTo>
                  <a:lnTo>
                    <a:pt x="600" y="850"/>
                  </a:lnTo>
                  <a:lnTo>
                    <a:pt x="573" y="859"/>
                  </a:lnTo>
                  <a:lnTo>
                    <a:pt x="546" y="866"/>
                  </a:lnTo>
                  <a:lnTo>
                    <a:pt x="518" y="872"/>
                  </a:lnTo>
                  <a:lnTo>
                    <a:pt x="487" y="877"/>
                  </a:lnTo>
                  <a:lnTo>
                    <a:pt x="456" y="880"/>
                  </a:lnTo>
                  <a:lnTo>
                    <a:pt x="423" y="881"/>
                  </a:lnTo>
                  <a:lnTo>
                    <a:pt x="391" y="880"/>
                  </a:lnTo>
                  <a:lnTo>
                    <a:pt x="360" y="876"/>
                  </a:lnTo>
                  <a:lnTo>
                    <a:pt x="327" y="870"/>
                  </a:lnTo>
                  <a:lnTo>
                    <a:pt x="295" y="862"/>
                  </a:lnTo>
                  <a:lnTo>
                    <a:pt x="265" y="851"/>
                  </a:lnTo>
                  <a:lnTo>
                    <a:pt x="234" y="838"/>
                  </a:lnTo>
                  <a:lnTo>
                    <a:pt x="205" y="822"/>
                  </a:lnTo>
                  <a:lnTo>
                    <a:pt x="177" y="804"/>
                  </a:lnTo>
                  <a:lnTo>
                    <a:pt x="152" y="784"/>
                  </a:lnTo>
                  <a:lnTo>
                    <a:pt x="127" y="760"/>
                  </a:lnTo>
                  <a:lnTo>
                    <a:pt x="105" y="733"/>
                  </a:lnTo>
                  <a:lnTo>
                    <a:pt x="85" y="703"/>
                  </a:lnTo>
                  <a:lnTo>
                    <a:pt x="68" y="671"/>
                  </a:lnTo>
                  <a:lnTo>
                    <a:pt x="44" y="609"/>
                  </a:lnTo>
                  <a:lnTo>
                    <a:pt x="30" y="550"/>
                  </a:lnTo>
                  <a:lnTo>
                    <a:pt x="24" y="494"/>
                  </a:lnTo>
                  <a:lnTo>
                    <a:pt x="25" y="441"/>
                  </a:lnTo>
                  <a:lnTo>
                    <a:pt x="32" y="391"/>
                  </a:lnTo>
                  <a:lnTo>
                    <a:pt x="44" y="343"/>
                  </a:lnTo>
                  <a:lnTo>
                    <a:pt x="61" y="299"/>
                  </a:lnTo>
                  <a:lnTo>
                    <a:pt x="80" y="259"/>
                  </a:lnTo>
                  <a:lnTo>
                    <a:pt x="102" y="223"/>
                  </a:lnTo>
                  <a:lnTo>
                    <a:pt x="123" y="190"/>
                  </a:lnTo>
                  <a:lnTo>
                    <a:pt x="146" y="162"/>
                  </a:lnTo>
                  <a:lnTo>
                    <a:pt x="165" y="138"/>
                  </a:lnTo>
                  <a:lnTo>
                    <a:pt x="183" y="119"/>
                  </a:lnTo>
                  <a:lnTo>
                    <a:pt x="198" y="106"/>
                  </a:lnTo>
                  <a:lnTo>
                    <a:pt x="207" y="98"/>
                  </a:lnTo>
                  <a:lnTo>
                    <a:pt x="211" y="94"/>
                  </a:lnTo>
                  <a:lnTo>
                    <a:pt x="196" y="76"/>
                  </a:lnTo>
                  <a:lnTo>
                    <a:pt x="193" y="80"/>
                  </a:lnTo>
                  <a:lnTo>
                    <a:pt x="182" y="88"/>
                  </a:lnTo>
                  <a:lnTo>
                    <a:pt x="168" y="102"/>
                  </a:lnTo>
                  <a:lnTo>
                    <a:pt x="148" y="123"/>
                  </a:lnTo>
                  <a:lnTo>
                    <a:pt x="127" y="147"/>
                  </a:lnTo>
                  <a:lnTo>
                    <a:pt x="104" y="177"/>
                  </a:lnTo>
                  <a:lnTo>
                    <a:pt x="81" y="211"/>
                  </a:lnTo>
                  <a:lnTo>
                    <a:pt x="58" y="249"/>
                  </a:lnTo>
                  <a:lnTo>
                    <a:pt x="38" y="291"/>
                  </a:lnTo>
                  <a:lnTo>
                    <a:pt x="21" y="337"/>
                  </a:lnTo>
                  <a:lnTo>
                    <a:pt x="8" y="387"/>
                  </a:lnTo>
                  <a:lnTo>
                    <a:pt x="1" y="440"/>
                  </a:lnTo>
                  <a:lnTo>
                    <a:pt x="0" y="496"/>
                  </a:lnTo>
                  <a:lnTo>
                    <a:pt x="6" y="555"/>
                  </a:lnTo>
                  <a:lnTo>
                    <a:pt x="21" y="617"/>
                  </a:lnTo>
                  <a:lnTo>
                    <a:pt x="46" y="681"/>
                  </a:lnTo>
                  <a:lnTo>
                    <a:pt x="64" y="716"/>
                  </a:lnTo>
                  <a:lnTo>
                    <a:pt x="86" y="747"/>
                  </a:lnTo>
                  <a:lnTo>
                    <a:pt x="110" y="775"/>
                  </a:lnTo>
                  <a:lnTo>
                    <a:pt x="135" y="800"/>
                  </a:lnTo>
                  <a:lnTo>
                    <a:pt x="163" y="823"/>
                  </a:lnTo>
                  <a:lnTo>
                    <a:pt x="192" y="842"/>
                  </a:lnTo>
                  <a:lnTo>
                    <a:pt x="223" y="859"/>
                  </a:lnTo>
                  <a:lnTo>
                    <a:pt x="254" y="874"/>
                  </a:lnTo>
                  <a:lnTo>
                    <a:pt x="288" y="884"/>
                  </a:lnTo>
                  <a:lnTo>
                    <a:pt x="321" y="893"/>
                  </a:lnTo>
                  <a:lnTo>
                    <a:pt x="355" y="900"/>
                  </a:lnTo>
                  <a:lnTo>
                    <a:pt x="388" y="904"/>
                  </a:lnTo>
                  <a:lnTo>
                    <a:pt x="423" y="905"/>
                  </a:lnTo>
                  <a:lnTo>
                    <a:pt x="457" y="905"/>
                  </a:lnTo>
                  <a:lnTo>
                    <a:pt x="490" y="901"/>
                  </a:lnTo>
                  <a:lnTo>
                    <a:pt x="523" y="896"/>
                  </a:lnTo>
                  <a:lnTo>
                    <a:pt x="559" y="888"/>
                  </a:lnTo>
                  <a:lnTo>
                    <a:pt x="593" y="878"/>
                  </a:lnTo>
                  <a:lnTo>
                    <a:pt x="625" y="865"/>
                  </a:lnTo>
                  <a:lnTo>
                    <a:pt x="655" y="851"/>
                  </a:lnTo>
                  <a:lnTo>
                    <a:pt x="685" y="834"/>
                  </a:lnTo>
                  <a:lnTo>
                    <a:pt x="711" y="816"/>
                  </a:lnTo>
                  <a:lnTo>
                    <a:pt x="737" y="796"/>
                  </a:lnTo>
                  <a:lnTo>
                    <a:pt x="759" y="773"/>
                  </a:lnTo>
                  <a:lnTo>
                    <a:pt x="781" y="749"/>
                  </a:lnTo>
                  <a:lnTo>
                    <a:pt x="799" y="723"/>
                  </a:lnTo>
                  <a:lnTo>
                    <a:pt x="816" y="697"/>
                  </a:lnTo>
                  <a:lnTo>
                    <a:pt x="830" y="668"/>
                  </a:lnTo>
                  <a:lnTo>
                    <a:pt x="841" y="639"/>
                  </a:lnTo>
                  <a:lnTo>
                    <a:pt x="851" y="608"/>
                  </a:lnTo>
                  <a:lnTo>
                    <a:pt x="857" y="577"/>
                  </a:lnTo>
                  <a:lnTo>
                    <a:pt x="860" y="543"/>
                  </a:lnTo>
                  <a:lnTo>
                    <a:pt x="861" y="505"/>
                  </a:lnTo>
                  <a:lnTo>
                    <a:pt x="861" y="468"/>
                  </a:lnTo>
                  <a:lnTo>
                    <a:pt x="859" y="432"/>
                  </a:lnTo>
                  <a:lnTo>
                    <a:pt x="855" y="397"/>
                  </a:lnTo>
                  <a:lnTo>
                    <a:pt x="851" y="362"/>
                  </a:lnTo>
                  <a:lnTo>
                    <a:pt x="843" y="329"/>
                  </a:lnTo>
                  <a:lnTo>
                    <a:pt x="834" y="297"/>
                  </a:lnTo>
                  <a:lnTo>
                    <a:pt x="823" y="266"/>
                  </a:lnTo>
                  <a:lnTo>
                    <a:pt x="811" y="237"/>
                  </a:lnTo>
                  <a:lnTo>
                    <a:pt x="798" y="209"/>
                  </a:lnTo>
                  <a:lnTo>
                    <a:pt x="782" y="182"/>
                  </a:lnTo>
                  <a:lnTo>
                    <a:pt x="765" y="158"/>
                  </a:lnTo>
                  <a:lnTo>
                    <a:pt x="746" y="134"/>
                  </a:lnTo>
                  <a:lnTo>
                    <a:pt x="726" y="112"/>
                  </a:lnTo>
                  <a:lnTo>
                    <a:pt x="704" y="92"/>
                  </a:lnTo>
                  <a:lnTo>
                    <a:pt x="681" y="72"/>
                  </a:lnTo>
                  <a:lnTo>
                    <a:pt x="662" y="59"/>
                  </a:lnTo>
                  <a:lnTo>
                    <a:pt x="643" y="47"/>
                  </a:lnTo>
                  <a:lnTo>
                    <a:pt x="623" y="36"/>
                  </a:lnTo>
                  <a:lnTo>
                    <a:pt x="602" y="28"/>
                  </a:lnTo>
                  <a:lnTo>
                    <a:pt x="582" y="20"/>
                  </a:lnTo>
                  <a:lnTo>
                    <a:pt x="560" y="14"/>
                  </a:lnTo>
                  <a:lnTo>
                    <a:pt x="538" y="8"/>
                  </a:lnTo>
                  <a:lnTo>
                    <a:pt x="517" y="4"/>
                  </a:lnTo>
                  <a:lnTo>
                    <a:pt x="494" y="2"/>
                  </a:lnTo>
                  <a:lnTo>
                    <a:pt x="472" y="0"/>
                  </a:lnTo>
                  <a:lnTo>
                    <a:pt x="450" y="2"/>
                  </a:lnTo>
                  <a:lnTo>
                    <a:pt x="427" y="3"/>
                  </a:lnTo>
                  <a:lnTo>
                    <a:pt x="405" y="6"/>
                  </a:lnTo>
                  <a:lnTo>
                    <a:pt x="382" y="11"/>
                  </a:lnTo>
                  <a:lnTo>
                    <a:pt x="360" y="17"/>
                  </a:lnTo>
                  <a:lnTo>
                    <a:pt x="337" y="24"/>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6" name="Freeform 20"/>
            <p:cNvSpPr>
              <a:spLocks/>
            </p:cNvSpPr>
            <p:nvPr/>
          </p:nvSpPr>
          <p:spPr bwMode="auto">
            <a:xfrm>
              <a:off x="3167" y="1905"/>
              <a:ext cx="83" cy="46"/>
            </a:xfrm>
            <a:custGeom>
              <a:avLst/>
              <a:gdLst/>
              <a:ahLst/>
              <a:cxnLst>
                <a:cxn ang="0">
                  <a:pos x="48" y="8"/>
                </a:cxn>
                <a:cxn ang="0">
                  <a:pos x="0" y="127"/>
                </a:cxn>
                <a:cxn ang="0">
                  <a:pos x="21" y="137"/>
                </a:cxn>
                <a:cxn ang="0">
                  <a:pos x="23" y="132"/>
                </a:cxn>
                <a:cxn ang="0">
                  <a:pos x="27" y="121"/>
                </a:cxn>
                <a:cxn ang="0">
                  <a:pos x="33" y="105"/>
                </a:cxn>
                <a:cxn ang="0">
                  <a:pos x="42" y="86"/>
                </a:cxn>
                <a:cxn ang="0">
                  <a:pos x="49" y="67"/>
                </a:cxn>
                <a:cxn ang="0">
                  <a:pos x="56" y="49"/>
                </a:cxn>
                <a:cxn ang="0">
                  <a:pos x="62" y="33"/>
                </a:cxn>
                <a:cxn ang="0">
                  <a:pos x="66" y="25"/>
                </a:cxn>
                <a:cxn ang="0">
                  <a:pos x="77" y="26"/>
                </a:cxn>
                <a:cxn ang="0">
                  <a:pos x="95" y="27"/>
                </a:cxn>
                <a:cxn ang="0">
                  <a:pos x="119" y="31"/>
                </a:cxn>
                <a:cxn ang="0">
                  <a:pos x="144" y="33"/>
                </a:cxn>
                <a:cxn ang="0">
                  <a:pos x="170" y="37"/>
                </a:cxn>
                <a:cxn ang="0">
                  <a:pos x="194" y="39"/>
                </a:cxn>
                <a:cxn ang="0">
                  <a:pos x="214" y="42"/>
                </a:cxn>
                <a:cxn ang="0">
                  <a:pos x="226" y="43"/>
                </a:cxn>
                <a:cxn ang="0">
                  <a:pos x="224" y="63"/>
                </a:cxn>
                <a:cxn ang="0">
                  <a:pos x="223" y="91"/>
                </a:cxn>
                <a:cxn ang="0">
                  <a:pos x="221" y="116"/>
                </a:cxn>
                <a:cxn ang="0">
                  <a:pos x="221" y="127"/>
                </a:cxn>
                <a:cxn ang="0">
                  <a:pos x="244" y="128"/>
                </a:cxn>
                <a:cxn ang="0">
                  <a:pos x="250" y="21"/>
                </a:cxn>
                <a:cxn ang="0">
                  <a:pos x="50" y="0"/>
                </a:cxn>
                <a:cxn ang="0">
                  <a:pos x="48" y="8"/>
                </a:cxn>
              </a:cxnLst>
              <a:rect l="0" t="0" r="r" b="b"/>
              <a:pathLst>
                <a:path w="250" h="137">
                  <a:moveTo>
                    <a:pt x="48" y="8"/>
                  </a:moveTo>
                  <a:lnTo>
                    <a:pt x="0" y="127"/>
                  </a:lnTo>
                  <a:lnTo>
                    <a:pt x="21" y="137"/>
                  </a:lnTo>
                  <a:lnTo>
                    <a:pt x="23" y="132"/>
                  </a:lnTo>
                  <a:lnTo>
                    <a:pt x="27" y="121"/>
                  </a:lnTo>
                  <a:lnTo>
                    <a:pt x="33" y="105"/>
                  </a:lnTo>
                  <a:lnTo>
                    <a:pt x="42" y="86"/>
                  </a:lnTo>
                  <a:lnTo>
                    <a:pt x="49" y="67"/>
                  </a:lnTo>
                  <a:lnTo>
                    <a:pt x="56" y="49"/>
                  </a:lnTo>
                  <a:lnTo>
                    <a:pt x="62" y="33"/>
                  </a:lnTo>
                  <a:lnTo>
                    <a:pt x="66" y="25"/>
                  </a:lnTo>
                  <a:lnTo>
                    <a:pt x="77" y="26"/>
                  </a:lnTo>
                  <a:lnTo>
                    <a:pt x="95" y="27"/>
                  </a:lnTo>
                  <a:lnTo>
                    <a:pt x="119" y="31"/>
                  </a:lnTo>
                  <a:lnTo>
                    <a:pt x="144" y="33"/>
                  </a:lnTo>
                  <a:lnTo>
                    <a:pt x="170" y="37"/>
                  </a:lnTo>
                  <a:lnTo>
                    <a:pt x="194" y="39"/>
                  </a:lnTo>
                  <a:lnTo>
                    <a:pt x="214" y="42"/>
                  </a:lnTo>
                  <a:lnTo>
                    <a:pt x="226" y="43"/>
                  </a:lnTo>
                  <a:lnTo>
                    <a:pt x="224" y="63"/>
                  </a:lnTo>
                  <a:lnTo>
                    <a:pt x="223" y="91"/>
                  </a:lnTo>
                  <a:lnTo>
                    <a:pt x="221" y="116"/>
                  </a:lnTo>
                  <a:lnTo>
                    <a:pt x="221" y="127"/>
                  </a:lnTo>
                  <a:lnTo>
                    <a:pt x="244" y="128"/>
                  </a:lnTo>
                  <a:lnTo>
                    <a:pt x="250" y="21"/>
                  </a:lnTo>
                  <a:lnTo>
                    <a:pt x="50" y="0"/>
                  </a:lnTo>
                  <a:lnTo>
                    <a:pt x="48" y="8"/>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7" name="Freeform 21"/>
            <p:cNvSpPr>
              <a:spLocks/>
            </p:cNvSpPr>
            <p:nvPr/>
          </p:nvSpPr>
          <p:spPr bwMode="auto">
            <a:xfrm>
              <a:off x="3011" y="1959"/>
              <a:ext cx="82" cy="98"/>
            </a:xfrm>
            <a:custGeom>
              <a:avLst/>
              <a:gdLst/>
              <a:ahLst/>
              <a:cxnLst>
                <a:cxn ang="0">
                  <a:pos x="125" y="7"/>
                </a:cxn>
                <a:cxn ang="0">
                  <a:pos x="0" y="190"/>
                </a:cxn>
                <a:cxn ang="0">
                  <a:pos x="74" y="293"/>
                </a:cxn>
                <a:cxn ang="0">
                  <a:pos x="94" y="280"/>
                </a:cxn>
                <a:cxn ang="0">
                  <a:pos x="91" y="276"/>
                </a:cxn>
                <a:cxn ang="0">
                  <a:pos x="85" y="268"/>
                </a:cxn>
                <a:cxn ang="0">
                  <a:pos x="76" y="254"/>
                </a:cxn>
                <a:cxn ang="0">
                  <a:pos x="65" y="239"/>
                </a:cxn>
                <a:cxn ang="0">
                  <a:pos x="53" y="223"/>
                </a:cxn>
                <a:cxn ang="0">
                  <a:pos x="42" y="209"/>
                </a:cxn>
                <a:cxn ang="0">
                  <a:pos x="34" y="197"/>
                </a:cxn>
                <a:cxn ang="0">
                  <a:pos x="29" y="190"/>
                </a:cxn>
                <a:cxn ang="0">
                  <a:pos x="36" y="180"/>
                </a:cxn>
                <a:cxn ang="0">
                  <a:pos x="48" y="161"/>
                </a:cxn>
                <a:cxn ang="0">
                  <a:pos x="65" y="137"/>
                </a:cxn>
                <a:cxn ang="0">
                  <a:pos x="84" y="109"/>
                </a:cxn>
                <a:cxn ang="0">
                  <a:pos x="103" y="81"/>
                </a:cxn>
                <a:cxn ang="0">
                  <a:pos x="120" y="57"/>
                </a:cxn>
                <a:cxn ang="0">
                  <a:pos x="133" y="38"/>
                </a:cxn>
                <a:cxn ang="0">
                  <a:pos x="140" y="29"/>
                </a:cxn>
                <a:cxn ang="0">
                  <a:pos x="149" y="31"/>
                </a:cxn>
                <a:cxn ang="0">
                  <a:pos x="161" y="35"/>
                </a:cxn>
                <a:cxn ang="0">
                  <a:pos x="176" y="39"/>
                </a:cxn>
                <a:cxn ang="0">
                  <a:pos x="193" y="45"/>
                </a:cxn>
                <a:cxn ang="0">
                  <a:pos x="210" y="50"/>
                </a:cxn>
                <a:cxn ang="0">
                  <a:pos x="223" y="55"/>
                </a:cxn>
                <a:cxn ang="0">
                  <a:pos x="233" y="57"/>
                </a:cxn>
                <a:cxn ang="0">
                  <a:pos x="236" y="59"/>
                </a:cxn>
                <a:cxn ang="0">
                  <a:pos x="244" y="36"/>
                </a:cxn>
                <a:cxn ang="0">
                  <a:pos x="131" y="0"/>
                </a:cxn>
                <a:cxn ang="0">
                  <a:pos x="125" y="7"/>
                </a:cxn>
              </a:cxnLst>
              <a:rect l="0" t="0" r="r" b="b"/>
              <a:pathLst>
                <a:path w="244" h="293">
                  <a:moveTo>
                    <a:pt x="125" y="7"/>
                  </a:moveTo>
                  <a:lnTo>
                    <a:pt x="0" y="190"/>
                  </a:lnTo>
                  <a:lnTo>
                    <a:pt x="74" y="293"/>
                  </a:lnTo>
                  <a:lnTo>
                    <a:pt x="94" y="280"/>
                  </a:lnTo>
                  <a:lnTo>
                    <a:pt x="91" y="276"/>
                  </a:lnTo>
                  <a:lnTo>
                    <a:pt x="85" y="268"/>
                  </a:lnTo>
                  <a:lnTo>
                    <a:pt x="76" y="254"/>
                  </a:lnTo>
                  <a:lnTo>
                    <a:pt x="65" y="239"/>
                  </a:lnTo>
                  <a:lnTo>
                    <a:pt x="53" y="223"/>
                  </a:lnTo>
                  <a:lnTo>
                    <a:pt x="42" y="209"/>
                  </a:lnTo>
                  <a:lnTo>
                    <a:pt x="34" y="197"/>
                  </a:lnTo>
                  <a:lnTo>
                    <a:pt x="29" y="190"/>
                  </a:lnTo>
                  <a:lnTo>
                    <a:pt x="36" y="180"/>
                  </a:lnTo>
                  <a:lnTo>
                    <a:pt x="48" y="161"/>
                  </a:lnTo>
                  <a:lnTo>
                    <a:pt x="65" y="137"/>
                  </a:lnTo>
                  <a:lnTo>
                    <a:pt x="84" y="109"/>
                  </a:lnTo>
                  <a:lnTo>
                    <a:pt x="103" y="81"/>
                  </a:lnTo>
                  <a:lnTo>
                    <a:pt x="120" y="57"/>
                  </a:lnTo>
                  <a:lnTo>
                    <a:pt x="133" y="38"/>
                  </a:lnTo>
                  <a:lnTo>
                    <a:pt x="140" y="29"/>
                  </a:lnTo>
                  <a:lnTo>
                    <a:pt x="149" y="31"/>
                  </a:lnTo>
                  <a:lnTo>
                    <a:pt x="161" y="35"/>
                  </a:lnTo>
                  <a:lnTo>
                    <a:pt x="176" y="39"/>
                  </a:lnTo>
                  <a:lnTo>
                    <a:pt x="193" y="45"/>
                  </a:lnTo>
                  <a:lnTo>
                    <a:pt x="210" y="50"/>
                  </a:lnTo>
                  <a:lnTo>
                    <a:pt x="223" y="55"/>
                  </a:lnTo>
                  <a:lnTo>
                    <a:pt x="233" y="57"/>
                  </a:lnTo>
                  <a:lnTo>
                    <a:pt x="236" y="59"/>
                  </a:lnTo>
                  <a:lnTo>
                    <a:pt x="244" y="36"/>
                  </a:lnTo>
                  <a:lnTo>
                    <a:pt x="131" y="0"/>
                  </a:lnTo>
                  <a:lnTo>
                    <a:pt x="125" y="7"/>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8" name="Freeform 22"/>
            <p:cNvSpPr>
              <a:spLocks/>
            </p:cNvSpPr>
            <p:nvPr/>
          </p:nvSpPr>
          <p:spPr bwMode="auto">
            <a:xfrm>
              <a:off x="3006" y="2127"/>
              <a:ext cx="71" cy="103"/>
            </a:xfrm>
            <a:custGeom>
              <a:avLst/>
              <a:gdLst/>
              <a:ahLst/>
              <a:cxnLst>
                <a:cxn ang="0">
                  <a:pos x="6" y="86"/>
                </a:cxn>
                <a:cxn ang="0">
                  <a:pos x="0" y="92"/>
                </a:cxn>
                <a:cxn ang="0">
                  <a:pos x="132" y="308"/>
                </a:cxn>
                <a:cxn ang="0">
                  <a:pos x="213" y="288"/>
                </a:cxn>
                <a:cxn ang="0">
                  <a:pos x="207" y="264"/>
                </a:cxn>
                <a:cxn ang="0">
                  <a:pos x="204" y="264"/>
                </a:cxn>
                <a:cxn ang="0">
                  <a:pos x="198" y="266"/>
                </a:cxn>
                <a:cxn ang="0">
                  <a:pos x="190" y="268"/>
                </a:cxn>
                <a:cxn ang="0">
                  <a:pos x="180" y="271"/>
                </a:cxn>
                <a:cxn ang="0">
                  <a:pos x="170" y="273"/>
                </a:cxn>
                <a:cxn ang="0">
                  <a:pos x="159" y="277"/>
                </a:cxn>
                <a:cxn ang="0">
                  <a:pos x="149" y="279"/>
                </a:cxn>
                <a:cxn ang="0">
                  <a:pos x="143" y="280"/>
                </a:cxn>
                <a:cxn ang="0">
                  <a:pos x="136" y="270"/>
                </a:cxn>
                <a:cxn ang="0">
                  <a:pos x="123" y="248"/>
                </a:cxn>
                <a:cxn ang="0">
                  <a:pos x="106" y="220"/>
                </a:cxn>
                <a:cxn ang="0">
                  <a:pos x="87" y="188"/>
                </a:cxn>
                <a:cxn ang="0">
                  <a:pos x="68" y="157"/>
                </a:cxn>
                <a:cxn ang="0">
                  <a:pos x="51" y="129"/>
                </a:cxn>
                <a:cxn ang="0">
                  <a:pos x="38" y="107"/>
                </a:cxn>
                <a:cxn ang="0">
                  <a:pos x="30" y="95"/>
                </a:cxn>
                <a:cxn ang="0">
                  <a:pos x="36" y="89"/>
                </a:cxn>
                <a:cxn ang="0">
                  <a:pos x="47" y="79"/>
                </a:cxn>
                <a:cxn ang="0">
                  <a:pos x="60" y="67"/>
                </a:cxn>
                <a:cxn ang="0">
                  <a:pos x="74" y="53"/>
                </a:cxn>
                <a:cxn ang="0">
                  <a:pos x="87" y="40"/>
                </a:cxn>
                <a:cxn ang="0">
                  <a:pos x="99" y="29"/>
                </a:cxn>
                <a:cxn ang="0">
                  <a:pos x="107" y="21"/>
                </a:cxn>
                <a:cxn ang="0">
                  <a:pos x="110" y="19"/>
                </a:cxn>
                <a:cxn ang="0">
                  <a:pos x="93" y="0"/>
                </a:cxn>
                <a:cxn ang="0">
                  <a:pos x="6" y="86"/>
                </a:cxn>
              </a:cxnLst>
              <a:rect l="0" t="0" r="r" b="b"/>
              <a:pathLst>
                <a:path w="213" h="308">
                  <a:moveTo>
                    <a:pt x="6" y="86"/>
                  </a:moveTo>
                  <a:lnTo>
                    <a:pt x="0" y="92"/>
                  </a:lnTo>
                  <a:lnTo>
                    <a:pt x="132" y="308"/>
                  </a:lnTo>
                  <a:lnTo>
                    <a:pt x="213" y="288"/>
                  </a:lnTo>
                  <a:lnTo>
                    <a:pt x="207" y="264"/>
                  </a:lnTo>
                  <a:lnTo>
                    <a:pt x="204" y="264"/>
                  </a:lnTo>
                  <a:lnTo>
                    <a:pt x="198" y="266"/>
                  </a:lnTo>
                  <a:lnTo>
                    <a:pt x="190" y="268"/>
                  </a:lnTo>
                  <a:lnTo>
                    <a:pt x="180" y="271"/>
                  </a:lnTo>
                  <a:lnTo>
                    <a:pt x="170" y="273"/>
                  </a:lnTo>
                  <a:lnTo>
                    <a:pt x="159" y="277"/>
                  </a:lnTo>
                  <a:lnTo>
                    <a:pt x="149" y="279"/>
                  </a:lnTo>
                  <a:lnTo>
                    <a:pt x="143" y="280"/>
                  </a:lnTo>
                  <a:lnTo>
                    <a:pt x="136" y="270"/>
                  </a:lnTo>
                  <a:lnTo>
                    <a:pt x="123" y="248"/>
                  </a:lnTo>
                  <a:lnTo>
                    <a:pt x="106" y="220"/>
                  </a:lnTo>
                  <a:lnTo>
                    <a:pt x="87" y="188"/>
                  </a:lnTo>
                  <a:lnTo>
                    <a:pt x="68" y="157"/>
                  </a:lnTo>
                  <a:lnTo>
                    <a:pt x="51" y="129"/>
                  </a:lnTo>
                  <a:lnTo>
                    <a:pt x="38" y="107"/>
                  </a:lnTo>
                  <a:lnTo>
                    <a:pt x="30" y="95"/>
                  </a:lnTo>
                  <a:lnTo>
                    <a:pt x="36" y="89"/>
                  </a:lnTo>
                  <a:lnTo>
                    <a:pt x="47" y="79"/>
                  </a:lnTo>
                  <a:lnTo>
                    <a:pt x="60" y="67"/>
                  </a:lnTo>
                  <a:lnTo>
                    <a:pt x="74" y="53"/>
                  </a:lnTo>
                  <a:lnTo>
                    <a:pt x="87" y="40"/>
                  </a:lnTo>
                  <a:lnTo>
                    <a:pt x="99" y="29"/>
                  </a:lnTo>
                  <a:lnTo>
                    <a:pt x="107" y="21"/>
                  </a:lnTo>
                  <a:lnTo>
                    <a:pt x="110" y="19"/>
                  </a:lnTo>
                  <a:lnTo>
                    <a:pt x="93" y="0"/>
                  </a:lnTo>
                  <a:lnTo>
                    <a:pt x="6" y="86"/>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19" name="Freeform 23"/>
            <p:cNvSpPr>
              <a:spLocks/>
            </p:cNvSpPr>
            <p:nvPr/>
          </p:nvSpPr>
          <p:spPr bwMode="auto">
            <a:xfrm>
              <a:off x="3135" y="2240"/>
              <a:ext cx="101" cy="45"/>
            </a:xfrm>
            <a:custGeom>
              <a:avLst/>
              <a:gdLst/>
              <a:ahLst/>
              <a:cxnLst>
                <a:cxn ang="0">
                  <a:pos x="0" y="5"/>
                </a:cxn>
                <a:cxn ang="0">
                  <a:pos x="30" y="136"/>
                </a:cxn>
                <a:cxn ang="0">
                  <a:pos x="262" y="119"/>
                </a:cxn>
                <a:cxn ang="0">
                  <a:pos x="303" y="42"/>
                </a:cxn>
                <a:cxn ang="0">
                  <a:pos x="282" y="30"/>
                </a:cxn>
                <a:cxn ang="0">
                  <a:pos x="277" y="38"/>
                </a:cxn>
                <a:cxn ang="0">
                  <a:pos x="266" y="59"/>
                </a:cxn>
                <a:cxn ang="0">
                  <a:pos x="255" y="82"/>
                </a:cxn>
                <a:cxn ang="0">
                  <a:pos x="247" y="96"/>
                </a:cxn>
                <a:cxn ang="0">
                  <a:pos x="243" y="96"/>
                </a:cxn>
                <a:cxn ang="0">
                  <a:pos x="236" y="97"/>
                </a:cxn>
                <a:cxn ang="0">
                  <a:pos x="225" y="97"/>
                </a:cxn>
                <a:cxn ang="0">
                  <a:pos x="213" y="99"/>
                </a:cxn>
                <a:cxn ang="0">
                  <a:pos x="199" y="100"/>
                </a:cxn>
                <a:cxn ang="0">
                  <a:pos x="183" y="101"/>
                </a:cxn>
                <a:cxn ang="0">
                  <a:pos x="166" y="102"/>
                </a:cxn>
                <a:cxn ang="0">
                  <a:pos x="150" y="103"/>
                </a:cxn>
                <a:cxn ang="0">
                  <a:pos x="133" y="105"/>
                </a:cxn>
                <a:cxn ang="0">
                  <a:pos x="116" y="106"/>
                </a:cxn>
                <a:cxn ang="0">
                  <a:pos x="99" y="107"/>
                </a:cxn>
                <a:cxn ang="0">
                  <a:pos x="85" y="108"/>
                </a:cxn>
                <a:cxn ang="0">
                  <a:pos x="73" y="109"/>
                </a:cxn>
                <a:cxn ang="0">
                  <a:pos x="62" y="109"/>
                </a:cxn>
                <a:cxn ang="0">
                  <a:pos x="54" y="111"/>
                </a:cxn>
                <a:cxn ang="0">
                  <a:pos x="49" y="111"/>
                </a:cxn>
                <a:cxn ang="0">
                  <a:pos x="43" y="87"/>
                </a:cxn>
                <a:cxn ang="0">
                  <a:pos x="34" y="49"/>
                </a:cxn>
                <a:cxn ang="0">
                  <a:pos x="27" y="14"/>
                </a:cxn>
                <a:cxn ang="0">
                  <a:pos x="24" y="0"/>
                </a:cxn>
                <a:cxn ang="0">
                  <a:pos x="0" y="5"/>
                </a:cxn>
              </a:cxnLst>
              <a:rect l="0" t="0" r="r" b="b"/>
              <a:pathLst>
                <a:path w="303" h="136">
                  <a:moveTo>
                    <a:pt x="0" y="5"/>
                  </a:moveTo>
                  <a:lnTo>
                    <a:pt x="30" y="136"/>
                  </a:lnTo>
                  <a:lnTo>
                    <a:pt x="262" y="119"/>
                  </a:lnTo>
                  <a:lnTo>
                    <a:pt x="303" y="42"/>
                  </a:lnTo>
                  <a:lnTo>
                    <a:pt x="282" y="30"/>
                  </a:lnTo>
                  <a:lnTo>
                    <a:pt x="277" y="38"/>
                  </a:lnTo>
                  <a:lnTo>
                    <a:pt x="266" y="59"/>
                  </a:lnTo>
                  <a:lnTo>
                    <a:pt x="255" y="82"/>
                  </a:lnTo>
                  <a:lnTo>
                    <a:pt x="247" y="96"/>
                  </a:lnTo>
                  <a:lnTo>
                    <a:pt x="243" y="96"/>
                  </a:lnTo>
                  <a:lnTo>
                    <a:pt x="236" y="97"/>
                  </a:lnTo>
                  <a:lnTo>
                    <a:pt x="225" y="97"/>
                  </a:lnTo>
                  <a:lnTo>
                    <a:pt x="213" y="99"/>
                  </a:lnTo>
                  <a:lnTo>
                    <a:pt x="199" y="100"/>
                  </a:lnTo>
                  <a:lnTo>
                    <a:pt x="183" y="101"/>
                  </a:lnTo>
                  <a:lnTo>
                    <a:pt x="166" y="102"/>
                  </a:lnTo>
                  <a:lnTo>
                    <a:pt x="150" y="103"/>
                  </a:lnTo>
                  <a:lnTo>
                    <a:pt x="133" y="105"/>
                  </a:lnTo>
                  <a:lnTo>
                    <a:pt x="116" y="106"/>
                  </a:lnTo>
                  <a:lnTo>
                    <a:pt x="99" y="107"/>
                  </a:lnTo>
                  <a:lnTo>
                    <a:pt x="85" y="108"/>
                  </a:lnTo>
                  <a:lnTo>
                    <a:pt x="73" y="109"/>
                  </a:lnTo>
                  <a:lnTo>
                    <a:pt x="62" y="109"/>
                  </a:lnTo>
                  <a:lnTo>
                    <a:pt x="54" y="111"/>
                  </a:lnTo>
                  <a:lnTo>
                    <a:pt x="49" y="111"/>
                  </a:lnTo>
                  <a:lnTo>
                    <a:pt x="43" y="87"/>
                  </a:lnTo>
                  <a:lnTo>
                    <a:pt x="34" y="49"/>
                  </a:lnTo>
                  <a:lnTo>
                    <a:pt x="27" y="14"/>
                  </a:lnTo>
                  <a:lnTo>
                    <a:pt x="24" y="0"/>
                  </a:lnTo>
                  <a:lnTo>
                    <a:pt x="0" y="5"/>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0" name="Freeform 24"/>
            <p:cNvSpPr>
              <a:spLocks/>
            </p:cNvSpPr>
            <p:nvPr/>
          </p:nvSpPr>
          <p:spPr bwMode="auto">
            <a:xfrm>
              <a:off x="3291" y="2122"/>
              <a:ext cx="66" cy="106"/>
            </a:xfrm>
            <a:custGeom>
              <a:avLst/>
              <a:gdLst/>
              <a:ahLst/>
              <a:cxnLst>
                <a:cxn ang="0">
                  <a:pos x="101" y="15"/>
                </a:cxn>
                <a:cxn ang="0">
                  <a:pos x="103" y="18"/>
                </a:cxn>
                <a:cxn ang="0">
                  <a:pos x="110" y="25"/>
                </a:cxn>
                <a:cxn ang="0">
                  <a:pos x="120" y="36"/>
                </a:cxn>
                <a:cxn ang="0">
                  <a:pos x="131" y="48"/>
                </a:cxn>
                <a:cxn ang="0">
                  <a:pos x="143" y="61"/>
                </a:cxn>
                <a:cxn ang="0">
                  <a:pos x="154" y="73"/>
                </a:cxn>
                <a:cxn ang="0">
                  <a:pos x="163" y="83"/>
                </a:cxn>
                <a:cxn ang="0">
                  <a:pos x="169" y="89"/>
                </a:cxn>
                <a:cxn ang="0">
                  <a:pos x="162" y="101"/>
                </a:cxn>
                <a:cxn ang="0">
                  <a:pos x="150" y="123"/>
                </a:cxn>
                <a:cxn ang="0">
                  <a:pos x="133" y="153"/>
                </a:cxn>
                <a:cxn ang="0">
                  <a:pos x="114" y="188"/>
                </a:cxn>
                <a:cxn ang="0">
                  <a:pos x="95" y="222"/>
                </a:cxn>
                <a:cxn ang="0">
                  <a:pos x="78" y="253"/>
                </a:cxn>
                <a:cxn ang="0">
                  <a:pos x="66" y="276"/>
                </a:cxn>
                <a:cxn ang="0">
                  <a:pos x="59" y="289"/>
                </a:cxn>
                <a:cxn ang="0">
                  <a:pos x="53" y="287"/>
                </a:cxn>
                <a:cxn ang="0">
                  <a:pos x="44" y="283"/>
                </a:cxn>
                <a:cxn ang="0">
                  <a:pos x="36" y="280"/>
                </a:cxn>
                <a:cxn ang="0">
                  <a:pos x="29" y="277"/>
                </a:cxn>
                <a:cxn ang="0">
                  <a:pos x="20" y="274"/>
                </a:cxn>
                <a:cxn ang="0">
                  <a:pos x="14" y="271"/>
                </a:cxn>
                <a:cxn ang="0">
                  <a:pos x="10" y="270"/>
                </a:cxn>
                <a:cxn ang="0">
                  <a:pos x="8" y="269"/>
                </a:cxn>
                <a:cxn ang="0">
                  <a:pos x="0" y="292"/>
                </a:cxn>
                <a:cxn ang="0">
                  <a:pos x="70" y="319"/>
                </a:cxn>
                <a:cxn ang="0">
                  <a:pos x="198" y="85"/>
                </a:cxn>
                <a:cxn ang="0">
                  <a:pos x="118" y="0"/>
                </a:cxn>
                <a:cxn ang="0">
                  <a:pos x="101" y="15"/>
                </a:cxn>
              </a:cxnLst>
              <a:rect l="0" t="0" r="r" b="b"/>
              <a:pathLst>
                <a:path w="198" h="319">
                  <a:moveTo>
                    <a:pt x="101" y="15"/>
                  </a:moveTo>
                  <a:lnTo>
                    <a:pt x="103" y="18"/>
                  </a:lnTo>
                  <a:lnTo>
                    <a:pt x="110" y="25"/>
                  </a:lnTo>
                  <a:lnTo>
                    <a:pt x="120" y="36"/>
                  </a:lnTo>
                  <a:lnTo>
                    <a:pt x="131" y="48"/>
                  </a:lnTo>
                  <a:lnTo>
                    <a:pt x="143" y="61"/>
                  </a:lnTo>
                  <a:lnTo>
                    <a:pt x="154" y="73"/>
                  </a:lnTo>
                  <a:lnTo>
                    <a:pt x="163" y="83"/>
                  </a:lnTo>
                  <a:lnTo>
                    <a:pt x="169" y="89"/>
                  </a:lnTo>
                  <a:lnTo>
                    <a:pt x="162" y="101"/>
                  </a:lnTo>
                  <a:lnTo>
                    <a:pt x="150" y="123"/>
                  </a:lnTo>
                  <a:lnTo>
                    <a:pt x="133" y="153"/>
                  </a:lnTo>
                  <a:lnTo>
                    <a:pt x="114" y="188"/>
                  </a:lnTo>
                  <a:lnTo>
                    <a:pt x="95" y="222"/>
                  </a:lnTo>
                  <a:lnTo>
                    <a:pt x="78" y="253"/>
                  </a:lnTo>
                  <a:lnTo>
                    <a:pt x="66" y="276"/>
                  </a:lnTo>
                  <a:lnTo>
                    <a:pt x="59" y="289"/>
                  </a:lnTo>
                  <a:lnTo>
                    <a:pt x="53" y="287"/>
                  </a:lnTo>
                  <a:lnTo>
                    <a:pt x="44" y="283"/>
                  </a:lnTo>
                  <a:lnTo>
                    <a:pt x="36" y="280"/>
                  </a:lnTo>
                  <a:lnTo>
                    <a:pt x="29" y="277"/>
                  </a:lnTo>
                  <a:lnTo>
                    <a:pt x="20" y="274"/>
                  </a:lnTo>
                  <a:lnTo>
                    <a:pt x="14" y="271"/>
                  </a:lnTo>
                  <a:lnTo>
                    <a:pt x="10" y="270"/>
                  </a:lnTo>
                  <a:lnTo>
                    <a:pt x="8" y="269"/>
                  </a:lnTo>
                  <a:lnTo>
                    <a:pt x="0" y="292"/>
                  </a:lnTo>
                  <a:lnTo>
                    <a:pt x="70" y="319"/>
                  </a:lnTo>
                  <a:lnTo>
                    <a:pt x="198" y="85"/>
                  </a:lnTo>
                  <a:lnTo>
                    <a:pt x="118" y="0"/>
                  </a:lnTo>
                  <a:lnTo>
                    <a:pt x="101" y="15"/>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1" name="Freeform 25"/>
            <p:cNvSpPr>
              <a:spLocks/>
            </p:cNvSpPr>
            <p:nvPr/>
          </p:nvSpPr>
          <p:spPr bwMode="auto">
            <a:xfrm>
              <a:off x="3298" y="1983"/>
              <a:ext cx="57" cy="94"/>
            </a:xfrm>
            <a:custGeom>
              <a:avLst/>
              <a:gdLst/>
              <a:ahLst/>
              <a:cxnLst>
                <a:cxn ang="0">
                  <a:pos x="68" y="2"/>
                </a:cxn>
                <a:cxn ang="0">
                  <a:pos x="0" y="18"/>
                </a:cxn>
                <a:cxn ang="0">
                  <a:pos x="6" y="42"/>
                </a:cxn>
                <a:cxn ang="0">
                  <a:pos x="9" y="42"/>
                </a:cxn>
                <a:cxn ang="0">
                  <a:pos x="14" y="41"/>
                </a:cxn>
                <a:cxn ang="0">
                  <a:pos x="21" y="38"/>
                </a:cxn>
                <a:cxn ang="0">
                  <a:pos x="29" y="36"/>
                </a:cxn>
                <a:cxn ang="0">
                  <a:pos x="39" y="33"/>
                </a:cxn>
                <a:cxn ang="0">
                  <a:pos x="48" y="31"/>
                </a:cxn>
                <a:cxn ang="0">
                  <a:pos x="57" y="29"/>
                </a:cxn>
                <a:cxn ang="0">
                  <a:pos x="63" y="27"/>
                </a:cxn>
                <a:cxn ang="0">
                  <a:pos x="68" y="38"/>
                </a:cxn>
                <a:cxn ang="0">
                  <a:pos x="77" y="59"/>
                </a:cxn>
                <a:cxn ang="0">
                  <a:pos x="90" y="84"/>
                </a:cxn>
                <a:cxn ang="0">
                  <a:pos x="104" y="113"/>
                </a:cxn>
                <a:cxn ang="0">
                  <a:pos x="117" y="142"/>
                </a:cxn>
                <a:cxn ang="0">
                  <a:pos x="129" y="167"/>
                </a:cxn>
                <a:cxn ang="0">
                  <a:pos x="138" y="186"/>
                </a:cxn>
                <a:cxn ang="0">
                  <a:pos x="143" y="197"/>
                </a:cxn>
                <a:cxn ang="0">
                  <a:pos x="137" y="203"/>
                </a:cxn>
                <a:cxn ang="0">
                  <a:pos x="128" y="212"/>
                </a:cxn>
                <a:cxn ang="0">
                  <a:pos x="116" y="223"/>
                </a:cxn>
                <a:cxn ang="0">
                  <a:pos x="104" y="234"/>
                </a:cxn>
                <a:cxn ang="0">
                  <a:pos x="92" y="246"/>
                </a:cxn>
                <a:cxn ang="0">
                  <a:pos x="81" y="256"/>
                </a:cxn>
                <a:cxn ang="0">
                  <a:pos x="74" y="262"/>
                </a:cxn>
                <a:cxn ang="0">
                  <a:pos x="71" y="264"/>
                </a:cxn>
                <a:cxn ang="0">
                  <a:pos x="88" y="281"/>
                </a:cxn>
                <a:cxn ang="0">
                  <a:pos x="172" y="203"/>
                </a:cxn>
                <a:cxn ang="0">
                  <a:pos x="77" y="0"/>
                </a:cxn>
                <a:cxn ang="0">
                  <a:pos x="68" y="2"/>
                </a:cxn>
              </a:cxnLst>
              <a:rect l="0" t="0" r="r" b="b"/>
              <a:pathLst>
                <a:path w="172" h="281">
                  <a:moveTo>
                    <a:pt x="68" y="2"/>
                  </a:moveTo>
                  <a:lnTo>
                    <a:pt x="0" y="18"/>
                  </a:lnTo>
                  <a:lnTo>
                    <a:pt x="6" y="42"/>
                  </a:lnTo>
                  <a:lnTo>
                    <a:pt x="9" y="42"/>
                  </a:lnTo>
                  <a:lnTo>
                    <a:pt x="14" y="41"/>
                  </a:lnTo>
                  <a:lnTo>
                    <a:pt x="21" y="38"/>
                  </a:lnTo>
                  <a:lnTo>
                    <a:pt x="29" y="36"/>
                  </a:lnTo>
                  <a:lnTo>
                    <a:pt x="39" y="33"/>
                  </a:lnTo>
                  <a:lnTo>
                    <a:pt x="48" y="31"/>
                  </a:lnTo>
                  <a:lnTo>
                    <a:pt x="57" y="29"/>
                  </a:lnTo>
                  <a:lnTo>
                    <a:pt x="63" y="27"/>
                  </a:lnTo>
                  <a:lnTo>
                    <a:pt x="68" y="38"/>
                  </a:lnTo>
                  <a:lnTo>
                    <a:pt x="77" y="59"/>
                  </a:lnTo>
                  <a:lnTo>
                    <a:pt x="90" y="84"/>
                  </a:lnTo>
                  <a:lnTo>
                    <a:pt x="104" y="113"/>
                  </a:lnTo>
                  <a:lnTo>
                    <a:pt x="117" y="142"/>
                  </a:lnTo>
                  <a:lnTo>
                    <a:pt x="129" y="167"/>
                  </a:lnTo>
                  <a:lnTo>
                    <a:pt x="138" y="186"/>
                  </a:lnTo>
                  <a:lnTo>
                    <a:pt x="143" y="197"/>
                  </a:lnTo>
                  <a:lnTo>
                    <a:pt x="137" y="203"/>
                  </a:lnTo>
                  <a:lnTo>
                    <a:pt x="128" y="212"/>
                  </a:lnTo>
                  <a:lnTo>
                    <a:pt x="116" y="223"/>
                  </a:lnTo>
                  <a:lnTo>
                    <a:pt x="104" y="234"/>
                  </a:lnTo>
                  <a:lnTo>
                    <a:pt x="92" y="246"/>
                  </a:lnTo>
                  <a:lnTo>
                    <a:pt x="81" y="256"/>
                  </a:lnTo>
                  <a:lnTo>
                    <a:pt x="74" y="262"/>
                  </a:lnTo>
                  <a:lnTo>
                    <a:pt x="71" y="264"/>
                  </a:lnTo>
                  <a:lnTo>
                    <a:pt x="88" y="281"/>
                  </a:lnTo>
                  <a:lnTo>
                    <a:pt x="172" y="203"/>
                  </a:lnTo>
                  <a:lnTo>
                    <a:pt x="77" y="0"/>
                  </a:lnTo>
                  <a:lnTo>
                    <a:pt x="68" y="2"/>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2" name="Freeform 26"/>
            <p:cNvSpPr>
              <a:spLocks noEditPoints="1"/>
            </p:cNvSpPr>
            <p:nvPr/>
          </p:nvSpPr>
          <p:spPr bwMode="auto">
            <a:xfrm>
              <a:off x="3156" y="2062"/>
              <a:ext cx="67" cy="71"/>
            </a:xfrm>
            <a:custGeom>
              <a:avLst/>
              <a:gdLst/>
              <a:ahLst/>
              <a:cxnLst>
                <a:cxn ang="0">
                  <a:pos x="36" y="25"/>
                </a:cxn>
                <a:cxn ang="0">
                  <a:pos x="11" y="56"/>
                </a:cxn>
                <a:cxn ang="0">
                  <a:pos x="0" y="96"/>
                </a:cxn>
                <a:cxn ang="0">
                  <a:pos x="4" y="135"/>
                </a:cxn>
                <a:cxn ang="0">
                  <a:pos x="17" y="165"/>
                </a:cxn>
                <a:cxn ang="0">
                  <a:pos x="30" y="182"/>
                </a:cxn>
                <a:cxn ang="0">
                  <a:pos x="46" y="195"/>
                </a:cxn>
                <a:cxn ang="0">
                  <a:pos x="64" y="205"/>
                </a:cxn>
                <a:cxn ang="0">
                  <a:pos x="83" y="211"/>
                </a:cxn>
                <a:cxn ang="0">
                  <a:pos x="102" y="212"/>
                </a:cxn>
                <a:cxn ang="0">
                  <a:pos x="122" y="211"/>
                </a:cxn>
                <a:cxn ang="0">
                  <a:pos x="141" y="205"/>
                </a:cxn>
                <a:cxn ang="0">
                  <a:pos x="161" y="192"/>
                </a:cxn>
                <a:cxn ang="0">
                  <a:pos x="180" y="171"/>
                </a:cxn>
                <a:cxn ang="0">
                  <a:pos x="194" y="147"/>
                </a:cxn>
                <a:cxn ang="0">
                  <a:pos x="201" y="121"/>
                </a:cxn>
                <a:cxn ang="0">
                  <a:pos x="201" y="93"/>
                </a:cxn>
                <a:cxn ang="0">
                  <a:pos x="196" y="68"/>
                </a:cxn>
                <a:cxn ang="0">
                  <a:pos x="185" y="47"/>
                </a:cxn>
                <a:cxn ang="0">
                  <a:pos x="172" y="31"/>
                </a:cxn>
                <a:cxn ang="0">
                  <a:pos x="156" y="18"/>
                </a:cxn>
                <a:cxn ang="0">
                  <a:pos x="138" y="8"/>
                </a:cxn>
                <a:cxn ang="0">
                  <a:pos x="119" y="2"/>
                </a:cxn>
                <a:cxn ang="0">
                  <a:pos x="100" y="0"/>
                </a:cxn>
                <a:cxn ang="0">
                  <a:pos x="81" y="2"/>
                </a:cxn>
                <a:cxn ang="0">
                  <a:pos x="62" y="8"/>
                </a:cxn>
                <a:cxn ang="0">
                  <a:pos x="80" y="186"/>
                </a:cxn>
                <a:cxn ang="0">
                  <a:pos x="65" y="180"/>
                </a:cxn>
                <a:cxn ang="0">
                  <a:pos x="53" y="170"/>
                </a:cxn>
                <a:cxn ang="0">
                  <a:pos x="42" y="159"/>
                </a:cxn>
                <a:cxn ang="0">
                  <a:pos x="33" y="145"/>
                </a:cxn>
                <a:cxn ang="0">
                  <a:pos x="24" y="114"/>
                </a:cxn>
                <a:cxn ang="0">
                  <a:pos x="27" y="83"/>
                </a:cxn>
                <a:cxn ang="0">
                  <a:pos x="41" y="54"/>
                </a:cxn>
                <a:cxn ang="0">
                  <a:pos x="65" y="33"/>
                </a:cxn>
                <a:cxn ang="0">
                  <a:pos x="78" y="27"/>
                </a:cxn>
                <a:cxn ang="0">
                  <a:pos x="93" y="25"/>
                </a:cxn>
                <a:cxn ang="0">
                  <a:pos x="107" y="25"/>
                </a:cxn>
                <a:cxn ang="0">
                  <a:pos x="123" y="27"/>
                </a:cxn>
                <a:cxn ang="0">
                  <a:pos x="137" y="33"/>
                </a:cxn>
                <a:cxn ang="0">
                  <a:pos x="150" y="42"/>
                </a:cxn>
                <a:cxn ang="0">
                  <a:pos x="161" y="54"/>
                </a:cxn>
                <a:cxn ang="0">
                  <a:pos x="170" y="67"/>
                </a:cxn>
                <a:cxn ang="0">
                  <a:pos x="176" y="83"/>
                </a:cxn>
                <a:cxn ang="0">
                  <a:pos x="178" y="115"/>
                </a:cxn>
                <a:cxn ang="0">
                  <a:pos x="170" y="145"/>
                </a:cxn>
                <a:cxn ang="0">
                  <a:pos x="150" y="169"/>
                </a:cxn>
                <a:cxn ang="0">
                  <a:pos x="131" y="182"/>
                </a:cxn>
                <a:cxn ang="0">
                  <a:pos x="117" y="187"/>
                </a:cxn>
                <a:cxn ang="0">
                  <a:pos x="102" y="189"/>
                </a:cxn>
                <a:cxn ang="0">
                  <a:pos x="87" y="188"/>
                </a:cxn>
                <a:cxn ang="0">
                  <a:pos x="190" y="56"/>
                </a:cxn>
                <a:cxn ang="0">
                  <a:pos x="190" y="56"/>
                </a:cxn>
              </a:cxnLst>
              <a:rect l="0" t="0" r="r" b="b"/>
              <a:pathLst>
                <a:path w="202" h="212">
                  <a:moveTo>
                    <a:pt x="53" y="13"/>
                  </a:moveTo>
                  <a:lnTo>
                    <a:pt x="36" y="25"/>
                  </a:lnTo>
                  <a:lnTo>
                    <a:pt x="22" y="39"/>
                  </a:lnTo>
                  <a:lnTo>
                    <a:pt x="11" y="56"/>
                  </a:lnTo>
                  <a:lnTo>
                    <a:pt x="4" y="75"/>
                  </a:lnTo>
                  <a:lnTo>
                    <a:pt x="0" y="96"/>
                  </a:lnTo>
                  <a:lnTo>
                    <a:pt x="0" y="115"/>
                  </a:lnTo>
                  <a:lnTo>
                    <a:pt x="4" y="135"/>
                  </a:lnTo>
                  <a:lnTo>
                    <a:pt x="12" y="156"/>
                  </a:lnTo>
                  <a:lnTo>
                    <a:pt x="17" y="165"/>
                  </a:lnTo>
                  <a:lnTo>
                    <a:pt x="23" y="174"/>
                  </a:lnTo>
                  <a:lnTo>
                    <a:pt x="30" y="182"/>
                  </a:lnTo>
                  <a:lnTo>
                    <a:pt x="38" y="189"/>
                  </a:lnTo>
                  <a:lnTo>
                    <a:pt x="46" y="195"/>
                  </a:lnTo>
                  <a:lnTo>
                    <a:pt x="54" y="200"/>
                  </a:lnTo>
                  <a:lnTo>
                    <a:pt x="64" y="205"/>
                  </a:lnTo>
                  <a:lnTo>
                    <a:pt x="74" y="209"/>
                  </a:lnTo>
                  <a:lnTo>
                    <a:pt x="83" y="211"/>
                  </a:lnTo>
                  <a:lnTo>
                    <a:pt x="93" y="212"/>
                  </a:lnTo>
                  <a:lnTo>
                    <a:pt x="102" y="212"/>
                  </a:lnTo>
                  <a:lnTo>
                    <a:pt x="112" y="212"/>
                  </a:lnTo>
                  <a:lnTo>
                    <a:pt x="122" y="211"/>
                  </a:lnTo>
                  <a:lnTo>
                    <a:pt x="131" y="209"/>
                  </a:lnTo>
                  <a:lnTo>
                    <a:pt x="141" y="205"/>
                  </a:lnTo>
                  <a:lnTo>
                    <a:pt x="149" y="200"/>
                  </a:lnTo>
                  <a:lnTo>
                    <a:pt x="161" y="192"/>
                  </a:lnTo>
                  <a:lnTo>
                    <a:pt x="172" y="182"/>
                  </a:lnTo>
                  <a:lnTo>
                    <a:pt x="180" y="171"/>
                  </a:lnTo>
                  <a:lnTo>
                    <a:pt x="189" y="161"/>
                  </a:lnTo>
                  <a:lnTo>
                    <a:pt x="194" y="147"/>
                  </a:lnTo>
                  <a:lnTo>
                    <a:pt x="198" y="134"/>
                  </a:lnTo>
                  <a:lnTo>
                    <a:pt x="201" y="121"/>
                  </a:lnTo>
                  <a:lnTo>
                    <a:pt x="202" y="107"/>
                  </a:lnTo>
                  <a:lnTo>
                    <a:pt x="201" y="93"/>
                  </a:lnTo>
                  <a:lnTo>
                    <a:pt x="200" y="80"/>
                  </a:lnTo>
                  <a:lnTo>
                    <a:pt x="196" y="68"/>
                  </a:lnTo>
                  <a:lnTo>
                    <a:pt x="190" y="56"/>
                  </a:lnTo>
                  <a:lnTo>
                    <a:pt x="185" y="47"/>
                  </a:lnTo>
                  <a:lnTo>
                    <a:pt x="179" y="38"/>
                  </a:lnTo>
                  <a:lnTo>
                    <a:pt x="172" y="31"/>
                  </a:lnTo>
                  <a:lnTo>
                    <a:pt x="165" y="24"/>
                  </a:lnTo>
                  <a:lnTo>
                    <a:pt x="156" y="18"/>
                  </a:lnTo>
                  <a:lnTo>
                    <a:pt x="148" y="12"/>
                  </a:lnTo>
                  <a:lnTo>
                    <a:pt x="138" y="8"/>
                  </a:lnTo>
                  <a:lnTo>
                    <a:pt x="129" y="4"/>
                  </a:lnTo>
                  <a:lnTo>
                    <a:pt x="119" y="2"/>
                  </a:lnTo>
                  <a:lnTo>
                    <a:pt x="110" y="1"/>
                  </a:lnTo>
                  <a:lnTo>
                    <a:pt x="100" y="0"/>
                  </a:lnTo>
                  <a:lnTo>
                    <a:pt x="90" y="1"/>
                  </a:lnTo>
                  <a:lnTo>
                    <a:pt x="81" y="2"/>
                  </a:lnTo>
                  <a:lnTo>
                    <a:pt x="71" y="4"/>
                  </a:lnTo>
                  <a:lnTo>
                    <a:pt x="62" y="8"/>
                  </a:lnTo>
                  <a:lnTo>
                    <a:pt x="53" y="13"/>
                  </a:lnTo>
                  <a:close/>
                  <a:moveTo>
                    <a:pt x="80" y="186"/>
                  </a:moveTo>
                  <a:lnTo>
                    <a:pt x="72" y="183"/>
                  </a:lnTo>
                  <a:lnTo>
                    <a:pt x="65" y="180"/>
                  </a:lnTo>
                  <a:lnTo>
                    <a:pt x="59" y="176"/>
                  </a:lnTo>
                  <a:lnTo>
                    <a:pt x="53" y="170"/>
                  </a:lnTo>
                  <a:lnTo>
                    <a:pt x="47" y="165"/>
                  </a:lnTo>
                  <a:lnTo>
                    <a:pt x="42" y="159"/>
                  </a:lnTo>
                  <a:lnTo>
                    <a:pt x="38" y="152"/>
                  </a:lnTo>
                  <a:lnTo>
                    <a:pt x="33" y="145"/>
                  </a:lnTo>
                  <a:lnTo>
                    <a:pt x="27" y="129"/>
                  </a:lnTo>
                  <a:lnTo>
                    <a:pt x="24" y="114"/>
                  </a:lnTo>
                  <a:lnTo>
                    <a:pt x="24" y="98"/>
                  </a:lnTo>
                  <a:lnTo>
                    <a:pt x="27" y="83"/>
                  </a:lnTo>
                  <a:lnTo>
                    <a:pt x="33" y="68"/>
                  </a:lnTo>
                  <a:lnTo>
                    <a:pt x="41" y="54"/>
                  </a:lnTo>
                  <a:lnTo>
                    <a:pt x="52" y="43"/>
                  </a:lnTo>
                  <a:lnTo>
                    <a:pt x="65" y="33"/>
                  </a:lnTo>
                  <a:lnTo>
                    <a:pt x="71" y="30"/>
                  </a:lnTo>
                  <a:lnTo>
                    <a:pt x="78" y="27"/>
                  </a:lnTo>
                  <a:lnTo>
                    <a:pt x="86" y="26"/>
                  </a:lnTo>
                  <a:lnTo>
                    <a:pt x="93" y="25"/>
                  </a:lnTo>
                  <a:lnTo>
                    <a:pt x="100" y="24"/>
                  </a:lnTo>
                  <a:lnTo>
                    <a:pt x="107" y="25"/>
                  </a:lnTo>
                  <a:lnTo>
                    <a:pt x="116" y="25"/>
                  </a:lnTo>
                  <a:lnTo>
                    <a:pt x="123" y="27"/>
                  </a:lnTo>
                  <a:lnTo>
                    <a:pt x="130" y="30"/>
                  </a:lnTo>
                  <a:lnTo>
                    <a:pt x="137" y="33"/>
                  </a:lnTo>
                  <a:lnTo>
                    <a:pt x="143" y="37"/>
                  </a:lnTo>
                  <a:lnTo>
                    <a:pt x="150" y="42"/>
                  </a:lnTo>
                  <a:lnTo>
                    <a:pt x="155" y="48"/>
                  </a:lnTo>
                  <a:lnTo>
                    <a:pt x="161" y="54"/>
                  </a:lnTo>
                  <a:lnTo>
                    <a:pt x="165" y="60"/>
                  </a:lnTo>
                  <a:lnTo>
                    <a:pt x="170" y="67"/>
                  </a:lnTo>
                  <a:lnTo>
                    <a:pt x="170" y="67"/>
                  </a:lnTo>
                  <a:lnTo>
                    <a:pt x="176" y="83"/>
                  </a:lnTo>
                  <a:lnTo>
                    <a:pt x="178" y="98"/>
                  </a:lnTo>
                  <a:lnTo>
                    <a:pt x="178" y="115"/>
                  </a:lnTo>
                  <a:lnTo>
                    <a:pt x="176" y="129"/>
                  </a:lnTo>
                  <a:lnTo>
                    <a:pt x="170" y="145"/>
                  </a:lnTo>
                  <a:lnTo>
                    <a:pt x="161" y="158"/>
                  </a:lnTo>
                  <a:lnTo>
                    <a:pt x="150" y="169"/>
                  </a:lnTo>
                  <a:lnTo>
                    <a:pt x="137" y="179"/>
                  </a:lnTo>
                  <a:lnTo>
                    <a:pt x="131" y="182"/>
                  </a:lnTo>
                  <a:lnTo>
                    <a:pt x="124" y="185"/>
                  </a:lnTo>
                  <a:lnTo>
                    <a:pt x="117" y="187"/>
                  </a:lnTo>
                  <a:lnTo>
                    <a:pt x="110" y="188"/>
                  </a:lnTo>
                  <a:lnTo>
                    <a:pt x="102" y="189"/>
                  </a:lnTo>
                  <a:lnTo>
                    <a:pt x="95" y="188"/>
                  </a:lnTo>
                  <a:lnTo>
                    <a:pt x="87" y="188"/>
                  </a:lnTo>
                  <a:lnTo>
                    <a:pt x="80" y="186"/>
                  </a:lnTo>
                  <a:close/>
                  <a:moveTo>
                    <a:pt x="190" y="56"/>
                  </a:moveTo>
                  <a:lnTo>
                    <a:pt x="190" y="56"/>
                  </a:lnTo>
                  <a:lnTo>
                    <a:pt x="190" y="56"/>
                  </a:lnTo>
                  <a:lnTo>
                    <a:pt x="190" y="56"/>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3" name="Freeform 27"/>
            <p:cNvSpPr>
              <a:spLocks/>
            </p:cNvSpPr>
            <p:nvPr/>
          </p:nvSpPr>
          <p:spPr bwMode="auto">
            <a:xfrm>
              <a:off x="2830" y="2212"/>
              <a:ext cx="11" cy="28"/>
            </a:xfrm>
            <a:custGeom>
              <a:avLst/>
              <a:gdLst/>
              <a:ahLst/>
              <a:cxnLst>
                <a:cxn ang="0">
                  <a:pos x="0" y="81"/>
                </a:cxn>
                <a:cxn ang="0">
                  <a:pos x="24" y="83"/>
                </a:cxn>
                <a:cxn ang="0">
                  <a:pos x="33" y="3"/>
                </a:cxn>
                <a:cxn ang="0">
                  <a:pos x="9" y="0"/>
                </a:cxn>
                <a:cxn ang="0">
                  <a:pos x="0" y="81"/>
                </a:cxn>
              </a:cxnLst>
              <a:rect l="0" t="0" r="r" b="b"/>
              <a:pathLst>
                <a:path w="33" h="83">
                  <a:moveTo>
                    <a:pt x="0" y="81"/>
                  </a:moveTo>
                  <a:lnTo>
                    <a:pt x="24" y="83"/>
                  </a:lnTo>
                  <a:lnTo>
                    <a:pt x="33" y="3"/>
                  </a:lnTo>
                  <a:lnTo>
                    <a:pt x="9" y="0"/>
                  </a:lnTo>
                  <a:lnTo>
                    <a:pt x="0" y="81"/>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4" name="Freeform 28"/>
            <p:cNvSpPr>
              <a:spLocks/>
            </p:cNvSpPr>
            <p:nvPr/>
          </p:nvSpPr>
          <p:spPr bwMode="auto">
            <a:xfrm>
              <a:off x="2815" y="2353"/>
              <a:ext cx="11" cy="27"/>
            </a:xfrm>
            <a:custGeom>
              <a:avLst/>
              <a:gdLst/>
              <a:ahLst/>
              <a:cxnLst>
                <a:cxn ang="0">
                  <a:pos x="0" y="80"/>
                </a:cxn>
                <a:cxn ang="0">
                  <a:pos x="24" y="82"/>
                </a:cxn>
                <a:cxn ang="0">
                  <a:pos x="32" y="2"/>
                </a:cxn>
                <a:cxn ang="0">
                  <a:pos x="8" y="0"/>
                </a:cxn>
                <a:cxn ang="0">
                  <a:pos x="0" y="80"/>
                </a:cxn>
              </a:cxnLst>
              <a:rect l="0" t="0" r="r" b="b"/>
              <a:pathLst>
                <a:path w="32" h="82">
                  <a:moveTo>
                    <a:pt x="0" y="80"/>
                  </a:moveTo>
                  <a:lnTo>
                    <a:pt x="24" y="82"/>
                  </a:lnTo>
                  <a:lnTo>
                    <a:pt x="32" y="2"/>
                  </a:lnTo>
                  <a:lnTo>
                    <a:pt x="8" y="0"/>
                  </a:lnTo>
                  <a:lnTo>
                    <a:pt x="0" y="80"/>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5" name="Freeform 29"/>
            <p:cNvSpPr>
              <a:spLocks/>
            </p:cNvSpPr>
            <p:nvPr/>
          </p:nvSpPr>
          <p:spPr bwMode="auto">
            <a:xfrm>
              <a:off x="3137" y="2054"/>
              <a:ext cx="22" cy="19"/>
            </a:xfrm>
            <a:custGeom>
              <a:avLst/>
              <a:gdLst/>
              <a:ahLst/>
              <a:cxnLst>
                <a:cxn ang="0">
                  <a:pos x="0" y="18"/>
                </a:cxn>
                <a:cxn ang="0">
                  <a:pos x="50" y="59"/>
                </a:cxn>
                <a:cxn ang="0">
                  <a:pos x="66" y="41"/>
                </a:cxn>
                <a:cxn ang="0">
                  <a:pos x="15" y="0"/>
                </a:cxn>
                <a:cxn ang="0">
                  <a:pos x="0" y="18"/>
                </a:cxn>
              </a:cxnLst>
              <a:rect l="0" t="0" r="r" b="b"/>
              <a:pathLst>
                <a:path w="66" h="59">
                  <a:moveTo>
                    <a:pt x="0" y="18"/>
                  </a:moveTo>
                  <a:lnTo>
                    <a:pt x="50" y="59"/>
                  </a:lnTo>
                  <a:lnTo>
                    <a:pt x="66" y="41"/>
                  </a:lnTo>
                  <a:lnTo>
                    <a:pt x="15" y="0"/>
                  </a:lnTo>
                  <a:lnTo>
                    <a:pt x="0" y="18"/>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6" name="Freeform 30"/>
            <p:cNvSpPr>
              <a:spLocks/>
            </p:cNvSpPr>
            <p:nvPr/>
          </p:nvSpPr>
          <p:spPr bwMode="auto">
            <a:xfrm>
              <a:off x="3224" y="2127"/>
              <a:ext cx="21" cy="20"/>
            </a:xfrm>
            <a:custGeom>
              <a:avLst/>
              <a:gdLst/>
              <a:ahLst/>
              <a:cxnLst>
                <a:cxn ang="0">
                  <a:pos x="0" y="18"/>
                </a:cxn>
                <a:cxn ang="0">
                  <a:pos x="51" y="60"/>
                </a:cxn>
                <a:cxn ang="0">
                  <a:pos x="65" y="41"/>
                </a:cxn>
                <a:cxn ang="0">
                  <a:pos x="15" y="0"/>
                </a:cxn>
                <a:cxn ang="0">
                  <a:pos x="0" y="18"/>
                </a:cxn>
              </a:cxnLst>
              <a:rect l="0" t="0" r="r" b="b"/>
              <a:pathLst>
                <a:path w="65" h="60">
                  <a:moveTo>
                    <a:pt x="0" y="18"/>
                  </a:moveTo>
                  <a:lnTo>
                    <a:pt x="51" y="60"/>
                  </a:lnTo>
                  <a:lnTo>
                    <a:pt x="65" y="41"/>
                  </a:lnTo>
                  <a:lnTo>
                    <a:pt x="15" y="0"/>
                  </a:lnTo>
                  <a:lnTo>
                    <a:pt x="0" y="18"/>
                  </a:lnTo>
                  <a:close/>
                </a:path>
              </a:pathLst>
            </a:custGeom>
            <a:solidFill>
              <a:srgbClr val="004400"/>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7" name="Freeform 31"/>
            <p:cNvSpPr>
              <a:spLocks/>
            </p:cNvSpPr>
            <p:nvPr/>
          </p:nvSpPr>
          <p:spPr bwMode="auto">
            <a:xfrm>
              <a:off x="2832" y="2330"/>
              <a:ext cx="271" cy="284"/>
            </a:xfrm>
            <a:custGeom>
              <a:avLst/>
              <a:gdLst/>
              <a:ahLst/>
              <a:cxnLst>
                <a:cxn ang="0">
                  <a:pos x="1" y="852"/>
                </a:cxn>
                <a:cxn ang="0">
                  <a:pos x="11" y="851"/>
                </a:cxn>
                <a:cxn ang="0">
                  <a:pos x="37" y="848"/>
                </a:cxn>
                <a:cxn ang="0">
                  <a:pos x="76" y="842"/>
                </a:cxn>
                <a:cxn ang="0">
                  <a:pos x="127" y="833"/>
                </a:cxn>
                <a:cxn ang="0">
                  <a:pos x="186" y="818"/>
                </a:cxn>
                <a:cxn ang="0">
                  <a:pos x="253" y="797"/>
                </a:cxn>
                <a:cxn ang="0">
                  <a:pos x="324" y="768"/>
                </a:cxn>
                <a:cxn ang="0">
                  <a:pos x="399" y="731"/>
                </a:cxn>
                <a:cxn ang="0">
                  <a:pos x="473" y="685"/>
                </a:cxn>
                <a:cxn ang="0">
                  <a:pos x="545" y="627"/>
                </a:cxn>
                <a:cxn ang="0">
                  <a:pos x="613" y="559"/>
                </a:cxn>
                <a:cxn ang="0">
                  <a:pos x="675" y="477"/>
                </a:cxn>
                <a:cxn ang="0">
                  <a:pos x="729" y="382"/>
                </a:cxn>
                <a:cxn ang="0">
                  <a:pos x="771" y="272"/>
                </a:cxn>
                <a:cxn ang="0">
                  <a:pos x="801" y="146"/>
                </a:cxn>
                <a:cxn ang="0">
                  <a:pos x="815" y="2"/>
                </a:cxn>
                <a:cxn ang="0">
                  <a:pos x="786" y="72"/>
                </a:cxn>
                <a:cxn ang="0">
                  <a:pos x="765" y="203"/>
                </a:cxn>
                <a:cxn ang="0">
                  <a:pos x="729" y="319"/>
                </a:cxn>
                <a:cxn ang="0">
                  <a:pos x="682" y="418"/>
                </a:cxn>
                <a:cxn ang="0">
                  <a:pos x="625" y="505"/>
                </a:cxn>
                <a:cxn ang="0">
                  <a:pos x="562" y="578"/>
                </a:cxn>
                <a:cxn ang="0">
                  <a:pos x="493" y="639"/>
                </a:cxn>
                <a:cxn ang="0">
                  <a:pos x="423" y="690"/>
                </a:cxn>
                <a:cxn ang="0">
                  <a:pos x="350" y="731"/>
                </a:cxn>
                <a:cxn ang="0">
                  <a:pos x="280" y="762"/>
                </a:cxn>
                <a:cxn ang="0">
                  <a:pos x="211" y="786"/>
                </a:cxn>
                <a:cxn ang="0">
                  <a:pos x="150" y="804"/>
                </a:cxn>
                <a:cxn ang="0">
                  <a:pos x="96" y="815"/>
                </a:cxn>
                <a:cxn ang="0">
                  <a:pos x="53" y="823"/>
                </a:cxn>
                <a:cxn ang="0">
                  <a:pos x="20" y="827"/>
                </a:cxn>
                <a:cxn ang="0">
                  <a:pos x="2" y="828"/>
                </a:cxn>
              </a:cxnLst>
              <a:rect l="0" t="0" r="r" b="b"/>
              <a:pathLst>
                <a:path w="815" h="852">
                  <a:moveTo>
                    <a:pt x="0" y="828"/>
                  </a:moveTo>
                  <a:lnTo>
                    <a:pt x="1" y="852"/>
                  </a:lnTo>
                  <a:lnTo>
                    <a:pt x="4" y="852"/>
                  </a:lnTo>
                  <a:lnTo>
                    <a:pt x="11" y="851"/>
                  </a:lnTo>
                  <a:lnTo>
                    <a:pt x="22" y="850"/>
                  </a:lnTo>
                  <a:lnTo>
                    <a:pt x="37" y="848"/>
                  </a:lnTo>
                  <a:lnTo>
                    <a:pt x="55" y="846"/>
                  </a:lnTo>
                  <a:lnTo>
                    <a:pt x="76" y="842"/>
                  </a:lnTo>
                  <a:lnTo>
                    <a:pt x="100" y="839"/>
                  </a:lnTo>
                  <a:lnTo>
                    <a:pt x="127" y="833"/>
                  </a:lnTo>
                  <a:lnTo>
                    <a:pt x="156" y="827"/>
                  </a:lnTo>
                  <a:lnTo>
                    <a:pt x="186" y="818"/>
                  </a:lnTo>
                  <a:lnTo>
                    <a:pt x="218" y="809"/>
                  </a:lnTo>
                  <a:lnTo>
                    <a:pt x="253" y="797"/>
                  </a:lnTo>
                  <a:lnTo>
                    <a:pt x="288" y="784"/>
                  </a:lnTo>
                  <a:lnTo>
                    <a:pt x="324" y="768"/>
                  </a:lnTo>
                  <a:lnTo>
                    <a:pt x="361" y="751"/>
                  </a:lnTo>
                  <a:lnTo>
                    <a:pt x="399" y="731"/>
                  </a:lnTo>
                  <a:lnTo>
                    <a:pt x="436" y="709"/>
                  </a:lnTo>
                  <a:lnTo>
                    <a:pt x="473" y="685"/>
                  </a:lnTo>
                  <a:lnTo>
                    <a:pt x="509" y="657"/>
                  </a:lnTo>
                  <a:lnTo>
                    <a:pt x="545" y="627"/>
                  </a:lnTo>
                  <a:lnTo>
                    <a:pt x="580" y="595"/>
                  </a:lnTo>
                  <a:lnTo>
                    <a:pt x="613" y="559"/>
                  </a:lnTo>
                  <a:lnTo>
                    <a:pt x="645" y="519"/>
                  </a:lnTo>
                  <a:lnTo>
                    <a:pt x="675" y="477"/>
                  </a:lnTo>
                  <a:lnTo>
                    <a:pt x="702" y="432"/>
                  </a:lnTo>
                  <a:lnTo>
                    <a:pt x="729" y="382"/>
                  </a:lnTo>
                  <a:lnTo>
                    <a:pt x="751" y="328"/>
                  </a:lnTo>
                  <a:lnTo>
                    <a:pt x="771" y="272"/>
                  </a:lnTo>
                  <a:lnTo>
                    <a:pt x="787" y="211"/>
                  </a:lnTo>
                  <a:lnTo>
                    <a:pt x="801" y="146"/>
                  </a:lnTo>
                  <a:lnTo>
                    <a:pt x="810" y="76"/>
                  </a:lnTo>
                  <a:lnTo>
                    <a:pt x="815" y="2"/>
                  </a:lnTo>
                  <a:lnTo>
                    <a:pt x="791" y="0"/>
                  </a:lnTo>
                  <a:lnTo>
                    <a:pt x="786" y="72"/>
                  </a:lnTo>
                  <a:lnTo>
                    <a:pt x="777" y="140"/>
                  </a:lnTo>
                  <a:lnTo>
                    <a:pt x="765" y="203"/>
                  </a:lnTo>
                  <a:lnTo>
                    <a:pt x="748" y="263"/>
                  </a:lnTo>
                  <a:lnTo>
                    <a:pt x="729" y="319"/>
                  </a:lnTo>
                  <a:lnTo>
                    <a:pt x="707" y="370"/>
                  </a:lnTo>
                  <a:lnTo>
                    <a:pt x="682" y="418"/>
                  </a:lnTo>
                  <a:lnTo>
                    <a:pt x="654" y="464"/>
                  </a:lnTo>
                  <a:lnTo>
                    <a:pt x="625" y="505"/>
                  </a:lnTo>
                  <a:lnTo>
                    <a:pt x="594" y="543"/>
                  </a:lnTo>
                  <a:lnTo>
                    <a:pt x="562" y="578"/>
                  </a:lnTo>
                  <a:lnTo>
                    <a:pt x="528" y="611"/>
                  </a:lnTo>
                  <a:lnTo>
                    <a:pt x="493" y="639"/>
                  </a:lnTo>
                  <a:lnTo>
                    <a:pt x="459" y="666"/>
                  </a:lnTo>
                  <a:lnTo>
                    <a:pt x="423" y="690"/>
                  </a:lnTo>
                  <a:lnTo>
                    <a:pt x="387" y="711"/>
                  </a:lnTo>
                  <a:lnTo>
                    <a:pt x="350" y="731"/>
                  </a:lnTo>
                  <a:lnTo>
                    <a:pt x="314" y="747"/>
                  </a:lnTo>
                  <a:lnTo>
                    <a:pt x="280" y="762"/>
                  </a:lnTo>
                  <a:lnTo>
                    <a:pt x="245" y="775"/>
                  </a:lnTo>
                  <a:lnTo>
                    <a:pt x="211" y="786"/>
                  </a:lnTo>
                  <a:lnTo>
                    <a:pt x="180" y="796"/>
                  </a:lnTo>
                  <a:lnTo>
                    <a:pt x="150" y="804"/>
                  </a:lnTo>
                  <a:lnTo>
                    <a:pt x="122" y="810"/>
                  </a:lnTo>
                  <a:lnTo>
                    <a:pt x="96" y="815"/>
                  </a:lnTo>
                  <a:lnTo>
                    <a:pt x="73" y="820"/>
                  </a:lnTo>
                  <a:lnTo>
                    <a:pt x="53" y="823"/>
                  </a:lnTo>
                  <a:lnTo>
                    <a:pt x="35" y="824"/>
                  </a:lnTo>
                  <a:lnTo>
                    <a:pt x="20" y="827"/>
                  </a:lnTo>
                  <a:lnTo>
                    <a:pt x="10" y="828"/>
                  </a:lnTo>
                  <a:lnTo>
                    <a:pt x="2" y="828"/>
                  </a:lnTo>
                  <a:lnTo>
                    <a:pt x="0" y="828"/>
                  </a:lnTo>
                  <a:close/>
                </a:path>
              </a:pathLst>
            </a:custGeom>
            <a:solidFill>
              <a:srgbClr val="F4BC7F"/>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sp>
          <p:nvSpPr>
            <p:cNvPr id="4128" name="Freeform 32"/>
            <p:cNvSpPr>
              <a:spLocks/>
            </p:cNvSpPr>
            <p:nvPr/>
          </p:nvSpPr>
          <p:spPr bwMode="auto">
            <a:xfrm>
              <a:off x="2969" y="1842"/>
              <a:ext cx="281" cy="177"/>
            </a:xfrm>
            <a:custGeom>
              <a:avLst/>
              <a:gdLst/>
              <a:ahLst/>
              <a:cxnLst>
                <a:cxn ang="0">
                  <a:pos x="641" y="1"/>
                </a:cxn>
                <a:cxn ang="0">
                  <a:pos x="623" y="0"/>
                </a:cxn>
                <a:cxn ang="0">
                  <a:pos x="594" y="0"/>
                </a:cxn>
                <a:cxn ang="0">
                  <a:pos x="554" y="4"/>
                </a:cxn>
                <a:cxn ang="0">
                  <a:pos x="516" y="8"/>
                </a:cxn>
                <a:cxn ang="0">
                  <a:pos x="479" y="16"/>
                </a:cxn>
                <a:cxn ang="0">
                  <a:pos x="441" y="25"/>
                </a:cxn>
                <a:cxn ang="0">
                  <a:pos x="405" y="37"/>
                </a:cxn>
                <a:cxn ang="0">
                  <a:pos x="371" y="52"/>
                </a:cxn>
                <a:cxn ang="0">
                  <a:pos x="337" y="68"/>
                </a:cxn>
                <a:cxn ang="0">
                  <a:pos x="276" y="107"/>
                </a:cxn>
                <a:cxn ang="0">
                  <a:pos x="199" y="173"/>
                </a:cxn>
                <a:cxn ang="0">
                  <a:pos x="137" y="245"/>
                </a:cxn>
                <a:cxn ang="0">
                  <a:pos x="87" y="318"/>
                </a:cxn>
                <a:cxn ang="0">
                  <a:pos x="50" y="388"/>
                </a:cxn>
                <a:cxn ang="0">
                  <a:pos x="25" y="449"/>
                </a:cxn>
                <a:cxn ang="0">
                  <a:pos x="8" y="495"/>
                </a:cxn>
                <a:cxn ang="0">
                  <a:pos x="1" y="521"/>
                </a:cxn>
                <a:cxn ang="0">
                  <a:pos x="23" y="530"/>
                </a:cxn>
                <a:cxn ang="0">
                  <a:pos x="26" y="517"/>
                </a:cxn>
                <a:cxn ang="0">
                  <a:pos x="38" y="480"/>
                </a:cxn>
                <a:cxn ang="0">
                  <a:pos x="59" y="429"/>
                </a:cxn>
                <a:cxn ang="0">
                  <a:pos x="90" y="365"/>
                </a:cxn>
                <a:cxn ang="0">
                  <a:pos x="131" y="296"/>
                </a:cxn>
                <a:cxn ang="0">
                  <a:pos x="185" y="225"/>
                </a:cxn>
                <a:cxn ang="0">
                  <a:pos x="251" y="157"/>
                </a:cxn>
                <a:cxn ang="0">
                  <a:pos x="332" y="99"/>
                </a:cxn>
                <a:cxn ang="0">
                  <a:pos x="362" y="82"/>
                </a:cxn>
                <a:cxn ang="0">
                  <a:pos x="395" y="67"/>
                </a:cxn>
                <a:cxn ang="0">
                  <a:pos x="427" y="55"/>
                </a:cxn>
                <a:cxn ang="0">
                  <a:pos x="459" y="44"/>
                </a:cxn>
                <a:cxn ang="0">
                  <a:pos x="494" y="36"/>
                </a:cxn>
                <a:cxn ang="0">
                  <a:pos x="529" y="30"/>
                </a:cxn>
                <a:cxn ang="0">
                  <a:pos x="565" y="26"/>
                </a:cxn>
                <a:cxn ang="0">
                  <a:pos x="601" y="24"/>
                </a:cxn>
                <a:cxn ang="0">
                  <a:pos x="629" y="24"/>
                </a:cxn>
                <a:cxn ang="0">
                  <a:pos x="657" y="25"/>
                </a:cxn>
                <a:cxn ang="0">
                  <a:pos x="686" y="28"/>
                </a:cxn>
                <a:cxn ang="0">
                  <a:pos x="716" y="31"/>
                </a:cxn>
                <a:cxn ang="0">
                  <a:pos x="746" y="36"/>
                </a:cxn>
                <a:cxn ang="0">
                  <a:pos x="776" y="42"/>
                </a:cxn>
                <a:cxn ang="0">
                  <a:pos x="806" y="48"/>
                </a:cxn>
                <a:cxn ang="0">
                  <a:pos x="838" y="56"/>
                </a:cxn>
                <a:cxn ang="0">
                  <a:pos x="832" y="30"/>
                </a:cxn>
                <a:cxn ang="0">
                  <a:pos x="806" y="24"/>
                </a:cxn>
                <a:cxn ang="0">
                  <a:pos x="781" y="18"/>
                </a:cxn>
                <a:cxn ang="0">
                  <a:pos x="757" y="13"/>
                </a:cxn>
                <a:cxn ang="0">
                  <a:pos x="732" y="10"/>
                </a:cxn>
                <a:cxn ang="0">
                  <a:pos x="708" y="6"/>
                </a:cxn>
                <a:cxn ang="0">
                  <a:pos x="684" y="4"/>
                </a:cxn>
                <a:cxn ang="0">
                  <a:pos x="661" y="1"/>
                </a:cxn>
              </a:cxnLst>
              <a:rect l="0" t="0" r="r" b="b"/>
              <a:pathLst>
                <a:path w="844" h="530">
                  <a:moveTo>
                    <a:pt x="649" y="1"/>
                  </a:moveTo>
                  <a:lnTo>
                    <a:pt x="641" y="1"/>
                  </a:lnTo>
                  <a:lnTo>
                    <a:pt x="632" y="0"/>
                  </a:lnTo>
                  <a:lnTo>
                    <a:pt x="623" y="0"/>
                  </a:lnTo>
                  <a:lnTo>
                    <a:pt x="614" y="0"/>
                  </a:lnTo>
                  <a:lnTo>
                    <a:pt x="594" y="0"/>
                  </a:lnTo>
                  <a:lnTo>
                    <a:pt x="575" y="1"/>
                  </a:lnTo>
                  <a:lnTo>
                    <a:pt x="554" y="4"/>
                  </a:lnTo>
                  <a:lnTo>
                    <a:pt x="535" y="6"/>
                  </a:lnTo>
                  <a:lnTo>
                    <a:pt x="516" y="8"/>
                  </a:lnTo>
                  <a:lnTo>
                    <a:pt x="497" y="12"/>
                  </a:lnTo>
                  <a:lnTo>
                    <a:pt x="479" y="16"/>
                  </a:lnTo>
                  <a:lnTo>
                    <a:pt x="459" y="20"/>
                  </a:lnTo>
                  <a:lnTo>
                    <a:pt x="441" y="25"/>
                  </a:lnTo>
                  <a:lnTo>
                    <a:pt x="423" y="31"/>
                  </a:lnTo>
                  <a:lnTo>
                    <a:pt x="405" y="37"/>
                  </a:lnTo>
                  <a:lnTo>
                    <a:pt x="387" y="44"/>
                  </a:lnTo>
                  <a:lnTo>
                    <a:pt x="371" y="52"/>
                  </a:lnTo>
                  <a:lnTo>
                    <a:pt x="354" y="60"/>
                  </a:lnTo>
                  <a:lnTo>
                    <a:pt x="337" y="68"/>
                  </a:lnTo>
                  <a:lnTo>
                    <a:pt x="320" y="78"/>
                  </a:lnTo>
                  <a:lnTo>
                    <a:pt x="276" y="107"/>
                  </a:lnTo>
                  <a:lnTo>
                    <a:pt x="236" y="138"/>
                  </a:lnTo>
                  <a:lnTo>
                    <a:pt x="199" y="173"/>
                  </a:lnTo>
                  <a:lnTo>
                    <a:pt x="167" y="208"/>
                  </a:lnTo>
                  <a:lnTo>
                    <a:pt x="137" y="245"/>
                  </a:lnTo>
                  <a:lnTo>
                    <a:pt x="110" y="282"/>
                  </a:lnTo>
                  <a:lnTo>
                    <a:pt x="87" y="318"/>
                  </a:lnTo>
                  <a:lnTo>
                    <a:pt x="68" y="354"/>
                  </a:lnTo>
                  <a:lnTo>
                    <a:pt x="50" y="388"/>
                  </a:lnTo>
                  <a:lnTo>
                    <a:pt x="36" y="420"/>
                  </a:lnTo>
                  <a:lnTo>
                    <a:pt x="25" y="449"/>
                  </a:lnTo>
                  <a:lnTo>
                    <a:pt x="15" y="473"/>
                  </a:lnTo>
                  <a:lnTo>
                    <a:pt x="8" y="495"/>
                  </a:lnTo>
                  <a:lnTo>
                    <a:pt x="3" y="511"/>
                  </a:lnTo>
                  <a:lnTo>
                    <a:pt x="1" y="521"/>
                  </a:lnTo>
                  <a:lnTo>
                    <a:pt x="0" y="525"/>
                  </a:lnTo>
                  <a:lnTo>
                    <a:pt x="23" y="530"/>
                  </a:lnTo>
                  <a:lnTo>
                    <a:pt x="24" y="526"/>
                  </a:lnTo>
                  <a:lnTo>
                    <a:pt x="26" y="517"/>
                  </a:lnTo>
                  <a:lnTo>
                    <a:pt x="31" y="501"/>
                  </a:lnTo>
                  <a:lnTo>
                    <a:pt x="38" y="480"/>
                  </a:lnTo>
                  <a:lnTo>
                    <a:pt x="48" y="456"/>
                  </a:lnTo>
                  <a:lnTo>
                    <a:pt x="59" y="429"/>
                  </a:lnTo>
                  <a:lnTo>
                    <a:pt x="73" y="399"/>
                  </a:lnTo>
                  <a:lnTo>
                    <a:pt x="90" y="365"/>
                  </a:lnTo>
                  <a:lnTo>
                    <a:pt x="109" y="332"/>
                  </a:lnTo>
                  <a:lnTo>
                    <a:pt x="131" y="296"/>
                  </a:lnTo>
                  <a:lnTo>
                    <a:pt x="156" y="259"/>
                  </a:lnTo>
                  <a:lnTo>
                    <a:pt x="185" y="225"/>
                  </a:lnTo>
                  <a:lnTo>
                    <a:pt x="216" y="190"/>
                  </a:lnTo>
                  <a:lnTo>
                    <a:pt x="251" y="157"/>
                  </a:lnTo>
                  <a:lnTo>
                    <a:pt x="290" y="126"/>
                  </a:lnTo>
                  <a:lnTo>
                    <a:pt x="332" y="99"/>
                  </a:lnTo>
                  <a:lnTo>
                    <a:pt x="348" y="90"/>
                  </a:lnTo>
                  <a:lnTo>
                    <a:pt x="362" y="82"/>
                  </a:lnTo>
                  <a:lnTo>
                    <a:pt x="379" y="74"/>
                  </a:lnTo>
                  <a:lnTo>
                    <a:pt x="395" y="67"/>
                  </a:lnTo>
                  <a:lnTo>
                    <a:pt x="410" y="61"/>
                  </a:lnTo>
                  <a:lnTo>
                    <a:pt x="427" y="55"/>
                  </a:lnTo>
                  <a:lnTo>
                    <a:pt x="443" y="49"/>
                  </a:lnTo>
                  <a:lnTo>
                    <a:pt x="459" y="44"/>
                  </a:lnTo>
                  <a:lnTo>
                    <a:pt x="476" y="40"/>
                  </a:lnTo>
                  <a:lnTo>
                    <a:pt x="494" y="36"/>
                  </a:lnTo>
                  <a:lnTo>
                    <a:pt x="511" y="32"/>
                  </a:lnTo>
                  <a:lnTo>
                    <a:pt x="529" y="30"/>
                  </a:lnTo>
                  <a:lnTo>
                    <a:pt x="547" y="28"/>
                  </a:lnTo>
                  <a:lnTo>
                    <a:pt x="565" y="26"/>
                  </a:lnTo>
                  <a:lnTo>
                    <a:pt x="583" y="25"/>
                  </a:lnTo>
                  <a:lnTo>
                    <a:pt x="601" y="24"/>
                  </a:lnTo>
                  <a:lnTo>
                    <a:pt x="615" y="24"/>
                  </a:lnTo>
                  <a:lnTo>
                    <a:pt x="629" y="24"/>
                  </a:lnTo>
                  <a:lnTo>
                    <a:pt x="643" y="24"/>
                  </a:lnTo>
                  <a:lnTo>
                    <a:pt x="657" y="25"/>
                  </a:lnTo>
                  <a:lnTo>
                    <a:pt x="672" y="26"/>
                  </a:lnTo>
                  <a:lnTo>
                    <a:pt x="686" y="28"/>
                  </a:lnTo>
                  <a:lnTo>
                    <a:pt x="702" y="29"/>
                  </a:lnTo>
                  <a:lnTo>
                    <a:pt x="716" y="31"/>
                  </a:lnTo>
                  <a:lnTo>
                    <a:pt x="731" y="34"/>
                  </a:lnTo>
                  <a:lnTo>
                    <a:pt x="746" y="36"/>
                  </a:lnTo>
                  <a:lnTo>
                    <a:pt x="761" y="38"/>
                  </a:lnTo>
                  <a:lnTo>
                    <a:pt x="776" y="42"/>
                  </a:lnTo>
                  <a:lnTo>
                    <a:pt x="792" y="44"/>
                  </a:lnTo>
                  <a:lnTo>
                    <a:pt x="806" y="48"/>
                  </a:lnTo>
                  <a:lnTo>
                    <a:pt x="822" y="53"/>
                  </a:lnTo>
                  <a:lnTo>
                    <a:pt x="838" y="56"/>
                  </a:lnTo>
                  <a:lnTo>
                    <a:pt x="844" y="34"/>
                  </a:lnTo>
                  <a:lnTo>
                    <a:pt x="832" y="30"/>
                  </a:lnTo>
                  <a:lnTo>
                    <a:pt x="818" y="28"/>
                  </a:lnTo>
                  <a:lnTo>
                    <a:pt x="806" y="24"/>
                  </a:lnTo>
                  <a:lnTo>
                    <a:pt x="793" y="22"/>
                  </a:lnTo>
                  <a:lnTo>
                    <a:pt x="781" y="18"/>
                  </a:lnTo>
                  <a:lnTo>
                    <a:pt x="769" y="16"/>
                  </a:lnTo>
                  <a:lnTo>
                    <a:pt x="757" y="13"/>
                  </a:lnTo>
                  <a:lnTo>
                    <a:pt x="745" y="12"/>
                  </a:lnTo>
                  <a:lnTo>
                    <a:pt x="732" y="10"/>
                  </a:lnTo>
                  <a:lnTo>
                    <a:pt x="720" y="7"/>
                  </a:lnTo>
                  <a:lnTo>
                    <a:pt x="708" y="6"/>
                  </a:lnTo>
                  <a:lnTo>
                    <a:pt x="696" y="5"/>
                  </a:lnTo>
                  <a:lnTo>
                    <a:pt x="684" y="4"/>
                  </a:lnTo>
                  <a:lnTo>
                    <a:pt x="673" y="2"/>
                  </a:lnTo>
                  <a:lnTo>
                    <a:pt x="661" y="1"/>
                  </a:lnTo>
                  <a:lnTo>
                    <a:pt x="649" y="1"/>
                  </a:lnTo>
                  <a:close/>
                </a:path>
              </a:pathLst>
            </a:custGeom>
            <a:solidFill>
              <a:srgbClr val="F4BC7F"/>
            </a:solidFill>
            <a:ln w="9525">
              <a:noFill/>
              <a:round/>
              <a:headEnd/>
              <a:tailEnd/>
            </a:ln>
          </p:spPr>
          <p:txBody>
            <a:bodyPr vert="horz" wrap="square" lIns="91440" tIns="45720" rIns="91440" bIns="45720" numCol="1" anchor="t" anchorCtr="0" compatLnSpc="1">
              <a:prstTxWarp prst="textNoShape">
                <a:avLst/>
              </a:prstTxWarp>
            </a:bodyPr>
            <a:lstStyle/>
            <a:p>
              <a:pPr fontAlgn="base">
                <a:spcBef>
                  <a:spcPct val="20000"/>
                </a:spcBef>
                <a:spcAft>
                  <a:spcPct val="0"/>
                </a:spcAft>
              </a:pPr>
              <a:endParaRPr lang="en-US" sz="3200">
                <a:solidFill>
                  <a:srgbClr val="00004B"/>
                </a:solidFill>
              </a:endParaRPr>
            </a:p>
          </p:txBody>
        </p:sp>
      </p:grpSp>
      <p:sp>
        <p:nvSpPr>
          <p:cNvPr id="38" name="Pfeil nach rechts 37"/>
          <p:cNvSpPr/>
          <p:nvPr/>
        </p:nvSpPr>
        <p:spPr bwMode="auto">
          <a:xfrm rot="3583025">
            <a:off x="5664358" y="2859459"/>
            <a:ext cx="792088" cy="268608"/>
          </a:xfrm>
          <a:prstGeom prst="rightArrow">
            <a:avLst>
              <a:gd name="adj1" fmla="val 34277"/>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en-US" sz="3200">
              <a:solidFill>
                <a:srgbClr val="00004B"/>
              </a:solidFill>
            </a:endParaRPr>
          </a:p>
        </p:txBody>
      </p:sp>
      <p:sp>
        <p:nvSpPr>
          <p:cNvPr id="39" name="Pfeil nach rechts 38"/>
          <p:cNvSpPr/>
          <p:nvPr/>
        </p:nvSpPr>
        <p:spPr bwMode="auto">
          <a:xfrm>
            <a:off x="4791917" y="3880179"/>
            <a:ext cx="936104" cy="268608"/>
          </a:xfrm>
          <a:prstGeom prst="rightArrow">
            <a:avLst>
              <a:gd name="adj1" fmla="val 34277"/>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en-US" sz="3200">
              <a:solidFill>
                <a:srgbClr val="00004B"/>
              </a:solidFill>
            </a:endParaRPr>
          </a:p>
        </p:txBody>
      </p:sp>
      <p:sp>
        <p:nvSpPr>
          <p:cNvPr id="40" name="Pfeil nach rechts 39"/>
          <p:cNvSpPr/>
          <p:nvPr/>
        </p:nvSpPr>
        <p:spPr bwMode="auto">
          <a:xfrm rot="17119202">
            <a:off x="5744491" y="4828926"/>
            <a:ext cx="502977" cy="268608"/>
          </a:xfrm>
          <a:prstGeom prst="rightArrow">
            <a:avLst>
              <a:gd name="adj1" fmla="val 34277"/>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en-US" sz="3200">
              <a:solidFill>
                <a:srgbClr val="00004B"/>
              </a:solidFill>
            </a:endParaRPr>
          </a:p>
        </p:txBody>
      </p:sp>
      <p:sp>
        <p:nvSpPr>
          <p:cNvPr id="41" name="Textfeld 40"/>
          <p:cNvSpPr txBox="1"/>
          <p:nvPr/>
        </p:nvSpPr>
        <p:spPr>
          <a:xfrm>
            <a:off x="5367981" y="4374943"/>
            <a:ext cx="1838965" cy="369332"/>
          </a:xfrm>
          <a:prstGeom prst="rect">
            <a:avLst/>
          </a:prstGeom>
          <a:noFill/>
        </p:spPr>
        <p:txBody>
          <a:bodyPr wrap="none" rtlCol="0">
            <a:spAutoFit/>
          </a:bodyPr>
          <a:lstStyle/>
          <a:p>
            <a:pPr fontAlgn="base">
              <a:spcBef>
                <a:spcPct val="20000"/>
              </a:spcBef>
              <a:spcAft>
                <a:spcPct val="0"/>
              </a:spcAft>
            </a:pPr>
            <a:r>
              <a:rPr lang="de-DE" dirty="0">
                <a:solidFill>
                  <a:srgbClr val="00004B"/>
                </a:solidFill>
              </a:rPr>
              <a:t>Code Generator</a:t>
            </a:r>
            <a:endParaRPr lang="en-US" dirty="0">
              <a:solidFill>
                <a:srgbClr val="00004B"/>
              </a:solidFill>
            </a:endParaRPr>
          </a:p>
        </p:txBody>
      </p:sp>
      <p:sp>
        <p:nvSpPr>
          <p:cNvPr id="42" name="Pfeil nach rechts 41"/>
          <p:cNvSpPr/>
          <p:nvPr/>
        </p:nvSpPr>
        <p:spPr bwMode="auto">
          <a:xfrm>
            <a:off x="7456213" y="3736163"/>
            <a:ext cx="978408" cy="484632"/>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fontAlgn="base">
              <a:spcBef>
                <a:spcPct val="20000"/>
              </a:spcBef>
              <a:spcAft>
                <a:spcPct val="0"/>
              </a:spcAft>
            </a:pPr>
            <a:endParaRPr lang="en-US" sz="3200">
              <a:solidFill>
                <a:srgbClr val="00004B"/>
              </a:solidFill>
            </a:endParaRPr>
          </a:p>
        </p:txBody>
      </p:sp>
      <p:pic>
        <p:nvPicPr>
          <p:cNvPr id="4129" name="Picture 33"/>
          <p:cNvPicPr>
            <a:picLocks noChangeAspect="1" noChangeArrowheads="1"/>
          </p:cNvPicPr>
          <p:nvPr/>
        </p:nvPicPr>
        <p:blipFill>
          <a:blip r:embed="rId4" cstate="print"/>
          <a:srcRect/>
          <a:stretch>
            <a:fillRect/>
          </a:stretch>
        </p:blipFill>
        <p:spPr bwMode="auto">
          <a:xfrm>
            <a:off x="8752356" y="3258479"/>
            <a:ext cx="2004000" cy="1440000"/>
          </a:xfrm>
          <a:prstGeom prst="rect">
            <a:avLst/>
          </a:prstGeom>
          <a:noFill/>
          <a:ln w="9525">
            <a:noFill/>
            <a:miter lim="800000"/>
            <a:headEnd/>
            <a:tailEnd/>
          </a:ln>
        </p:spPr>
      </p:pic>
    </p:spTree>
    <p:extLst>
      <p:ext uri="{BB962C8B-B14F-4D97-AF65-F5344CB8AC3E}">
        <p14:creationId xmlns:p14="http://schemas.microsoft.com/office/powerpoint/2010/main" val="15323432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59625" y="563469"/>
            <a:ext cx="5834645" cy="1231106"/>
          </a:xfrm>
        </p:spPr>
        <p:txBody>
          <a:bodyPr/>
          <a:lstStyle/>
          <a:p>
            <a:r>
              <a:rPr lang="de-DE" sz="4000" dirty="0"/>
              <a:t>Generierter Code</a:t>
            </a:r>
            <a:endParaRPr lang="en-US" sz="4000" dirty="0"/>
          </a:p>
        </p:txBody>
      </p:sp>
      <p:sp>
        <p:nvSpPr>
          <p:cNvPr id="4" name="Inhaltsplatzhalter 3"/>
          <p:cNvSpPr>
            <a:spLocks noGrp="1"/>
          </p:cNvSpPr>
          <p:nvPr>
            <p:ph idx="1"/>
          </p:nvPr>
        </p:nvSpPr>
        <p:spPr>
          <a:xfrm>
            <a:off x="352781" y="2558543"/>
            <a:ext cx="5323205" cy="276999"/>
          </a:xfrm>
        </p:spPr>
        <p:txBody>
          <a:bodyPr/>
          <a:lstStyle/>
          <a:p>
            <a:r>
              <a:rPr lang="de-DE" dirty="0"/>
              <a:t> </a:t>
            </a:r>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71</a:t>
            </a:fld>
            <a:r>
              <a:rPr lang="de-DE"/>
              <a:t> </a:t>
            </a:r>
            <a:endParaRPr lang="de-DE">
              <a:solidFill>
                <a:srgbClr val="00004B"/>
              </a:solidFill>
            </a:endParaRPr>
          </a:p>
        </p:txBody>
      </p:sp>
      <p:pic>
        <p:nvPicPr>
          <p:cNvPr id="5124" name="Picture 4"/>
          <p:cNvPicPr>
            <a:picLocks noChangeAspect="1" noChangeArrowheads="1"/>
          </p:cNvPicPr>
          <p:nvPr/>
        </p:nvPicPr>
        <p:blipFill>
          <a:blip r:embed="rId2" cstate="print"/>
          <a:srcRect/>
          <a:stretch>
            <a:fillRect/>
          </a:stretch>
        </p:blipFill>
        <p:spPr bwMode="auto">
          <a:xfrm>
            <a:off x="5165858" y="1599783"/>
            <a:ext cx="2725715" cy="1440000"/>
          </a:xfrm>
          <a:prstGeom prst="rect">
            <a:avLst/>
          </a:prstGeom>
          <a:noFill/>
          <a:ln w="9525">
            <a:noFill/>
            <a:miter lim="800000"/>
            <a:headEnd/>
            <a:tailEnd/>
          </a:ln>
        </p:spPr>
      </p:pic>
      <p:pic>
        <p:nvPicPr>
          <p:cNvPr id="3074" name="Picture 2"/>
          <p:cNvPicPr>
            <a:picLocks noChangeAspect="1" noChangeArrowheads="1"/>
          </p:cNvPicPr>
          <p:nvPr/>
        </p:nvPicPr>
        <p:blipFill>
          <a:blip r:embed="rId3" cstate="print"/>
          <a:srcRect/>
          <a:stretch>
            <a:fillRect/>
          </a:stretch>
        </p:blipFill>
        <p:spPr bwMode="auto">
          <a:xfrm>
            <a:off x="2800745" y="3201793"/>
            <a:ext cx="7499013" cy="936000"/>
          </a:xfrm>
          <a:prstGeom prst="rect">
            <a:avLst/>
          </a:prstGeom>
          <a:noFill/>
          <a:ln w="3175">
            <a:solidFill>
              <a:schemeClr val="tx1"/>
            </a:solid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2800746" y="4282041"/>
            <a:ext cx="7791803" cy="2088000"/>
          </a:xfrm>
          <a:prstGeom prst="rect">
            <a:avLst/>
          </a:prstGeom>
          <a:noFill/>
          <a:ln w="3175">
            <a:solidFill>
              <a:schemeClr val="tx1"/>
            </a:solidFill>
            <a:miter lim="800000"/>
            <a:headEnd/>
            <a:tailEnd/>
          </a:ln>
        </p:spPr>
      </p:pic>
    </p:spTree>
    <p:extLst>
      <p:ext uri="{BB962C8B-B14F-4D97-AF65-F5344CB8AC3E}">
        <p14:creationId xmlns:p14="http://schemas.microsoft.com/office/powerpoint/2010/main" val="8602548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dirty="0" err="1"/>
              <a:t>Zusammenfassung</a:t>
            </a:r>
            <a:endParaRPr lang="de-DE" dirty="0"/>
          </a:p>
        </p:txBody>
      </p:sp>
      <p:sp>
        <p:nvSpPr>
          <p:cNvPr id="38" name="Inhaltsplatzhalter 37"/>
          <p:cNvSpPr>
            <a:spLocks noGrp="1"/>
          </p:cNvSpPr>
          <p:nvPr>
            <p:ph idx="1"/>
          </p:nvPr>
        </p:nvSpPr>
        <p:spPr>
          <a:xfrm>
            <a:off x="332650" y="1917274"/>
            <a:ext cx="11499026" cy="4801314"/>
          </a:xfrm>
          <a:ln>
            <a:solidFill>
              <a:schemeClr val="bg1"/>
            </a:solidFill>
          </a:ln>
        </p:spPr>
        <p:txBody>
          <a:bodyPr/>
          <a:lstStyle/>
          <a:p>
            <a:pPr marL="285750" indent="-285750">
              <a:buClr>
                <a:schemeClr val="tx1"/>
              </a:buClr>
              <a:buFont typeface="Wingdings" pitchFamily="2" charset="2"/>
              <a:buChar char="§"/>
            </a:pPr>
            <a:r>
              <a:rPr lang="de-DE" sz="2400" dirty="0">
                <a:solidFill>
                  <a:srgbClr val="00B0F0"/>
                </a:solidFill>
              </a:rPr>
              <a:t>Simulink</a:t>
            </a:r>
            <a:r>
              <a:rPr lang="de-DE" sz="2400" dirty="0"/>
              <a:t> erlaubt </a:t>
            </a:r>
            <a:r>
              <a:rPr lang="de-DE" sz="2400" dirty="0">
                <a:solidFill>
                  <a:srgbClr val="00B0F0"/>
                </a:solidFill>
              </a:rPr>
              <a:t>Modellierung und Simulation hybrider Systeme</a:t>
            </a:r>
          </a:p>
          <a:p>
            <a:pPr marL="742950" lvl="1" indent="-285750">
              <a:buClr>
                <a:schemeClr val="tx1"/>
              </a:buClr>
              <a:buFont typeface="Wingdings" pitchFamily="2" charset="2"/>
              <a:buChar char="§"/>
            </a:pPr>
            <a:r>
              <a:rPr lang="de-DE" sz="2400" dirty="0"/>
              <a:t> diskrete und </a:t>
            </a:r>
            <a:r>
              <a:rPr lang="de-DE" sz="2400" dirty="0">
                <a:solidFill>
                  <a:srgbClr val="00B0F0"/>
                </a:solidFill>
              </a:rPr>
              <a:t>kontinuierliche</a:t>
            </a:r>
            <a:r>
              <a:rPr lang="de-DE" sz="2400" dirty="0"/>
              <a:t> Anteile</a:t>
            </a:r>
            <a:br>
              <a:rPr lang="de-DE" sz="2400" dirty="0"/>
            </a:br>
            <a:r>
              <a:rPr lang="de-DE" sz="2400" dirty="0"/>
              <a:t> (z.B. Differenzen- und </a:t>
            </a:r>
            <a:r>
              <a:rPr lang="de-DE" sz="2400" dirty="0">
                <a:solidFill>
                  <a:srgbClr val="00B0F0"/>
                </a:solidFill>
              </a:rPr>
              <a:t>Differentialgleichungssysteme</a:t>
            </a:r>
            <a:r>
              <a:rPr lang="de-DE" sz="2400" dirty="0"/>
              <a:t>)</a:t>
            </a:r>
          </a:p>
          <a:p>
            <a:pPr marL="742950" lvl="1" indent="-285750">
              <a:buClr>
                <a:schemeClr val="tx1"/>
              </a:buClr>
              <a:buFont typeface="Wingdings" pitchFamily="2" charset="2"/>
              <a:buChar char="§"/>
            </a:pPr>
            <a:r>
              <a:rPr lang="de-DE" sz="2400" dirty="0"/>
              <a:t> </a:t>
            </a:r>
            <a:r>
              <a:rPr lang="de-DE" sz="2400" dirty="0">
                <a:solidFill>
                  <a:srgbClr val="00B0F0"/>
                </a:solidFill>
              </a:rPr>
              <a:t>graphische</a:t>
            </a:r>
            <a:r>
              <a:rPr lang="de-DE" sz="2400" dirty="0"/>
              <a:t> Modellierung </a:t>
            </a:r>
          </a:p>
          <a:p>
            <a:pPr marL="742950" lvl="1" indent="-285750">
              <a:buClr>
                <a:schemeClr val="tx1"/>
              </a:buClr>
              <a:buFont typeface="Wingdings" pitchFamily="2" charset="2"/>
              <a:buChar char="§"/>
            </a:pPr>
            <a:r>
              <a:rPr lang="de-DE" sz="2400" dirty="0"/>
              <a:t> Simulation mit Hilfe </a:t>
            </a:r>
            <a:r>
              <a:rPr lang="de-DE" sz="2400" dirty="0">
                <a:solidFill>
                  <a:srgbClr val="00B0F0"/>
                </a:solidFill>
              </a:rPr>
              <a:t>numerischer Verfahren</a:t>
            </a:r>
          </a:p>
          <a:p>
            <a:pPr marL="285750" indent="-285750">
              <a:buClr>
                <a:schemeClr val="tx1"/>
              </a:buClr>
              <a:buFont typeface="Wingdings" pitchFamily="2" charset="2"/>
              <a:buChar char="§"/>
            </a:pPr>
            <a:r>
              <a:rPr lang="de-DE" sz="2400" dirty="0"/>
              <a:t>zentrale Modellierungselemente sind </a:t>
            </a:r>
            <a:r>
              <a:rPr lang="de-DE" sz="2400" dirty="0">
                <a:solidFill>
                  <a:srgbClr val="00B0F0"/>
                </a:solidFill>
              </a:rPr>
              <a:t>Blöcke</a:t>
            </a:r>
            <a:r>
              <a:rPr lang="de-DE" sz="2400" dirty="0"/>
              <a:t> und </a:t>
            </a:r>
            <a:r>
              <a:rPr lang="de-DE" sz="2400" dirty="0">
                <a:solidFill>
                  <a:srgbClr val="00B0F0"/>
                </a:solidFill>
              </a:rPr>
              <a:t>Signale</a:t>
            </a:r>
          </a:p>
          <a:p>
            <a:pPr marL="285750" indent="-285750">
              <a:buClr>
                <a:schemeClr val="tx1"/>
              </a:buClr>
              <a:buFont typeface="Wingdings" pitchFamily="2" charset="2"/>
              <a:buChar char="§"/>
            </a:pPr>
            <a:r>
              <a:rPr lang="de-DE" sz="2400" dirty="0"/>
              <a:t>Simulink ist eine datenfluss- bzw. signalflussorientierte Sprache</a:t>
            </a:r>
          </a:p>
          <a:p>
            <a:pPr marL="742950" lvl="1" indent="-285750">
              <a:buClr>
                <a:schemeClr val="tx1"/>
              </a:buClr>
              <a:buFont typeface="Wingdings" pitchFamily="2" charset="2"/>
              <a:buChar char="§"/>
            </a:pPr>
            <a:r>
              <a:rPr lang="de-DE" sz="2400" dirty="0"/>
              <a:t> Berechnungen werden </a:t>
            </a:r>
            <a:r>
              <a:rPr lang="de-DE" sz="2400" dirty="0">
                <a:solidFill>
                  <a:srgbClr val="FF0000"/>
                </a:solidFill>
              </a:rPr>
              <a:t>nicht</a:t>
            </a:r>
            <a:r>
              <a:rPr lang="de-DE" sz="2400" dirty="0"/>
              <a:t> vom Kontrollfluss angestoßen</a:t>
            </a:r>
          </a:p>
          <a:p>
            <a:pPr marL="742950" lvl="1" indent="-285750">
              <a:buClr>
                <a:schemeClr val="tx1"/>
              </a:buClr>
              <a:buFont typeface="Wingdings" pitchFamily="2" charset="2"/>
              <a:buChar char="§"/>
            </a:pPr>
            <a:r>
              <a:rPr lang="de-DE" sz="2400" dirty="0"/>
              <a:t> </a:t>
            </a:r>
            <a:r>
              <a:rPr lang="de-DE" sz="2400" dirty="0">
                <a:solidFill>
                  <a:srgbClr val="00B0F0"/>
                </a:solidFill>
              </a:rPr>
              <a:t>Berechnungen</a:t>
            </a:r>
            <a:r>
              <a:rPr lang="de-DE" sz="2400" dirty="0"/>
              <a:t> werden von</a:t>
            </a:r>
            <a:r>
              <a:rPr lang="de-DE" sz="2400" dirty="0">
                <a:solidFill>
                  <a:srgbClr val="00B0F0"/>
                </a:solidFill>
              </a:rPr>
              <a:t> Eingabedaten bzw. –</a:t>
            </a:r>
            <a:r>
              <a:rPr lang="de-DE" sz="2400" dirty="0" err="1">
                <a:solidFill>
                  <a:srgbClr val="00B0F0"/>
                </a:solidFill>
              </a:rPr>
              <a:t>signalen</a:t>
            </a:r>
            <a:r>
              <a:rPr lang="de-DE" sz="2400" dirty="0">
                <a:solidFill>
                  <a:srgbClr val="00B0F0"/>
                </a:solidFill>
              </a:rPr>
              <a:t> angestoßen</a:t>
            </a:r>
          </a:p>
          <a:p>
            <a:pPr marL="285750" indent="-285750">
              <a:buClr>
                <a:schemeClr val="tx1"/>
              </a:buClr>
              <a:buFont typeface="Wingdings" pitchFamily="2" charset="2"/>
              <a:buChar char="§"/>
            </a:pPr>
            <a:r>
              <a:rPr lang="de-DE" sz="2400" dirty="0" err="1">
                <a:solidFill>
                  <a:srgbClr val="00B0F0"/>
                </a:solidFill>
              </a:rPr>
              <a:t>Stateflow</a:t>
            </a:r>
            <a:r>
              <a:rPr lang="de-DE" sz="2400" dirty="0"/>
              <a:t> ergänzt Simulink um </a:t>
            </a:r>
            <a:r>
              <a:rPr lang="de-DE" sz="2400" dirty="0">
                <a:solidFill>
                  <a:srgbClr val="00B0F0"/>
                </a:solidFill>
              </a:rPr>
              <a:t>diskrete, zustandsbasierte Modellierung</a:t>
            </a:r>
          </a:p>
          <a:p>
            <a:pPr marL="742950" lvl="1" indent="-285750">
              <a:buClr>
                <a:schemeClr val="tx1"/>
              </a:buClr>
              <a:buFont typeface="Wingdings" pitchFamily="2" charset="2"/>
              <a:buChar char="§"/>
            </a:pPr>
            <a:r>
              <a:rPr lang="de-DE" sz="2400" dirty="0"/>
              <a:t> im Gegensatz zu Harel </a:t>
            </a:r>
            <a:r>
              <a:rPr lang="de-DE" sz="2400" dirty="0" err="1"/>
              <a:t>Statecharts</a:t>
            </a:r>
            <a:r>
              <a:rPr lang="de-DE" sz="2400" dirty="0"/>
              <a:t> ist </a:t>
            </a:r>
            <a:r>
              <a:rPr lang="de-DE" sz="2400" dirty="0" err="1"/>
              <a:t>Stateflow</a:t>
            </a:r>
            <a:r>
              <a:rPr lang="de-DE" sz="2400" dirty="0"/>
              <a:t> </a:t>
            </a:r>
            <a:r>
              <a:rPr lang="de-DE" sz="2400" dirty="0">
                <a:solidFill>
                  <a:srgbClr val="00B0F0"/>
                </a:solidFill>
              </a:rPr>
              <a:t>deterministisch</a:t>
            </a:r>
            <a:r>
              <a:rPr lang="de-DE" sz="2400" dirty="0"/>
              <a:t>, die Semantik ist   </a:t>
            </a:r>
            <a:br>
              <a:rPr lang="de-DE" sz="2400" dirty="0"/>
            </a:br>
            <a:r>
              <a:rPr lang="de-DE" sz="2400" dirty="0"/>
              <a:t> allerdings nur </a:t>
            </a:r>
            <a:r>
              <a:rPr lang="de-DE" sz="2400" dirty="0">
                <a:solidFill>
                  <a:srgbClr val="FF0000"/>
                </a:solidFill>
              </a:rPr>
              <a:t>informell</a:t>
            </a:r>
            <a:r>
              <a:rPr lang="de-DE" sz="2400" dirty="0"/>
              <a:t> definiert</a:t>
            </a:r>
          </a:p>
          <a:p>
            <a:pPr marL="285750" indent="-285750">
              <a:buClr>
                <a:schemeClr val="tx1"/>
              </a:buClr>
              <a:buFont typeface="Wingdings" pitchFamily="2" charset="2"/>
              <a:buChar char="§"/>
            </a:pPr>
            <a:endParaRPr lang="de-DE"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72</a:t>
            </a:fld>
            <a:r>
              <a:rPr lang="de-DE"/>
              <a:t> </a:t>
            </a:r>
            <a:endParaRPr lang="de-DE">
              <a:solidFill>
                <a:srgbClr val="00004B"/>
              </a:solidFill>
            </a:endParaRPr>
          </a:p>
        </p:txBody>
      </p:sp>
    </p:spTree>
    <p:extLst>
      <p:ext uri="{BB962C8B-B14F-4D97-AF65-F5344CB8AC3E}">
        <p14:creationId xmlns:p14="http://schemas.microsoft.com/office/powerpoint/2010/main" val="203330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dirty="0" err="1"/>
              <a:t>Literatur</a:t>
            </a:r>
            <a:endParaRPr lang="de-DE" dirty="0"/>
          </a:p>
        </p:txBody>
      </p:sp>
      <p:sp>
        <p:nvSpPr>
          <p:cNvPr id="38" name="Inhaltsplatzhalter 37"/>
          <p:cNvSpPr>
            <a:spLocks noGrp="1"/>
          </p:cNvSpPr>
          <p:nvPr>
            <p:ph idx="1"/>
          </p:nvPr>
        </p:nvSpPr>
        <p:spPr>
          <a:xfrm>
            <a:off x="352781" y="2558542"/>
            <a:ext cx="10810024" cy="2954655"/>
          </a:xfrm>
          <a:ln>
            <a:solidFill>
              <a:schemeClr val="bg1"/>
            </a:solidFill>
          </a:ln>
        </p:spPr>
        <p:txBody>
          <a:bodyPr/>
          <a:lstStyle/>
          <a:p>
            <a:pPr marL="285750" indent="-285750">
              <a:buFont typeface="Wingdings" pitchFamily="2" charset="2"/>
              <a:buChar char="§"/>
            </a:pPr>
            <a:r>
              <a:rPr lang="en-US" sz="2400" dirty="0"/>
              <a:t>The </a:t>
            </a:r>
            <a:r>
              <a:rPr lang="en-US" sz="2400" dirty="0" err="1"/>
              <a:t>Mathworks</a:t>
            </a:r>
            <a:r>
              <a:rPr lang="en-US" sz="2400" dirty="0"/>
              <a:t>: Using Simulink </a:t>
            </a:r>
          </a:p>
          <a:p>
            <a:pPr marL="285750" indent="-285750">
              <a:buFont typeface="Wingdings" pitchFamily="2" charset="2"/>
              <a:buChar char="§"/>
            </a:pPr>
            <a:r>
              <a:rPr lang="en-US" sz="2400" dirty="0"/>
              <a:t>The </a:t>
            </a:r>
            <a:r>
              <a:rPr lang="en-US" sz="2400" dirty="0" err="1"/>
              <a:t>Mathworks</a:t>
            </a:r>
            <a:r>
              <a:rPr lang="en-US" sz="2400" dirty="0"/>
              <a:t>: Getting Started</a:t>
            </a:r>
          </a:p>
          <a:p>
            <a:pPr marL="285750" indent="-285750">
              <a:buFont typeface="Wingdings" pitchFamily="2" charset="2"/>
              <a:buChar char="§"/>
            </a:pPr>
            <a:r>
              <a:rPr lang="en-US" sz="2400" dirty="0"/>
              <a:t>The </a:t>
            </a:r>
            <a:r>
              <a:rPr lang="en-US" sz="2400" dirty="0" err="1"/>
              <a:t>Mathworks</a:t>
            </a:r>
            <a:r>
              <a:rPr lang="en-US" sz="2400" dirty="0"/>
              <a:t>: Stateflow User Guide</a:t>
            </a:r>
          </a:p>
          <a:p>
            <a:pPr marL="285750" indent="-285750">
              <a:buFont typeface="Wingdings" pitchFamily="2" charset="2"/>
              <a:buChar char="§"/>
            </a:pPr>
            <a:r>
              <a:rPr lang="en-US" sz="2400" dirty="0" err="1"/>
              <a:t>dSpace</a:t>
            </a:r>
            <a:r>
              <a:rPr lang="en-US" sz="2400" dirty="0"/>
              <a:t> </a:t>
            </a:r>
            <a:r>
              <a:rPr lang="en-US" sz="2400" dirty="0" err="1"/>
              <a:t>TargetLink</a:t>
            </a:r>
            <a:r>
              <a:rPr lang="en-US" sz="2400" dirty="0"/>
              <a:t> 3.1 User Manual</a:t>
            </a:r>
          </a:p>
          <a:p>
            <a:pPr marL="285750" indent="-285750">
              <a:buFont typeface="Wingdings" pitchFamily="2" charset="2"/>
              <a:buChar char="§"/>
            </a:pPr>
            <a:r>
              <a:rPr lang="en-US" sz="2400" dirty="0"/>
              <a:t>O. </a:t>
            </a:r>
            <a:r>
              <a:rPr lang="en-US" sz="2400" dirty="0" err="1"/>
              <a:t>Bouissou</a:t>
            </a:r>
            <a:r>
              <a:rPr lang="en-US" sz="2400" dirty="0"/>
              <a:t>, A. </a:t>
            </a:r>
            <a:r>
              <a:rPr lang="en-US" sz="2400" dirty="0" err="1"/>
              <a:t>Chapoutot</a:t>
            </a:r>
            <a:r>
              <a:rPr lang="en-US" sz="2400" dirty="0"/>
              <a:t>: “An operational semantics for Simulink’s simulation engine”, ACM SIGPLAN 2012.</a:t>
            </a:r>
          </a:p>
          <a:p>
            <a:pPr marL="342000" indent="-342000">
              <a:buFont typeface="Wingdings" pitchFamily="2" charset="2"/>
              <a:buChar char="§"/>
            </a:pPr>
            <a:endParaRPr lang="de-DE" sz="2400" dirty="0"/>
          </a:p>
        </p:txBody>
      </p:sp>
      <p:sp>
        <p:nvSpPr>
          <p:cNvPr id="5" name="Fußzeilenplatzhalter 4"/>
          <p:cNvSpPr>
            <a:spLocks noGrp="1"/>
          </p:cNvSpPr>
          <p:nvPr>
            <p:ph type="ftr" sz="quarter" idx="11"/>
          </p:nvPr>
        </p:nvSpPr>
        <p:spPr>
          <a:xfrm>
            <a:off x="359625" y="6172447"/>
            <a:ext cx="8415235" cy="360000"/>
          </a:xfrm>
          <a:prstGeom prst="rect">
            <a:avLst/>
          </a:prstGeom>
        </p:spPr>
        <p:txBody>
          <a:bodyPr vert="horz" lIns="0" tIns="0" rIns="0" bIns="0" rtlCol="0" anchor="b" anchorCtr="0">
            <a:noAutofit/>
          </a:bodyPr>
          <a:lstStyle>
            <a:defPPr>
              <a:defRPr lang="de-DE"/>
            </a:defPPr>
            <a:lvl1pPr marL="0" indent="0" algn="l" defTabSz="914400" rtl="0" eaLnBrk="1" latinLnBrk="0" hangingPunct="1">
              <a:lnSpc>
                <a:spcPct val="100000"/>
              </a:lnSpc>
              <a:spcBef>
                <a:spcPts val="0"/>
              </a:spcBef>
              <a:buFont typeface="Arial" panose="020B0604020202020204" pitchFamily="34" charset="0"/>
              <a:buNone/>
              <a:defRPr sz="1400" b="0" i="0" kern="1200" baseline="0">
                <a:solidFill>
                  <a:schemeClr val="tx1"/>
                </a:solidFill>
                <a:latin typeface="Meta Offc Pro"/>
                <a:ea typeface="+mn-ea"/>
                <a:cs typeface="+mn-cs"/>
              </a:defRPr>
            </a:lvl1pPr>
            <a:lvl2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2pPr>
            <a:lvl3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3pPr>
            <a:lvl4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4pPr>
            <a:lvl5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5pPr>
            <a:lvl6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6pPr>
            <a:lvl7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7pPr>
            <a:lvl8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8pPr>
            <a:lvl9pPr marL="0" indent="0" algn="l" defTabSz="914400" rtl="0" eaLnBrk="1" latinLnBrk="0" hangingPunct="1">
              <a:lnSpc>
                <a:spcPct val="100000"/>
              </a:lnSpc>
              <a:spcBef>
                <a:spcPts val="0"/>
              </a:spcBef>
              <a:defRPr sz="214" b="0" i="0" kern="1200" baseline="0">
                <a:solidFill>
                  <a:schemeClr val="tx1"/>
                </a:solidFill>
                <a:latin typeface="+mn-lt"/>
                <a:ea typeface="+mn-ea"/>
                <a:cs typeface="+mn-cs"/>
              </a:defRPr>
            </a:lvl9pPr>
          </a:lstStyle>
          <a:p>
            <a:r>
              <a:rPr lang="de-DE"/>
              <a:t>Prof. Dr. Sebastian Schlesinger</a:t>
            </a:r>
            <a:endParaRPr lang="de-DE">
              <a:solidFill>
                <a:srgbClr val="00004B"/>
              </a:solidFill>
            </a:endParaRPr>
          </a:p>
        </p:txBody>
      </p:sp>
      <p:sp>
        <p:nvSpPr>
          <p:cNvPr id="6" name="Foliennummernplatzhalter 5"/>
          <p:cNvSpPr>
            <a:spLocks noGrp="1"/>
          </p:cNvSpPr>
          <p:nvPr>
            <p:ph type="sldNum" sz="quarter" idx="12"/>
          </p:nvPr>
        </p:nvSpPr>
        <p:spPr>
          <a:xfrm>
            <a:off x="11004537" y="6172448"/>
            <a:ext cx="827139" cy="360000"/>
          </a:xfrm>
          <a:prstGeom prst="rect">
            <a:avLst/>
          </a:prstGeom>
        </p:spPr>
        <p:txBody>
          <a:bodyPr vert="horz" lIns="0" tIns="0" rIns="0" bIns="0" rtlCol="0" anchor="b" anchorCtr="0">
            <a:noAutofit/>
          </a:bodyPr>
          <a:lstStyle>
            <a:defPPr>
              <a:defRPr lang="de-DE"/>
            </a:defPPr>
            <a:lvl1pPr marL="0" indent="0" algn="r" defTabSz="914400" rtl="0" eaLnBrk="1" latinLnBrk="0" hangingPunct="1">
              <a:lnSpc>
                <a:spcPct val="100000"/>
              </a:lnSpc>
              <a:spcBef>
                <a:spcPts val="0"/>
              </a:spcBef>
              <a:buFont typeface="Arial" panose="020B0604020202020204" pitchFamily="34" charset="0"/>
              <a:buNone/>
              <a:defRPr sz="1400" b="1" i="0" kern="1200" baseline="0">
                <a:solidFill>
                  <a:schemeClr val="bg2"/>
                </a:solidFill>
                <a:latin typeface="Meta Offc Pro"/>
                <a:ea typeface="+mn-ea"/>
                <a:cs typeface="+mn-cs"/>
              </a:defRPr>
            </a:lvl1pPr>
            <a:lvl2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2pPr>
            <a:lvl3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3pPr>
            <a:lvl4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4pPr>
            <a:lvl5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5pPr>
            <a:lvl6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6pPr>
            <a:lvl7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7pPr>
            <a:lvl8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8pPr>
            <a:lvl9pPr marL="0" indent="0" algn="r" defTabSz="914400" rtl="0" eaLnBrk="1" latinLnBrk="0" hangingPunct="1">
              <a:lnSpc>
                <a:spcPct val="100000"/>
              </a:lnSpc>
              <a:spcBef>
                <a:spcPts val="0"/>
              </a:spcBef>
              <a:defRPr sz="332" b="1" i="0" kern="1200" baseline="0">
                <a:solidFill>
                  <a:schemeClr val="tx1"/>
                </a:solidFill>
                <a:latin typeface="+mj-lt"/>
                <a:ea typeface="+mn-ea"/>
                <a:cs typeface="+mn-cs"/>
              </a:defRPr>
            </a:lvl9pPr>
          </a:lstStyle>
          <a:p>
            <a:fld id="{6C8FC03C-C266-4645-ABC5-645062898383}" type="slidenum">
              <a:rPr lang="de-DE" smtClean="0"/>
              <a:pPr/>
              <a:t>73</a:t>
            </a:fld>
            <a:r>
              <a:rPr lang="de-DE"/>
              <a:t> </a:t>
            </a:r>
            <a:endParaRPr lang="de-DE">
              <a:solidFill>
                <a:srgbClr val="00004B"/>
              </a:solidFill>
            </a:endParaRPr>
          </a:p>
        </p:txBody>
      </p:sp>
    </p:spTree>
    <p:extLst>
      <p:ext uri="{BB962C8B-B14F-4D97-AF65-F5344CB8AC3E}">
        <p14:creationId xmlns:p14="http://schemas.microsoft.com/office/powerpoint/2010/main" val="397340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11228</TotalTime>
  <Words>5084</Words>
  <Application>Microsoft Macintosh PowerPoint</Application>
  <PresentationFormat>Custom</PresentationFormat>
  <Paragraphs>1053</Paragraphs>
  <Slides>73</Slides>
  <Notes>43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7" baseType="lpstr">
      <vt:lpstr>ＭＳ Ｐゴシック</vt:lpstr>
      <vt:lpstr>Aptos</vt:lpstr>
      <vt:lpstr>Arial</vt:lpstr>
      <vt:lpstr>Calibri</vt:lpstr>
      <vt:lpstr>Cambria Math</vt:lpstr>
      <vt:lpstr>Consolas</vt:lpstr>
      <vt:lpstr>Courier New</vt:lpstr>
      <vt:lpstr>Meta  </vt:lpstr>
      <vt:lpstr>Meta Offc Pro</vt:lpstr>
      <vt:lpstr>Symbol</vt:lpstr>
      <vt:lpstr>Trebuchet MS</vt:lpstr>
      <vt:lpstr>Wingdings</vt:lpstr>
      <vt:lpstr>Office Theme</vt:lpstr>
      <vt:lpstr>Formel</vt:lpstr>
      <vt:lpstr>Embedded Systems Engineering  Simulink und Stateflow</vt:lpstr>
      <vt:lpstr>Überblick über die gesamte Vorlesung</vt:lpstr>
      <vt:lpstr>Überblick über die gesamte Vorlesung</vt:lpstr>
      <vt:lpstr>Kontinuierliches Verhalten</vt:lpstr>
      <vt:lpstr>Modellierungssprachen</vt:lpstr>
      <vt:lpstr>Überblick</vt:lpstr>
      <vt:lpstr>Überblick</vt:lpstr>
      <vt:lpstr>MATLAB/Simulink</vt:lpstr>
      <vt:lpstr>MATLAB</vt:lpstr>
      <vt:lpstr>Simulink</vt:lpstr>
      <vt:lpstr>Architektur</vt:lpstr>
      <vt:lpstr>Simulink-Modell: Beispiel</vt:lpstr>
      <vt:lpstr>Simulation</vt:lpstr>
      <vt:lpstr>Beispiel mit konstanter Ausgabe</vt:lpstr>
      <vt:lpstr>Diskretes Beispiel</vt:lpstr>
      <vt:lpstr>Kontinuierliches Beispiel</vt:lpstr>
      <vt:lpstr>Beispiel aus der Physik</vt:lpstr>
      <vt:lpstr>Beispiel aus der Physik</vt:lpstr>
      <vt:lpstr>Überblick</vt:lpstr>
      <vt:lpstr>Simulink Syntax: Blöcke</vt:lpstr>
      <vt:lpstr>Konfiguration der Blöcke</vt:lpstr>
      <vt:lpstr>Simulink Syntax: Subsysteme</vt:lpstr>
      <vt:lpstr>Simulink-Modell: Beispiel</vt:lpstr>
      <vt:lpstr>Beispiel: Subsystem</vt:lpstr>
      <vt:lpstr>Simulink Syntax: Signallinien </vt:lpstr>
      <vt:lpstr>Simulink Tool Box</vt:lpstr>
      <vt:lpstr>Simulink Tool Box</vt:lpstr>
      <vt:lpstr>Simulink Tool Box</vt:lpstr>
      <vt:lpstr>Bibliotheken &amp; Modell-Referenzen</vt:lpstr>
      <vt:lpstr>Simulink Semantik</vt:lpstr>
      <vt:lpstr>Simulink Semantik: Simulation</vt:lpstr>
      <vt:lpstr>Simulink Solver</vt:lpstr>
      <vt:lpstr>Simulink Solver: Schrittweite</vt:lpstr>
      <vt:lpstr>Beispiel: Schrittweite</vt:lpstr>
      <vt:lpstr>Beispiel: Schrittweite</vt:lpstr>
      <vt:lpstr>Simulationsablauf</vt:lpstr>
      <vt:lpstr>Flattening</vt:lpstr>
      <vt:lpstr>Block Sorted Order</vt:lpstr>
      <vt:lpstr>Berechnung der Ausgangswerte </vt:lpstr>
      <vt:lpstr>Berechnung interner Zustände: diskrete Blöcke</vt:lpstr>
      <vt:lpstr>Berechnung interner Zustände:  kontinuierliche Blöcke</vt:lpstr>
      <vt:lpstr>Berechnung interner Zustände: Integrator-Block </vt:lpstr>
      <vt:lpstr>Vergleich verschiedener Verfahren</vt:lpstr>
      <vt:lpstr>Zero Crossing Detection</vt:lpstr>
      <vt:lpstr>Überblick</vt:lpstr>
      <vt:lpstr>Regelkreis</vt:lpstr>
      <vt:lpstr>Anwendungsbeispiel: ABS - Antiblockiersystem</vt:lpstr>
      <vt:lpstr>Was ist eigentlich Schlupf?</vt:lpstr>
      <vt:lpstr>ABS - Antiblockiersystem</vt:lpstr>
      <vt:lpstr>Modellierung als Reglungskreis in Simulink</vt:lpstr>
      <vt:lpstr>ABS-Beispiel in Simulink</vt:lpstr>
      <vt:lpstr>Simulation des Modells</vt:lpstr>
      <vt:lpstr>Überblick</vt:lpstr>
      <vt:lpstr>Stateflow Beispiel</vt:lpstr>
      <vt:lpstr>Stateflow Beispiel</vt:lpstr>
      <vt:lpstr>Stateflow Beispiel</vt:lpstr>
      <vt:lpstr>Überblick</vt:lpstr>
      <vt:lpstr>States (Zustände)</vt:lpstr>
      <vt:lpstr>Beispiel: Zustände und Aktionen</vt:lpstr>
      <vt:lpstr>Transitionen</vt:lpstr>
      <vt:lpstr>Beispiel: Transitionen</vt:lpstr>
      <vt:lpstr>Beispiel: Transitionen</vt:lpstr>
      <vt:lpstr>Stateflow Action Language</vt:lpstr>
      <vt:lpstr>Simulation von Stateflow</vt:lpstr>
      <vt:lpstr>Determinismus in Stateflow</vt:lpstr>
      <vt:lpstr>Implizite Transitions-Ordnung</vt:lpstr>
      <vt:lpstr>Überblick</vt:lpstr>
      <vt:lpstr>Code Generatoren</vt:lpstr>
      <vt:lpstr>dSPACE TargetLink</vt:lpstr>
      <vt:lpstr>TargetLink Prinzip</vt:lpstr>
      <vt:lpstr>Generierter Code</vt:lpstr>
      <vt:lpstr>Zusammenfassung</vt:lpstr>
      <vt:lpstr>Literatur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dc:title>
  <dc:creator>Thomas Hupperich</dc:creator>
  <cp:lastModifiedBy>Schlesinger, Sebastian</cp:lastModifiedBy>
  <cp:revision>8</cp:revision>
  <dcterms:created xsi:type="dcterms:W3CDTF">2023-01-30T17:03:51Z</dcterms:created>
  <dcterms:modified xsi:type="dcterms:W3CDTF">2026-02-03T13:40:35Z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2023-01-30T00:00:00Z</vt:filetime>
  </property>
  <property fmtid="{D5CDD505-2E9C-101B-9397-08002B2CF9AE}" pid="3" name="Creator">
    <vt:lpwstr>Adobe Acrobat Pro (64-bit) 22.3.20314</vt:lpwstr>
  </property>
  <property fmtid="{D5CDD505-2E9C-101B-9397-08002B2CF9AE}" pid="4" name="LastSaved">
    <vt:filetime>2023-01-30T00:00:00Z</vt:filetime>
  </property>
  <property fmtid="{D5CDD505-2E9C-101B-9397-08002B2CF9AE}" pid="5" name="Producer">
    <vt:lpwstr>Adobe Acrobat Pro (64-bit) 22.3.20314</vt:lpwstr>
  </property>
</Properties>
</file>