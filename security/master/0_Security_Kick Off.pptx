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785" r:id="rId2"/>
    <p:sldId id="787" r:id="rId3"/>
    <p:sldId id="793" r:id="rId4"/>
    <p:sldId id="796" r:id="rId5"/>
    <p:sldId id="794" r:id="rId6"/>
    <p:sldId id="791" r:id="rId7"/>
  </p:sldIdLst>
  <p:sldSz cx="12204700" cy="6858000"/>
  <p:notesSz cx="122047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8EEFB3-FBC0-114C-B581-4CBD88AEAEBD}" v="10" dt="2026-04-17T12:03:58.135"/>
    <p1510:client id="{AB5293EB-22C5-DE4C-84E0-FB688D63D5AC}" v="407" dt="2026-04-17T08:27:59.61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30"/>
    <p:restoredTop sz="94632"/>
  </p:normalViewPr>
  <p:slideViewPr>
    <p:cSldViewPr>
      <p:cViewPr varScale="1">
        <p:scale>
          <a:sx n="127" d="100"/>
          <a:sy n="127" d="100"/>
        </p:scale>
        <p:origin x="208" y="51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lesinger, Sebastian" userId="d814e6c9-e9fb-4b77-84f7-ccd8aa3529bb" providerId="ADAL" clId="{6D2FDA67-24CA-54D8-B1B4-CE061F2DAD41}"/>
    <pc:docChg chg="undo custSel addSld delSld modSld">
      <pc:chgData name="Schlesinger, Sebastian" userId="d814e6c9-e9fb-4b77-84f7-ccd8aa3529bb" providerId="ADAL" clId="{6D2FDA67-24CA-54D8-B1B4-CE061F2DAD41}" dt="2026-04-17T12:04:07.939" v="1004" actId="1076"/>
      <pc:docMkLst>
        <pc:docMk/>
      </pc:docMkLst>
      <pc:sldChg chg="addSp delSp modSp mod">
        <pc:chgData name="Schlesinger, Sebastian" userId="d814e6c9-e9fb-4b77-84f7-ccd8aa3529bb" providerId="ADAL" clId="{6D2FDA67-24CA-54D8-B1B4-CE061F2DAD41}" dt="2026-04-17T11:58:08.725" v="998" actId="20577"/>
        <pc:sldMkLst>
          <pc:docMk/>
          <pc:sldMk cId="2786870540" sldId="787"/>
        </pc:sldMkLst>
        <pc:spChg chg="mod">
          <ac:chgData name="Schlesinger, Sebastian" userId="d814e6c9-e9fb-4b77-84f7-ccd8aa3529bb" providerId="ADAL" clId="{6D2FDA67-24CA-54D8-B1B4-CE061F2DAD41}" dt="2026-04-16T20:21:29.420" v="748" actId="20577"/>
          <ac:spMkLst>
            <pc:docMk/>
            <pc:sldMk cId="2786870540" sldId="787"/>
            <ac:spMk id="3" creationId="{5D19490C-9283-6752-AFAF-526377B8F358}"/>
          </ac:spMkLst>
        </pc:spChg>
        <pc:spChg chg="add mod">
          <ac:chgData name="Schlesinger, Sebastian" userId="d814e6c9-e9fb-4b77-84f7-ccd8aa3529bb" providerId="ADAL" clId="{6D2FDA67-24CA-54D8-B1B4-CE061F2DAD41}" dt="2026-04-16T20:26:12.612" v="835" actId="21"/>
          <ac:spMkLst>
            <pc:docMk/>
            <pc:sldMk cId="2786870540" sldId="787"/>
            <ac:spMk id="5" creationId="{967F5B2E-58F6-C554-CE1A-297EAC3F6EED}"/>
          </ac:spMkLst>
        </pc:spChg>
        <pc:spChg chg="add del mod">
          <ac:chgData name="Schlesinger, Sebastian" userId="d814e6c9-e9fb-4b77-84f7-ccd8aa3529bb" providerId="ADAL" clId="{6D2FDA67-24CA-54D8-B1B4-CE061F2DAD41}" dt="2026-04-16T20:21:52.382" v="752" actId="478"/>
          <ac:spMkLst>
            <pc:docMk/>
            <pc:sldMk cId="2786870540" sldId="787"/>
            <ac:spMk id="6" creationId="{234948EB-81E2-4EA2-498A-DFF16849245B}"/>
          </ac:spMkLst>
        </pc:spChg>
        <pc:spChg chg="add mod">
          <ac:chgData name="Schlesinger, Sebastian" userId="d814e6c9-e9fb-4b77-84f7-ccd8aa3529bb" providerId="ADAL" clId="{6D2FDA67-24CA-54D8-B1B4-CE061F2DAD41}" dt="2026-04-16T20:22:32.738" v="757" actId="2085"/>
          <ac:spMkLst>
            <pc:docMk/>
            <pc:sldMk cId="2786870540" sldId="787"/>
            <ac:spMk id="7" creationId="{68445A95-3019-29AC-8301-CCC8CE11B37A}"/>
          </ac:spMkLst>
        </pc:spChg>
        <pc:spChg chg="add mod">
          <ac:chgData name="Schlesinger, Sebastian" userId="d814e6c9-e9fb-4b77-84f7-ccd8aa3529bb" providerId="ADAL" clId="{6D2FDA67-24CA-54D8-B1B4-CE061F2DAD41}" dt="2026-04-17T11:58:06.029" v="996" actId="20577"/>
          <ac:spMkLst>
            <pc:docMk/>
            <pc:sldMk cId="2786870540" sldId="787"/>
            <ac:spMk id="8" creationId="{2945B630-8DBA-CFF4-7824-2C9432E8686A}"/>
          </ac:spMkLst>
        </pc:spChg>
        <pc:spChg chg="add del mod">
          <ac:chgData name="Schlesinger, Sebastian" userId="d814e6c9-e9fb-4b77-84f7-ccd8aa3529bb" providerId="ADAL" clId="{6D2FDA67-24CA-54D8-B1B4-CE061F2DAD41}" dt="2026-04-17T11:51:04.409" v="993" actId="478"/>
          <ac:spMkLst>
            <pc:docMk/>
            <pc:sldMk cId="2786870540" sldId="787"/>
            <ac:spMk id="9" creationId="{83219742-156F-B30B-C361-121C84DBB82E}"/>
          </ac:spMkLst>
        </pc:spChg>
        <pc:spChg chg="add del mod">
          <ac:chgData name="Schlesinger, Sebastian" userId="d814e6c9-e9fb-4b77-84f7-ccd8aa3529bb" providerId="ADAL" clId="{6D2FDA67-24CA-54D8-B1B4-CE061F2DAD41}" dt="2026-04-17T11:51:04.409" v="993" actId="478"/>
          <ac:spMkLst>
            <pc:docMk/>
            <pc:sldMk cId="2786870540" sldId="787"/>
            <ac:spMk id="10" creationId="{C23952ED-73F0-BF64-A97B-FB3D99B0BC0C}"/>
          </ac:spMkLst>
        </pc:spChg>
        <pc:spChg chg="add mod">
          <ac:chgData name="Schlesinger, Sebastian" userId="d814e6c9-e9fb-4b77-84f7-ccd8aa3529bb" providerId="ADAL" clId="{6D2FDA67-24CA-54D8-B1B4-CE061F2DAD41}" dt="2026-04-17T11:58:08.725" v="998" actId="20577"/>
          <ac:spMkLst>
            <pc:docMk/>
            <pc:sldMk cId="2786870540" sldId="787"/>
            <ac:spMk id="12" creationId="{F1AF1137-E2AB-1C44-9659-772125A00D1D}"/>
          </ac:spMkLst>
        </pc:spChg>
      </pc:sldChg>
      <pc:sldChg chg="del">
        <pc:chgData name="Schlesinger, Sebastian" userId="d814e6c9-e9fb-4b77-84f7-ccd8aa3529bb" providerId="ADAL" clId="{6D2FDA67-24CA-54D8-B1B4-CE061F2DAD41}" dt="2026-04-16T20:27:06.183" v="895" actId="2696"/>
        <pc:sldMkLst>
          <pc:docMk/>
          <pc:sldMk cId="59047478" sldId="792"/>
        </pc:sldMkLst>
      </pc:sldChg>
      <pc:sldChg chg="modSp mod">
        <pc:chgData name="Schlesinger, Sebastian" userId="d814e6c9-e9fb-4b77-84f7-ccd8aa3529bb" providerId="ADAL" clId="{6D2FDA67-24CA-54D8-B1B4-CE061F2DAD41}" dt="2026-04-16T20:08:41.686" v="560"/>
        <pc:sldMkLst>
          <pc:docMk/>
          <pc:sldMk cId="1651581903" sldId="793"/>
        </pc:sldMkLst>
        <pc:graphicFrameChg chg="mod modGraphic">
          <ac:chgData name="Schlesinger, Sebastian" userId="d814e6c9-e9fb-4b77-84f7-ccd8aa3529bb" providerId="ADAL" clId="{6D2FDA67-24CA-54D8-B1B4-CE061F2DAD41}" dt="2026-04-16T20:08:41.686" v="560"/>
          <ac:graphicFrameMkLst>
            <pc:docMk/>
            <pc:sldMk cId="1651581903" sldId="793"/>
            <ac:graphicFrameMk id="6" creationId="{56777380-261E-7AE4-C245-A37FE898AAE9}"/>
          </ac:graphicFrameMkLst>
        </pc:graphicFrameChg>
      </pc:sldChg>
      <pc:sldChg chg="addSp delSp modSp add mod delAnim modAnim">
        <pc:chgData name="Schlesinger, Sebastian" userId="d814e6c9-e9fb-4b77-84f7-ccd8aa3529bb" providerId="ADAL" clId="{6D2FDA67-24CA-54D8-B1B4-CE061F2DAD41}" dt="2026-04-17T12:04:07.939" v="1004" actId="1076"/>
        <pc:sldMkLst>
          <pc:docMk/>
          <pc:sldMk cId="2817631802" sldId="796"/>
        </pc:sldMkLst>
        <pc:spChg chg="add mod">
          <ac:chgData name="Schlesinger, Sebastian" userId="d814e6c9-e9fb-4b77-84f7-ccd8aa3529bb" providerId="ADAL" clId="{6D2FDA67-24CA-54D8-B1B4-CE061F2DAD41}" dt="2026-04-16T20:28:20.079" v="990" actId="1076"/>
          <ac:spMkLst>
            <pc:docMk/>
            <pc:sldMk cId="2817631802" sldId="796"/>
            <ac:spMk id="3" creationId="{F09A6831-3ABA-D493-7A17-4944A5EE1779}"/>
          </ac:spMkLst>
        </pc:spChg>
        <pc:spChg chg="add mod">
          <ac:chgData name="Schlesinger, Sebastian" userId="d814e6c9-e9fb-4b77-84f7-ccd8aa3529bb" providerId="ADAL" clId="{6D2FDA67-24CA-54D8-B1B4-CE061F2DAD41}" dt="2026-04-16T20:28:14.159" v="989" actId="1076"/>
          <ac:spMkLst>
            <pc:docMk/>
            <pc:sldMk cId="2817631802" sldId="796"/>
            <ac:spMk id="4" creationId="{61E0F92C-F97A-9FE3-8EB0-5676C561A77C}"/>
          </ac:spMkLst>
        </pc:spChg>
        <pc:spChg chg="add mod">
          <ac:chgData name="Schlesinger, Sebastian" userId="d814e6c9-e9fb-4b77-84f7-ccd8aa3529bb" providerId="ADAL" clId="{6D2FDA67-24CA-54D8-B1B4-CE061F2DAD41}" dt="2026-04-16T20:28:14.159" v="989" actId="1076"/>
          <ac:spMkLst>
            <pc:docMk/>
            <pc:sldMk cId="2817631802" sldId="796"/>
            <ac:spMk id="5" creationId="{2B12BDE5-2EB9-34DD-E478-0B459A664270}"/>
          </ac:spMkLst>
        </pc:spChg>
        <pc:spChg chg="add mod">
          <ac:chgData name="Schlesinger, Sebastian" userId="d814e6c9-e9fb-4b77-84f7-ccd8aa3529bb" providerId="ADAL" clId="{6D2FDA67-24CA-54D8-B1B4-CE061F2DAD41}" dt="2026-04-16T20:28:26.444" v="992" actId="1076"/>
          <ac:spMkLst>
            <pc:docMk/>
            <pc:sldMk cId="2817631802" sldId="796"/>
            <ac:spMk id="7" creationId="{5D19804D-35C6-EE98-80E9-46973FB982CA}"/>
          </ac:spMkLst>
        </pc:spChg>
        <pc:spChg chg="mod">
          <ac:chgData name="Schlesinger, Sebastian" userId="d814e6c9-e9fb-4b77-84f7-ccd8aa3529bb" providerId="ADAL" clId="{6D2FDA67-24CA-54D8-B1B4-CE061F2DAD41}" dt="2026-04-17T12:03:08.217" v="999" actId="20577"/>
          <ac:spMkLst>
            <pc:docMk/>
            <pc:sldMk cId="2817631802" sldId="796"/>
            <ac:spMk id="10" creationId="{5F13AAC2-81D9-6E21-941C-E67A210D887D}"/>
          </ac:spMkLst>
        </pc:spChg>
        <pc:spChg chg="del">
          <ac:chgData name="Schlesinger, Sebastian" userId="d814e6c9-e9fb-4b77-84f7-ccd8aa3529bb" providerId="ADAL" clId="{6D2FDA67-24CA-54D8-B1B4-CE061F2DAD41}" dt="2026-04-17T12:03:57.833" v="1000" actId="478"/>
          <ac:spMkLst>
            <pc:docMk/>
            <pc:sldMk cId="2817631802" sldId="796"/>
            <ac:spMk id="16" creationId="{E5007756-4BF2-59E6-28DE-EFF953D85AA4}"/>
          </ac:spMkLst>
        </pc:spChg>
        <pc:spChg chg="add mod">
          <ac:chgData name="Schlesinger, Sebastian" userId="d814e6c9-e9fb-4b77-84f7-ccd8aa3529bb" providerId="ADAL" clId="{6D2FDA67-24CA-54D8-B1B4-CE061F2DAD41}" dt="2026-04-17T12:04:07.939" v="1004" actId="1076"/>
          <ac:spMkLst>
            <pc:docMk/>
            <pc:sldMk cId="2817631802" sldId="796"/>
            <ac:spMk id="18" creationId="{26FF78F9-B081-FF5D-E664-77BCDAC8BAD9}"/>
          </ac:spMkLst>
        </pc:spChg>
      </pc:sldChg>
    </pc:docChg>
  </pc:docChgLst>
  <pc:docChgLst>
    <pc:chgData name="Schlesinger, Sebastian" userId="d814e6c9-e9fb-4b77-84f7-ccd8aa3529bb" providerId="ADAL" clId="{814D90CD-D400-5612-B49E-CD4DF6BF7C8B}"/>
    <pc:docChg chg="custSel delSld modSld">
      <pc:chgData name="Schlesinger, Sebastian" userId="d814e6c9-e9fb-4b77-84f7-ccd8aa3529bb" providerId="ADAL" clId="{814D90CD-D400-5612-B49E-CD4DF6BF7C8B}" dt="2026-04-17T08:27:59.616" v="406" actId="20577"/>
      <pc:docMkLst>
        <pc:docMk/>
      </pc:docMkLst>
      <pc:sldChg chg="modSp mod">
        <pc:chgData name="Schlesinger, Sebastian" userId="d814e6c9-e9fb-4b77-84f7-ccd8aa3529bb" providerId="ADAL" clId="{814D90CD-D400-5612-B49E-CD4DF6BF7C8B}" dt="2026-04-17T08:08:41.532" v="76" actId="1076"/>
        <pc:sldMkLst>
          <pc:docMk/>
          <pc:sldMk cId="2786870540" sldId="787"/>
        </pc:sldMkLst>
        <pc:spChg chg="mod">
          <ac:chgData name="Schlesinger, Sebastian" userId="d814e6c9-e9fb-4b77-84f7-ccd8aa3529bb" providerId="ADAL" clId="{814D90CD-D400-5612-B49E-CD4DF6BF7C8B}" dt="2026-04-17T08:08:34.551" v="74"/>
          <ac:spMkLst>
            <pc:docMk/>
            <pc:sldMk cId="2786870540" sldId="787"/>
            <ac:spMk id="3" creationId="{5D19490C-9283-6752-AFAF-526377B8F358}"/>
          </ac:spMkLst>
        </pc:spChg>
        <pc:spChg chg="mod">
          <ac:chgData name="Schlesinger, Sebastian" userId="d814e6c9-e9fb-4b77-84f7-ccd8aa3529bb" providerId="ADAL" clId="{814D90CD-D400-5612-B49E-CD4DF6BF7C8B}" dt="2026-04-17T08:08:31.949" v="72" actId="21"/>
          <ac:spMkLst>
            <pc:docMk/>
            <pc:sldMk cId="2786870540" sldId="787"/>
            <ac:spMk id="5" creationId="{967F5B2E-58F6-C554-CE1A-297EAC3F6EED}"/>
          </ac:spMkLst>
        </pc:spChg>
        <pc:spChg chg="mod">
          <ac:chgData name="Schlesinger, Sebastian" userId="d814e6c9-e9fb-4b77-84f7-ccd8aa3529bb" providerId="ADAL" clId="{814D90CD-D400-5612-B49E-CD4DF6BF7C8B}" dt="2026-04-17T08:08:39.178" v="75" actId="1076"/>
          <ac:spMkLst>
            <pc:docMk/>
            <pc:sldMk cId="2786870540" sldId="787"/>
            <ac:spMk id="7" creationId="{68445A95-3019-29AC-8301-CCC8CE11B37A}"/>
          </ac:spMkLst>
        </pc:spChg>
        <pc:spChg chg="mod">
          <ac:chgData name="Schlesinger, Sebastian" userId="d814e6c9-e9fb-4b77-84f7-ccd8aa3529bb" providerId="ADAL" clId="{814D90CD-D400-5612-B49E-CD4DF6BF7C8B}" dt="2026-04-17T08:08:41.532" v="76" actId="1076"/>
          <ac:spMkLst>
            <pc:docMk/>
            <pc:sldMk cId="2786870540" sldId="787"/>
            <ac:spMk id="8" creationId="{2945B630-8DBA-CFF4-7824-2C9432E8686A}"/>
          </ac:spMkLst>
        </pc:spChg>
      </pc:sldChg>
      <pc:sldChg chg="modSp mod">
        <pc:chgData name="Schlesinger, Sebastian" userId="d814e6c9-e9fb-4b77-84f7-ccd8aa3529bb" providerId="ADAL" clId="{814D90CD-D400-5612-B49E-CD4DF6BF7C8B}" dt="2026-04-17T08:27:59.616" v="406" actId="20577"/>
        <pc:sldMkLst>
          <pc:docMk/>
          <pc:sldMk cId="2847264928" sldId="794"/>
        </pc:sldMkLst>
        <pc:spChg chg="mod">
          <ac:chgData name="Schlesinger, Sebastian" userId="d814e6c9-e9fb-4b77-84f7-ccd8aa3529bb" providerId="ADAL" clId="{814D90CD-D400-5612-B49E-CD4DF6BF7C8B}" dt="2026-04-17T08:27:59.616" v="406" actId="20577"/>
          <ac:spMkLst>
            <pc:docMk/>
            <pc:sldMk cId="2847264928" sldId="794"/>
            <ac:spMk id="3" creationId="{CE4DF7C8-EA70-56B0-BBBA-B15861F3FC62}"/>
          </ac:spMkLst>
        </pc:spChg>
      </pc:sldChg>
      <pc:sldChg chg="del">
        <pc:chgData name="Schlesinger, Sebastian" userId="d814e6c9-e9fb-4b77-84f7-ccd8aa3529bb" providerId="ADAL" clId="{814D90CD-D400-5612-B49E-CD4DF6BF7C8B}" dt="2026-04-17T08:27:45.955" v="343" actId="2696"/>
        <pc:sldMkLst>
          <pc:docMk/>
          <pc:sldMk cId="4274259757" sldId="795"/>
        </pc:sldMkLst>
      </pc:sldChg>
      <pc:sldChg chg="addSp modSp mod modAnim">
        <pc:chgData name="Schlesinger, Sebastian" userId="d814e6c9-e9fb-4b77-84f7-ccd8aa3529bb" providerId="ADAL" clId="{814D90CD-D400-5612-B49E-CD4DF6BF7C8B}" dt="2026-04-17T08:27:43.563" v="342"/>
        <pc:sldMkLst>
          <pc:docMk/>
          <pc:sldMk cId="2817631802" sldId="796"/>
        </pc:sldMkLst>
        <pc:spChg chg="mod">
          <ac:chgData name="Schlesinger, Sebastian" userId="d814e6c9-e9fb-4b77-84f7-ccd8aa3529bb" providerId="ADAL" clId="{814D90CD-D400-5612-B49E-CD4DF6BF7C8B}" dt="2026-04-17T08:26:23.300" v="317" actId="465"/>
          <ac:spMkLst>
            <pc:docMk/>
            <pc:sldMk cId="2817631802" sldId="796"/>
            <ac:spMk id="3" creationId="{F09A6831-3ABA-D493-7A17-4944A5EE1779}"/>
          </ac:spMkLst>
        </pc:spChg>
        <pc:spChg chg="mod">
          <ac:chgData name="Schlesinger, Sebastian" userId="d814e6c9-e9fb-4b77-84f7-ccd8aa3529bb" providerId="ADAL" clId="{814D90CD-D400-5612-B49E-CD4DF6BF7C8B}" dt="2026-04-17T08:26:23.300" v="317" actId="465"/>
          <ac:spMkLst>
            <pc:docMk/>
            <pc:sldMk cId="2817631802" sldId="796"/>
            <ac:spMk id="4" creationId="{61E0F92C-F97A-9FE3-8EB0-5676C561A77C}"/>
          </ac:spMkLst>
        </pc:spChg>
        <pc:spChg chg="mod">
          <ac:chgData name="Schlesinger, Sebastian" userId="d814e6c9-e9fb-4b77-84f7-ccd8aa3529bb" providerId="ADAL" clId="{814D90CD-D400-5612-B49E-CD4DF6BF7C8B}" dt="2026-04-17T08:26:23.300" v="317" actId="465"/>
          <ac:spMkLst>
            <pc:docMk/>
            <pc:sldMk cId="2817631802" sldId="796"/>
            <ac:spMk id="5" creationId="{2B12BDE5-2EB9-34DD-E478-0B459A664270}"/>
          </ac:spMkLst>
        </pc:spChg>
        <pc:spChg chg="mod">
          <ac:chgData name="Schlesinger, Sebastian" userId="d814e6c9-e9fb-4b77-84f7-ccd8aa3529bb" providerId="ADAL" clId="{814D90CD-D400-5612-B49E-CD4DF6BF7C8B}" dt="2026-04-17T08:26:30.977" v="318" actId="465"/>
          <ac:spMkLst>
            <pc:docMk/>
            <pc:sldMk cId="2817631802" sldId="796"/>
            <ac:spMk id="7" creationId="{5D19804D-35C6-EE98-80E9-46973FB982CA}"/>
          </ac:spMkLst>
        </pc:spChg>
        <pc:spChg chg="add mod">
          <ac:chgData name="Schlesinger, Sebastian" userId="d814e6c9-e9fb-4b77-84f7-ccd8aa3529bb" providerId="ADAL" clId="{814D90CD-D400-5612-B49E-CD4DF6BF7C8B}" dt="2026-04-17T08:26:30.977" v="318" actId="465"/>
          <ac:spMkLst>
            <pc:docMk/>
            <pc:sldMk cId="2817631802" sldId="796"/>
            <ac:spMk id="8" creationId="{0D3A44EE-89E9-EAC8-7F69-D5F0FEEDE02C}"/>
          </ac:spMkLst>
        </pc:spChg>
        <pc:spChg chg="add mod">
          <ac:chgData name="Schlesinger, Sebastian" userId="d814e6c9-e9fb-4b77-84f7-ccd8aa3529bb" providerId="ADAL" clId="{814D90CD-D400-5612-B49E-CD4DF6BF7C8B}" dt="2026-04-17T08:26:30.977" v="318" actId="465"/>
          <ac:spMkLst>
            <pc:docMk/>
            <pc:sldMk cId="2817631802" sldId="796"/>
            <ac:spMk id="9" creationId="{4C4C6E5A-D672-C561-DCA3-A28819C53ADE}"/>
          </ac:spMkLst>
        </pc:spChg>
        <pc:spChg chg="add mod">
          <ac:chgData name="Schlesinger, Sebastian" userId="d814e6c9-e9fb-4b77-84f7-ccd8aa3529bb" providerId="ADAL" clId="{814D90CD-D400-5612-B49E-CD4DF6BF7C8B}" dt="2026-04-17T08:26:56.167" v="326" actId="1035"/>
          <ac:spMkLst>
            <pc:docMk/>
            <pc:sldMk cId="2817631802" sldId="796"/>
            <ac:spMk id="10" creationId="{5F13AAC2-81D9-6E21-941C-E67A210D887D}"/>
          </ac:spMkLst>
        </pc:spChg>
        <pc:spChg chg="add mod">
          <ac:chgData name="Schlesinger, Sebastian" userId="d814e6c9-e9fb-4b77-84f7-ccd8aa3529bb" providerId="ADAL" clId="{814D90CD-D400-5612-B49E-CD4DF6BF7C8B}" dt="2026-04-17T08:26:30.977" v="318" actId="465"/>
          <ac:spMkLst>
            <pc:docMk/>
            <pc:sldMk cId="2817631802" sldId="796"/>
            <ac:spMk id="11" creationId="{D07D016D-385B-01FA-5160-69F37314EA44}"/>
          </ac:spMkLst>
        </pc:spChg>
        <pc:spChg chg="add mod">
          <ac:chgData name="Schlesinger, Sebastian" userId="d814e6c9-e9fb-4b77-84f7-ccd8aa3529bb" providerId="ADAL" clId="{814D90CD-D400-5612-B49E-CD4DF6BF7C8B}" dt="2026-04-17T08:26:40.119" v="320" actId="465"/>
          <ac:spMkLst>
            <pc:docMk/>
            <pc:sldMk cId="2817631802" sldId="796"/>
            <ac:spMk id="12" creationId="{D6A57DAD-6CBC-1A7A-61B8-ACF68AC2848E}"/>
          </ac:spMkLst>
        </pc:spChg>
        <pc:spChg chg="add mod">
          <ac:chgData name="Schlesinger, Sebastian" userId="d814e6c9-e9fb-4b77-84f7-ccd8aa3529bb" providerId="ADAL" clId="{814D90CD-D400-5612-B49E-CD4DF6BF7C8B}" dt="2026-04-17T08:26:40.119" v="320" actId="465"/>
          <ac:spMkLst>
            <pc:docMk/>
            <pc:sldMk cId="2817631802" sldId="796"/>
            <ac:spMk id="13" creationId="{99D79B3C-7803-32CE-B7C6-44C932AFD1C3}"/>
          </ac:spMkLst>
        </pc:spChg>
        <pc:spChg chg="add mod">
          <ac:chgData name="Schlesinger, Sebastian" userId="d814e6c9-e9fb-4b77-84f7-ccd8aa3529bb" providerId="ADAL" clId="{814D90CD-D400-5612-B49E-CD4DF6BF7C8B}" dt="2026-04-17T08:26:40.119" v="320" actId="465"/>
          <ac:spMkLst>
            <pc:docMk/>
            <pc:sldMk cId="2817631802" sldId="796"/>
            <ac:spMk id="14" creationId="{E46CA5DB-69E2-4A55-580C-3CB924A6162C}"/>
          </ac:spMkLst>
        </pc:spChg>
        <pc:spChg chg="add mod">
          <ac:chgData name="Schlesinger, Sebastian" userId="d814e6c9-e9fb-4b77-84f7-ccd8aa3529bb" providerId="ADAL" clId="{814D90CD-D400-5612-B49E-CD4DF6BF7C8B}" dt="2026-04-17T08:26:40.119" v="320" actId="465"/>
          <ac:spMkLst>
            <pc:docMk/>
            <pc:sldMk cId="2817631802" sldId="796"/>
            <ac:spMk id="15" creationId="{97B158E2-D59D-7EAB-60F7-5E3F9B92BC07}"/>
          </ac:spMkLst>
        </pc:spChg>
        <pc:spChg chg="add mod">
          <ac:chgData name="Schlesinger, Sebastian" userId="d814e6c9-e9fb-4b77-84f7-ccd8aa3529bb" providerId="ADAL" clId="{814D90CD-D400-5612-B49E-CD4DF6BF7C8B}" dt="2026-04-17T08:26:44.508" v="321" actId="552"/>
          <ac:spMkLst>
            <pc:docMk/>
            <pc:sldMk cId="2817631802" sldId="796"/>
            <ac:spMk id="16" creationId="{E5007756-4BF2-59E6-28DE-EFF953D85AA4}"/>
          </ac:spMkLst>
        </pc:spChg>
        <pc:spChg chg="add mod">
          <ac:chgData name="Schlesinger, Sebastian" userId="d814e6c9-e9fb-4b77-84f7-ccd8aa3529bb" providerId="ADAL" clId="{814D90CD-D400-5612-B49E-CD4DF6BF7C8B}" dt="2026-04-17T08:26:44.508" v="321" actId="552"/>
          <ac:spMkLst>
            <pc:docMk/>
            <pc:sldMk cId="2817631802" sldId="796"/>
            <ac:spMk id="17" creationId="{30323B07-13CC-94F8-154E-404472BB9D7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7963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13563" y="0"/>
            <a:ext cx="5287962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48271D-4A58-DF4B-B6B3-639623130575}" type="datetimeFigureOut">
              <a:rPr lang="en-DE" smtClean="0"/>
              <a:t>4/16/26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43363" y="857250"/>
            <a:ext cx="41179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20788" y="3300413"/>
            <a:ext cx="9763125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7963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13563" y="6513513"/>
            <a:ext cx="5287962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2B7DF9-0B5E-2547-B546-C06BB4BFB37E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00944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204700" cy="6858000"/>
          </a:xfrm>
          <a:custGeom>
            <a:avLst/>
            <a:gdLst/>
            <a:ahLst/>
            <a:cxnLst/>
            <a:rect l="l" t="t" r="r" b="b"/>
            <a:pathLst>
              <a:path w="12204700" h="6858000">
                <a:moveTo>
                  <a:pt x="12204192" y="0"/>
                </a:moveTo>
                <a:lnTo>
                  <a:pt x="0" y="0"/>
                </a:lnTo>
                <a:lnTo>
                  <a:pt x="0" y="6858000"/>
                </a:lnTo>
                <a:lnTo>
                  <a:pt x="12204192" y="6858000"/>
                </a:lnTo>
                <a:lnTo>
                  <a:pt x="12204192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7268" y="2427223"/>
            <a:ext cx="576961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66033" y="5197736"/>
            <a:ext cx="6805295" cy="1311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pPr marL="1804035">
              <a:lnSpc>
                <a:spcPts val="1505"/>
              </a:lnSpc>
            </a:pPr>
            <a:fld id="{81D60167-4931-47E6-BA6A-407CBD079E47}" type="slidenum">
              <a:rPr spc="-20" dirty="0"/>
              <a:t>‹Nr.›</a:t>
            </a:fld>
            <a:endParaRPr spc="-2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6803FE-B66A-E2D2-240B-5C71AF3007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3702" y="535259"/>
            <a:ext cx="3061196" cy="700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pPr marL="1804035">
              <a:lnSpc>
                <a:spcPts val="1505"/>
              </a:lnSpc>
            </a:pPr>
            <a:fld id="{81D60167-4931-47E6-BA6A-407CBD079E47}" type="slidenum">
              <a:rPr spc="-20" dirty="0"/>
              <a:t>‹Nr.›</a:t>
            </a:fld>
            <a:endParaRPr spc="-2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7573" y="1475240"/>
            <a:ext cx="4175125" cy="3618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5420" y="1577340"/>
            <a:ext cx="5309044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pPr marL="1804035">
              <a:lnSpc>
                <a:spcPts val="1505"/>
              </a:lnSpc>
            </a:pPr>
            <a:fld id="{81D60167-4931-47E6-BA6A-407CBD079E47}" type="slidenum">
              <a:rPr spc="-20" dirty="0"/>
              <a:t>‹Nr.›</a:t>
            </a:fld>
            <a:endParaRPr spc="-2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pPr marL="1804035">
              <a:lnSpc>
                <a:spcPts val="1505"/>
              </a:lnSpc>
            </a:pPr>
            <a:fld id="{81D60167-4931-47E6-BA6A-407CBD079E47}" type="slidenum">
              <a:rPr spc="-20" dirty="0"/>
              <a:t>‹Nr.›</a:t>
            </a:fld>
            <a:endParaRPr spc="-2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204700" cy="6858000"/>
          </a:xfrm>
          <a:custGeom>
            <a:avLst/>
            <a:gdLst/>
            <a:ahLst/>
            <a:cxnLst/>
            <a:rect l="l" t="t" r="r" b="b"/>
            <a:pathLst>
              <a:path w="12204700" h="6858000">
                <a:moveTo>
                  <a:pt x="12204192" y="0"/>
                </a:moveTo>
                <a:lnTo>
                  <a:pt x="0" y="0"/>
                </a:lnTo>
                <a:lnTo>
                  <a:pt x="0" y="6858000"/>
                </a:lnTo>
                <a:lnTo>
                  <a:pt x="12204192" y="6858000"/>
                </a:lnTo>
                <a:lnTo>
                  <a:pt x="12204192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6597395"/>
            <a:ext cx="12204700" cy="17145"/>
          </a:xfrm>
          <a:custGeom>
            <a:avLst/>
            <a:gdLst/>
            <a:ahLst/>
            <a:cxnLst/>
            <a:rect l="l" t="t" r="r" b="b"/>
            <a:pathLst>
              <a:path w="12204700" h="17145">
                <a:moveTo>
                  <a:pt x="12204192" y="0"/>
                </a:moveTo>
                <a:lnTo>
                  <a:pt x="0" y="0"/>
                </a:lnTo>
                <a:lnTo>
                  <a:pt x="0" y="16763"/>
                </a:lnTo>
                <a:lnTo>
                  <a:pt x="12204192" y="16763"/>
                </a:lnTo>
                <a:lnTo>
                  <a:pt x="12204192" y="0"/>
                </a:lnTo>
                <a:close/>
              </a:path>
            </a:pathLst>
          </a:custGeom>
          <a:solidFill>
            <a:srgbClr val="0055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539239"/>
            <a:ext cx="12197080" cy="18415"/>
          </a:xfrm>
          <a:custGeom>
            <a:avLst/>
            <a:gdLst/>
            <a:ahLst/>
            <a:cxnLst/>
            <a:rect l="l" t="t" r="r" b="b"/>
            <a:pathLst>
              <a:path w="12197080" h="18415">
                <a:moveTo>
                  <a:pt x="12196572" y="0"/>
                </a:moveTo>
                <a:lnTo>
                  <a:pt x="0" y="0"/>
                </a:lnTo>
                <a:lnTo>
                  <a:pt x="0" y="18287"/>
                </a:lnTo>
                <a:lnTo>
                  <a:pt x="12196572" y="18287"/>
                </a:lnTo>
                <a:lnTo>
                  <a:pt x="12196572" y="0"/>
                </a:lnTo>
                <a:close/>
              </a:path>
            </a:pathLst>
          </a:custGeom>
          <a:solidFill>
            <a:srgbClr val="0055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 userDrawn="1"/>
        </p:nvSpPr>
        <p:spPr>
          <a:xfrm>
            <a:off x="965267" y="3361274"/>
            <a:ext cx="1317625" cy="1075055"/>
          </a:xfrm>
          <a:custGeom>
            <a:avLst/>
            <a:gdLst/>
            <a:ahLst/>
            <a:cxnLst/>
            <a:rect l="l" t="t" r="r" b="b"/>
            <a:pathLst>
              <a:path w="1317625" h="1075054">
                <a:moveTo>
                  <a:pt x="1204250" y="745778"/>
                </a:moveTo>
                <a:lnTo>
                  <a:pt x="106192" y="745778"/>
                </a:lnTo>
                <a:lnTo>
                  <a:pt x="0" y="936733"/>
                </a:lnTo>
                <a:lnTo>
                  <a:pt x="0" y="1075005"/>
                </a:lnTo>
                <a:lnTo>
                  <a:pt x="1317022" y="1075005"/>
                </a:lnTo>
                <a:lnTo>
                  <a:pt x="1317022" y="936733"/>
                </a:lnTo>
                <a:lnTo>
                  <a:pt x="1204250" y="745778"/>
                </a:lnTo>
                <a:close/>
              </a:path>
              <a:path w="1317625" h="1075054">
                <a:moveTo>
                  <a:pt x="1097630" y="0"/>
                </a:moveTo>
                <a:lnTo>
                  <a:pt x="216307" y="0"/>
                </a:lnTo>
                <a:lnTo>
                  <a:pt x="173425" y="8670"/>
                </a:lnTo>
                <a:lnTo>
                  <a:pt x="138407" y="32316"/>
                </a:lnTo>
                <a:lnTo>
                  <a:pt x="114796" y="67395"/>
                </a:lnTo>
                <a:lnTo>
                  <a:pt x="106139" y="110361"/>
                </a:lnTo>
                <a:lnTo>
                  <a:pt x="106139" y="714316"/>
                </a:lnTo>
                <a:lnTo>
                  <a:pt x="1207819" y="714316"/>
                </a:lnTo>
                <a:lnTo>
                  <a:pt x="1207819" y="110361"/>
                </a:lnTo>
                <a:lnTo>
                  <a:pt x="1199161" y="67395"/>
                </a:lnTo>
                <a:lnTo>
                  <a:pt x="1175549" y="32316"/>
                </a:lnTo>
                <a:lnTo>
                  <a:pt x="1140524" y="8670"/>
                </a:lnTo>
                <a:lnTo>
                  <a:pt x="109763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65267" y="3361274"/>
            <a:ext cx="1317625" cy="1075055"/>
          </a:xfrm>
          <a:custGeom>
            <a:avLst/>
            <a:gdLst/>
            <a:ahLst/>
            <a:cxnLst/>
            <a:rect l="l" t="t" r="r" b="b"/>
            <a:pathLst>
              <a:path w="1317625" h="1075054">
                <a:moveTo>
                  <a:pt x="0" y="1075005"/>
                </a:moveTo>
                <a:lnTo>
                  <a:pt x="1317022" y="1075005"/>
                </a:lnTo>
                <a:lnTo>
                  <a:pt x="1317022" y="936733"/>
                </a:lnTo>
                <a:lnTo>
                  <a:pt x="1204251" y="745778"/>
                </a:lnTo>
                <a:lnTo>
                  <a:pt x="106192" y="745778"/>
                </a:lnTo>
                <a:lnTo>
                  <a:pt x="0" y="936733"/>
                </a:lnTo>
                <a:lnTo>
                  <a:pt x="0" y="1075005"/>
                </a:lnTo>
                <a:close/>
              </a:path>
              <a:path w="1317625" h="1075054">
                <a:moveTo>
                  <a:pt x="1207819" y="714316"/>
                </a:moveTo>
                <a:lnTo>
                  <a:pt x="1207819" y="110361"/>
                </a:lnTo>
                <a:lnTo>
                  <a:pt x="1199161" y="67395"/>
                </a:lnTo>
                <a:lnTo>
                  <a:pt x="1175549" y="32316"/>
                </a:lnTo>
                <a:lnTo>
                  <a:pt x="1140524" y="8670"/>
                </a:lnTo>
                <a:lnTo>
                  <a:pt x="1097630" y="0"/>
                </a:lnTo>
                <a:lnTo>
                  <a:pt x="216307" y="0"/>
                </a:lnTo>
                <a:lnTo>
                  <a:pt x="173425" y="8670"/>
                </a:lnTo>
                <a:lnTo>
                  <a:pt x="138407" y="32316"/>
                </a:lnTo>
                <a:lnTo>
                  <a:pt x="114796" y="67395"/>
                </a:lnTo>
                <a:lnTo>
                  <a:pt x="106139" y="110361"/>
                </a:lnTo>
                <a:lnTo>
                  <a:pt x="106139" y="714316"/>
                </a:lnTo>
                <a:lnTo>
                  <a:pt x="1207819" y="714316"/>
                </a:lnTo>
                <a:close/>
              </a:path>
            </a:pathLst>
          </a:custGeom>
          <a:ln w="1117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94848" y="4187143"/>
            <a:ext cx="1056005" cy="95885"/>
          </a:xfrm>
          <a:custGeom>
            <a:avLst/>
            <a:gdLst/>
            <a:ahLst/>
            <a:cxnLst/>
            <a:rect l="l" t="t" r="r" b="b"/>
            <a:pathLst>
              <a:path w="1056005" h="95885">
                <a:moveTo>
                  <a:pt x="1002337" y="0"/>
                </a:moveTo>
                <a:lnTo>
                  <a:pt x="53198" y="0"/>
                </a:lnTo>
                <a:lnTo>
                  <a:pt x="0" y="95281"/>
                </a:lnTo>
                <a:lnTo>
                  <a:pt x="1055526" y="95281"/>
                </a:lnTo>
                <a:lnTo>
                  <a:pt x="10023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177615" y="3464561"/>
            <a:ext cx="892810" cy="496570"/>
          </a:xfrm>
          <a:custGeom>
            <a:avLst/>
            <a:gdLst/>
            <a:ahLst/>
            <a:cxnLst/>
            <a:rect l="l" t="t" r="r" b="b"/>
            <a:pathLst>
              <a:path w="892810" h="496570">
                <a:moveTo>
                  <a:pt x="892344" y="0"/>
                </a:moveTo>
                <a:lnTo>
                  <a:pt x="0" y="0"/>
                </a:lnTo>
                <a:lnTo>
                  <a:pt x="0" y="496162"/>
                </a:lnTo>
                <a:lnTo>
                  <a:pt x="892344" y="496162"/>
                </a:lnTo>
                <a:lnTo>
                  <a:pt x="892344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177615" y="3464561"/>
            <a:ext cx="892810" cy="496570"/>
          </a:xfrm>
          <a:custGeom>
            <a:avLst/>
            <a:gdLst/>
            <a:ahLst/>
            <a:cxnLst/>
            <a:rect l="l" t="t" r="r" b="b"/>
            <a:pathLst>
              <a:path w="892810" h="496570">
                <a:moveTo>
                  <a:pt x="0" y="496162"/>
                </a:moveTo>
                <a:lnTo>
                  <a:pt x="892344" y="496162"/>
                </a:lnTo>
                <a:lnTo>
                  <a:pt x="892344" y="0"/>
                </a:lnTo>
                <a:lnTo>
                  <a:pt x="0" y="0"/>
                </a:lnTo>
                <a:lnTo>
                  <a:pt x="0" y="496162"/>
                </a:lnTo>
                <a:close/>
              </a:path>
            </a:pathLst>
          </a:custGeom>
          <a:ln w="1117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9931844" y="3316295"/>
            <a:ext cx="1316355" cy="1165225"/>
          </a:xfrm>
          <a:custGeom>
            <a:avLst/>
            <a:gdLst/>
            <a:ahLst/>
            <a:cxnLst/>
            <a:rect l="l" t="t" r="r" b="b"/>
            <a:pathLst>
              <a:path w="1316354" h="1165225">
                <a:moveTo>
                  <a:pt x="1118738" y="916850"/>
                </a:moveTo>
                <a:lnTo>
                  <a:pt x="197417" y="916850"/>
                </a:lnTo>
                <a:lnTo>
                  <a:pt x="0" y="1164961"/>
                </a:lnTo>
                <a:lnTo>
                  <a:pt x="1316163" y="1164961"/>
                </a:lnTo>
                <a:lnTo>
                  <a:pt x="1118738" y="916850"/>
                </a:lnTo>
                <a:close/>
              </a:path>
              <a:path w="1316354" h="1165225">
                <a:moveTo>
                  <a:pt x="761479" y="786903"/>
                </a:moveTo>
                <a:lnTo>
                  <a:pt x="554675" y="786903"/>
                </a:lnTo>
                <a:lnTo>
                  <a:pt x="554675" y="916850"/>
                </a:lnTo>
                <a:lnTo>
                  <a:pt x="761479" y="916850"/>
                </a:lnTo>
                <a:lnTo>
                  <a:pt x="761479" y="786903"/>
                </a:lnTo>
                <a:close/>
              </a:path>
              <a:path w="1316354" h="1165225">
                <a:moveTo>
                  <a:pt x="1252831" y="0"/>
                </a:moveTo>
                <a:lnTo>
                  <a:pt x="76577" y="0"/>
                </a:lnTo>
                <a:lnTo>
                  <a:pt x="76577" y="786903"/>
                </a:lnTo>
                <a:lnTo>
                  <a:pt x="1252831" y="786903"/>
                </a:lnTo>
                <a:lnTo>
                  <a:pt x="1252831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9931844" y="3316295"/>
            <a:ext cx="1316355" cy="1165225"/>
          </a:xfrm>
          <a:custGeom>
            <a:avLst/>
            <a:gdLst/>
            <a:ahLst/>
            <a:cxnLst/>
            <a:rect l="l" t="t" r="r" b="b"/>
            <a:pathLst>
              <a:path w="1316354" h="1165225">
                <a:moveTo>
                  <a:pt x="1252831" y="0"/>
                </a:moveTo>
                <a:lnTo>
                  <a:pt x="76577" y="0"/>
                </a:lnTo>
                <a:lnTo>
                  <a:pt x="76577" y="786903"/>
                </a:lnTo>
                <a:lnTo>
                  <a:pt x="1252831" y="786903"/>
                </a:lnTo>
                <a:lnTo>
                  <a:pt x="1252831" y="0"/>
                </a:lnTo>
                <a:close/>
              </a:path>
              <a:path w="1316354" h="1165225">
                <a:moveTo>
                  <a:pt x="1316163" y="1164961"/>
                </a:moveTo>
                <a:lnTo>
                  <a:pt x="1118738" y="916850"/>
                </a:lnTo>
                <a:lnTo>
                  <a:pt x="197417" y="916850"/>
                </a:lnTo>
                <a:lnTo>
                  <a:pt x="0" y="1164961"/>
                </a:lnTo>
                <a:lnTo>
                  <a:pt x="1316163" y="1164961"/>
                </a:lnTo>
                <a:close/>
              </a:path>
              <a:path w="1316354" h="1165225">
                <a:moveTo>
                  <a:pt x="761479" y="786903"/>
                </a:moveTo>
                <a:lnTo>
                  <a:pt x="554675" y="786903"/>
                </a:lnTo>
                <a:lnTo>
                  <a:pt x="554675" y="916850"/>
                </a:lnTo>
                <a:lnTo>
                  <a:pt x="761479" y="916850"/>
                </a:lnTo>
                <a:lnTo>
                  <a:pt x="761479" y="786903"/>
                </a:lnTo>
                <a:close/>
              </a:path>
            </a:pathLst>
          </a:custGeom>
          <a:ln w="111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0084688" y="3394338"/>
            <a:ext cx="1025525" cy="638175"/>
          </a:xfrm>
          <a:custGeom>
            <a:avLst/>
            <a:gdLst/>
            <a:ahLst/>
            <a:cxnLst/>
            <a:rect l="l" t="t" r="r" b="b"/>
            <a:pathLst>
              <a:path w="1025525" h="638175">
                <a:moveTo>
                  <a:pt x="1025382" y="0"/>
                </a:moveTo>
                <a:lnTo>
                  <a:pt x="0" y="0"/>
                </a:lnTo>
                <a:lnTo>
                  <a:pt x="0" y="637967"/>
                </a:lnTo>
                <a:lnTo>
                  <a:pt x="1025382" y="637967"/>
                </a:lnTo>
                <a:lnTo>
                  <a:pt x="1025382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0084688" y="3394338"/>
            <a:ext cx="1025525" cy="638175"/>
          </a:xfrm>
          <a:custGeom>
            <a:avLst/>
            <a:gdLst/>
            <a:ahLst/>
            <a:cxnLst/>
            <a:rect l="l" t="t" r="r" b="b"/>
            <a:pathLst>
              <a:path w="1025525" h="638175">
                <a:moveTo>
                  <a:pt x="0" y="637967"/>
                </a:moveTo>
                <a:lnTo>
                  <a:pt x="1025382" y="637967"/>
                </a:lnTo>
                <a:lnTo>
                  <a:pt x="1025382" y="0"/>
                </a:lnTo>
                <a:lnTo>
                  <a:pt x="0" y="0"/>
                </a:lnTo>
                <a:lnTo>
                  <a:pt x="0" y="637967"/>
                </a:lnTo>
                <a:close/>
              </a:path>
            </a:pathLst>
          </a:custGeom>
          <a:ln w="1117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10110968" y="4269096"/>
            <a:ext cx="936625" cy="161290"/>
          </a:xfrm>
          <a:custGeom>
            <a:avLst/>
            <a:gdLst/>
            <a:ahLst/>
            <a:cxnLst/>
            <a:rect l="l" t="t" r="r" b="b"/>
            <a:pathLst>
              <a:path w="936625" h="161289">
                <a:moveTo>
                  <a:pt x="898737" y="64731"/>
                </a:moveTo>
                <a:lnTo>
                  <a:pt x="840271" y="64731"/>
                </a:lnTo>
                <a:lnTo>
                  <a:pt x="872995" y="101183"/>
                </a:lnTo>
                <a:lnTo>
                  <a:pt x="936030" y="101183"/>
                </a:lnTo>
                <a:lnTo>
                  <a:pt x="898737" y="64731"/>
                </a:lnTo>
                <a:close/>
              </a:path>
              <a:path w="936625" h="161289">
                <a:moveTo>
                  <a:pt x="755098" y="0"/>
                </a:moveTo>
                <a:lnTo>
                  <a:pt x="704711" y="0"/>
                </a:lnTo>
                <a:lnTo>
                  <a:pt x="732309" y="39207"/>
                </a:lnTo>
                <a:lnTo>
                  <a:pt x="787637" y="39207"/>
                </a:lnTo>
                <a:lnTo>
                  <a:pt x="755098" y="0"/>
                </a:lnTo>
                <a:close/>
              </a:path>
              <a:path w="936625" h="161289">
                <a:moveTo>
                  <a:pt x="832582" y="0"/>
                </a:moveTo>
                <a:lnTo>
                  <a:pt x="782213" y="0"/>
                </a:lnTo>
                <a:lnTo>
                  <a:pt x="817408" y="39207"/>
                </a:lnTo>
                <a:lnTo>
                  <a:pt x="872698" y="39207"/>
                </a:lnTo>
                <a:lnTo>
                  <a:pt x="832582" y="0"/>
                </a:lnTo>
                <a:close/>
              </a:path>
              <a:path w="936625" h="161289">
                <a:moveTo>
                  <a:pt x="808791" y="64731"/>
                </a:moveTo>
                <a:lnTo>
                  <a:pt x="750269" y="64731"/>
                </a:lnTo>
                <a:lnTo>
                  <a:pt x="775973" y="101183"/>
                </a:lnTo>
                <a:lnTo>
                  <a:pt x="839026" y="101183"/>
                </a:lnTo>
                <a:lnTo>
                  <a:pt x="808791" y="64731"/>
                </a:lnTo>
                <a:close/>
              </a:path>
              <a:path w="936625" h="161289">
                <a:moveTo>
                  <a:pt x="718807" y="64731"/>
                </a:moveTo>
                <a:lnTo>
                  <a:pt x="660286" y="64731"/>
                </a:lnTo>
                <a:lnTo>
                  <a:pt x="678969" y="101183"/>
                </a:lnTo>
                <a:lnTo>
                  <a:pt x="742060" y="101183"/>
                </a:lnTo>
                <a:lnTo>
                  <a:pt x="718807" y="64731"/>
                </a:lnTo>
                <a:close/>
              </a:path>
              <a:path w="936625" h="161289">
                <a:moveTo>
                  <a:pt x="677744" y="0"/>
                </a:moveTo>
                <a:lnTo>
                  <a:pt x="627320" y="0"/>
                </a:lnTo>
                <a:lnTo>
                  <a:pt x="647508" y="40026"/>
                </a:lnTo>
                <a:lnTo>
                  <a:pt x="702909" y="40026"/>
                </a:lnTo>
                <a:lnTo>
                  <a:pt x="677744" y="0"/>
                </a:lnTo>
                <a:close/>
              </a:path>
              <a:path w="936625" h="161289">
                <a:moveTo>
                  <a:pt x="628843" y="64731"/>
                </a:moveTo>
                <a:lnTo>
                  <a:pt x="570321" y="64731"/>
                </a:lnTo>
                <a:lnTo>
                  <a:pt x="581966" y="101183"/>
                </a:lnTo>
                <a:lnTo>
                  <a:pt x="645075" y="101183"/>
                </a:lnTo>
                <a:lnTo>
                  <a:pt x="628843" y="64731"/>
                </a:lnTo>
                <a:close/>
              </a:path>
              <a:path w="936625" h="161289">
                <a:moveTo>
                  <a:pt x="601300" y="2755"/>
                </a:moveTo>
                <a:lnTo>
                  <a:pt x="550541" y="2755"/>
                </a:lnTo>
                <a:lnTo>
                  <a:pt x="562446" y="40026"/>
                </a:lnTo>
                <a:lnTo>
                  <a:pt x="617866" y="40026"/>
                </a:lnTo>
                <a:lnTo>
                  <a:pt x="601300" y="2755"/>
                </a:lnTo>
                <a:close/>
              </a:path>
              <a:path w="936625" h="161289">
                <a:moveTo>
                  <a:pt x="538859" y="64731"/>
                </a:moveTo>
                <a:lnTo>
                  <a:pt x="480356" y="64731"/>
                </a:lnTo>
                <a:lnTo>
                  <a:pt x="484981" y="101183"/>
                </a:lnTo>
                <a:lnTo>
                  <a:pt x="548053" y="101183"/>
                </a:lnTo>
                <a:lnTo>
                  <a:pt x="538859" y="64731"/>
                </a:lnTo>
                <a:close/>
              </a:path>
              <a:path w="936625" h="161289">
                <a:moveTo>
                  <a:pt x="524057" y="5827"/>
                </a:moveTo>
                <a:lnTo>
                  <a:pt x="472909" y="5827"/>
                </a:lnTo>
                <a:lnTo>
                  <a:pt x="477533" y="42335"/>
                </a:lnTo>
                <a:lnTo>
                  <a:pt x="533232" y="42335"/>
                </a:lnTo>
                <a:lnTo>
                  <a:pt x="524057" y="5827"/>
                </a:lnTo>
                <a:close/>
              </a:path>
              <a:path w="936625" h="161289">
                <a:moveTo>
                  <a:pt x="445403" y="5827"/>
                </a:moveTo>
                <a:lnTo>
                  <a:pt x="394273" y="5827"/>
                </a:lnTo>
                <a:lnTo>
                  <a:pt x="391859" y="42335"/>
                </a:lnTo>
                <a:lnTo>
                  <a:pt x="447557" y="42335"/>
                </a:lnTo>
                <a:lnTo>
                  <a:pt x="445403" y="5827"/>
                </a:lnTo>
                <a:close/>
              </a:path>
              <a:path w="936625" h="161289">
                <a:moveTo>
                  <a:pt x="448876" y="64731"/>
                </a:moveTo>
                <a:lnTo>
                  <a:pt x="390391" y="64731"/>
                </a:lnTo>
                <a:lnTo>
                  <a:pt x="387977" y="101183"/>
                </a:lnTo>
                <a:lnTo>
                  <a:pt x="451049" y="101183"/>
                </a:lnTo>
                <a:lnTo>
                  <a:pt x="448876" y="64731"/>
                </a:lnTo>
                <a:close/>
              </a:path>
              <a:path w="936625" h="161289">
                <a:moveTo>
                  <a:pt x="366767" y="5827"/>
                </a:moveTo>
                <a:lnTo>
                  <a:pt x="315637" y="5827"/>
                </a:lnTo>
                <a:lnTo>
                  <a:pt x="306203" y="42335"/>
                </a:lnTo>
                <a:lnTo>
                  <a:pt x="361901" y="42335"/>
                </a:lnTo>
                <a:lnTo>
                  <a:pt x="366767" y="5827"/>
                </a:lnTo>
                <a:close/>
              </a:path>
              <a:path w="936625" h="161289">
                <a:moveTo>
                  <a:pt x="358911" y="64731"/>
                </a:moveTo>
                <a:lnTo>
                  <a:pt x="300408" y="64731"/>
                </a:lnTo>
                <a:lnTo>
                  <a:pt x="290992" y="101183"/>
                </a:lnTo>
                <a:lnTo>
                  <a:pt x="354064" y="101183"/>
                </a:lnTo>
                <a:lnTo>
                  <a:pt x="358911" y="64731"/>
                </a:lnTo>
                <a:close/>
              </a:path>
              <a:path w="936625" h="161289">
                <a:moveTo>
                  <a:pt x="679787" y="124482"/>
                </a:moveTo>
                <a:lnTo>
                  <a:pt x="267052" y="124482"/>
                </a:lnTo>
                <a:lnTo>
                  <a:pt x="256354" y="160949"/>
                </a:lnTo>
                <a:lnTo>
                  <a:pt x="697672" y="160949"/>
                </a:lnTo>
                <a:lnTo>
                  <a:pt x="679787" y="124482"/>
                </a:lnTo>
                <a:close/>
              </a:path>
              <a:path w="936625" h="161289">
                <a:moveTo>
                  <a:pt x="288132" y="5827"/>
                </a:moveTo>
                <a:lnTo>
                  <a:pt x="237002" y="5827"/>
                </a:lnTo>
                <a:lnTo>
                  <a:pt x="220547" y="42335"/>
                </a:lnTo>
                <a:lnTo>
                  <a:pt x="276245" y="42335"/>
                </a:lnTo>
                <a:lnTo>
                  <a:pt x="288132" y="5827"/>
                </a:lnTo>
                <a:close/>
              </a:path>
              <a:path w="936625" h="161289">
                <a:moveTo>
                  <a:pt x="268946" y="64731"/>
                </a:moveTo>
                <a:lnTo>
                  <a:pt x="210425" y="64731"/>
                </a:lnTo>
                <a:lnTo>
                  <a:pt x="193970" y="101183"/>
                </a:lnTo>
                <a:lnTo>
                  <a:pt x="257060" y="101183"/>
                </a:lnTo>
                <a:lnTo>
                  <a:pt x="268946" y="64731"/>
                </a:lnTo>
                <a:close/>
              </a:path>
              <a:path w="936625" h="161289">
                <a:moveTo>
                  <a:pt x="209496" y="5827"/>
                </a:moveTo>
                <a:lnTo>
                  <a:pt x="158385" y="5827"/>
                </a:lnTo>
                <a:lnTo>
                  <a:pt x="134891" y="42335"/>
                </a:lnTo>
                <a:lnTo>
                  <a:pt x="190590" y="42335"/>
                </a:lnTo>
                <a:lnTo>
                  <a:pt x="209496" y="5827"/>
                </a:lnTo>
                <a:close/>
              </a:path>
              <a:path w="936625" h="161289">
                <a:moveTo>
                  <a:pt x="178982" y="64731"/>
                </a:moveTo>
                <a:lnTo>
                  <a:pt x="120479" y="64731"/>
                </a:lnTo>
                <a:lnTo>
                  <a:pt x="96985" y="101183"/>
                </a:lnTo>
                <a:lnTo>
                  <a:pt x="160056" y="101183"/>
                </a:lnTo>
                <a:lnTo>
                  <a:pt x="178982" y="64731"/>
                </a:lnTo>
                <a:close/>
              </a:path>
              <a:path w="936625" h="161289">
                <a:moveTo>
                  <a:pt x="130861" y="5827"/>
                </a:moveTo>
                <a:lnTo>
                  <a:pt x="79768" y="5827"/>
                </a:lnTo>
                <a:lnTo>
                  <a:pt x="49235" y="42335"/>
                </a:lnTo>
                <a:lnTo>
                  <a:pt x="104915" y="42335"/>
                </a:lnTo>
                <a:lnTo>
                  <a:pt x="130861" y="5827"/>
                </a:lnTo>
                <a:close/>
              </a:path>
              <a:path w="936625" h="161289">
                <a:moveTo>
                  <a:pt x="88998" y="64731"/>
                </a:moveTo>
                <a:lnTo>
                  <a:pt x="30514" y="64731"/>
                </a:lnTo>
                <a:lnTo>
                  <a:pt x="0" y="101183"/>
                </a:lnTo>
                <a:lnTo>
                  <a:pt x="63053" y="101183"/>
                </a:lnTo>
                <a:lnTo>
                  <a:pt x="88998" y="647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pPr marL="1804035">
              <a:lnSpc>
                <a:spcPts val="1505"/>
              </a:lnSpc>
            </a:pPr>
            <a:fld id="{81D60167-4931-47E6-BA6A-407CBD079E47}" type="slidenum">
              <a:rPr spc="-20" dirty="0"/>
              <a:t>‹Nr.›</a:t>
            </a:fld>
            <a:endParaRPr spc="-2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D31E49-7C99-6D0E-6303-7FCFA8AB68C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3702" y="535259"/>
            <a:ext cx="3061196" cy="700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620" y="0"/>
            <a:ext cx="12204700" cy="6858000"/>
          </a:xfrm>
          <a:custGeom>
            <a:avLst/>
            <a:gdLst/>
            <a:ahLst/>
            <a:cxnLst/>
            <a:rect l="l" t="t" r="r" b="b"/>
            <a:pathLst>
              <a:path w="12204700" h="6858000">
                <a:moveTo>
                  <a:pt x="12204192" y="0"/>
                </a:moveTo>
                <a:lnTo>
                  <a:pt x="0" y="0"/>
                </a:lnTo>
                <a:lnTo>
                  <a:pt x="0" y="6858000"/>
                </a:lnTo>
                <a:lnTo>
                  <a:pt x="12204192" y="6858000"/>
                </a:lnTo>
                <a:lnTo>
                  <a:pt x="12204192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6597395"/>
            <a:ext cx="12204700" cy="17145"/>
          </a:xfrm>
          <a:custGeom>
            <a:avLst/>
            <a:gdLst/>
            <a:ahLst/>
            <a:cxnLst/>
            <a:rect l="l" t="t" r="r" b="b"/>
            <a:pathLst>
              <a:path w="12204700" h="17145">
                <a:moveTo>
                  <a:pt x="12204192" y="0"/>
                </a:moveTo>
                <a:lnTo>
                  <a:pt x="0" y="0"/>
                </a:lnTo>
                <a:lnTo>
                  <a:pt x="0" y="16763"/>
                </a:lnTo>
                <a:lnTo>
                  <a:pt x="12204192" y="16763"/>
                </a:lnTo>
                <a:lnTo>
                  <a:pt x="12204192" y="0"/>
                </a:lnTo>
                <a:close/>
              </a:path>
            </a:pathLst>
          </a:custGeom>
          <a:solidFill>
            <a:srgbClr val="0055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539239"/>
            <a:ext cx="12197080" cy="18415"/>
          </a:xfrm>
          <a:custGeom>
            <a:avLst/>
            <a:gdLst/>
            <a:ahLst/>
            <a:cxnLst/>
            <a:rect l="l" t="t" r="r" b="b"/>
            <a:pathLst>
              <a:path w="12197080" h="18415">
                <a:moveTo>
                  <a:pt x="12196572" y="0"/>
                </a:moveTo>
                <a:lnTo>
                  <a:pt x="0" y="0"/>
                </a:lnTo>
                <a:lnTo>
                  <a:pt x="0" y="18287"/>
                </a:lnTo>
                <a:lnTo>
                  <a:pt x="12196572" y="18287"/>
                </a:lnTo>
                <a:lnTo>
                  <a:pt x="12196572" y="0"/>
                </a:lnTo>
                <a:close/>
              </a:path>
            </a:pathLst>
          </a:custGeom>
          <a:solidFill>
            <a:srgbClr val="0055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6049" y="1031239"/>
            <a:ext cx="406398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6430" y="2558542"/>
            <a:ext cx="5323205" cy="2963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9598" y="6377940"/>
            <a:ext cx="3905504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0235" y="6377940"/>
            <a:ext cx="2807081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933558" y="6396232"/>
            <a:ext cx="1962150" cy="466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pPr marL="1804035">
              <a:lnSpc>
                <a:spcPts val="1505"/>
              </a:lnSpc>
            </a:pPr>
            <a:fld id="{81D60167-4931-47E6-BA6A-407CBD079E47}" type="slidenum">
              <a:rPr spc="-20" dirty="0"/>
              <a:t>‹Nr.›</a:t>
            </a:fld>
            <a:endParaRPr spc="-2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B8B5FF-3B72-6772-0604-593DCE3E62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3702" y="535259"/>
            <a:ext cx="3061196" cy="700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 sz="1400">
          <a:solidFill>
            <a:srgbClr val="FF0000"/>
          </a:solidFill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59D1110-9633-D320-6C31-583D2511B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1" y="302255"/>
            <a:ext cx="11506200" cy="621234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E39F0E3-8C0D-B9FB-C5FC-26F66EBAD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1220" y="2765476"/>
            <a:ext cx="7263129" cy="98488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Advanced Security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Master Digital Transformation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D07C4BB-AF59-5A16-7633-E602C040004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435351" y="4767635"/>
            <a:ext cx="4572000" cy="830997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Prof. Dr.-Ing. Sebastian Schlesinger</a:t>
            </a:r>
          </a:p>
          <a:p>
            <a:r>
              <a:rPr lang="en-US" dirty="0">
                <a:solidFill>
                  <a:schemeClr val="bg1"/>
                </a:solidFill>
              </a:rPr>
              <a:t>Professor of Business Computer Science (Security and Embedded Systems Engineering)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CC4B0E-AB6C-A87E-6FB8-832AC4F02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36568" y="302255"/>
            <a:ext cx="2950633" cy="683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9478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E92E4-7E0E-177A-A033-0F273D7C7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19490C-9283-6752-AFAF-526377B8F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846" y="1752600"/>
            <a:ext cx="5583060" cy="3323987"/>
          </a:xfrm>
        </p:spPr>
        <p:txBody>
          <a:bodyPr/>
          <a:lstStyle/>
          <a:p>
            <a:r>
              <a:rPr lang="en-US" sz="2400" dirty="0">
                <a:solidFill>
                  <a:srgbClr val="00B0F0"/>
                </a:solidFill>
              </a:rPr>
              <a:t>Foundations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Cryptography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Authentication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Authorization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Network Intro &amp; 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Web Application Security</a:t>
            </a:r>
            <a:r>
              <a:rPr lang="en-US" sz="2400"/>
              <a:t> &amp; Basic CTF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Information Security Management &amp; Operational Security Topics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67F5B2E-58F6-C554-CE1A-297EAC3F6EED}"/>
              </a:ext>
            </a:extLst>
          </p:cNvPr>
          <p:cNvSpPr txBox="1"/>
          <p:nvPr/>
        </p:nvSpPr>
        <p:spPr>
          <a:xfrm>
            <a:off x="5873750" y="1676400"/>
            <a:ext cx="611155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  <a:latin typeface="+mn-lt"/>
                <a:ea typeface="+mn-ea"/>
                <a:cs typeface="+mn-cs"/>
              </a:rPr>
              <a:t>Advanced Topics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Embedded 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 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Ethical Hacking / </a:t>
            </a:r>
            <a:r>
              <a:rPr lang="en-US" sz="24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Pentesting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Intro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Advanced Cryptography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Machine Learning &amp; 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Current Research Topics / Seminar</a:t>
            </a:r>
          </a:p>
        </p:txBody>
      </p:sp>
      <p:sp>
        <p:nvSpPr>
          <p:cNvPr id="7" name="Rechteckiger Pfeil 6">
            <a:extLst>
              <a:ext uri="{FF2B5EF4-FFF2-40B4-BE49-F238E27FC236}">
                <a16:creationId xmlns:a16="http://schemas.microsoft.com/office/drawing/2014/main" id="{68445A95-3019-29AC-8301-CCC8CE11B37A}"/>
              </a:ext>
            </a:extLst>
          </p:cNvPr>
          <p:cNvSpPr/>
          <p:nvPr/>
        </p:nvSpPr>
        <p:spPr>
          <a:xfrm rot="10800000" flipH="1">
            <a:off x="361310" y="4872423"/>
            <a:ext cx="685800" cy="685800"/>
          </a:xfrm>
          <a:prstGeom prst="ben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945B630-8DBA-CFF4-7824-2C9432E8686A}"/>
              </a:ext>
            </a:extLst>
          </p:cNvPr>
          <p:cNvSpPr txBox="1"/>
          <p:nvPr/>
        </p:nvSpPr>
        <p:spPr>
          <a:xfrm>
            <a:off x="1366676" y="5107444"/>
            <a:ext cx="358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Test: Foundations (50%)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1AF1137-E2AB-1C44-9659-772125A00D1D}"/>
              </a:ext>
            </a:extLst>
          </p:cNvPr>
          <p:cNvSpPr txBox="1"/>
          <p:nvPr/>
        </p:nvSpPr>
        <p:spPr>
          <a:xfrm>
            <a:off x="5568950" y="5596742"/>
            <a:ext cx="55167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Final Exam: Security Use Cases in your businesses, presentation (50%)</a:t>
            </a:r>
            <a:endParaRPr lang="de-DE" sz="24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6870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480CE-E386-7390-9CA6-6F7641FAD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48" y="1031239"/>
            <a:ext cx="7204101" cy="492443"/>
          </a:xfrm>
        </p:spPr>
        <p:txBody>
          <a:bodyPr/>
          <a:lstStyle/>
          <a:p>
            <a:r>
              <a:rPr lang="en-DE" dirty="0"/>
              <a:t>Schedule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6777380-261E-7AE4-C245-A37FE898AA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4547134"/>
              </p:ext>
            </p:extLst>
          </p:nvPr>
        </p:nvGraphicFramePr>
        <p:xfrm>
          <a:off x="577850" y="2133600"/>
          <a:ext cx="11049000" cy="39898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62250">
                  <a:extLst>
                    <a:ext uri="{9D8B030D-6E8A-4147-A177-3AD203B41FA5}">
                      <a16:colId xmlns:a16="http://schemas.microsoft.com/office/drawing/2014/main" val="576440950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1115509482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845610662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1823348325"/>
                    </a:ext>
                  </a:extLst>
                </a:gridCol>
              </a:tblGrid>
              <a:tr h="664972">
                <a:tc>
                  <a:txBody>
                    <a:bodyPr/>
                    <a:lstStyle/>
                    <a:p>
                      <a:r>
                        <a:rPr lang="de-DE" dirty="0"/>
                        <a:t>April</a:t>
                      </a:r>
                      <a:endParaRPr lang="en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May</a:t>
                      </a:r>
                      <a:endParaRPr lang="en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June</a:t>
                      </a:r>
                      <a:endParaRPr lang="en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July</a:t>
                      </a:r>
                      <a:endParaRPr lang="en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173707"/>
                  </a:ext>
                </a:extLst>
              </a:tr>
              <a:tr h="664972">
                <a:tc>
                  <a:txBody>
                    <a:bodyPr/>
                    <a:lstStyle/>
                    <a:p>
                      <a:r>
                        <a:rPr lang="de-DE" dirty="0"/>
                        <a:t>1st </a:t>
                      </a:r>
                      <a:r>
                        <a:rPr lang="de-DE" dirty="0" err="1"/>
                        <a:t>presence</a:t>
                      </a:r>
                      <a:r>
                        <a:rPr lang="de-DE" dirty="0"/>
                        <a:t>: </a:t>
                      </a:r>
                      <a:r>
                        <a:rPr lang="de-DE" dirty="0" err="1"/>
                        <a:t>today</a:t>
                      </a:r>
                      <a:r>
                        <a:rPr lang="de-DE" dirty="0"/>
                        <a:t> (Apr 17)</a:t>
                      </a:r>
                      <a:endParaRPr lang="en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</a:t>
                      </a:r>
                      <a:r>
                        <a:rPr lang="en-DE"/>
                        <a:t>eek </a:t>
                      </a:r>
                      <a:r>
                        <a:rPr lang="de-DE" dirty="0"/>
                        <a:t>4th –8th </a:t>
                      </a:r>
                      <a:r>
                        <a:rPr lang="de-DE" dirty="0" err="1"/>
                        <a:t>async</a:t>
                      </a:r>
                      <a:endParaRPr lang="en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4th </a:t>
                      </a:r>
                      <a:r>
                        <a:rPr lang="de-DE" dirty="0" err="1"/>
                        <a:t>presence</a:t>
                      </a:r>
                      <a:endParaRPr lang="en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8th online</a:t>
                      </a:r>
                      <a:endParaRPr lang="en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300496"/>
                  </a:ext>
                </a:extLst>
              </a:tr>
              <a:tr h="664972">
                <a:tc>
                  <a:txBody>
                    <a:bodyPr/>
                    <a:lstStyle/>
                    <a:p>
                      <a:r>
                        <a:rPr lang="en-GB" dirty="0"/>
                        <a:t>Week 20</a:t>
                      </a:r>
                      <a:r>
                        <a:rPr lang="en-GB" baseline="30000" dirty="0"/>
                        <a:t>th</a:t>
                      </a:r>
                      <a:r>
                        <a:rPr lang="en-GB" dirty="0"/>
                        <a:t>-24</a:t>
                      </a:r>
                      <a:r>
                        <a:rPr lang="en-GB" baseline="30000" dirty="0"/>
                        <a:t>th</a:t>
                      </a:r>
                      <a:r>
                        <a:rPr lang="en-GB" dirty="0"/>
                        <a:t>  async</a:t>
                      </a:r>
                      <a:endParaRPr lang="en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13th online</a:t>
                      </a:r>
                      <a:endParaRPr lang="en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Week 8th –12th </a:t>
                      </a:r>
                      <a:r>
                        <a:rPr lang="de-DE" dirty="0" err="1"/>
                        <a:t>async</a:t>
                      </a:r>
                      <a:endParaRPr lang="en-DE" dirty="0"/>
                    </a:p>
                    <a:p>
                      <a:endParaRPr lang="en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17th </a:t>
                      </a:r>
                      <a:r>
                        <a:rPr lang="en-DE"/>
                        <a:t> </a:t>
                      </a:r>
                      <a:r>
                        <a:rPr lang="en-DE" dirty="0"/>
                        <a:t>presence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315375"/>
                  </a:ext>
                </a:extLst>
              </a:tr>
              <a:tr h="664972">
                <a:tc>
                  <a:txBody>
                    <a:bodyPr/>
                    <a:lstStyle/>
                    <a:p>
                      <a:r>
                        <a:rPr lang="de-DE" dirty="0"/>
                        <a:t>Week Apr 27th- May 1st </a:t>
                      </a:r>
                      <a:r>
                        <a:rPr lang="de-DE" dirty="0" err="1"/>
                        <a:t>async</a:t>
                      </a:r>
                      <a:endParaRPr lang="en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22nd online</a:t>
                      </a:r>
                      <a:endParaRPr lang="en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19th online</a:t>
                      </a:r>
                      <a:endParaRPr lang="en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5996324"/>
                  </a:ext>
                </a:extLst>
              </a:tr>
              <a:tr h="664972">
                <a:tc>
                  <a:txBody>
                    <a:bodyPr/>
                    <a:lstStyle/>
                    <a:p>
                      <a:endParaRPr lang="en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</a:t>
                      </a:r>
                      <a:r>
                        <a:rPr lang="en-DE"/>
                        <a:t>eek </a:t>
                      </a:r>
                      <a:r>
                        <a:rPr lang="de-DE" dirty="0"/>
                        <a:t>25th –29th </a:t>
                      </a:r>
                      <a:r>
                        <a:rPr lang="de-DE" dirty="0" err="1"/>
                        <a:t>async</a:t>
                      </a:r>
                      <a:endParaRPr lang="en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Week 22nd – 26th </a:t>
                      </a:r>
                      <a:r>
                        <a:rPr lang="de-DE" dirty="0" err="1"/>
                        <a:t>async</a:t>
                      </a:r>
                      <a:endParaRPr lang="en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1268786"/>
                  </a:ext>
                </a:extLst>
              </a:tr>
              <a:tr h="664972">
                <a:tc>
                  <a:txBody>
                    <a:bodyPr/>
                    <a:lstStyle/>
                    <a:p>
                      <a:endParaRPr lang="en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Week 29th – </a:t>
                      </a:r>
                      <a:r>
                        <a:rPr lang="de-DE" dirty="0" err="1"/>
                        <a:t>July</a:t>
                      </a:r>
                      <a:r>
                        <a:rPr lang="de-DE" dirty="0"/>
                        <a:t> 3rd </a:t>
                      </a:r>
                      <a:r>
                        <a:rPr lang="de-DE" dirty="0" err="1"/>
                        <a:t>async</a:t>
                      </a:r>
                      <a:endParaRPr lang="en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0948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1581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7BE07-BD6D-D40D-4774-BE6D3C7BA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D8420-0952-A2C7-0CAE-0426A401C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48" y="1031239"/>
            <a:ext cx="7204101" cy="492443"/>
          </a:xfrm>
        </p:spPr>
        <p:txBody>
          <a:bodyPr/>
          <a:lstStyle/>
          <a:p>
            <a:r>
              <a:rPr lang="en-DE"/>
              <a:t>Schedule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8AD999F-DD0F-CD62-9466-D9C31D0653A9}"/>
              </a:ext>
            </a:extLst>
          </p:cNvPr>
          <p:cNvGraphicFramePr>
            <a:graphicFrameLocks noGrp="1"/>
          </p:cNvGraphicFramePr>
          <p:nvPr/>
        </p:nvGraphicFramePr>
        <p:xfrm>
          <a:off x="577850" y="2133600"/>
          <a:ext cx="11049000" cy="39898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62250">
                  <a:extLst>
                    <a:ext uri="{9D8B030D-6E8A-4147-A177-3AD203B41FA5}">
                      <a16:colId xmlns:a16="http://schemas.microsoft.com/office/drawing/2014/main" val="576440950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1115509482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845610662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1823348325"/>
                    </a:ext>
                  </a:extLst>
                </a:gridCol>
              </a:tblGrid>
              <a:tr h="664972">
                <a:tc>
                  <a:txBody>
                    <a:bodyPr/>
                    <a:lstStyle/>
                    <a:p>
                      <a:r>
                        <a:rPr lang="de-DE"/>
                        <a:t>April</a:t>
                      </a:r>
                      <a:endParaRPr lang="en-D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May</a:t>
                      </a:r>
                      <a:endParaRPr lang="en-D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June</a:t>
                      </a:r>
                      <a:endParaRPr lang="en-D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err="1"/>
                        <a:t>July</a:t>
                      </a:r>
                      <a:endParaRPr lang="en-D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173707"/>
                  </a:ext>
                </a:extLst>
              </a:tr>
              <a:tr h="664972">
                <a:tc>
                  <a:txBody>
                    <a:bodyPr/>
                    <a:lstStyle/>
                    <a:p>
                      <a:r>
                        <a:rPr lang="de-DE"/>
                        <a:t>1st </a:t>
                      </a:r>
                      <a:r>
                        <a:rPr lang="de-DE" err="1"/>
                        <a:t>presence</a:t>
                      </a:r>
                      <a:r>
                        <a:rPr lang="de-DE"/>
                        <a:t>: </a:t>
                      </a:r>
                      <a:r>
                        <a:rPr lang="de-DE" err="1"/>
                        <a:t>today</a:t>
                      </a:r>
                      <a:r>
                        <a:rPr lang="de-DE"/>
                        <a:t> (Apr 17)</a:t>
                      </a:r>
                      <a:endParaRPr lang="en-D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W</a:t>
                      </a:r>
                      <a:r>
                        <a:rPr lang="en-DE"/>
                        <a:t>eek </a:t>
                      </a:r>
                      <a:r>
                        <a:rPr lang="de-DE"/>
                        <a:t>4th –8th </a:t>
                      </a:r>
                      <a:r>
                        <a:rPr lang="de-DE" err="1"/>
                        <a:t>async</a:t>
                      </a:r>
                      <a:endParaRPr lang="en-D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4th </a:t>
                      </a:r>
                      <a:r>
                        <a:rPr lang="de-DE" err="1"/>
                        <a:t>presence</a:t>
                      </a:r>
                      <a:endParaRPr lang="en-D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8th online</a:t>
                      </a:r>
                      <a:endParaRPr lang="en-D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300496"/>
                  </a:ext>
                </a:extLst>
              </a:tr>
              <a:tr h="664972">
                <a:tc>
                  <a:txBody>
                    <a:bodyPr/>
                    <a:lstStyle/>
                    <a:p>
                      <a:r>
                        <a:rPr lang="en-GB"/>
                        <a:t>Week 20</a:t>
                      </a:r>
                      <a:r>
                        <a:rPr lang="en-GB" baseline="30000"/>
                        <a:t>th</a:t>
                      </a:r>
                      <a:r>
                        <a:rPr lang="en-GB"/>
                        <a:t>-24</a:t>
                      </a:r>
                      <a:r>
                        <a:rPr lang="en-GB" baseline="30000"/>
                        <a:t>th</a:t>
                      </a:r>
                      <a:r>
                        <a:rPr lang="en-GB"/>
                        <a:t>  async</a:t>
                      </a:r>
                      <a:endParaRPr lang="en-D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13th online</a:t>
                      </a:r>
                      <a:endParaRPr lang="en-D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/>
                        <a:t>Week 8th –12th </a:t>
                      </a:r>
                      <a:r>
                        <a:rPr lang="de-DE" err="1"/>
                        <a:t>async</a:t>
                      </a:r>
                      <a:endParaRPr lang="en-DE"/>
                    </a:p>
                    <a:p>
                      <a:endParaRPr lang="en-D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17th </a:t>
                      </a:r>
                      <a:r>
                        <a:rPr lang="en-DE"/>
                        <a:t> presence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315375"/>
                  </a:ext>
                </a:extLst>
              </a:tr>
              <a:tr h="664972">
                <a:tc>
                  <a:txBody>
                    <a:bodyPr/>
                    <a:lstStyle/>
                    <a:p>
                      <a:r>
                        <a:rPr lang="de-DE"/>
                        <a:t>Week Apr 27th- May 1st </a:t>
                      </a:r>
                      <a:r>
                        <a:rPr lang="de-DE" err="1"/>
                        <a:t>async</a:t>
                      </a:r>
                      <a:endParaRPr lang="en-D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22nd online</a:t>
                      </a:r>
                      <a:endParaRPr lang="en-D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19th online</a:t>
                      </a:r>
                      <a:endParaRPr lang="en-D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D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5996324"/>
                  </a:ext>
                </a:extLst>
              </a:tr>
              <a:tr h="664972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W</a:t>
                      </a:r>
                      <a:r>
                        <a:rPr lang="en-DE"/>
                        <a:t>eek </a:t>
                      </a:r>
                      <a:r>
                        <a:rPr lang="de-DE"/>
                        <a:t>25th –29th </a:t>
                      </a:r>
                      <a:r>
                        <a:rPr lang="de-DE" err="1"/>
                        <a:t>async</a:t>
                      </a:r>
                      <a:endParaRPr lang="en-D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Week 22nd – 26th </a:t>
                      </a:r>
                      <a:r>
                        <a:rPr lang="de-DE" err="1"/>
                        <a:t>async</a:t>
                      </a:r>
                      <a:endParaRPr lang="en-D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D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1268786"/>
                  </a:ext>
                </a:extLst>
              </a:tr>
              <a:tr h="664972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D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Week 29th – </a:t>
                      </a:r>
                      <a:r>
                        <a:rPr lang="de-DE" err="1"/>
                        <a:t>July</a:t>
                      </a:r>
                      <a:r>
                        <a:rPr lang="de-DE"/>
                        <a:t> 3rd </a:t>
                      </a:r>
                      <a:r>
                        <a:rPr lang="de-DE" err="1"/>
                        <a:t>async</a:t>
                      </a:r>
                      <a:endParaRPr lang="en-D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D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0948129"/>
                  </a:ext>
                </a:extLst>
              </a:tr>
            </a:tbl>
          </a:graphicData>
        </a:graphic>
      </p:graphicFrame>
      <p:sp>
        <p:nvSpPr>
          <p:cNvPr id="3" name="Rectangle 16">
            <a:extLst>
              <a:ext uri="{FF2B5EF4-FFF2-40B4-BE49-F238E27FC236}">
                <a16:creationId xmlns:a16="http://schemas.microsoft.com/office/drawing/2014/main" id="{F09A6831-3ABA-D493-7A17-4944A5EE1779}"/>
              </a:ext>
            </a:extLst>
          </p:cNvPr>
          <p:cNvSpPr/>
          <p:nvPr/>
        </p:nvSpPr>
        <p:spPr>
          <a:xfrm>
            <a:off x="602497" y="2821676"/>
            <a:ext cx="2705100" cy="6408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Intro &amp; Math Intro</a:t>
            </a:r>
            <a:endParaRPr lang="en-DE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61E0F92C-F97A-9FE3-8EB0-5676C561A77C}"/>
              </a:ext>
            </a:extLst>
          </p:cNvPr>
          <p:cNvSpPr/>
          <p:nvPr/>
        </p:nvSpPr>
        <p:spPr>
          <a:xfrm>
            <a:off x="602497" y="3473422"/>
            <a:ext cx="2705100" cy="6408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Crypto</a:t>
            </a:r>
            <a:endParaRPr lang="en-DE"/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2B12BDE5-2EB9-34DD-E478-0B459A664270}"/>
              </a:ext>
            </a:extLst>
          </p:cNvPr>
          <p:cNvSpPr/>
          <p:nvPr/>
        </p:nvSpPr>
        <p:spPr>
          <a:xfrm>
            <a:off x="602497" y="4125167"/>
            <a:ext cx="2705100" cy="6408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Authentication &amp; </a:t>
            </a:r>
            <a:r>
              <a:rPr lang="de-DE" err="1"/>
              <a:t>Authorization</a:t>
            </a:r>
            <a:endParaRPr lang="en-DE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5D19804D-35C6-EE98-80E9-46973FB982CA}"/>
              </a:ext>
            </a:extLst>
          </p:cNvPr>
          <p:cNvSpPr/>
          <p:nvPr/>
        </p:nvSpPr>
        <p:spPr>
          <a:xfrm>
            <a:off x="3313947" y="2821676"/>
            <a:ext cx="2770105" cy="6408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Network Security</a:t>
            </a:r>
            <a:endParaRPr lang="en-DE"/>
          </a:p>
        </p:txBody>
      </p:sp>
      <p:sp>
        <p:nvSpPr>
          <p:cNvPr id="8" name="Rectangle 16">
            <a:extLst>
              <a:ext uri="{FF2B5EF4-FFF2-40B4-BE49-F238E27FC236}">
                <a16:creationId xmlns:a16="http://schemas.microsoft.com/office/drawing/2014/main" id="{0D3A44EE-89E9-EAC8-7F69-D5F0FEEDE02C}"/>
              </a:ext>
            </a:extLst>
          </p:cNvPr>
          <p:cNvSpPr/>
          <p:nvPr/>
        </p:nvSpPr>
        <p:spPr>
          <a:xfrm>
            <a:off x="3313947" y="3482410"/>
            <a:ext cx="2770105" cy="6408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Web </a:t>
            </a:r>
            <a:r>
              <a:rPr lang="de-DE" err="1"/>
              <a:t>Application</a:t>
            </a:r>
            <a:r>
              <a:rPr lang="de-DE"/>
              <a:t> Security</a:t>
            </a:r>
            <a:endParaRPr lang="en-DE"/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4C4C6E5A-D672-C561-DCA3-A28819C53ADE}"/>
              </a:ext>
            </a:extLst>
          </p:cNvPr>
          <p:cNvSpPr/>
          <p:nvPr/>
        </p:nvSpPr>
        <p:spPr>
          <a:xfrm>
            <a:off x="3313947" y="4143144"/>
            <a:ext cx="2770105" cy="6408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Q &amp; A and </a:t>
            </a:r>
            <a:r>
              <a:rPr lang="de-DE" err="1"/>
              <a:t>OpSec</a:t>
            </a:r>
            <a:r>
              <a:rPr lang="de-DE"/>
              <a:t> </a:t>
            </a:r>
            <a:endParaRPr lang="en-DE"/>
          </a:p>
        </p:txBody>
      </p:sp>
      <p:sp>
        <p:nvSpPr>
          <p:cNvPr id="10" name="Rectangle 16">
            <a:extLst>
              <a:ext uri="{FF2B5EF4-FFF2-40B4-BE49-F238E27FC236}">
                <a16:creationId xmlns:a16="http://schemas.microsoft.com/office/drawing/2014/main" id="{5F13AAC2-81D9-6E21-941C-E67A210D887D}"/>
              </a:ext>
            </a:extLst>
          </p:cNvPr>
          <p:cNvSpPr/>
          <p:nvPr/>
        </p:nvSpPr>
        <p:spPr>
          <a:xfrm>
            <a:off x="6094343" y="2819400"/>
            <a:ext cx="2770105" cy="6408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Q &amp; A and </a:t>
            </a:r>
            <a:r>
              <a:rPr lang="de-DE" dirty="0" err="1"/>
              <a:t>test</a:t>
            </a:r>
            <a:r>
              <a:rPr lang="de-DE" dirty="0"/>
              <a:t> </a:t>
            </a:r>
            <a:endParaRPr lang="en-DE"/>
          </a:p>
        </p:txBody>
      </p:sp>
      <p:sp>
        <p:nvSpPr>
          <p:cNvPr id="11" name="Rectangle 16">
            <a:extLst>
              <a:ext uri="{FF2B5EF4-FFF2-40B4-BE49-F238E27FC236}">
                <a16:creationId xmlns:a16="http://schemas.microsoft.com/office/drawing/2014/main" id="{D07D016D-385B-01FA-5160-69F37314EA44}"/>
              </a:ext>
            </a:extLst>
          </p:cNvPr>
          <p:cNvSpPr/>
          <p:nvPr/>
        </p:nvSpPr>
        <p:spPr>
          <a:xfrm>
            <a:off x="3313947" y="4803878"/>
            <a:ext cx="2770105" cy="6408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Cloud Security</a:t>
            </a:r>
            <a:endParaRPr lang="en-DE"/>
          </a:p>
        </p:txBody>
      </p:sp>
      <p:sp>
        <p:nvSpPr>
          <p:cNvPr id="12" name="Rectangle 16">
            <a:extLst>
              <a:ext uri="{FF2B5EF4-FFF2-40B4-BE49-F238E27FC236}">
                <a16:creationId xmlns:a16="http://schemas.microsoft.com/office/drawing/2014/main" id="{D6A57DAD-6CBC-1A7A-61B8-ACF68AC2848E}"/>
              </a:ext>
            </a:extLst>
          </p:cNvPr>
          <p:cNvSpPr/>
          <p:nvPr/>
        </p:nvSpPr>
        <p:spPr>
          <a:xfrm>
            <a:off x="6094343" y="3489206"/>
            <a:ext cx="2770105" cy="6408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err="1"/>
              <a:t>Machine</a:t>
            </a:r>
            <a:r>
              <a:rPr lang="de-DE"/>
              <a:t> Learning &amp; Security</a:t>
            </a:r>
            <a:endParaRPr lang="en-DE"/>
          </a:p>
        </p:txBody>
      </p:sp>
      <p:sp>
        <p:nvSpPr>
          <p:cNvPr id="13" name="Rectangle 16">
            <a:extLst>
              <a:ext uri="{FF2B5EF4-FFF2-40B4-BE49-F238E27FC236}">
                <a16:creationId xmlns:a16="http://schemas.microsoft.com/office/drawing/2014/main" id="{99D79B3C-7803-32CE-B7C6-44C932AFD1C3}"/>
              </a:ext>
            </a:extLst>
          </p:cNvPr>
          <p:cNvSpPr/>
          <p:nvPr/>
        </p:nvSpPr>
        <p:spPr>
          <a:xfrm>
            <a:off x="6094343" y="4145813"/>
            <a:ext cx="2770105" cy="6408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Q&amp;A, </a:t>
            </a:r>
            <a:r>
              <a:rPr lang="de-DE" err="1"/>
              <a:t>selection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topics</a:t>
            </a:r>
            <a:endParaRPr lang="en-DE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E46CA5DB-69E2-4A55-580C-3CB924A6162C}"/>
              </a:ext>
            </a:extLst>
          </p:cNvPr>
          <p:cNvSpPr/>
          <p:nvPr/>
        </p:nvSpPr>
        <p:spPr>
          <a:xfrm>
            <a:off x="6094343" y="4802419"/>
            <a:ext cx="2770105" cy="6408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Embedded Security</a:t>
            </a:r>
            <a:endParaRPr lang="en-DE"/>
          </a:p>
        </p:txBody>
      </p:sp>
      <p:sp>
        <p:nvSpPr>
          <p:cNvPr id="15" name="Rectangle 16">
            <a:extLst>
              <a:ext uri="{FF2B5EF4-FFF2-40B4-BE49-F238E27FC236}">
                <a16:creationId xmlns:a16="http://schemas.microsoft.com/office/drawing/2014/main" id="{97B158E2-D59D-7EAB-60F7-5E3F9B92BC07}"/>
              </a:ext>
            </a:extLst>
          </p:cNvPr>
          <p:cNvSpPr/>
          <p:nvPr/>
        </p:nvSpPr>
        <p:spPr>
          <a:xfrm>
            <a:off x="6094343" y="5459025"/>
            <a:ext cx="2770105" cy="6408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Tell </a:t>
            </a:r>
            <a:r>
              <a:rPr lang="de-DE" dirty="0" err="1"/>
              <a:t>me</a:t>
            </a:r>
            <a:r>
              <a:rPr lang="de-DE" dirty="0"/>
              <a:t>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deepen</a:t>
            </a:r>
            <a:r>
              <a:rPr lang="de-DE" dirty="0"/>
              <a:t> </a:t>
            </a:r>
            <a:endParaRPr lang="en-D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323B07-13CC-94F8-154E-404472BB9D74}"/>
              </a:ext>
            </a:extLst>
          </p:cNvPr>
          <p:cNvSpPr/>
          <p:nvPr/>
        </p:nvSpPr>
        <p:spPr>
          <a:xfrm>
            <a:off x="8857507" y="3469787"/>
            <a:ext cx="2770105" cy="6408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Final </a:t>
            </a:r>
            <a:r>
              <a:rPr lang="de-DE" err="1"/>
              <a:t>Presentations</a:t>
            </a:r>
            <a:endParaRPr lang="en-DE"/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26FF78F9-B081-FF5D-E664-77BCDAC8BAD9}"/>
              </a:ext>
            </a:extLst>
          </p:cNvPr>
          <p:cNvSpPr/>
          <p:nvPr/>
        </p:nvSpPr>
        <p:spPr>
          <a:xfrm>
            <a:off x="8857507" y="2814463"/>
            <a:ext cx="2770105" cy="6408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Tell </a:t>
            </a:r>
            <a:r>
              <a:rPr lang="de-DE" dirty="0" err="1"/>
              <a:t>me</a:t>
            </a:r>
            <a:r>
              <a:rPr lang="de-DE" dirty="0"/>
              <a:t>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deepen</a:t>
            </a:r>
            <a:r>
              <a:rPr lang="de-DE" dirty="0"/>
              <a:t> 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17631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1B75C-F85E-3362-6EF9-F243C3891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48" y="1031239"/>
            <a:ext cx="6746901" cy="984885"/>
          </a:xfrm>
        </p:spPr>
        <p:txBody>
          <a:bodyPr/>
          <a:lstStyle/>
          <a:p>
            <a:r>
              <a:rPr lang="de-DE" dirty="0"/>
              <a:t>Capture The </a:t>
            </a:r>
            <a:r>
              <a:rPr lang="de-DE" dirty="0" err="1"/>
              <a:t>Flag</a:t>
            </a:r>
            <a:r>
              <a:rPr lang="de-DE" dirty="0"/>
              <a:t> (CTF)</a:t>
            </a:r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4DF7C8-EA70-56B0-BBBA-B15861F3F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2399" y="3593402"/>
            <a:ext cx="10779151" cy="36933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err="1"/>
              <a:t>Perhaps</a:t>
            </a:r>
            <a:r>
              <a:rPr lang="de-DE" sz="2400"/>
              <a:t> possible </a:t>
            </a:r>
            <a:r>
              <a:rPr lang="de-DE" sz="2400" err="1"/>
              <a:t>if</a:t>
            </a:r>
            <a:r>
              <a:rPr lang="de-DE" sz="2400"/>
              <a:t> </a:t>
            </a:r>
            <a:r>
              <a:rPr lang="de-DE" sz="2400" err="1"/>
              <a:t>you</a:t>
            </a:r>
            <a:r>
              <a:rPr lang="de-DE" sz="2400"/>
              <a:t> like – </a:t>
            </a:r>
            <a:r>
              <a:rPr lang="de-DE" sz="2400" err="1"/>
              <a:t>need</a:t>
            </a:r>
            <a:r>
              <a:rPr lang="de-DE" sz="2400"/>
              <a:t> </a:t>
            </a:r>
            <a:r>
              <a:rPr lang="de-DE" sz="2400" err="1"/>
              <a:t>to</a:t>
            </a:r>
            <a:r>
              <a:rPr lang="de-DE" sz="2400"/>
              <a:t> check </a:t>
            </a:r>
            <a:r>
              <a:rPr lang="de-DE" sz="2400" err="1"/>
              <a:t>with</a:t>
            </a:r>
            <a:r>
              <a:rPr lang="de-DE" sz="2400"/>
              <a:t> </a:t>
            </a:r>
            <a:r>
              <a:rPr lang="de-DE" sz="2400" err="1"/>
              <a:t>the</a:t>
            </a:r>
            <a:r>
              <a:rPr lang="de-DE" sz="2400"/>
              <a:t> company</a:t>
            </a:r>
            <a:endParaRPr lang="en-DE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9F4316-7F97-D2EE-562A-9BB8B9A78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332" y="1694942"/>
            <a:ext cx="7518400" cy="17272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F4E6F59-D684-7DD2-AB38-F988742B9137}"/>
              </a:ext>
            </a:extLst>
          </p:cNvPr>
          <p:cNvSpPr/>
          <p:nvPr/>
        </p:nvSpPr>
        <p:spPr>
          <a:xfrm rot="21092891">
            <a:off x="7931150" y="4800600"/>
            <a:ext cx="3124200" cy="609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FF0000"/>
                </a:solidFill>
              </a:rPr>
              <a:t>If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you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wanna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join</a:t>
            </a:r>
            <a:r>
              <a:rPr lang="de-DE" dirty="0">
                <a:solidFill>
                  <a:srgbClr val="FF0000"/>
                </a:solidFill>
              </a:rPr>
              <a:t>, </a:t>
            </a:r>
            <a:r>
              <a:rPr lang="de-DE" dirty="0" err="1">
                <a:solidFill>
                  <a:srgbClr val="FF0000"/>
                </a:solidFill>
              </a:rPr>
              <a:t>let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me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know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7264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E64377-9286-992D-F2AA-378465A5A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48" y="1031239"/>
            <a:ext cx="7737501" cy="984885"/>
          </a:xfrm>
        </p:spPr>
        <p:txBody>
          <a:bodyPr/>
          <a:lstStyle/>
          <a:p>
            <a:r>
              <a:rPr lang="en-US" dirty="0"/>
              <a:t>Feedback for the plan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A11F582-5FF1-A261-2EF4-CF60E6C38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6430" y="2558542"/>
            <a:ext cx="11623320" cy="326672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What do you expect from the lecture?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Any particular content you wish to focus at?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Any content you are missing in the plan?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Any content you wish to </a:t>
            </a:r>
            <a:r>
              <a:rPr lang="en-US" sz="2400" dirty="0" err="1"/>
              <a:t>prioritise</a:t>
            </a:r>
            <a:r>
              <a:rPr lang="en-US" sz="2400" dirty="0"/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Any content to down-</a:t>
            </a:r>
            <a:r>
              <a:rPr lang="en-US" sz="2400" dirty="0" err="1"/>
              <a:t>prioritise</a:t>
            </a:r>
            <a:r>
              <a:rPr lang="en-US" sz="2400" dirty="0"/>
              <a:t>? 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4032791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336</Words>
  <Application>Microsoft Macintosh PowerPoint</Application>
  <PresentationFormat>Benutzerdefiniert</PresentationFormat>
  <Paragraphs>81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Trebuchet MS</vt:lpstr>
      <vt:lpstr>Office Theme</vt:lpstr>
      <vt:lpstr>Advanced Security Master Digital Transformation</vt:lpstr>
      <vt:lpstr>Topics</vt:lpstr>
      <vt:lpstr>Schedule</vt:lpstr>
      <vt:lpstr>Schedule</vt:lpstr>
      <vt:lpstr>Capture The Flag (CTF)</vt:lpstr>
      <vt:lpstr>Feedback for the plan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</dc:title>
  <dc:creator>Thomas Hupperich</dc:creator>
  <cp:lastModifiedBy>Schlesinger, Sebastian</cp:lastModifiedBy>
  <cp:revision>1</cp:revision>
  <dcterms:created xsi:type="dcterms:W3CDTF">2023-01-30T17:03:51Z</dcterms:created>
  <dcterms:modified xsi:type="dcterms:W3CDTF">2026-04-17T12:04:14Z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2023-01-30T00:00:00Z</vt:filetime>
  </property>
  <property fmtid="{D5CDD505-2E9C-101B-9397-08002B2CF9AE}" pid="3" name="Creator">
    <vt:lpwstr>Adobe Acrobat Pro (64-bit) 22.3.20314</vt:lpwstr>
  </property>
  <property fmtid="{D5CDD505-2E9C-101B-9397-08002B2CF9AE}" pid="4" name="LastSaved">
    <vt:filetime>2023-01-30T00:00:00Z</vt:filetime>
  </property>
  <property fmtid="{D5CDD505-2E9C-101B-9397-08002B2CF9AE}" pid="5" name="Producer">
    <vt:lpwstr>Adobe Acrobat Pro (64-bit) 22.3.20314</vt:lpwstr>
  </property>
</Properties>
</file>