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792" r:id="rId2"/>
    <p:sldId id="793" r:id="rId3"/>
    <p:sldId id="794" r:id="rId4"/>
    <p:sldId id="795" r:id="rId5"/>
    <p:sldId id="796" r:id="rId6"/>
    <p:sldId id="797" r:id="rId7"/>
    <p:sldId id="798" r:id="rId8"/>
    <p:sldId id="799" r:id="rId9"/>
    <p:sldId id="8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A0"/>
    <a:srgbClr val="9AE0FF"/>
    <a:srgbClr val="66ACD3"/>
    <a:srgbClr val="6EBFF0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7753B-67B8-F249-B6E9-0672879D1E9C}" v="18" dt="2026-06-05T20:59:23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41"/>
    <p:restoredTop sz="94632"/>
  </p:normalViewPr>
  <p:slideViewPr>
    <p:cSldViewPr snapToGrid="0">
      <p:cViewPr varScale="1">
        <p:scale>
          <a:sx n="33" d="100"/>
          <a:sy n="33" d="100"/>
        </p:scale>
        <p:origin x="208" y="2552"/>
      </p:cViewPr>
      <p:guideLst>
        <p:guide pos="648"/>
        <p:guide orient="horz" pos="12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6D2FDA67-24CA-54D8-B1B4-CE061F2DAD41}"/>
    <pc:docChg chg="custSel addSld delSld modSld">
      <pc:chgData name="Schlesinger, Sebastian" userId="d814e6c9-e9fb-4b77-84f7-ccd8aa3529bb" providerId="ADAL" clId="{6D2FDA67-24CA-54D8-B1B4-CE061F2DAD41}" dt="2026-06-05T20:59:26.463" v="1265" actId="1076"/>
      <pc:docMkLst>
        <pc:docMk/>
      </pc:docMkLst>
      <pc:sldChg chg="del">
        <pc:chgData name="Schlesinger, Sebastian" userId="d814e6c9-e9fb-4b77-84f7-ccd8aa3529bb" providerId="ADAL" clId="{6D2FDA67-24CA-54D8-B1B4-CE061F2DAD41}" dt="2026-06-05T20:44:17.692" v="86" actId="2696"/>
        <pc:sldMkLst>
          <pc:docMk/>
          <pc:sldMk cId="0" sldId="258"/>
        </pc:sldMkLst>
      </pc:sldChg>
      <pc:sldChg chg="del">
        <pc:chgData name="Schlesinger, Sebastian" userId="d814e6c9-e9fb-4b77-84f7-ccd8aa3529bb" providerId="ADAL" clId="{6D2FDA67-24CA-54D8-B1B4-CE061F2DAD41}" dt="2026-06-05T20:44:17.729" v="131" actId="2696"/>
        <pc:sldMkLst>
          <pc:docMk/>
          <pc:sldMk cId="0" sldId="259"/>
        </pc:sldMkLst>
      </pc:sldChg>
      <pc:sldChg chg="del">
        <pc:chgData name="Schlesinger, Sebastian" userId="d814e6c9-e9fb-4b77-84f7-ccd8aa3529bb" providerId="ADAL" clId="{6D2FDA67-24CA-54D8-B1B4-CE061F2DAD41}" dt="2026-06-05T20:44:17.695" v="90" actId="2696"/>
        <pc:sldMkLst>
          <pc:docMk/>
          <pc:sldMk cId="0" sldId="261"/>
        </pc:sldMkLst>
      </pc:sldChg>
      <pc:sldChg chg="del">
        <pc:chgData name="Schlesinger, Sebastian" userId="d814e6c9-e9fb-4b77-84f7-ccd8aa3529bb" providerId="ADAL" clId="{6D2FDA67-24CA-54D8-B1B4-CE061F2DAD41}" dt="2026-06-05T20:44:17.725" v="124" actId="2696"/>
        <pc:sldMkLst>
          <pc:docMk/>
          <pc:sldMk cId="0" sldId="262"/>
        </pc:sldMkLst>
      </pc:sldChg>
      <pc:sldChg chg="del">
        <pc:chgData name="Schlesinger, Sebastian" userId="d814e6c9-e9fb-4b77-84f7-ccd8aa3529bb" providerId="ADAL" clId="{6D2FDA67-24CA-54D8-B1B4-CE061F2DAD41}" dt="2026-06-05T20:44:17.623" v="22" actId="2696"/>
        <pc:sldMkLst>
          <pc:docMk/>
          <pc:sldMk cId="0" sldId="263"/>
        </pc:sldMkLst>
      </pc:sldChg>
      <pc:sldChg chg="del">
        <pc:chgData name="Schlesinger, Sebastian" userId="d814e6c9-e9fb-4b77-84f7-ccd8aa3529bb" providerId="ADAL" clId="{6D2FDA67-24CA-54D8-B1B4-CE061F2DAD41}" dt="2026-06-05T20:44:17.660" v="57" actId="2696"/>
        <pc:sldMkLst>
          <pc:docMk/>
          <pc:sldMk cId="0" sldId="264"/>
        </pc:sldMkLst>
      </pc:sldChg>
      <pc:sldChg chg="del">
        <pc:chgData name="Schlesinger, Sebastian" userId="d814e6c9-e9fb-4b77-84f7-ccd8aa3529bb" providerId="ADAL" clId="{6D2FDA67-24CA-54D8-B1B4-CE061F2DAD41}" dt="2026-06-05T20:44:17.746" v="149" actId="2696"/>
        <pc:sldMkLst>
          <pc:docMk/>
          <pc:sldMk cId="0" sldId="265"/>
        </pc:sldMkLst>
      </pc:sldChg>
      <pc:sldChg chg="del">
        <pc:chgData name="Schlesinger, Sebastian" userId="d814e6c9-e9fb-4b77-84f7-ccd8aa3529bb" providerId="ADAL" clId="{6D2FDA67-24CA-54D8-B1B4-CE061F2DAD41}" dt="2026-06-05T20:44:17.596" v="5" actId="2696"/>
        <pc:sldMkLst>
          <pc:docMk/>
          <pc:sldMk cId="0" sldId="266"/>
        </pc:sldMkLst>
      </pc:sldChg>
      <pc:sldChg chg="del">
        <pc:chgData name="Schlesinger, Sebastian" userId="d814e6c9-e9fb-4b77-84f7-ccd8aa3529bb" providerId="ADAL" clId="{6D2FDA67-24CA-54D8-B1B4-CE061F2DAD41}" dt="2026-06-05T20:44:17.681" v="75" actId="2696"/>
        <pc:sldMkLst>
          <pc:docMk/>
          <pc:sldMk cId="0" sldId="267"/>
        </pc:sldMkLst>
      </pc:sldChg>
      <pc:sldChg chg="del">
        <pc:chgData name="Schlesinger, Sebastian" userId="d814e6c9-e9fb-4b77-84f7-ccd8aa3529bb" providerId="ADAL" clId="{6D2FDA67-24CA-54D8-B1B4-CE061F2DAD41}" dt="2026-06-05T20:44:17.743" v="148" actId="2696"/>
        <pc:sldMkLst>
          <pc:docMk/>
          <pc:sldMk cId="0" sldId="268"/>
        </pc:sldMkLst>
      </pc:sldChg>
      <pc:sldChg chg="del">
        <pc:chgData name="Schlesinger, Sebastian" userId="d814e6c9-e9fb-4b77-84f7-ccd8aa3529bb" providerId="ADAL" clId="{6D2FDA67-24CA-54D8-B1B4-CE061F2DAD41}" dt="2026-06-05T20:44:17.631" v="27" actId="2696"/>
        <pc:sldMkLst>
          <pc:docMk/>
          <pc:sldMk cId="0" sldId="269"/>
        </pc:sldMkLst>
      </pc:sldChg>
      <pc:sldChg chg="del">
        <pc:chgData name="Schlesinger, Sebastian" userId="d814e6c9-e9fb-4b77-84f7-ccd8aa3529bb" providerId="ADAL" clId="{6D2FDA67-24CA-54D8-B1B4-CE061F2DAD41}" dt="2026-06-05T20:44:17.722" v="119" actId="2696"/>
        <pc:sldMkLst>
          <pc:docMk/>
          <pc:sldMk cId="0" sldId="270"/>
        </pc:sldMkLst>
      </pc:sldChg>
      <pc:sldChg chg="del">
        <pc:chgData name="Schlesinger, Sebastian" userId="d814e6c9-e9fb-4b77-84f7-ccd8aa3529bb" providerId="ADAL" clId="{6D2FDA67-24CA-54D8-B1B4-CE061F2DAD41}" dt="2026-06-05T20:44:17.693" v="88" actId="2696"/>
        <pc:sldMkLst>
          <pc:docMk/>
          <pc:sldMk cId="0" sldId="271"/>
        </pc:sldMkLst>
      </pc:sldChg>
      <pc:sldChg chg="del">
        <pc:chgData name="Schlesinger, Sebastian" userId="d814e6c9-e9fb-4b77-84f7-ccd8aa3529bb" providerId="ADAL" clId="{6D2FDA67-24CA-54D8-B1B4-CE061F2DAD41}" dt="2026-06-05T20:44:17.683" v="77" actId="2696"/>
        <pc:sldMkLst>
          <pc:docMk/>
          <pc:sldMk cId="0" sldId="272"/>
        </pc:sldMkLst>
      </pc:sldChg>
      <pc:sldChg chg="del">
        <pc:chgData name="Schlesinger, Sebastian" userId="d814e6c9-e9fb-4b77-84f7-ccd8aa3529bb" providerId="ADAL" clId="{6D2FDA67-24CA-54D8-B1B4-CE061F2DAD41}" dt="2026-06-05T20:44:17.655" v="51" actId="2696"/>
        <pc:sldMkLst>
          <pc:docMk/>
          <pc:sldMk cId="0" sldId="273"/>
        </pc:sldMkLst>
      </pc:sldChg>
      <pc:sldChg chg="del">
        <pc:chgData name="Schlesinger, Sebastian" userId="d814e6c9-e9fb-4b77-84f7-ccd8aa3529bb" providerId="ADAL" clId="{6D2FDA67-24CA-54D8-B1B4-CE061F2DAD41}" dt="2026-06-05T20:44:17.696" v="92" actId="2696"/>
        <pc:sldMkLst>
          <pc:docMk/>
          <pc:sldMk cId="0" sldId="274"/>
        </pc:sldMkLst>
      </pc:sldChg>
      <pc:sldChg chg="del">
        <pc:chgData name="Schlesinger, Sebastian" userId="d814e6c9-e9fb-4b77-84f7-ccd8aa3529bb" providerId="ADAL" clId="{6D2FDA67-24CA-54D8-B1B4-CE061F2DAD41}" dt="2026-06-05T20:44:17.640" v="35" actId="2696"/>
        <pc:sldMkLst>
          <pc:docMk/>
          <pc:sldMk cId="0" sldId="281"/>
        </pc:sldMkLst>
      </pc:sldChg>
      <pc:sldChg chg="del">
        <pc:chgData name="Schlesinger, Sebastian" userId="d814e6c9-e9fb-4b77-84f7-ccd8aa3529bb" providerId="ADAL" clId="{6D2FDA67-24CA-54D8-B1B4-CE061F2DAD41}" dt="2026-06-05T20:44:17.704" v="98" actId="2696"/>
        <pc:sldMkLst>
          <pc:docMk/>
          <pc:sldMk cId="0" sldId="282"/>
        </pc:sldMkLst>
      </pc:sldChg>
      <pc:sldChg chg="del">
        <pc:chgData name="Schlesinger, Sebastian" userId="d814e6c9-e9fb-4b77-84f7-ccd8aa3529bb" providerId="ADAL" clId="{6D2FDA67-24CA-54D8-B1B4-CE061F2DAD41}" dt="2026-06-05T20:44:17.671" v="64" actId="2696"/>
        <pc:sldMkLst>
          <pc:docMk/>
          <pc:sldMk cId="0" sldId="283"/>
        </pc:sldMkLst>
      </pc:sldChg>
      <pc:sldChg chg="del">
        <pc:chgData name="Schlesinger, Sebastian" userId="d814e6c9-e9fb-4b77-84f7-ccd8aa3529bb" providerId="ADAL" clId="{6D2FDA67-24CA-54D8-B1B4-CE061F2DAD41}" dt="2026-06-05T20:44:17.742" v="145" actId="2696"/>
        <pc:sldMkLst>
          <pc:docMk/>
          <pc:sldMk cId="0" sldId="292"/>
        </pc:sldMkLst>
      </pc:sldChg>
      <pc:sldChg chg="del">
        <pc:chgData name="Schlesinger, Sebastian" userId="d814e6c9-e9fb-4b77-84f7-ccd8aa3529bb" providerId="ADAL" clId="{6D2FDA67-24CA-54D8-B1B4-CE061F2DAD41}" dt="2026-06-05T20:44:17.730" v="134" actId="2696"/>
        <pc:sldMkLst>
          <pc:docMk/>
          <pc:sldMk cId="3775953728" sldId="298"/>
        </pc:sldMkLst>
      </pc:sldChg>
      <pc:sldChg chg="del">
        <pc:chgData name="Schlesinger, Sebastian" userId="d814e6c9-e9fb-4b77-84f7-ccd8aa3529bb" providerId="ADAL" clId="{6D2FDA67-24CA-54D8-B1B4-CE061F2DAD41}" dt="2026-06-05T20:44:17.656" v="52" actId="2696"/>
        <pc:sldMkLst>
          <pc:docMk/>
          <pc:sldMk cId="1380854476" sldId="307"/>
        </pc:sldMkLst>
      </pc:sldChg>
      <pc:sldChg chg="modSp mod">
        <pc:chgData name="Schlesinger, Sebastian" userId="d814e6c9-e9fb-4b77-84f7-ccd8aa3529bb" providerId="ADAL" clId="{6D2FDA67-24CA-54D8-B1B4-CE061F2DAD41}" dt="2026-06-05T20:44:26.086" v="181" actId="20577"/>
        <pc:sldMkLst>
          <pc:docMk/>
          <pc:sldMk cId="3474821153" sldId="792"/>
        </pc:sldMkLst>
        <pc:spChg chg="mod">
          <ac:chgData name="Schlesinger, Sebastian" userId="d814e6c9-e9fb-4b77-84f7-ccd8aa3529bb" providerId="ADAL" clId="{6D2FDA67-24CA-54D8-B1B4-CE061F2DAD41}" dt="2026-06-05T20:44:26.086" v="181" actId="20577"/>
          <ac:spMkLst>
            <pc:docMk/>
            <pc:sldMk cId="3474821153" sldId="792"/>
            <ac:spMk id="4" creationId="{1E39F0E3-8C0D-B9FB-C5FC-26F66EBAD397}"/>
          </ac:spMkLst>
        </pc:spChg>
      </pc:sldChg>
      <pc:sldChg chg="addSp delSp modSp new mod modClrScheme chgLayout">
        <pc:chgData name="Schlesinger, Sebastian" userId="d814e6c9-e9fb-4b77-84f7-ccd8aa3529bb" providerId="ADAL" clId="{6D2FDA67-24CA-54D8-B1B4-CE061F2DAD41}" dt="2026-06-05T20:45:29.399" v="220" actId="20577"/>
        <pc:sldMkLst>
          <pc:docMk/>
          <pc:sldMk cId="2917210520" sldId="793"/>
        </pc:sldMkLst>
        <pc:spChg chg="del mod ord">
          <ac:chgData name="Schlesinger, Sebastian" userId="d814e6c9-e9fb-4b77-84f7-ccd8aa3529bb" providerId="ADAL" clId="{6D2FDA67-24CA-54D8-B1B4-CE061F2DAD41}" dt="2026-06-05T20:44:32.433" v="183" actId="700"/>
          <ac:spMkLst>
            <pc:docMk/>
            <pc:sldMk cId="2917210520" sldId="793"/>
            <ac:spMk id="2" creationId="{6B5B1C0D-3896-B8D0-A59A-62D6C331C0AD}"/>
          </ac:spMkLst>
        </pc:spChg>
        <pc:spChg chg="del">
          <ac:chgData name="Schlesinger, Sebastian" userId="d814e6c9-e9fb-4b77-84f7-ccd8aa3529bb" providerId="ADAL" clId="{6D2FDA67-24CA-54D8-B1B4-CE061F2DAD41}" dt="2026-06-05T20:44:32.433" v="183" actId="700"/>
          <ac:spMkLst>
            <pc:docMk/>
            <pc:sldMk cId="2917210520" sldId="793"/>
            <ac:spMk id="3" creationId="{2AC64918-9E75-02DE-F101-259F93D01212}"/>
          </ac:spMkLst>
        </pc:spChg>
        <pc:spChg chg="mod ord">
          <ac:chgData name="Schlesinger, Sebastian" userId="d814e6c9-e9fb-4b77-84f7-ccd8aa3529bb" providerId="ADAL" clId="{6D2FDA67-24CA-54D8-B1B4-CE061F2DAD41}" dt="2026-06-05T20:45:21.253" v="186" actId="26606"/>
          <ac:spMkLst>
            <pc:docMk/>
            <pc:sldMk cId="2917210520" sldId="793"/>
            <ac:spMk id="4" creationId="{DD77CC24-78A6-6FEC-F829-B3F0480B85CB}"/>
          </ac:spMkLst>
        </pc:spChg>
        <pc:spChg chg="add del mod ord">
          <ac:chgData name="Schlesinger, Sebastian" userId="d814e6c9-e9fb-4b77-84f7-ccd8aa3529bb" providerId="ADAL" clId="{6D2FDA67-24CA-54D8-B1B4-CE061F2DAD41}" dt="2026-06-05T20:45:21.253" v="186" actId="26606"/>
          <ac:spMkLst>
            <pc:docMk/>
            <pc:sldMk cId="2917210520" sldId="793"/>
            <ac:spMk id="5" creationId="{EDD8C197-B993-AA93-7876-A45E494A17EF}"/>
          </ac:spMkLst>
        </pc:spChg>
        <pc:spChg chg="add mod">
          <ac:chgData name="Schlesinger, Sebastian" userId="d814e6c9-e9fb-4b77-84f7-ccd8aa3529bb" providerId="ADAL" clId="{6D2FDA67-24CA-54D8-B1B4-CE061F2DAD41}" dt="2026-06-05T20:45:29.399" v="220" actId="20577"/>
          <ac:spMkLst>
            <pc:docMk/>
            <pc:sldMk cId="2917210520" sldId="793"/>
            <ac:spMk id="11" creationId="{E640EF30-5871-1E02-72F3-E3DCAA37AFD0}"/>
          </ac:spMkLst>
        </pc:spChg>
        <pc:picChg chg="add mod">
          <ac:chgData name="Schlesinger, Sebastian" userId="d814e6c9-e9fb-4b77-84f7-ccd8aa3529bb" providerId="ADAL" clId="{6D2FDA67-24CA-54D8-B1B4-CE061F2DAD41}" dt="2026-06-05T20:45:21.253" v="186" actId="26606"/>
          <ac:picMkLst>
            <pc:docMk/>
            <pc:sldMk cId="2917210520" sldId="793"/>
            <ac:picMk id="6" creationId="{9145F666-B70A-3F94-06E8-BF2FC6E41D98}"/>
          </ac:picMkLst>
        </pc:picChg>
      </pc:sldChg>
      <pc:sldChg chg="modSp new mod">
        <pc:chgData name="Schlesinger, Sebastian" userId="d814e6c9-e9fb-4b77-84f7-ccd8aa3529bb" providerId="ADAL" clId="{6D2FDA67-24CA-54D8-B1B4-CE061F2DAD41}" dt="2026-06-05T20:51:33.316" v="730" actId="20577"/>
        <pc:sldMkLst>
          <pc:docMk/>
          <pc:sldMk cId="306907223" sldId="794"/>
        </pc:sldMkLst>
        <pc:spChg chg="mod">
          <ac:chgData name="Schlesinger, Sebastian" userId="d814e6c9-e9fb-4b77-84f7-ccd8aa3529bb" providerId="ADAL" clId="{6D2FDA67-24CA-54D8-B1B4-CE061F2DAD41}" dt="2026-06-05T20:51:33.316" v="730" actId="20577"/>
          <ac:spMkLst>
            <pc:docMk/>
            <pc:sldMk cId="306907223" sldId="794"/>
            <ac:spMk id="2" creationId="{1D8FEF95-E01A-166C-C4F3-A7EE5093B618}"/>
          </ac:spMkLst>
        </pc:spChg>
        <pc:spChg chg="mod">
          <ac:chgData name="Schlesinger, Sebastian" userId="d814e6c9-e9fb-4b77-84f7-ccd8aa3529bb" providerId="ADAL" clId="{6D2FDA67-24CA-54D8-B1B4-CE061F2DAD41}" dt="2026-06-05T20:50:04.958" v="501" actId="27636"/>
          <ac:spMkLst>
            <pc:docMk/>
            <pc:sldMk cId="306907223" sldId="794"/>
            <ac:spMk id="3" creationId="{1B3C8B9A-EAE8-9FB0-0E73-7B263B5F71CB}"/>
          </ac:spMkLst>
        </pc:spChg>
      </pc:sldChg>
      <pc:sldChg chg="modSp add mod">
        <pc:chgData name="Schlesinger, Sebastian" userId="d814e6c9-e9fb-4b77-84f7-ccd8aa3529bb" providerId="ADAL" clId="{6D2FDA67-24CA-54D8-B1B4-CE061F2DAD41}" dt="2026-06-05T20:53:31.892" v="1096" actId="20577"/>
        <pc:sldMkLst>
          <pc:docMk/>
          <pc:sldMk cId="46429801" sldId="795"/>
        </pc:sldMkLst>
        <pc:spChg chg="mod">
          <ac:chgData name="Schlesinger, Sebastian" userId="d814e6c9-e9fb-4b77-84f7-ccd8aa3529bb" providerId="ADAL" clId="{6D2FDA67-24CA-54D8-B1B4-CE061F2DAD41}" dt="2026-06-05T20:53:31.892" v="1096" actId="20577"/>
          <ac:spMkLst>
            <pc:docMk/>
            <pc:sldMk cId="46429801" sldId="795"/>
            <ac:spMk id="2" creationId="{05670216-5EE2-BAF3-D87A-620FAB88E286}"/>
          </ac:spMkLst>
        </pc:spChg>
      </pc:sldChg>
      <pc:sldChg chg="addSp delSp modSp new mod">
        <pc:chgData name="Schlesinger, Sebastian" userId="d814e6c9-e9fb-4b77-84f7-ccd8aa3529bb" providerId="ADAL" clId="{6D2FDA67-24CA-54D8-B1B4-CE061F2DAD41}" dt="2026-06-05T20:55:44.037" v="1165" actId="255"/>
        <pc:sldMkLst>
          <pc:docMk/>
          <pc:sldMk cId="656314912" sldId="796"/>
        </pc:sldMkLst>
        <pc:spChg chg="del">
          <ac:chgData name="Schlesinger, Sebastian" userId="d814e6c9-e9fb-4b77-84f7-ccd8aa3529bb" providerId="ADAL" clId="{6D2FDA67-24CA-54D8-B1B4-CE061F2DAD41}" dt="2026-06-05T20:54:28.839" v="1115" actId="478"/>
          <ac:spMkLst>
            <pc:docMk/>
            <pc:sldMk cId="656314912" sldId="796"/>
            <ac:spMk id="2" creationId="{29B49CA1-0E77-1EC9-AD1F-867D11F5BB25}"/>
          </ac:spMkLst>
        </pc:spChg>
        <pc:spChg chg="mod">
          <ac:chgData name="Schlesinger, Sebastian" userId="d814e6c9-e9fb-4b77-84f7-ccd8aa3529bb" providerId="ADAL" clId="{6D2FDA67-24CA-54D8-B1B4-CE061F2DAD41}" dt="2026-06-05T20:54:24.665" v="1114" actId="20577"/>
          <ac:spMkLst>
            <pc:docMk/>
            <pc:sldMk cId="656314912" sldId="796"/>
            <ac:spMk id="3" creationId="{B2E8F557-861D-8867-9ADD-3B2BDFF661BF}"/>
          </ac:spMkLst>
        </pc:spChg>
        <pc:spChg chg="add mod">
          <ac:chgData name="Schlesinger, Sebastian" userId="d814e6c9-e9fb-4b77-84f7-ccd8aa3529bb" providerId="ADAL" clId="{6D2FDA67-24CA-54D8-B1B4-CE061F2DAD41}" dt="2026-06-05T20:55:44.037" v="1165" actId="255"/>
          <ac:spMkLst>
            <pc:docMk/>
            <pc:sldMk cId="656314912" sldId="796"/>
            <ac:spMk id="7" creationId="{35A1B9DF-5FB5-64AA-CCDA-4BBCC510E2AD}"/>
          </ac:spMkLst>
        </pc:spChg>
        <pc:picChg chg="add mod">
          <ac:chgData name="Schlesinger, Sebastian" userId="d814e6c9-e9fb-4b77-84f7-ccd8aa3529bb" providerId="ADAL" clId="{6D2FDA67-24CA-54D8-B1B4-CE061F2DAD41}" dt="2026-06-05T20:54:43.527" v="1118" actId="1076"/>
          <ac:picMkLst>
            <pc:docMk/>
            <pc:sldMk cId="656314912" sldId="796"/>
            <ac:picMk id="5" creationId="{EE7C74E1-0C02-0F7F-F3BD-0FD064CA4CC1}"/>
          </ac:picMkLst>
        </pc:picChg>
      </pc:sldChg>
      <pc:sldChg chg="addSp delSp modSp new mod">
        <pc:chgData name="Schlesinger, Sebastian" userId="d814e6c9-e9fb-4b77-84f7-ccd8aa3529bb" providerId="ADAL" clId="{6D2FDA67-24CA-54D8-B1B4-CE061F2DAD41}" dt="2026-06-05T20:58:23.859" v="1188" actId="21"/>
        <pc:sldMkLst>
          <pc:docMk/>
          <pc:sldMk cId="2563706630" sldId="797"/>
        </pc:sldMkLst>
        <pc:spChg chg="del">
          <ac:chgData name="Schlesinger, Sebastian" userId="d814e6c9-e9fb-4b77-84f7-ccd8aa3529bb" providerId="ADAL" clId="{6D2FDA67-24CA-54D8-B1B4-CE061F2DAD41}" dt="2026-06-05T20:54:59.112" v="1120" actId="478"/>
          <ac:spMkLst>
            <pc:docMk/>
            <pc:sldMk cId="2563706630" sldId="797"/>
            <ac:spMk id="2" creationId="{B9343B9A-A28B-D31A-C35C-7AEA42CDC503}"/>
          </ac:spMkLst>
        </pc:spChg>
        <pc:spChg chg="mod">
          <ac:chgData name="Schlesinger, Sebastian" userId="d814e6c9-e9fb-4b77-84f7-ccd8aa3529bb" providerId="ADAL" clId="{6D2FDA67-24CA-54D8-B1B4-CE061F2DAD41}" dt="2026-06-05T20:55:19.724" v="1153" actId="20577"/>
          <ac:spMkLst>
            <pc:docMk/>
            <pc:sldMk cId="2563706630" sldId="797"/>
            <ac:spMk id="3" creationId="{498BEEC6-E42B-B931-4B6A-E527889714D3}"/>
          </ac:spMkLst>
        </pc:spChg>
        <pc:spChg chg="add mod">
          <ac:chgData name="Schlesinger, Sebastian" userId="d814e6c9-e9fb-4b77-84f7-ccd8aa3529bb" providerId="ADAL" clId="{6D2FDA67-24CA-54D8-B1B4-CE061F2DAD41}" dt="2026-06-05T20:58:11.530" v="1187" actId="20577"/>
          <ac:spMkLst>
            <pc:docMk/>
            <pc:sldMk cId="2563706630" sldId="797"/>
            <ac:spMk id="8" creationId="{7D4F264C-8302-8FEA-27AF-050C7D2F023D}"/>
          </ac:spMkLst>
        </pc:spChg>
        <pc:picChg chg="add mod">
          <ac:chgData name="Schlesinger, Sebastian" userId="d814e6c9-e9fb-4b77-84f7-ccd8aa3529bb" providerId="ADAL" clId="{6D2FDA67-24CA-54D8-B1B4-CE061F2DAD41}" dt="2026-06-05T20:55:06.435" v="1123" actId="1076"/>
          <ac:picMkLst>
            <pc:docMk/>
            <pc:sldMk cId="2563706630" sldId="797"/>
            <ac:picMk id="5" creationId="{56998128-3C99-75FA-BB30-45A8F85F8161}"/>
          </ac:picMkLst>
        </pc:picChg>
        <pc:picChg chg="add del mod">
          <ac:chgData name="Schlesinger, Sebastian" userId="d814e6c9-e9fb-4b77-84f7-ccd8aa3529bb" providerId="ADAL" clId="{6D2FDA67-24CA-54D8-B1B4-CE061F2DAD41}" dt="2026-06-05T20:58:23.859" v="1188" actId="21"/>
          <ac:picMkLst>
            <pc:docMk/>
            <pc:sldMk cId="2563706630" sldId="797"/>
            <ac:picMk id="6" creationId="{9B1123EC-41EB-F10D-6174-C1E17F9AD46E}"/>
          </ac:picMkLst>
        </pc:picChg>
      </pc:sldChg>
      <pc:sldChg chg="addSp delSp modSp new mod">
        <pc:chgData name="Schlesinger, Sebastian" userId="d814e6c9-e9fb-4b77-84f7-ccd8aa3529bb" providerId="ADAL" clId="{6D2FDA67-24CA-54D8-B1B4-CE061F2DAD41}" dt="2026-06-05T20:58:40.860" v="1217" actId="20577"/>
        <pc:sldMkLst>
          <pc:docMk/>
          <pc:sldMk cId="3819168100" sldId="798"/>
        </pc:sldMkLst>
        <pc:spChg chg="del">
          <ac:chgData name="Schlesinger, Sebastian" userId="d814e6c9-e9fb-4b77-84f7-ccd8aa3529bb" providerId="ADAL" clId="{6D2FDA67-24CA-54D8-B1B4-CE061F2DAD41}" dt="2026-06-05T20:58:32.357" v="1190"/>
          <ac:spMkLst>
            <pc:docMk/>
            <pc:sldMk cId="3819168100" sldId="798"/>
            <ac:spMk id="2" creationId="{3F29F70A-CDA4-A8C3-1870-30869D98E44C}"/>
          </ac:spMkLst>
        </pc:spChg>
        <pc:spChg chg="mod">
          <ac:chgData name="Schlesinger, Sebastian" userId="d814e6c9-e9fb-4b77-84f7-ccd8aa3529bb" providerId="ADAL" clId="{6D2FDA67-24CA-54D8-B1B4-CE061F2DAD41}" dt="2026-06-05T20:58:40.860" v="1217" actId="20577"/>
          <ac:spMkLst>
            <pc:docMk/>
            <pc:sldMk cId="3819168100" sldId="798"/>
            <ac:spMk id="3" creationId="{3311E732-9EA4-0040-8913-278504F72548}"/>
          </ac:spMkLst>
        </pc:spChg>
        <pc:picChg chg="add mod">
          <ac:chgData name="Schlesinger, Sebastian" userId="d814e6c9-e9fb-4b77-84f7-ccd8aa3529bb" providerId="ADAL" clId="{6D2FDA67-24CA-54D8-B1B4-CE061F2DAD41}" dt="2026-06-05T20:58:32.357" v="1190"/>
          <ac:picMkLst>
            <pc:docMk/>
            <pc:sldMk cId="3819168100" sldId="798"/>
            <ac:picMk id="5" creationId="{D79F5250-F191-178C-0698-27EC3B001860}"/>
          </ac:picMkLst>
        </pc:picChg>
      </pc:sldChg>
      <pc:sldChg chg="addSp delSp modSp new mod">
        <pc:chgData name="Schlesinger, Sebastian" userId="d814e6c9-e9fb-4b77-84f7-ccd8aa3529bb" providerId="ADAL" clId="{6D2FDA67-24CA-54D8-B1B4-CE061F2DAD41}" dt="2026-06-05T20:59:04.442" v="1250" actId="1076"/>
        <pc:sldMkLst>
          <pc:docMk/>
          <pc:sldMk cId="2535669215" sldId="799"/>
        </pc:sldMkLst>
        <pc:spChg chg="del">
          <ac:chgData name="Schlesinger, Sebastian" userId="d814e6c9-e9fb-4b77-84f7-ccd8aa3529bb" providerId="ADAL" clId="{6D2FDA67-24CA-54D8-B1B4-CE061F2DAD41}" dt="2026-06-05T20:58:54.147" v="1219"/>
          <ac:spMkLst>
            <pc:docMk/>
            <pc:sldMk cId="2535669215" sldId="799"/>
            <ac:spMk id="2" creationId="{A9C232F4-9CD0-5BE0-ED89-8A6C735CD1EA}"/>
          </ac:spMkLst>
        </pc:spChg>
        <pc:spChg chg="mod">
          <ac:chgData name="Schlesinger, Sebastian" userId="d814e6c9-e9fb-4b77-84f7-ccd8aa3529bb" providerId="ADAL" clId="{6D2FDA67-24CA-54D8-B1B4-CE061F2DAD41}" dt="2026-06-05T20:59:00.109" v="1248" actId="20577"/>
          <ac:spMkLst>
            <pc:docMk/>
            <pc:sldMk cId="2535669215" sldId="799"/>
            <ac:spMk id="3" creationId="{494B727C-DCA2-1B26-533B-A4B0D10BB2EB}"/>
          </ac:spMkLst>
        </pc:spChg>
        <pc:picChg chg="add mod">
          <ac:chgData name="Schlesinger, Sebastian" userId="d814e6c9-e9fb-4b77-84f7-ccd8aa3529bb" providerId="ADAL" clId="{6D2FDA67-24CA-54D8-B1B4-CE061F2DAD41}" dt="2026-06-05T20:59:04.442" v="1250" actId="1076"/>
          <ac:picMkLst>
            <pc:docMk/>
            <pc:sldMk cId="2535669215" sldId="799"/>
            <ac:picMk id="5" creationId="{AA462DAC-67BC-3990-01F9-58439786EDC3}"/>
          </ac:picMkLst>
        </pc:picChg>
      </pc:sldChg>
      <pc:sldChg chg="addSp delSp modSp new mod">
        <pc:chgData name="Schlesinger, Sebastian" userId="d814e6c9-e9fb-4b77-84f7-ccd8aa3529bb" providerId="ADAL" clId="{6D2FDA67-24CA-54D8-B1B4-CE061F2DAD41}" dt="2026-06-05T20:59:26.463" v="1265" actId="1076"/>
        <pc:sldMkLst>
          <pc:docMk/>
          <pc:sldMk cId="1677435280" sldId="800"/>
        </pc:sldMkLst>
        <pc:spChg chg="del">
          <ac:chgData name="Schlesinger, Sebastian" userId="d814e6c9-e9fb-4b77-84f7-ccd8aa3529bb" providerId="ADAL" clId="{6D2FDA67-24CA-54D8-B1B4-CE061F2DAD41}" dt="2026-06-05T20:59:25.090" v="1264" actId="478"/>
          <ac:spMkLst>
            <pc:docMk/>
            <pc:sldMk cId="1677435280" sldId="800"/>
            <ac:spMk id="2" creationId="{6FD8D8B0-E259-9B92-BB47-04C5CF479D35}"/>
          </ac:spMkLst>
        </pc:spChg>
        <pc:spChg chg="mod">
          <ac:chgData name="Schlesinger, Sebastian" userId="d814e6c9-e9fb-4b77-84f7-ccd8aa3529bb" providerId="ADAL" clId="{6D2FDA67-24CA-54D8-B1B4-CE061F2DAD41}" dt="2026-06-05T20:59:14.159" v="1262" actId="20577"/>
          <ac:spMkLst>
            <pc:docMk/>
            <pc:sldMk cId="1677435280" sldId="800"/>
            <ac:spMk id="3" creationId="{4C119299-552E-F440-732C-A5E3C8106488}"/>
          </ac:spMkLst>
        </pc:spChg>
        <pc:picChg chg="add mod">
          <ac:chgData name="Schlesinger, Sebastian" userId="d814e6c9-e9fb-4b77-84f7-ccd8aa3529bb" providerId="ADAL" clId="{6D2FDA67-24CA-54D8-B1B4-CE061F2DAD41}" dt="2026-06-05T20:59:26.463" v="1265" actId="1076"/>
          <ac:picMkLst>
            <pc:docMk/>
            <pc:sldMk cId="1677435280" sldId="800"/>
            <ac:picMk id="5" creationId="{BA087279-7DF9-13D6-A814-C883D2D6C08A}"/>
          </ac:picMkLst>
        </pc:picChg>
      </pc:sldChg>
      <pc:sldChg chg="del">
        <pc:chgData name="Schlesinger, Sebastian" userId="d814e6c9-e9fb-4b77-84f7-ccd8aa3529bb" providerId="ADAL" clId="{6D2FDA67-24CA-54D8-B1B4-CE061F2DAD41}" dt="2026-06-05T20:44:17.668" v="60" actId="2696"/>
        <pc:sldMkLst>
          <pc:docMk/>
          <pc:sldMk cId="2209366448" sldId="840"/>
        </pc:sldMkLst>
      </pc:sldChg>
      <pc:sldChg chg="del">
        <pc:chgData name="Schlesinger, Sebastian" userId="d814e6c9-e9fb-4b77-84f7-ccd8aa3529bb" providerId="ADAL" clId="{6D2FDA67-24CA-54D8-B1B4-CE061F2DAD41}" dt="2026-06-05T20:44:17.621" v="21" actId="2696"/>
        <pc:sldMkLst>
          <pc:docMk/>
          <pc:sldMk cId="2959159618" sldId="842"/>
        </pc:sldMkLst>
      </pc:sldChg>
      <pc:sldChg chg="del">
        <pc:chgData name="Schlesinger, Sebastian" userId="d814e6c9-e9fb-4b77-84f7-ccd8aa3529bb" providerId="ADAL" clId="{6D2FDA67-24CA-54D8-B1B4-CE061F2DAD41}" dt="2026-06-05T20:44:17.740" v="143" actId="2696"/>
        <pc:sldMkLst>
          <pc:docMk/>
          <pc:sldMk cId="2435186098" sldId="843"/>
        </pc:sldMkLst>
      </pc:sldChg>
      <pc:sldChg chg="del">
        <pc:chgData name="Schlesinger, Sebastian" userId="d814e6c9-e9fb-4b77-84f7-ccd8aa3529bb" providerId="ADAL" clId="{6D2FDA67-24CA-54D8-B1B4-CE061F2DAD41}" dt="2026-06-05T20:44:17.616" v="16" actId="2696"/>
        <pc:sldMkLst>
          <pc:docMk/>
          <pc:sldMk cId="39379601" sldId="853"/>
        </pc:sldMkLst>
      </pc:sldChg>
      <pc:sldChg chg="del">
        <pc:chgData name="Schlesinger, Sebastian" userId="d814e6c9-e9fb-4b77-84f7-ccd8aa3529bb" providerId="ADAL" clId="{6D2FDA67-24CA-54D8-B1B4-CE061F2DAD41}" dt="2026-06-05T20:44:17.594" v="4" actId="2696"/>
        <pc:sldMkLst>
          <pc:docMk/>
          <pc:sldMk cId="663884762" sldId="854"/>
        </pc:sldMkLst>
      </pc:sldChg>
      <pc:sldChg chg="del">
        <pc:chgData name="Schlesinger, Sebastian" userId="d814e6c9-e9fb-4b77-84f7-ccd8aa3529bb" providerId="ADAL" clId="{6D2FDA67-24CA-54D8-B1B4-CE061F2DAD41}" dt="2026-06-05T20:44:17.615" v="15" actId="2696"/>
        <pc:sldMkLst>
          <pc:docMk/>
          <pc:sldMk cId="906925665" sldId="855"/>
        </pc:sldMkLst>
      </pc:sldChg>
      <pc:sldChg chg="del">
        <pc:chgData name="Schlesinger, Sebastian" userId="d814e6c9-e9fb-4b77-84f7-ccd8aa3529bb" providerId="ADAL" clId="{6D2FDA67-24CA-54D8-B1B4-CE061F2DAD41}" dt="2026-06-05T20:44:17.629" v="26" actId="2696"/>
        <pc:sldMkLst>
          <pc:docMk/>
          <pc:sldMk cId="2521390391" sldId="856"/>
        </pc:sldMkLst>
      </pc:sldChg>
      <pc:sldChg chg="del">
        <pc:chgData name="Schlesinger, Sebastian" userId="d814e6c9-e9fb-4b77-84f7-ccd8aa3529bb" providerId="ADAL" clId="{6D2FDA67-24CA-54D8-B1B4-CE061F2DAD41}" dt="2026-06-05T20:44:17.677" v="70" actId="2696"/>
        <pc:sldMkLst>
          <pc:docMk/>
          <pc:sldMk cId="4114065256" sldId="857"/>
        </pc:sldMkLst>
      </pc:sldChg>
      <pc:sldChg chg="del">
        <pc:chgData name="Schlesinger, Sebastian" userId="d814e6c9-e9fb-4b77-84f7-ccd8aa3529bb" providerId="ADAL" clId="{6D2FDA67-24CA-54D8-B1B4-CE061F2DAD41}" dt="2026-06-05T20:44:17.729" v="133" actId="2696"/>
        <pc:sldMkLst>
          <pc:docMk/>
          <pc:sldMk cId="2952175554" sldId="858"/>
        </pc:sldMkLst>
      </pc:sldChg>
      <pc:sldChg chg="del">
        <pc:chgData name="Schlesinger, Sebastian" userId="d814e6c9-e9fb-4b77-84f7-ccd8aa3529bb" providerId="ADAL" clId="{6D2FDA67-24CA-54D8-B1B4-CE061F2DAD41}" dt="2026-06-05T20:44:17.632" v="28" actId="2696"/>
        <pc:sldMkLst>
          <pc:docMk/>
          <pc:sldMk cId="2882450761" sldId="861"/>
        </pc:sldMkLst>
      </pc:sldChg>
      <pc:sldChg chg="del">
        <pc:chgData name="Schlesinger, Sebastian" userId="d814e6c9-e9fb-4b77-84f7-ccd8aa3529bb" providerId="ADAL" clId="{6D2FDA67-24CA-54D8-B1B4-CE061F2DAD41}" dt="2026-06-05T20:44:17.598" v="6" actId="2696"/>
        <pc:sldMkLst>
          <pc:docMk/>
          <pc:sldMk cId="1694234012" sldId="864"/>
        </pc:sldMkLst>
      </pc:sldChg>
      <pc:sldChg chg="del">
        <pc:chgData name="Schlesinger, Sebastian" userId="d814e6c9-e9fb-4b77-84f7-ccd8aa3529bb" providerId="ADAL" clId="{6D2FDA67-24CA-54D8-B1B4-CE061F2DAD41}" dt="2026-06-05T20:44:17.728" v="130" actId="2696"/>
        <pc:sldMkLst>
          <pc:docMk/>
          <pc:sldMk cId="743945950" sldId="865"/>
        </pc:sldMkLst>
      </pc:sldChg>
      <pc:sldChg chg="del">
        <pc:chgData name="Schlesinger, Sebastian" userId="d814e6c9-e9fb-4b77-84f7-ccd8aa3529bb" providerId="ADAL" clId="{6D2FDA67-24CA-54D8-B1B4-CE061F2DAD41}" dt="2026-06-05T20:44:17.740" v="142" actId="2696"/>
        <pc:sldMkLst>
          <pc:docMk/>
          <pc:sldMk cId="2391877735" sldId="1198"/>
        </pc:sldMkLst>
      </pc:sldChg>
      <pc:sldChg chg="del">
        <pc:chgData name="Schlesinger, Sebastian" userId="d814e6c9-e9fb-4b77-84f7-ccd8aa3529bb" providerId="ADAL" clId="{6D2FDA67-24CA-54D8-B1B4-CE061F2DAD41}" dt="2026-06-05T20:44:17.652" v="49" actId="2696"/>
        <pc:sldMkLst>
          <pc:docMk/>
          <pc:sldMk cId="3903833462" sldId="1199"/>
        </pc:sldMkLst>
      </pc:sldChg>
      <pc:sldChg chg="del">
        <pc:chgData name="Schlesinger, Sebastian" userId="d814e6c9-e9fb-4b77-84f7-ccd8aa3529bb" providerId="ADAL" clId="{6D2FDA67-24CA-54D8-B1B4-CE061F2DAD41}" dt="2026-06-05T20:44:17.728" v="129" actId="2696"/>
        <pc:sldMkLst>
          <pc:docMk/>
          <pc:sldMk cId="3632177119" sldId="1200"/>
        </pc:sldMkLst>
      </pc:sldChg>
      <pc:sldChg chg="del">
        <pc:chgData name="Schlesinger, Sebastian" userId="d814e6c9-e9fb-4b77-84f7-ccd8aa3529bb" providerId="ADAL" clId="{6D2FDA67-24CA-54D8-B1B4-CE061F2DAD41}" dt="2026-06-05T20:44:17.700" v="94" actId="2696"/>
        <pc:sldMkLst>
          <pc:docMk/>
          <pc:sldMk cId="2199248834" sldId="1201"/>
        </pc:sldMkLst>
      </pc:sldChg>
      <pc:sldChg chg="del">
        <pc:chgData name="Schlesinger, Sebastian" userId="d814e6c9-e9fb-4b77-84f7-ccd8aa3529bb" providerId="ADAL" clId="{6D2FDA67-24CA-54D8-B1B4-CE061F2DAD41}" dt="2026-06-05T20:44:17.749" v="150" actId="2696"/>
        <pc:sldMkLst>
          <pc:docMk/>
          <pc:sldMk cId="3366065405" sldId="1202"/>
        </pc:sldMkLst>
      </pc:sldChg>
      <pc:sldChg chg="del">
        <pc:chgData name="Schlesinger, Sebastian" userId="d814e6c9-e9fb-4b77-84f7-ccd8aa3529bb" providerId="ADAL" clId="{6D2FDA67-24CA-54D8-B1B4-CE061F2DAD41}" dt="2026-06-05T20:44:17.674" v="65" actId="2696"/>
        <pc:sldMkLst>
          <pc:docMk/>
          <pc:sldMk cId="23094738" sldId="1203"/>
        </pc:sldMkLst>
      </pc:sldChg>
      <pc:sldChg chg="del">
        <pc:chgData name="Schlesinger, Sebastian" userId="d814e6c9-e9fb-4b77-84f7-ccd8aa3529bb" providerId="ADAL" clId="{6D2FDA67-24CA-54D8-B1B4-CE061F2DAD41}" dt="2026-06-05T20:44:17.612" v="12" actId="2696"/>
        <pc:sldMkLst>
          <pc:docMk/>
          <pc:sldMk cId="2721849365" sldId="1204"/>
        </pc:sldMkLst>
      </pc:sldChg>
      <pc:sldChg chg="del">
        <pc:chgData name="Schlesinger, Sebastian" userId="d814e6c9-e9fb-4b77-84f7-ccd8aa3529bb" providerId="ADAL" clId="{6D2FDA67-24CA-54D8-B1B4-CE061F2DAD41}" dt="2026-06-05T20:44:17.703" v="97" actId="2696"/>
        <pc:sldMkLst>
          <pc:docMk/>
          <pc:sldMk cId="1604619499" sldId="1306"/>
        </pc:sldMkLst>
      </pc:sldChg>
      <pc:sldChg chg="del">
        <pc:chgData name="Schlesinger, Sebastian" userId="d814e6c9-e9fb-4b77-84f7-ccd8aa3529bb" providerId="ADAL" clId="{6D2FDA67-24CA-54D8-B1B4-CE061F2DAD41}" dt="2026-06-05T20:44:17.721" v="117" actId="2696"/>
        <pc:sldMkLst>
          <pc:docMk/>
          <pc:sldMk cId="26227080" sldId="1308"/>
        </pc:sldMkLst>
      </pc:sldChg>
      <pc:sldChg chg="del">
        <pc:chgData name="Schlesinger, Sebastian" userId="d814e6c9-e9fb-4b77-84f7-ccd8aa3529bb" providerId="ADAL" clId="{6D2FDA67-24CA-54D8-B1B4-CE061F2DAD41}" dt="2026-06-05T20:44:17.584" v="1" actId="2696"/>
        <pc:sldMkLst>
          <pc:docMk/>
          <pc:sldMk cId="2375603298" sldId="1309"/>
        </pc:sldMkLst>
      </pc:sldChg>
      <pc:sldChg chg="del">
        <pc:chgData name="Schlesinger, Sebastian" userId="d814e6c9-e9fb-4b77-84f7-ccd8aa3529bb" providerId="ADAL" clId="{6D2FDA67-24CA-54D8-B1B4-CE061F2DAD41}" dt="2026-06-05T20:44:17.608" v="11" actId="2696"/>
        <pc:sldMkLst>
          <pc:docMk/>
          <pc:sldMk cId="2855943027" sldId="1310"/>
        </pc:sldMkLst>
      </pc:sldChg>
      <pc:sldChg chg="del">
        <pc:chgData name="Schlesinger, Sebastian" userId="d814e6c9-e9fb-4b77-84f7-ccd8aa3529bb" providerId="ADAL" clId="{6D2FDA67-24CA-54D8-B1B4-CE061F2DAD41}" dt="2026-06-05T20:44:17.715" v="106" actId="2696"/>
        <pc:sldMkLst>
          <pc:docMk/>
          <pc:sldMk cId="3071366801" sldId="1311"/>
        </pc:sldMkLst>
      </pc:sldChg>
      <pc:sldChg chg="del">
        <pc:chgData name="Schlesinger, Sebastian" userId="d814e6c9-e9fb-4b77-84f7-ccd8aa3529bb" providerId="ADAL" clId="{6D2FDA67-24CA-54D8-B1B4-CE061F2DAD41}" dt="2026-06-05T20:44:17.667" v="59" actId="2696"/>
        <pc:sldMkLst>
          <pc:docMk/>
          <pc:sldMk cId="3978806346" sldId="1312"/>
        </pc:sldMkLst>
      </pc:sldChg>
      <pc:sldChg chg="del">
        <pc:chgData name="Schlesinger, Sebastian" userId="d814e6c9-e9fb-4b77-84f7-ccd8aa3529bb" providerId="ADAL" clId="{6D2FDA67-24CA-54D8-B1B4-CE061F2DAD41}" dt="2026-06-05T20:44:17.751" v="152" actId="2696"/>
        <pc:sldMkLst>
          <pc:docMk/>
          <pc:sldMk cId="1896587341" sldId="1313"/>
        </pc:sldMkLst>
      </pc:sldChg>
      <pc:sldChg chg="del">
        <pc:chgData name="Schlesinger, Sebastian" userId="d814e6c9-e9fb-4b77-84f7-ccd8aa3529bb" providerId="ADAL" clId="{6D2FDA67-24CA-54D8-B1B4-CE061F2DAD41}" dt="2026-06-05T20:44:17.689" v="82" actId="2696"/>
        <pc:sldMkLst>
          <pc:docMk/>
          <pc:sldMk cId="1697421870" sldId="1314"/>
        </pc:sldMkLst>
      </pc:sldChg>
      <pc:sldChg chg="del">
        <pc:chgData name="Schlesinger, Sebastian" userId="d814e6c9-e9fb-4b77-84f7-ccd8aa3529bb" providerId="ADAL" clId="{6D2FDA67-24CA-54D8-B1B4-CE061F2DAD41}" dt="2026-06-05T20:44:17.590" v="2" actId="2696"/>
        <pc:sldMkLst>
          <pc:docMk/>
          <pc:sldMk cId="1771862830" sldId="1315"/>
        </pc:sldMkLst>
      </pc:sldChg>
      <pc:sldChg chg="del">
        <pc:chgData name="Schlesinger, Sebastian" userId="d814e6c9-e9fb-4b77-84f7-ccd8aa3529bb" providerId="ADAL" clId="{6D2FDA67-24CA-54D8-B1B4-CE061F2DAD41}" dt="2026-06-05T20:44:17.605" v="9" actId="2696"/>
        <pc:sldMkLst>
          <pc:docMk/>
          <pc:sldMk cId="981800512" sldId="1316"/>
        </pc:sldMkLst>
      </pc:sldChg>
      <pc:sldChg chg="del">
        <pc:chgData name="Schlesinger, Sebastian" userId="d814e6c9-e9fb-4b77-84f7-ccd8aa3529bb" providerId="ADAL" clId="{6D2FDA67-24CA-54D8-B1B4-CE061F2DAD41}" dt="2026-06-05T20:44:17.731" v="136" actId="2696"/>
        <pc:sldMkLst>
          <pc:docMk/>
          <pc:sldMk cId="720181360" sldId="1317"/>
        </pc:sldMkLst>
      </pc:sldChg>
      <pc:sldChg chg="del">
        <pc:chgData name="Schlesinger, Sebastian" userId="d814e6c9-e9fb-4b77-84f7-ccd8aa3529bb" providerId="ADAL" clId="{6D2FDA67-24CA-54D8-B1B4-CE061F2DAD41}" dt="2026-06-05T20:44:17.649" v="47" actId="2696"/>
        <pc:sldMkLst>
          <pc:docMk/>
          <pc:sldMk cId="4109966638" sldId="1320"/>
        </pc:sldMkLst>
      </pc:sldChg>
      <pc:sldChg chg="del">
        <pc:chgData name="Schlesinger, Sebastian" userId="d814e6c9-e9fb-4b77-84f7-ccd8aa3529bb" providerId="ADAL" clId="{6D2FDA67-24CA-54D8-B1B4-CE061F2DAD41}" dt="2026-06-05T20:44:17.582" v="0" actId="2696"/>
        <pc:sldMkLst>
          <pc:docMk/>
          <pc:sldMk cId="2320619510" sldId="1324"/>
        </pc:sldMkLst>
      </pc:sldChg>
      <pc:sldChg chg="del">
        <pc:chgData name="Schlesinger, Sebastian" userId="d814e6c9-e9fb-4b77-84f7-ccd8aa3529bb" providerId="ADAL" clId="{6D2FDA67-24CA-54D8-B1B4-CE061F2DAD41}" dt="2026-06-05T20:44:17.627" v="24" actId="2696"/>
        <pc:sldMkLst>
          <pc:docMk/>
          <pc:sldMk cId="2187109050" sldId="1325"/>
        </pc:sldMkLst>
      </pc:sldChg>
      <pc:sldChg chg="del">
        <pc:chgData name="Schlesinger, Sebastian" userId="d814e6c9-e9fb-4b77-84f7-ccd8aa3529bb" providerId="ADAL" clId="{6D2FDA67-24CA-54D8-B1B4-CE061F2DAD41}" dt="2026-06-05T20:44:17.709" v="102" actId="2696"/>
        <pc:sldMkLst>
          <pc:docMk/>
          <pc:sldMk cId="2328161672" sldId="1326"/>
        </pc:sldMkLst>
      </pc:sldChg>
      <pc:sldChg chg="del">
        <pc:chgData name="Schlesinger, Sebastian" userId="d814e6c9-e9fb-4b77-84f7-ccd8aa3529bb" providerId="ADAL" clId="{6D2FDA67-24CA-54D8-B1B4-CE061F2DAD41}" dt="2026-06-05T20:44:17.738" v="138" actId="2696"/>
        <pc:sldMkLst>
          <pc:docMk/>
          <pc:sldMk cId="3409819441" sldId="1327"/>
        </pc:sldMkLst>
      </pc:sldChg>
      <pc:sldChg chg="del">
        <pc:chgData name="Schlesinger, Sebastian" userId="d814e6c9-e9fb-4b77-84f7-ccd8aa3529bb" providerId="ADAL" clId="{6D2FDA67-24CA-54D8-B1B4-CE061F2DAD41}" dt="2026-06-05T20:44:17.592" v="3" actId="2696"/>
        <pc:sldMkLst>
          <pc:docMk/>
          <pc:sldMk cId="815052537" sldId="1328"/>
        </pc:sldMkLst>
      </pc:sldChg>
      <pc:sldChg chg="del">
        <pc:chgData name="Schlesinger, Sebastian" userId="d814e6c9-e9fb-4b77-84f7-ccd8aa3529bb" providerId="ADAL" clId="{6D2FDA67-24CA-54D8-B1B4-CE061F2DAD41}" dt="2026-06-05T20:44:17.723" v="121" actId="2696"/>
        <pc:sldMkLst>
          <pc:docMk/>
          <pc:sldMk cId="583144961" sldId="1329"/>
        </pc:sldMkLst>
      </pc:sldChg>
      <pc:sldChg chg="del">
        <pc:chgData name="Schlesinger, Sebastian" userId="d814e6c9-e9fb-4b77-84f7-ccd8aa3529bb" providerId="ADAL" clId="{6D2FDA67-24CA-54D8-B1B4-CE061F2DAD41}" dt="2026-06-05T20:44:17.742" v="147" actId="2696"/>
        <pc:sldMkLst>
          <pc:docMk/>
          <pc:sldMk cId="3711485345" sldId="1332"/>
        </pc:sldMkLst>
      </pc:sldChg>
      <pc:sldChg chg="del">
        <pc:chgData name="Schlesinger, Sebastian" userId="d814e6c9-e9fb-4b77-84f7-ccd8aa3529bb" providerId="ADAL" clId="{6D2FDA67-24CA-54D8-B1B4-CE061F2DAD41}" dt="2026-06-05T20:44:17.717" v="110" actId="2696"/>
        <pc:sldMkLst>
          <pc:docMk/>
          <pc:sldMk cId="2082418860" sldId="1334"/>
        </pc:sldMkLst>
      </pc:sldChg>
      <pc:sldChg chg="del">
        <pc:chgData name="Schlesinger, Sebastian" userId="d814e6c9-e9fb-4b77-84f7-ccd8aa3529bb" providerId="ADAL" clId="{6D2FDA67-24CA-54D8-B1B4-CE061F2DAD41}" dt="2026-06-05T20:44:17.706" v="100" actId="2696"/>
        <pc:sldMkLst>
          <pc:docMk/>
          <pc:sldMk cId="609375318" sldId="1335"/>
        </pc:sldMkLst>
      </pc:sldChg>
      <pc:sldChg chg="del">
        <pc:chgData name="Schlesinger, Sebastian" userId="d814e6c9-e9fb-4b77-84f7-ccd8aa3529bb" providerId="ADAL" clId="{6D2FDA67-24CA-54D8-B1B4-CE061F2DAD41}" dt="2026-06-05T20:44:17.645" v="42" actId="2696"/>
        <pc:sldMkLst>
          <pc:docMk/>
          <pc:sldMk cId="2331854269" sldId="1336"/>
        </pc:sldMkLst>
      </pc:sldChg>
      <pc:sldChg chg="del">
        <pc:chgData name="Schlesinger, Sebastian" userId="d814e6c9-e9fb-4b77-84f7-ccd8aa3529bb" providerId="ADAL" clId="{6D2FDA67-24CA-54D8-B1B4-CE061F2DAD41}" dt="2026-06-05T20:44:17.675" v="67" actId="2696"/>
        <pc:sldMkLst>
          <pc:docMk/>
          <pc:sldMk cId="2430948277" sldId="1337"/>
        </pc:sldMkLst>
      </pc:sldChg>
      <pc:sldChg chg="del">
        <pc:chgData name="Schlesinger, Sebastian" userId="d814e6c9-e9fb-4b77-84f7-ccd8aa3529bb" providerId="ADAL" clId="{6D2FDA67-24CA-54D8-B1B4-CE061F2DAD41}" dt="2026-06-05T20:44:17.694" v="89" actId="2696"/>
        <pc:sldMkLst>
          <pc:docMk/>
          <pc:sldMk cId="3409666224" sldId="1339"/>
        </pc:sldMkLst>
      </pc:sldChg>
      <pc:sldChg chg="del">
        <pc:chgData name="Schlesinger, Sebastian" userId="d814e6c9-e9fb-4b77-84f7-ccd8aa3529bb" providerId="ADAL" clId="{6D2FDA67-24CA-54D8-B1B4-CE061F2DAD41}" dt="2026-06-05T20:44:17.636" v="31" actId="2696"/>
        <pc:sldMkLst>
          <pc:docMk/>
          <pc:sldMk cId="2887075534" sldId="1340"/>
        </pc:sldMkLst>
      </pc:sldChg>
      <pc:sldChg chg="del">
        <pc:chgData name="Schlesinger, Sebastian" userId="d814e6c9-e9fb-4b77-84f7-ccd8aa3529bb" providerId="ADAL" clId="{6D2FDA67-24CA-54D8-B1B4-CE061F2DAD41}" dt="2026-06-05T20:44:17.614" v="14" actId="2696"/>
        <pc:sldMkLst>
          <pc:docMk/>
          <pc:sldMk cId="2007842095" sldId="1341"/>
        </pc:sldMkLst>
      </pc:sldChg>
      <pc:sldChg chg="del">
        <pc:chgData name="Schlesinger, Sebastian" userId="d814e6c9-e9fb-4b77-84f7-ccd8aa3529bb" providerId="ADAL" clId="{6D2FDA67-24CA-54D8-B1B4-CE061F2DAD41}" dt="2026-06-05T20:44:17.718" v="112" actId="2696"/>
        <pc:sldMkLst>
          <pc:docMk/>
          <pc:sldMk cId="1728348500" sldId="1343"/>
        </pc:sldMkLst>
      </pc:sldChg>
      <pc:sldChg chg="del">
        <pc:chgData name="Schlesinger, Sebastian" userId="d814e6c9-e9fb-4b77-84f7-ccd8aa3529bb" providerId="ADAL" clId="{6D2FDA67-24CA-54D8-B1B4-CE061F2DAD41}" dt="2026-06-05T20:44:17.716" v="108" actId="2696"/>
        <pc:sldMkLst>
          <pc:docMk/>
          <pc:sldMk cId="2203786208" sldId="1344"/>
        </pc:sldMkLst>
      </pc:sldChg>
      <pc:sldChg chg="del">
        <pc:chgData name="Schlesinger, Sebastian" userId="d814e6c9-e9fb-4b77-84f7-ccd8aa3529bb" providerId="ADAL" clId="{6D2FDA67-24CA-54D8-B1B4-CE061F2DAD41}" dt="2026-06-05T20:44:17.692" v="87" actId="2696"/>
        <pc:sldMkLst>
          <pc:docMk/>
          <pc:sldMk cId="1977055459" sldId="1345"/>
        </pc:sldMkLst>
      </pc:sldChg>
      <pc:sldChg chg="del">
        <pc:chgData name="Schlesinger, Sebastian" userId="d814e6c9-e9fb-4b77-84f7-ccd8aa3529bb" providerId="ADAL" clId="{6D2FDA67-24CA-54D8-B1B4-CE061F2DAD41}" dt="2026-06-05T20:44:17.640" v="36" actId="2696"/>
        <pc:sldMkLst>
          <pc:docMk/>
          <pc:sldMk cId="541415557" sldId="1347"/>
        </pc:sldMkLst>
      </pc:sldChg>
      <pc:sldChg chg="del">
        <pc:chgData name="Schlesinger, Sebastian" userId="d814e6c9-e9fb-4b77-84f7-ccd8aa3529bb" providerId="ADAL" clId="{6D2FDA67-24CA-54D8-B1B4-CE061F2DAD41}" dt="2026-06-05T20:44:17.638" v="34" actId="2696"/>
        <pc:sldMkLst>
          <pc:docMk/>
          <pc:sldMk cId="3846216480" sldId="1348"/>
        </pc:sldMkLst>
      </pc:sldChg>
      <pc:sldChg chg="del">
        <pc:chgData name="Schlesinger, Sebastian" userId="d814e6c9-e9fb-4b77-84f7-ccd8aa3529bb" providerId="ADAL" clId="{6D2FDA67-24CA-54D8-B1B4-CE061F2DAD41}" dt="2026-06-05T20:44:17.624" v="23" actId="2696"/>
        <pc:sldMkLst>
          <pc:docMk/>
          <pc:sldMk cId="557662728" sldId="1349"/>
        </pc:sldMkLst>
      </pc:sldChg>
      <pc:sldChg chg="del">
        <pc:chgData name="Schlesinger, Sebastian" userId="d814e6c9-e9fb-4b77-84f7-ccd8aa3529bb" providerId="ADAL" clId="{6D2FDA67-24CA-54D8-B1B4-CE061F2DAD41}" dt="2026-06-05T20:44:17.620" v="20" actId="2696"/>
        <pc:sldMkLst>
          <pc:docMk/>
          <pc:sldMk cId="3552296705" sldId="1350"/>
        </pc:sldMkLst>
      </pc:sldChg>
      <pc:sldChg chg="del">
        <pc:chgData name="Schlesinger, Sebastian" userId="d814e6c9-e9fb-4b77-84f7-ccd8aa3529bb" providerId="ADAL" clId="{6D2FDA67-24CA-54D8-B1B4-CE061F2DAD41}" dt="2026-06-05T20:44:17.657" v="53" actId="2696"/>
        <pc:sldMkLst>
          <pc:docMk/>
          <pc:sldMk cId="2458506592" sldId="1351"/>
        </pc:sldMkLst>
      </pc:sldChg>
      <pc:sldChg chg="del">
        <pc:chgData name="Schlesinger, Sebastian" userId="d814e6c9-e9fb-4b77-84f7-ccd8aa3529bb" providerId="ADAL" clId="{6D2FDA67-24CA-54D8-B1B4-CE061F2DAD41}" dt="2026-06-05T20:44:17.701" v="95" actId="2696"/>
        <pc:sldMkLst>
          <pc:docMk/>
          <pc:sldMk cId="3637464189" sldId="1352"/>
        </pc:sldMkLst>
      </pc:sldChg>
      <pc:sldChg chg="del">
        <pc:chgData name="Schlesinger, Sebastian" userId="d814e6c9-e9fb-4b77-84f7-ccd8aa3529bb" providerId="ADAL" clId="{6D2FDA67-24CA-54D8-B1B4-CE061F2DAD41}" dt="2026-06-05T20:44:17.669" v="61" actId="2696"/>
        <pc:sldMkLst>
          <pc:docMk/>
          <pc:sldMk cId="428782689" sldId="1353"/>
        </pc:sldMkLst>
      </pc:sldChg>
      <pc:sldChg chg="del">
        <pc:chgData name="Schlesinger, Sebastian" userId="d814e6c9-e9fb-4b77-84f7-ccd8aa3529bb" providerId="ADAL" clId="{6D2FDA67-24CA-54D8-B1B4-CE061F2DAD41}" dt="2026-06-05T20:44:17.749" v="151" actId="2696"/>
        <pc:sldMkLst>
          <pc:docMk/>
          <pc:sldMk cId="2413811315" sldId="1354"/>
        </pc:sldMkLst>
      </pc:sldChg>
      <pc:sldChg chg="del">
        <pc:chgData name="Schlesinger, Sebastian" userId="d814e6c9-e9fb-4b77-84f7-ccd8aa3529bb" providerId="ADAL" clId="{6D2FDA67-24CA-54D8-B1B4-CE061F2DAD41}" dt="2026-06-05T20:44:17.679" v="72" actId="2696"/>
        <pc:sldMkLst>
          <pc:docMk/>
          <pc:sldMk cId="706840995" sldId="1355"/>
        </pc:sldMkLst>
      </pc:sldChg>
      <pc:sldChg chg="del">
        <pc:chgData name="Schlesinger, Sebastian" userId="d814e6c9-e9fb-4b77-84f7-ccd8aa3529bb" providerId="ADAL" clId="{6D2FDA67-24CA-54D8-B1B4-CE061F2DAD41}" dt="2026-06-05T20:44:17.695" v="91" actId="2696"/>
        <pc:sldMkLst>
          <pc:docMk/>
          <pc:sldMk cId="3543354118" sldId="1356"/>
        </pc:sldMkLst>
      </pc:sldChg>
      <pc:sldChg chg="del">
        <pc:chgData name="Schlesinger, Sebastian" userId="d814e6c9-e9fb-4b77-84f7-ccd8aa3529bb" providerId="ADAL" clId="{6D2FDA67-24CA-54D8-B1B4-CE061F2DAD41}" dt="2026-06-05T20:44:17.670" v="63" actId="2696"/>
        <pc:sldMkLst>
          <pc:docMk/>
          <pc:sldMk cId="3889670077" sldId="1357"/>
        </pc:sldMkLst>
      </pc:sldChg>
      <pc:sldChg chg="del">
        <pc:chgData name="Schlesinger, Sebastian" userId="d814e6c9-e9fb-4b77-84f7-ccd8aa3529bb" providerId="ADAL" clId="{6D2FDA67-24CA-54D8-B1B4-CE061F2DAD41}" dt="2026-06-05T20:44:17.718" v="113" actId="2696"/>
        <pc:sldMkLst>
          <pc:docMk/>
          <pc:sldMk cId="2616546859" sldId="1359"/>
        </pc:sldMkLst>
      </pc:sldChg>
      <pc:sldChg chg="del">
        <pc:chgData name="Schlesinger, Sebastian" userId="d814e6c9-e9fb-4b77-84f7-ccd8aa3529bb" providerId="ADAL" clId="{6D2FDA67-24CA-54D8-B1B4-CE061F2DAD41}" dt="2026-06-05T20:44:17.653" v="50" actId="2696"/>
        <pc:sldMkLst>
          <pc:docMk/>
          <pc:sldMk cId="143156797" sldId="1360"/>
        </pc:sldMkLst>
      </pc:sldChg>
      <pc:sldChg chg="del">
        <pc:chgData name="Schlesinger, Sebastian" userId="d814e6c9-e9fb-4b77-84f7-ccd8aa3529bb" providerId="ADAL" clId="{6D2FDA67-24CA-54D8-B1B4-CE061F2DAD41}" dt="2026-06-05T20:44:17.741" v="144" actId="2696"/>
        <pc:sldMkLst>
          <pc:docMk/>
          <pc:sldMk cId="2955599004" sldId="1361"/>
        </pc:sldMkLst>
      </pc:sldChg>
      <pc:sldChg chg="del">
        <pc:chgData name="Schlesinger, Sebastian" userId="d814e6c9-e9fb-4b77-84f7-ccd8aa3529bb" providerId="ADAL" clId="{6D2FDA67-24CA-54D8-B1B4-CE061F2DAD41}" dt="2026-06-05T20:44:17.659" v="55" actId="2696"/>
        <pc:sldMkLst>
          <pc:docMk/>
          <pc:sldMk cId="4116092978" sldId="1362"/>
        </pc:sldMkLst>
      </pc:sldChg>
      <pc:sldChg chg="del">
        <pc:chgData name="Schlesinger, Sebastian" userId="d814e6c9-e9fb-4b77-84f7-ccd8aa3529bb" providerId="ADAL" clId="{6D2FDA67-24CA-54D8-B1B4-CE061F2DAD41}" dt="2026-06-05T20:44:17.642" v="38" actId="2696"/>
        <pc:sldMkLst>
          <pc:docMk/>
          <pc:sldMk cId="2012451393" sldId="1363"/>
        </pc:sldMkLst>
      </pc:sldChg>
      <pc:sldChg chg="del">
        <pc:chgData name="Schlesinger, Sebastian" userId="d814e6c9-e9fb-4b77-84f7-ccd8aa3529bb" providerId="ADAL" clId="{6D2FDA67-24CA-54D8-B1B4-CE061F2DAD41}" dt="2026-06-05T20:44:17.659" v="56" actId="2696"/>
        <pc:sldMkLst>
          <pc:docMk/>
          <pc:sldMk cId="3921470571" sldId="1364"/>
        </pc:sldMkLst>
      </pc:sldChg>
      <pc:sldChg chg="del">
        <pc:chgData name="Schlesinger, Sebastian" userId="d814e6c9-e9fb-4b77-84f7-ccd8aa3529bb" providerId="ADAL" clId="{6D2FDA67-24CA-54D8-B1B4-CE061F2DAD41}" dt="2026-06-05T20:44:17.739" v="140" actId="2696"/>
        <pc:sldMkLst>
          <pc:docMk/>
          <pc:sldMk cId="3066048259" sldId="1365"/>
        </pc:sldMkLst>
      </pc:sldChg>
      <pc:sldChg chg="del">
        <pc:chgData name="Schlesinger, Sebastian" userId="d814e6c9-e9fb-4b77-84f7-ccd8aa3529bb" providerId="ADAL" clId="{6D2FDA67-24CA-54D8-B1B4-CE061F2DAD41}" dt="2026-06-05T20:44:17.606" v="10" actId="2696"/>
        <pc:sldMkLst>
          <pc:docMk/>
          <pc:sldMk cId="3354512199" sldId="1366"/>
        </pc:sldMkLst>
      </pc:sldChg>
      <pc:sldChg chg="del">
        <pc:chgData name="Schlesinger, Sebastian" userId="d814e6c9-e9fb-4b77-84f7-ccd8aa3529bb" providerId="ADAL" clId="{6D2FDA67-24CA-54D8-B1B4-CE061F2DAD41}" dt="2026-06-05T20:44:17.645" v="43" actId="2696"/>
        <pc:sldMkLst>
          <pc:docMk/>
          <pc:sldMk cId="387007726" sldId="1367"/>
        </pc:sldMkLst>
      </pc:sldChg>
      <pc:sldChg chg="del">
        <pc:chgData name="Schlesinger, Sebastian" userId="d814e6c9-e9fb-4b77-84f7-ccd8aa3529bb" providerId="ADAL" clId="{6D2FDA67-24CA-54D8-B1B4-CE061F2DAD41}" dt="2026-06-05T20:44:17.710" v="104" actId="2696"/>
        <pc:sldMkLst>
          <pc:docMk/>
          <pc:sldMk cId="1857448901" sldId="1368"/>
        </pc:sldMkLst>
      </pc:sldChg>
      <pc:sldChg chg="del">
        <pc:chgData name="Schlesinger, Sebastian" userId="d814e6c9-e9fb-4b77-84f7-ccd8aa3529bb" providerId="ADAL" clId="{6D2FDA67-24CA-54D8-B1B4-CE061F2DAD41}" dt="2026-06-05T20:44:17.658" v="54" actId="2696"/>
        <pc:sldMkLst>
          <pc:docMk/>
          <pc:sldMk cId="3286824516" sldId="1369"/>
        </pc:sldMkLst>
      </pc:sldChg>
      <pc:sldChg chg="del">
        <pc:chgData name="Schlesinger, Sebastian" userId="d814e6c9-e9fb-4b77-84f7-ccd8aa3529bb" providerId="ADAL" clId="{6D2FDA67-24CA-54D8-B1B4-CE061F2DAD41}" dt="2026-06-05T20:44:17.636" v="30" actId="2696"/>
        <pc:sldMkLst>
          <pc:docMk/>
          <pc:sldMk cId="320017680" sldId="1370"/>
        </pc:sldMkLst>
      </pc:sldChg>
      <pc:sldChg chg="del">
        <pc:chgData name="Schlesinger, Sebastian" userId="d814e6c9-e9fb-4b77-84f7-ccd8aa3529bb" providerId="ADAL" clId="{6D2FDA67-24CA-54D8-B1B4-CE061F2DAD41}" dt="2026-06-05T20:44:17.682" v="76" actId="2696"/>
        <pc:sldMkLst>
          <pc:docMk/>
          <pc:sldMk cId="2093807090" sldId="1371"/>
        </pc:sldMkLst>
      </pc:sldChg>
      <pc:sldChg chg="del">
        <pc:chgData name="Schlesinger, Sebastian" userId="d814e6c9-e9fb-4b77-84f7-ccd8aa3529bb" providerId="ADAL" clId="{6D2FDA67-24CA-54D8-B1B4-CE061F2DAD41}" dt="2026-06-05T20:44:17.648" v="46" actId="2696"/>
        <pc:sldMkLst>
          <pc:docMk/>
          <pc:sldMk cId="2016620096" sldId="1372"/>
        </pc:sldMkLst>
      </pc:sldChg>
      <pc:sldChg chg="del">
        <pc:chgData name="Schlesinger, Sebastian" userId="d814e6c9-e9fb-4b77-84f7-ccd8aa3529bb" providerId="ADAL" clId="{6D2FDA67-24CA-54D8-B1B4-CE061F2DAD41}" dt="2026-06-05T20:44:17.739" v="141" actId="2696"/>
        <pc:sldMkLst>
          <pc:docMk/>
          <pc:sldMk cId="2942303112" sldId="1373"/>
        </pc:sldMkLst>
      </pc:sldChg>
      <pc:sldChg chg="del">
        <pc:chgData name="Schlesinger, Sebastian" userId="d814e6c9-e9fb-4b77-84f7-ccd8aa3529bb" providerId="ADAL" clId="{6D2FDA67-24CA-54D8-B1B4-CE061F2DAD41}" dt="2026-06-05T20:44:17.711" v="105" actId="2696"/>
        <pc:sldMkLst>
          <pc:docMk/>
          <pc:sldMk cId="2535455804" sldId="1374"/>
        </pc:sldMkLst>
      </pc:sldChg>
      <pc:sldChg chg="del">
        <pc:chgData name="Schlesinger, Sebastian" userId="d814e6c9-e9fb-4b77-84f7-ccd8aa3529bb" providerId="ADAL" clId="{6D2FDA67-24CA-54D8-B1B4-CE061F2DAD41}" dt="2026-06-05T20:44:17.717" v="109" actId="2696"/>
        <pc:sldMkLst>
          <pc:docMk/>
          <pc:sldMk cId="246697085" sldId="1375"/>
        </pc:sldMkLst>
      </pc:sldChg>
      <pc:sldChg chg="del">
        <pc:chgData name="Schlesinger, Sebastian" userId="d814e6c9-e9fb-4b77-84f7-ccd8aa3529bb" providerId="ADAL" clId="{6D2FDA67-24CA-54D8-B1B4-CE061F2DAD41}" dt="2026-06-05T20:44:17.678" v="71" actId="2696"/>
        <pc:sldMkLst>
          <pc:docMk/>
          <pc:sldMk cId="943528255" sldId="1376"/>
        </pc:sldMkLst>
      </pc:sldChg>
      <pc:sldChg chg="del">
        <pc:chgData name="Schlesinger, Sebastian" userId="d814e6c9-e9fb-4b77-84f7-ccd8aa3529bb" providerId="ADAL" clId="{6D2FDA67-24CA-54D8-B1B4-CE061F2DAD41}" dt="2026-06-05T20:44:17.618" v="17" actId="2696"/>
        <pc:sldMkLst>
          <pc:docMk/>
          <pc:sldMk cId="4117635175" sldId="1377"/>
        </pc:sldMkLst>
      </pc:sldChg>
      <pc:sldChg chg="del">
        <pc:chgData name="Schlesinger, Sebastian" userId="d814e6c9-e9fb-4b77-84f7-ccd8aa3529bb" providerId="ADAL" clId="{6D2FDA67-24CA-54D8-B1B4-CE061F2DAD41}" dt="2026-06-05T20:44:17.726" v="126" actId="2696"/>
        <pc:sldMkLst>
          <pc:docMk/>
          <pc:sldMk cId="1632159220" sldId="1378"/>
        </pc:sldMkLst>
      </pc:sldChg>
      <pc:sldChg chg="del">
        <pc:chgData name="Schlesinger, Sebastian" userId="d814e6c9-e9fb-4b77-84f7-ccd8aa3529bb" providerId="ADAL" clId="{6D2FDA67-24CA-54D8-B1B4-CE061F2DAD41}" dt="2026-06-05T20:44:17.709" v="103" actId="2696"/>
        <pc:sldMkLst>
          <pc:docMk/>
          <pc:sldMk cId="1014599119" sldId="1379"/>
        </pc:sldMkLst>
      </pc:sldChg>
      <pc:sldChg chg="del">
        <pc:chgData name="Schlesinger, Sebastian" userId="d814e6c9-e9fb-4b77-84f7-ccd8aa3529bb" providerId="ADAL" clId="{6D2FDA67-24CA-54D8-B1B4-CE061F2DAD41}" dt="2026-06-05T20:44:17.724" v="123" actId="2696"/>
        <pc:sldMkLst>
          <pc:docMk/>
          <pc:sldMk cId="2183028672" sldId="1380"/>
        </pc:sldMkLst>
      </pc:sldChg>
      <pc:sldChg chg="del">
        <pc:chgData name="Schlesinger, Sebastian" userId="d814e6c9-e9fb-4b77-84f7-ccd8aa3529bb" providerId="ADAL" clId="{6D2FDA67-24CA-54D8-B1B4-CE061F2DAD41}" dt="2026-06-05T20:44:17.697" v="93" actId="2696"/>
        <pc:sldMkLst>
          <pc:docMk/>
          <pc:sldMk cId="1190087168" sldId="1381"/>
        </pc:sldMkLst>
      </pc:sldChg>
      <pc:sldChg chg="del">
        <pc:chgData name="Schlesinger, Sebastian" userId="d814e6c9-e9fb-4b77-84f7-ccd8aa3529bb" providerId="ADAL" clId="{6D2FDA67-24CA-54D8-B1B4-CE061F2DAD41}" dt="2026-06-05T20:44:17.705" v="99" actId="2696"/>
        <pc:sldMkLst>
          <pc:docMk/>
          <pc:sldMk cId="4293444459" sldId="1383"/>
        </pc:sldMkLst>
      </pc:sldChg>
      <pc:sldChg chg="del">
        <pc:chgData name="Schlesinger, Sebastian" userId="d814e6c9-e9fb-4b77-84f7-ccd8aa3529bb" providerId="ADAL" clId="{6D2FDA67-24CA-54D8-B1B4-CE061F2DAD41}" dt="2026-06-05T20:44:17.680" v="74" actId="2696"/>
        <pc:sldMkLst>
          <pc:docMk/>
          <pc:sldMk cId="2527191760" sldId="1384"/>
        </pc:sldMkLst>
      </pc:sldChg>
      <pc:sldChg chg="del">
        <pc:chgData name="Schlesinger, Sebastian" userId="d814e6c9-e9fb-4b77-84f7-ccd8aa3529bb" providerId="ADAL" clId="{6D2FDA67-24CA-54D8-B1B4-CE061F2DAD41}" dt="2026-06-05T20:44:17.599" v="7" actId="2696"/>
        <pc:sldMkLst>
          <pc:docMk/>
          <pc:sldMk cId="1180974839" sldId="1385"/>
        </pc:sldMkLst>
      </pc:sldChg>
      <pc:sldChg chg="del">
        <pc:chgData name="Schlesinger, Sebastian" userId="d814e6c9-e9fb-4b77-84f7-ccd8aa3529bb" providerId="ADAL" clId="{6D2FDA67-24CA-54D8-B1B4-CE061F2DAD41}" dt="2026-06-05T20:44:17.742" v="146" actId="2696"/>
        <pc:sldMkLst>
          <pc:docMk/>
          <pc:sldMk cId="5930108" sldId="1386"/>
        </pc:sldMkLst>
      </pc:sldChg>
      <pc:sldChg chg="del">
        <pc:chgData name="Schlesinger, Sebastian" userId="d814e6c9-e9fb-4b77-84f7-ccd8aa3529bb" providerId="ADAL" clId="{6D2FDA67-24CA-54D8-B1B4-CE061F2DAD41}" dt="2026-06-05T20:44:17.684" v="78" actId="2696"/>
        <pc:sldMkLst>
          <pc:docMk/>
          <pc:sldMk cId="3359622141" sldId="1387"/>
        </pc:sldMkLst>
      </pc:sldChg>
      <pc:sldChg chg="del">
        <pc:chgData name="Schlesinger, Sebastian" userId="d814e6c9-e9fb-4b77-84f7-ccd8aa3529bb" providerId="ADAL" clId="{6D2FDA67-24CA-54D8-B1B4-CE061F2DAD41}" dt="2026-06-05T20:44:17.721" v="118" actId="2696"/>
        <pc:sldMkLst>
          <pc:docMk/>
          <pc:sldMk cId="1784908043" sldId="1388"/>
        </pc:sldMkLst>
      </pc:sldChg>
      <pc:sldChg chg="del">
        <pc:chgData name="Schlesinger, Sebastian" userId="d814e6c9-e9fb-4b77-84f7-ccd8aa3529bb" providerId="ADAL" clId="{6D2FDA67-24CA-54D8-B1B4-CE061F2DAD41}" dt="2026-06-05T20:44:17.676" v="69" actId="2696"/>
        <pc:sldMkLst>
          <pc:docMk/>
          <pc:sldMk cId="4221683288" sldId="1389"/>
        </pc:sldMkLst>
      </pc:sldChg>
      <pc:sldChg chg="del">
        <pc:chgData name="Schlesinger, Sebastian" userId="d814e6c9-e9fb-4b77-84f7-ccd8aa3529bb" providerId="ADAL" clId="{6D2FDA67-24CA-54D8-B1B4-CE061F2DAD41}" dt="2026-06-05T20:44:17.641" v="37" actId="2696"/>
        <pc:sldMkLst>
          <pc:docMk/>
          <pc:sldMk cId="4123509294" sldId="1390"/>
        </pc:sldMkLst>
      </pc:sldChg>
      <pc:sldChg chg="del">
        <pc:chgData name="Schlesinger, Sebastian" userId="d814e6c9-e9fb-4b77-84f7-ccd8aa3529bb" providerId="ADAL" clId="{6D2FDA67-24CA-54D8-B1B4-CE061F2DAD41}" dt="2026-06-05T20:44:17.706" v="101" actId="2696"/>
        <pc:sldMkLst>
          <pc:docMk/>
          <pc:sldMk cId="48203475" sldId="1391"/>
        </pc:sldMkLst>
      </pc:sldChg>
      <pc:sldChg chg="del">
        <pc:chgData name="Schlesinger, Sebastian" userId="d814e6c9-e9fb-4b77-84f7-ccd8aa3529bb" providerId="ADAL" clId="{6D2FDA67-24CA-54D8-B1B4-CE061F2DAD41}" dt="2026-06-05T20:44:17.685" v="79" actId="2696"/>
        <pc:sldMkLst>
          <pc:docMk/>
          <pc:sldMk cId="1358557324" sldId="1392"/>
        </pc:sldMkLst>
      </pc:sldChg>
      <pc:sldChg chg="del">
        <pc:chgData name="Schlesinger, Sebastian" userId="d814e6c9-e9fb-4b77-84f7-ccd8aa3529bb" providerId="ADAL" clId="{6D2FDA67-24CA-54D8-B1B4-CE061F2DAD41}" dt="2026-06-05T20:44:17.618" v="18" actId="2696"/>
        <pc:sldMkLst>
          <pc:docMk/>
          <pc:sldMk cId="485852461" sldId="1393"/>
        </pc:sldMkLst>
      </pc:sldChg>
      <pc:sldChg chg="del">
        <pc:chgData name="Schlesinger, Sebastian" userId="d814e6c9-e9fb-4b77-84f7-ccd8aa3529bb" providerId="ADAL" clId="{6D2FDA67-24CA-54D8-B1B4-CE061F2DAD41}" dt="2026-06-05T20:44:17.727" v="128" actId="2696"/>
        <pc:sldMkLst>
          <pc:docMk/>
          <pc:sldMk cId="2587212504" sldId="1394"/>
        </pc:sldMkLst>
      </pc:sldChg>
      <pc:sldChg chg="del">
        <pc:chgData name="Schlesinger, Sebastian" userId="d814e6c9-e9fb-4b77-84f7-ccd8aa3529bb" providerId="ADAL" clId="{6D2FDA67-24CA-54D8-B1B4-CE061F2DAD41}" dt="2026-06-05T20:44:17.738" v="139" actId="2696"/>
        <pc:sldMkLst>
          <pc:docMk/>
          <pc:sldMk cId="4165056433" sldId="1395"/>
        </pc:sldMkLst>
      </pc:sldChg>
      <pc:sldChg chg="del">
        <pc:chgData name="Schlesinger, Sebastian" userId="d814e6c9-e9fb-4b77-84f7-ccd8aa3529bb" providerId="ADAL" clId="{6D2FDA67-24CA-54D8-B1B4-CE061F2DAD41}" dt="2026-06-05T20:44:17.643" v="39" actId="2696"/>
        <pc:sldMkLst>
          <pc:docMk/>
          <pc:sldMk cId="3090984475" sldId="1396"/>
        </pc:sldMkLst>
      </pc:sldChg>
      <pc:sldChg chg="del">
        <pc:chgData name="Schlesinger, Sebastian" userId="d814e6c9-e9fb-4b77-84f7-ccd8aa3529bb" providerId="ADAL" clId="{6D2FDA67-24CA-54D8-B1B4-CE061F2DAD41}" dt="2026-06-05T20:44:17.723" v="120" actId="2696"/>
        <pc:sldMkLst>
          <pc:docMk/>
          <pc:sldMk cId="2776921588" sldId="1397"/>
        </pc:sldMkLst>
      </pc:sldChg>
      <pc:sldChg chg="del">
        <pc:chgData name="Schlesinger, Sebastian" userId="d814e6c9-e9fb-4b77-84f7-ccd8aa3529bb" providerId="ADAL" clId="{6D2FDA67-24CA-54D8-B1B4-CE061F2DAD41}" dt="2026-06-05T20:44:17.669" v="62" actId="2696"/>
        <pc:sldMkLst>
          <pc:docMk/>
          <pc:sldMk cId="547255165" sldId="1398"/>
        </pc:sldMkLst>
      </pc:sldChg>
      <pc:sldChg chg="del">
        <pc:chgData name="Schlesinger, Sebastian" userId="d814e6c9-e9fb-4b77-84f7-ccd8aa3529bb" providerId="ADAL" clId="{6D2FDA67-24CA-54D8-B1B4-CE061F2DAD41}" dt="2026-06-05T20:44:17.646" v="44" actId="2696"/>
        <pc:sldMkLst>
          <pc:docMk/>
          <pc:sldMk cId="2392458205" sldId="1399"/>
        </pc:sldMkLst>
      </pc:sldChg>
      <pc:sldChg chg="del">
        <pc:chgData name="Schlesinger, Sebastian" userId="d814e6c9-e9fb-4b77-84f7-ccd8aa3529bb" providerId="ADAL" clId="{6D2FDA67-24CA-54D8-B1B4-CE061F2DAD41}" dt="2026-06-05T20:44:17.675" v="66" actId="2696"/>
        <pc:sldMkLst>
          <pc:docMk/>
          <pc:sldMk cId="1554167975" sldId="1400"/>
        </pc:sldMkLst>
      </pc:sldChg>
      <pc:sldChg chg="del">
        <pc:chgData name="Schlesinger, Sebastian" userId="d814e6c9-e9fb-4b77-84f7-ccd8aa3529bb" providerId="ADAL" clId="{6D2FDA67-24CA-54D8-B1B4-CE061F2DAD41}" dt="2026-06-05T20:44:17.637" v="32" actId="2696"/>
        <pc:sldMkLst>
          <pc:docMk/>
          <pc:sldMk cId="2314154416" sldId="1401"/>
        </pc:sldMkLst>
      </pc:sldChg>
      <pc:sldChg chg="del">
        <pc:chgData name="Schlesinger, Sebastian" userId="d814e6c9-e9fb-4b77-84f7-ccd8aa3529bb" providerId="ADAL" clId="{6D2FDA67-24CA-54D8-B1B4-CE061F2DAD41}" dt="2026-06-05T20:44:17.730" v="135" actId="2696"/>
        <pc:sldMkLst>
          <pc:docMk/>
          <pc:sldMk cId="4204218734" sldId="1402"/>
        </pc:sldMkLst>
      </pc:sldChg>
      <pc:sldChg chg="del">
        <pc:chgData name="Schlesinger, Sebastian" userId="d814e6c9-e9fb-4b77-84f7-ccd8aa3529bb" providerId="ADAL" clId="{6D2FDA67-24CA-54D8-B1B4-CE061F2DAD41}" dt="2026-06-05T20:44:17.691" v="85" actId="2696"/>
        <pc:sldMkLst>
          <pc:docMk/>
          <pc:sldMk cId="3079592829" sldId="1403"/>
        </pc:sldMkLst>
      </pc:sldChg>
      <pc:sldChg chg="del">
        <pc:chgData name="Schlesinger, Sebastian" userId="d814e6c9-e9fb-4b77-84f7-ccd8aa3529bb" providerId="ADAL" clId="{6D2FDA67-24CA-54D8-B1B4-CE061F2DAD41}" dt="2026-06-05T20:44:17.646" v="45" actId="2696"/>
        <pc:sldMkLst>
          <pc:docMk/>
          <pc:sldMk cId="3105788768" sldId="1404"/>
        </pc:sldMkLst>
      </pc:sldChg>
      <pc:sldChg chg="del">
        <pc:chgData name="Schlesinger, Sebastian" userId="d814e6c9-e9fb-4b77-84f7-ccd8aa3529bb" providerId="ADAL" clId="{6D2FDA67-24CA-54D8-B1B4-CE061F2DAD41}" dt="2026-06-05T20:44:17.724" v="122" actId="2696"/>
        <pc:sldMkLst>
          <pc:docMk/>
          <pc:sldMk cId="2930746847" sldId="1405"/>
        </pc:sldMkLst>
      </pc:sldChg>
      <pc:sldChg chg="del">
        <pc:chgData name="Schlesinger, Sebastian" userId="d814e6c9-e9fb-4b77-84f7-ccd8aa3529bb" providerId="ADAL" clId="{6D2FDA67-24CA-54D8-B1B4-CE061F2DAD41}" dt="2026-06-05T20:44:17.619" v="19" actId="2696"/>
        <pc:sldMkLst>
          <pc:docMk/>
          <pc:sldMk cId="3347563767" sldId="1406"/>
        </pc:sldMkLst>
      </pc:sldChg>
      <pc:sldChg chg="del">
        <pc:chgData name="Schlesinger, Sebastian" userId="d814e6c9-e9fb-4b77-84f7-ccd8aa3529bb" providerId="ADAL" clId="{6D2FDA67-24CA-54D8-B1B4-CE061F2DAD41}" dt="2026-06-05T20:44:17.719" v="115" actId="2696"/>
        <pc:sldMkLst>
          <pc:docMk/>
          <pc:sldMk cId="2047533220" sldId="1407"/>
        </pc:sldMkLst>
      </pc:sldChg>
      <pc:sldChg chg="del">
        <pc:chgData name="Schlesinger, Sebastian" userId="d814e6c9-e9fb-4b77-84f7-ccd8aa3529bb" providerId="ADAL" clId="{6D2FDA67-24CA-54D8-B1B4-CE061F2DAD41}" dt="2026-06-05T20:44:17.685" v="80" actId="2696"/>
        <pc:sldMkLst>
          <pc:docMk/>
          <pc:sldMk cId="1416147533" sldId="1408"/>
        </pc:sldMkLst>
      </pc:sldChg>
      <pc:sldChg chg="del">
        <pc:chgData name="Schlesinger, Sebastian" userId="d814e6c9-e9fb-4b77-84f7-ccd8aa3529bb" providerId="ADAL" clId="{6D2FDA67-24CA-54D8-B1B4-CE061F2DAD41}" dt="2026-06-05T20:44:17.599" v="8" actId="2696"/>
        <pc:sldMkLst>
          <pc:docMk/>
          <pc:sldMk cId="65655588" sldId="1409"/>
        </pc:sldMkLst>
      </pc:sldChg>
      <pc:sldChg chg="del">
        <pc:chgData name="Schlesinger, Sebastian" userId="d814e6c9-e9fb-4b77-84f7-ccd8aa3529bb" providerId="ADAL" clId="{6D2FDA67-24CA-54D8-B1B4-CE061F2DAD41}" dt="2026-06-05T20:44:17.644" v="41" actId="2696"/>
        <pc:sldMkLst>
          <pc:docMk/>
          <pc:sldMk cId="3470317789" sldId="1410"/>
        </pc:sldMkLst>
      </pc:sldChg>
      <pc:sldChg chg="del">
        <pc:chgData name="Schlesinger, Sebastian" userId="d814e6c9-e9fb-4b77-84f7-ccd8aa3529bb" providerId="ADAL" clId="{6D2FDA67-24CA-54D8-B1B4-CE061F2DAD41}" dt="2026-06-05T20:44:17.726" v="125" actId="2696"/>
        <pc:sldMkLst>
          <pc:docMk/>
          <pc:sldMk cId="305606951" sldId="1412"/>
        </pc:sldMkLst>
      </pc:sldChg>
      <pc:sldChg chg="del">
        <pc:chgData name="Schlesinger, Sebastian" userId="d814e6c9-e9fb-4b77-84f7-ccd8aa3529bb" providerId="ADAL" clId="{6D2FDA67-24CA-54D8-B1B4-CE061F2DAD41}" dt="2026-06-05T20:44:17.634" v="29" actId="2696"/>
        <pc:sldMkLst>
          <pc:docMk/>
          <pc:sldMk cId="249981957" sldId="1413"/>
        </pc:sldMkLst>
      </pc:sldChg>
      <pc:sldChg chg="del">
        <pc:chgData name="Schlesinger, Sebastian" userId="d814e6c9-e9fb-4b77-84f7-ccd8aa3529bb" providerId="ADAL" clId="{6D2FDA67-24CA-54D8-B1B4-CE061F2DAD41}" dt="2026-06-05T20:44:17.720" v="116" actId="2696"/>
        <pc:sldMkLst>
          <pc:docMk/>
          <pc:sldMk cId="1325507221" sldId="1414"/>
        </pc:sldMkLst>
      </pc:sldChg>
      <pc:sldChg chg="del">
        <pc:chgData name="Schlesinger, Sebastian" userId="d814e6c9-e9fb-4b77-84f7-ccd8aa3529bb" providerId="ADAL" clId="{6D2FDA67-24CA-54D8-B1B4-CE061F2DAD41}" dt="2026-06-05T20:44:17.753" v="153" actId="2696"/>
        <pc:sldMkLst>
          <pc:docMk/>
          <pc:sldMk cId="2885589566" sldId="1415"/>
        </pc:sldMkLst>
      </pc:sldChg>
      <pc:sldChg chg="del">
        <pc:chgData name="Schlesinger, Sebastian" userId="d814e6c9-e9fb-4b77-84f7-ccd8aa3529bb" providerId="ADAL" clId="{6D2FDA67-24CA-54D8-B1B4-CE061F2DAD41}" dt="2026-06-05T20:44:17.679" v="73" actId="2696"/>
        <pc:sldMkLst>
          <pc:docMk/>
          <pc:sldMk cId="2353035707" sldId="1416"/>
        </pc:sldMkLst>
      </pc:sldChg>
      <pc:sldChg chg="del">
        <pc:chgData name="Schlesinger, Sebastian" userId="d814e6c9-e9fb-4b77-84f7-ccd8aa3529bb" providerId="ADAL" clId="{6D2FDA67-24CA-54D8-B1B4-CE061F2DAD41}" dt="2026-06-05T20:44:17.613" v="13" actId="2696"/>
        <pc:sldMkLst>
          <pc:docMk/>
          <pc:sldMk cId="2550454470" sldId="1417"/>
        </pc:sldMkLst>
      </pc:sldChg>
      <pc:sldChg chg="del">
        <pc:chgData name="Schlesinger, Sebastian" userId="d814e6c9-e9fb-4b77-84f7-ccd8aa3529bb" providerId="ADAL" clId="{6D2FDA67-24CA-54D8-B1B4-CE061F2DAD41}" dt="2026-06-05T20:44:17.719" v="114" actId="2696"/>
        <pc:sldMkLst>
          <pc:docMk/>
          <pc:sldMk cId="2124071984" sldId="1418"/>
        </pc:sldMkLst>
      </pc:sldChg>
      <pc:sldChg chg="del">
        <pc:chgData name="Schlesinger, Sebastian" userId="d814e6c9-e9fb-4b77-84f7-ccd8aa3529bb" providerId="ADAL" clId="{6D2FDA67-24CA-54D8-B1B4-CE061F2DAD41}" dt="2026-06-05T20:44:17.649" v="48" actId="2696"/>
        <pc:sldMkLst>
          <pc:docMk/>
          <pc:sldMk cId="3184106887" sldId="1419"/>
        </pc:sldMkLst>
      </pc:sldChg>
      <pc:sldChg chg="del">
        <pc:chgData name="Schlesinger, Sebastian" userId="d814e6c9-e9fb-4b77-84f7-ccd8aa3529bb" providerId="ADAL" clId="{6D2FDA67-24CA-54D8-B1B4-CE061F2DAD41}" dt="2026-06-05T20:44:17.729" v="132" actId="2696"/>
        <pc:sldMkLst>
          <pc:docMk/>
          <pc:sldMk cId="3036925319" sldId="1420"/>
        </pc:sldMkLst>
      </pc:sldChg>
      <pc:sldChg chg="del">
        <pc:chgData name="Schlesinger, Sebastian" userId="d814e6c9-e9fb-4b77-84f7-ccd8aa3529bb" providerId="ADAL" clId="{6D2FDA67-24CA-54D8-B1B4-CE061F2DAD41}" dt="2026-06-05T20:44:17.716" v="107" actId="2696"/>
        <pc:sldMkLst>
          <pc:docMk/>
          <pc:sldMk cId="4014658533" sldId="1421"/>
        </pc:sldMkLst>
      </pc:sldChg>
      <pc:sldChg chg="del">
        <pc:chgData name="Schlesinger, Sebastian" userId="d814e6c9-e9fb-4b77-84f7-ccd8aa3529bb" providerId="ADAL" clId="{6D2FDA67-24CA-54D8-B1B4-CE061F2DAD41}" dt="2026-06-05T20:44:17.702" v="96" actId="2696"/>
        <pc:sldMkLst>
          <pc:docMk/>
          <pc:sldMk cId="3736197301" sldId="1422"/>
        </pc:sldMkLst>
      </pc:sldChg>
      <pc:sldChg chg="del">
        <pc:chgData name="Schlesinger, Sebastian" userId="d814e6c9-e9fb-4b77-84f7-ccd8aa3529bb" providerId="ADAL" clId="{6D2FDA67-24CA-54D8-B1B4-CE061F2DAD41}" dt="2026-06-05T20:44:17.676" v="68" actId="2696"/>
        <pc:sldMkLst>
          <pc:docMk/>
          <pc:sldMk cId="200182679" sldId="1423"/>
        </pc:sldMkLst>
      </pc:sldChg>
      <pc:sldChg chg="del">
        <pc:chgData name="Schlesinger, Sebastian" userId="d814e6c9-e9fb-4b77-84f7-ccd8aa3529bb" providerId="ADAL" clId="{6D2FDA67-24CA-54D8-B1B4-CE061F2DAD41}" dt="2026-06-05T20:44:17.732" v="137" actId="2696"/>
        <pc:sldMkLst>
          <pc:docMk/>
          <pc:sldMk cId="3900585035" sldId="1424"/>
        </pc:sldMkLst>
      </pc:sldChg>
      <pc:sldChg chg="del">
        <pc:chgData name="Schlesinger, Sebastian" userId="d814e6c9-e9fb-4b77-84f7-ccd8aa3529bb" providerId="ADAL" clId="{6D2FDA67-24CA-54D8-B1B4-CE061F2DAD41}" dt="2026-06-05T20:44:17.662" v="58" actId="2696"/>
        <pc:sldMkLst>
          <pc:docMk/>
          <pc:sldMk cId="3111818182" sldId="1425"/>
        </pc:sldMkLst>
      </pc:sldChg>
      <pc:sldChg chg="del">
        <pc:chgData name="Schlesinger, Sebastian" userId="d814e6c9-e9fb-4b77-84f7-ccd8aa3529bb" providerId="ADAL" clId="{6D2FDA67-24CA-54D8-B1B4-CE061F2DAD41}" dt="2026-06-05T20:44:17.685" v="81" actId="2696"/>
        <pc:sldMkLst>
          <pc:docMk/>
          <pc:sldMk cId="178643443" sldId="1426"/>
        </pc:sldMkLst>
      </pc:sldChg>
      <pc:sldChg chg="del">
        <pc:chgData name="Schlesinger, Sebastian" userId="d814e6c9-e9fb-4b77-84f7-ccd8aa3529bb" providerId="ADAL" clId="{6D2FDA67-24CA-54D8-B1B4-CE061F2DAD41}" dt="2026-06-05T20:44:17.643" v="40" actId="2696"/>
        <pc:sldMkLst>
          <pc:docMk/>
          <pc:sldMk cId="325356122" sldId="1427"/>
        </pc:sldMkLst>
      </pc:sldChg>
      <pc:sldChg chg="del">
        <pc:chgData name="Schlesinger, Sebastian" userId="d814e6c9-e9fb-4b77-84f7-ccd8aa3529bb" providerId="ADAL" clId="{6D2FDA67-24CA-54D8-B1B4-CE061F2DAD41}" dt="2026-06-05T20:44:17.718" v="111" actId="2696"/>
        <pc:sldMkLst>
          <pc:docMk/>
          <pc:sldMk cId="3333287972" sldId="1428"/>
        </pc:sldMkLst>
      </pc:sldChg>
      <pc:sldChg chg="del">
        <pc:chgData name="Schlesinger, Sebastian" userId="d814e6c9-e9fb-4b77-84f7-ccd8aa3529bb" providerId="ADAL" clId="{6D2FDA67-24CA-54D8-B1B4-CE061F2DAD41}" dt="2026-06-05T20:44:17.726" v="127" actId="2696"/>
        <pc:sldMkLst>
          <pc:docMk/>
          <pc:sldMk cId="841063487" sldId="1429"/>
        </pc:sldMkLst>
      </pc:sldChg>
      <pc:sldChg chg="del">
        <pc:chgData name="Schlesinger, Sebastian" userId="d814e6c9-e9fb-4b77-84f7-ccd8aa3529bb" providerId="ADAL" clId="{6D2FDA67-24CA-54D8-B1B4-CE061F2DAD41}" dt="2026-06-05T20:44:17.628" v="25" actId="2696"/>
        <pc:sldMkLst>
          <pc:docMk/>
          <pc:sldMk cId="96285967" sldId="1430"/>
        </pc:sldMkLst>
      </pc:sldChg>
      <pc:sldChg chg="del">
        <pc:chgData name="Schlesinger, Sebastian" userId="d814e6c9-e9fb-4b77-84f7-ccd8aa3529bb" providerId="ADAL" clId="{6D2FDA67-24CA-54D8-B1B4-CE061F2DAD41}" dt="2026-06-05T20:44:17.690" v="84" actId="2696"/>
        <pc:sldMkLst>
          <pc:docMk/>
          <pc:sldMk cId="1691537840" sldId="1431"/>
        </pc:sldMkLst>
      </pc:sldChg>
      <pc:sldChg chg="del">
        <pc:chgData name="Schlesinger, Sebastian" userId="d814e6c9-e9fb-4b77-84f7-ccd8aa3529bb" providerId="ADAL" clId="{6D2FDA67-24CA-54D8-B1B4-CE061F2DAD41}" dt="2026-06-05T20:44:17.690" v="83" actId="2696"/>
        <pc:sldMkLst>
          <pc:docMk/>
          <pc:sldMk cId="1027644466" sldId="1432"/>
        </pc:sldMkLst>
      </pc:sldChg>
      <pc:sldChg chg="del">
        <pc:chgData name="Schlesinger, Sebastian" userId="d814e6c9-e9fb-4b77-84f7-ccd8aa3529bb" providerId="ADAL" clId="{6D2FDA67-24CA-54D8-B1B4-CE061F2DAD41}" dt="2026-06-05T20:44:17.638" v="33" actId="2696"/>
        <pc:sldMkLst>
          <pc:docMk/>
          <pc:sldMk cId="1045348921" sldId="1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6907" y="2523316"/>
            <a:ext cx="5763606" cy="442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97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2843" y="5197737"/>
            <a:ext cx="6798214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49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2231">
              <a:lnSpc>
                <a:spcPts val="1503"/>
              </a:lnSpc>
            </a:pPr>
            <a:fld id="{81D60167-4931-47E6-BA6A-407CBD079E47}" type="slidenum">
              <a:rPr lang="en-US" spc="-20" smtClean="0"/>
              <a:pPr marL="1802231">
                <a:lnSpc>
                  <a:spcPts val="1503"/>
                </a:lnSpc>
              </a:pPr>
              <a:t>‹Nr.›</a:t>
            </a:fld>
            <a:endParaRPr lang="en-US"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803FE-B66A-E2D2-240B-5C71AF3007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603" y="535260"/>
            <a:ext cx="3058011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66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75438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Wireless and Mobile Networks: 7-</a:t>
            </a:r>
            <a:fld id="{C4204591-24BD-A542-B9D5-F8D8A88D2FEE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3F96C-BB97-E1BE-9CF0-4EF0D386E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603" y="535260"/>
            <a:ext cx="3058011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machine-learning-security-top-10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07.08945" TargetMode="External"/><Relationship Id="rId7" Type="http://schemas.openxmlformats.org/officeDocument/2006/relationships/hyperlink" Target="https://arxiv.org/pdf/2402.0784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311.13647" TargetMode="External"/><Relationship Id="rId5" Type="http://schemas.openxmlformats.org/officeDocument/2006/relationships/hyperlink" Target="https://arxiv.org/pdf/2408.13221" TargetMode="External"/><Relationship Id="rId4" Type="http://schemas.openxmlformats.org/officeDocument/2006/relationships/hyperlink" Target="https://arxiv.org/pdf/2307.08278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9D1110-9633-D320-6C31-583D2511B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04" y="305509"/>
            <a:ext cx="11494227" cy="620588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0137" y="3422256"/>
            <a:ext cx="5763606" cy="132844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Master Security – Session 5: Red Teaming ML-Based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31776" y="4766242"/>
            <a:ext cx="6698062" cy="1679434"/>
          </a:xfrm>
        </p:spPr>
        <p:txBody>
          <a:bodyPr/>
          <a:lstStyle/>
          <a:p>
            <a:pPr marL="130175" indent="0">
              <a:buNone/>
            </a:pPr>
            <a:r>
              <a:rPr lang="en-US" dirty="0">
                <a:solidFill>
                  <a:schemeClr val="bg1"/>
                </a:solidFill>
              </a:rPr>
              <a:t>Prof. Dr.-Ing. Sebastian Schlesinger</a:t>
            </a:r>
          </a:p>
          <a:p>
            <a:pPr marL="130175" indent="0">
              <a:buNone/>
            </a:pPr>
            <a:r>
              <a:rPr lang="en-US" dirty="0">
                <a:solidFill>
                  <a:schemeClr val="bg1"/>
                </a:solidFill>
              </a:rPr>
              <a:t>Professor of Business Computer Science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(Safe and Secure Systems Engineering &amp; Verification)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CC4B0E-AB6C-A87E-6FB8-832AC4F02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27269" y="305509"/>
            <a:ext cx="2947563" cy="683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482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145F666-B70A-3F94-06E8-BF2FC6E41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945" y="1724027"/>
            <a:ext cx="7470109" cy="4351338"/>
          </a:xfrm>
          <a:prstGeom prst="rect">
            <a:avLst/>
          </a:prstGeom>
          <a:noFill/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640EF30-5871-1E02-72F3-E3DCAA37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7543800" cy="894622"/>
          </a:xfrm>
        </p:spPr>
        <p:txBody>
          <a:bodyPr/>
          <a:lstStyle/>
          <a:p>
            <a:r>
              <a:rPr lang="en-US" dirty="0"/>
              <a:t>What is Red Teaming?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77CC24-78A6-6FEC-F829-B3F0480B8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 anchor="ctr">
            <a:normAutofit/>
          </a:bodyPr>
          <a:lstStyle/>
          <a:p>
            <a:pPr marL="1802231">
              <a:spcAft>
                <a:spcPts val="600"/>
              </a:spcAft>
            </a:pPr>
            <a:fld id="{81D60167-4931-47E6-BA6A-407CBD079E47}" type="slidenum">
              <a:rPr lang="en-US" spc="-20" smtClean="0"/>
              <a:pPr marL="1802231">
                <a:spcAft>
                  <a:spcPts val="600"/>
                </a:spcAft>
              </a:pPr>
              <a:t>2</a:t>
            </a:fld>
            <a:endParaRPr lang="en-US" spc="-20"/>
          </a:p>
        </p:txBody>
      </p:sp>
    </p:spTree>
    <p:extLst>
      <p:ext uri="{BB962C8B-B14F-4D97-AF65-F5344CB8AC3E}">
        <p14:creationId xmlns:p14="http://schemas.microsoft.com/office/powerpoint/2010/main" val="291721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D8FEF95-E01A-166C-C4F3-A7EE5093B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de-DE" dirty="0" err="1"/>
              <a:t>Vuln</a:t>
            </a:r>
            <a:r>
              <a:rPr lang="de-DE" dirty="0"/>
              <a:t> Assessments</a:t>
            </a:r>
          </a:p>
          <a:p>
            <a:r>
              <a:rPr lang="de-DE" dirty="0"/>
              <a:t>Focus on </a:t>
            </a:r>
            <a:r>
              <a:rPr lang="de-DE" dirty="0" err="1"/>
              <a:t>identifying</a:t>
            </a:r>
            <a:r>
              <a:rPr lang="de-DE" dirty="0"/>
              <a:t>, </a:t>
            </a:r>
            <a:r>
              <a:rPr lang="de-DE" dirty="0" err="1"/>
              <a:t>cataloging</a:t>
            </a:r>
            <a:r>
              <a:rPr lang="de-DE" dirty="0"/>
              <a:t>, </a:t>
            </a:r>
            <a:r>
              <a:rPr lang="de-DE" dirty="0" err="1"/>
              <a:t>prioritizing</a:t>
            </a:r>
            <a:r>
              <a:rPr lang="de-DE" dirty="0"/>
              <a:t> </a:t>
            </a:r>
            <a:r>
              <a:rPr lang="de-DE" dirty="0" err="1"/>
              <a:t>known</a:t>
            </a:r>
            <a:r>
              <a:rPr lang="de-DE" dirty="0"/>
              <a:t> </a:t>
            </a:r>
            <a:r>
              <a:rPr lang="de-DE" dirty="0" err="1"/>
              <a:t>vulns</a:t>
            </a:r>
            <a:endParaRPr lang="de-DE" dirty="0"/>
          </a:p>
          <a:p>
            <a:r>
              <a:rPr lang="de-DE" dirty="0"/>
              <a:t>Do not </a:t>
            </a:r>
            <a:r>
              <a:rPr lang="de-DE" dirty="0" err="1"/>
              <a:t>involve</a:t>
            </a:r>
            <a:r>
              <a:rPr lang="de-DE" dirty="0"/>
              <a:t> </a:t>
            </a:r>
            <a:r>
              <a:rPr lang="de-DE" dirty="0" err="1"/>
              <a:t>exploitation</a:t>
            </a:r>
            <a:endParaRPr lang="de-DE" dirty="0"/>
          </a:p>
          <a:p>
            <a:r>
              <a:rPr lang="de-DE" dirty="0" err="1"/>
              <a:t>Comprehensive</a:t>
            </a:r>
            <a:r>
              <a:rPr lang="de-DE" dirty="0"/>
              <a:t> </a:t>
            </a:r>
            <a:r>
              <a:rPr lang="de-DE" dirty="0" err="1"/>
              <a:t>scan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, </a:t>
            </a:r>
            <a:r>
              <a:rPr lang="de-DE" dirty="0" err="1"/>
              <a:t>applications</a:t>
            </a:r>
            <a:r>
              <a:rPr lang="de-DE" dirty="0"/>
              <a:t>, </a:t>
            </a:r>
            <a:r>
              <a:rPr lang="de-DE" dirty="0" err="1"/>
              <a:t>networks</a:t>
            </a:r>
            <a:endParaRPr lang="de-DE" dirty="0"/>
          </a:p>
          <a:p>
            <a:r>
              <a:rPr lang="de-DE" dirty="0"/>
              <a:t>Tools e.g. </a:t>
            </a:r>
            <a:r>
              <a:rPr lang="de-DE" dirty="0" err="1"/>
              <a:t>Nessus</a:t>
            </a:r>
            <a:r>
              <a:rPr lang="de-DE" dirty="0"/>
              <a:t>, </a:t>
            </a:r>
            <a:r>
              <a:rPr lang="de-DE" dirty="0" err="1"/>
              <a:t>OpenVAS</a:t>
            </a:r>
            <a:endParaRPr lang="de-DE" dirty="0"/>
          </a:p>
          <a:p>
            <a:r>
              <a:rPr lang="de-DE" dirty="0" err="1"/>
              <a:t>Identify</a:t>
            </a:r>
            <a:r>
              <a:rPr lang="de-DE" dirty="0"/>
              <a:t> and </a:t>
            </a:r>
            <a:r>
              <a:rPr lang="de-DE" dirty="0" err="1"/>
              <a:t>exploit</a:t>
            </a:r>
            <a:r>
              <a:rPr lang="de-DE" dirty="0"/>
              <a:t> </a:t>
            </a:r>
            <a:r>
              <a:rPr lang="de-DE" dirty="0" err="1"/>
              <a:t>vulns</a:t>
            </a:r>
            <a:endParaRPr lang="de-DE" dirty="0"/>
          </a:p>
          <a:p>
            <a:r>
              <a:rPr lang="de-DE" dirty="0"/>
              <a:t>Time-</a:t>
            </a:r>
            <a:r>
              <a:rPr lang="de-DE" dirty="0" err="1"/>
              <a:t>bound</a:t>
            </a:r>
            <a:endParaRPr lang="de-DE" dirty="0"/>
          </a:p>
          <a:p>
            <a:r>
              <a:rPr lang="de-DE" dirty="0"/>
              <a:t>Structured </a:t>
            </a:r>
            <a:r>
              <a:rPr lang="de-DE" dirty="0" err="1"/>
              <a:t>process</a:t>
            </a:r>
            <a:endParaRPr lang="de-DE" dirty="0"/>
          </a:p>
          <a:p>
            <a:r>
              <a:rPr lang="de-DE" dirty="0" err="1"/>
              <a:t>Often</a:t>
            </a:r>
            <a:r>
              <a:rPr lang="de-DE" dirty="0"/>
              <a:t> in </a:t>
            </a:r>
            <a:r>
              <a:rPr lang="de-DE" dirty="0" err="1"/>
              <a:t>isolated</a:t>
            </a:r>
            <a:r>
              <a:rPr lang="de-DE" dirty="0"/>
              <a:t> network </a:t>
            </a:r>
            <a:r>
              <a:rPr lang="de-DE" dirty="0" err="1"/>
              <a:t>segments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web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instances</a:t>
            </a:r>
            <a:endParaRPr lang="de-DE" dirty="0"/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B3C8B9A-EAE8-9FB0-0E73-7B263B5F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exercises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vulns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7B6A67-0CAE-D302-C3E3-ED7F74247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D4B9E-41F9-7944-6EAA-B9255672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5670216-5EE2-BAF3-D87A-620FAB88E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0175" indent="0">
              <a:buNone/>
            </a:pPr>
            <a:r>
              <a:rPr lang="de-DE" dirty="0" err="1"/>
              <a:t>Red</a:t>
            </a:r>
            <a:r>
              <a:rPr lang="de-DE" dirty="0"/>
              <a:t> Teaming</a:t>
            </a:r>
          </a:p>
          <a:p>
            <a:r>
              <a:rPr lang="de-DE" dirty="0" err="1"/>
              <a:t>Adversarial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</a:p>
          <a:p>
            <a:r>
              <a:rPr lang="de-DE" dirty="0" err="1"/>
              <a:t>Mimic</a:t>
            </a:r>
            <a:r>
              <a:rPr lang="de-DE" dirty="0"/>
              <a:t>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attackers‘s</a:t>
            </a:r>
            <a:r>
              <a:rPr lang="de-DE" dirty="0"/>
              <a:t> </a:t>
            </a:r>
            <a:r>
              <a:rPr lang="de-DE" dirty="0" err="1"/>
              <a:t>tactics</a:t>
            </a:r>
            <a:r>
              <a:rPr lang="de-DE" dirty="0"/>
              <a:t>, </a:t>
            </a:r>
            <a:r>
              <a:rPr lang="de-DE" dirty="0" err="1"/>
              <a:t>techniques</a:t>
            </a:r>
            <a:r>
              <a:rPr lang="de-DE" dirty="0"/>
              <a:t>, and </a:t>
            </a:r>
            <a:r>
              <a:rPr lang="de-DE" dirty="0" err="1"/>
              <a:t>procedures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defenses</a:t>
            </a:r>
            <a:endParaRPr lang="de-DE" dirty="0"/>
          </a:p>
          <a:p>
            <a:r>
              <a:rPr lang="de-DE" dirty="0" err="1"/>
              <a:t>Evade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blue</a:t>
            </a:r>
            <a:r>
              <a:rPr lang="de-DE" dirty="0"/>
              <a:t> </a:t>
            </a:r>
            <a:r>
              <a:rPr lang="de-DE" dirty="0" err="1"/>
              <a:t>team</a:t>
            </a:r>
            <a:endParaRPr lang="de-DE" dirty="0"/>
          </a:p>
          <a:p>
            <a:pPr marL="130175" indent="0">
              <a:buNone/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special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?</a:t>
            </a:r>
          </a:p>
          <a:p>
            <a:r>
              <a:rPr lang="de-DE" dirty="0"/>
              <a:t>ML-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face</a:t>
            </a:r>
            <a:r>
              <a:rPr lang="de-DE" dirty="0"/>
              <a:t> </a:t>
            </a:r>
            <a:r>
              <a:rPr lang="de-DE" dirty="0" err="1"/>
              <a:t>unique</a:t>
            </a:r>
            <a:r>
              <a:rPr lang="de-DE" dirty="0"/>
              <a:t> </a:t>
            </a:r>
            <a:r>
              <a:rPr lang="de-DE" dirty="0" err="1"/>
              <a:t>vulns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rely</a:t>
            </a:r>
            <a:r>
              <a:rPr lang="de-DE" dirty="0"/>
              <a:t> on large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sets</a:t>
            </a:r>
            <a:r>
              <a:rPr lang="de-DE" dirty="0"/>
              <a:t>,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inference</a:t>
            </a:r>
            <a:r>
              <a:rPr lang="de-DE" dirty="0"/>
              <a:t>,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architectures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E005F66-510C-E070-6877-37A3DEF9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exercises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vulns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85059C-E97B-287D-584B-A7A521EB8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2E8F557-861D-8867-9ADD-3B2BDFF6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ML OWASP Top 10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6FE387-7915-AB42-9F67-E2F5666C4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7C74E1-0C02-0F7F-F3BD-0FD064CA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87" y="1921422"/>
            <a:ext cx="6743700" cy="42164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5A1B9DF-5FB5-64AA-CCDA-4BBCC510E2AD}"/>
              </a:ext>
            </a:extLst>
          </p:cNvPr>
          <p:cNvSpPr txBox="1"/>
          <p:nvPr/>
        </p:nvSpPr>
        <p:spPr>
          <a:xfrm>
            <a:off x="4488590" y="6119923"/>
            <a:ext cx="61026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Source: </a:t>
            </a:r>
            <a:r>
              <a:rPr lang="de-DE" sz="1000" dirty="0">
                <a:hlinkClick r:id="rId3"/>
              </a:rPr>
              <a:t>https://owasp.org/www-project-machine-learning-security-top-10/</a:t>
            </a:r>
            <a:r>
              <a:rPr lang="de-DE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631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98BEEC6-E42B-B931-4B6A-E5278897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3375991" cy="1178196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top 10 ML OWASP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5693D4-3F81-3AA5-2726-853ECE44C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998128-3C99-75FA-BB30-45A8F85F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689" y="49786"/>
            <a:ext cx="7260311" cy="6858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D4F264C-8302-8FEA-27AF-050C7D2F023D}"/>
              </a:ext>
            </a:extLst>
          </p:cNvPr>
          <p:cNvSpPr txBox="1"/>
          <p:nvPr/>
        </p:nvSpPr>
        <p:spPr>
          <a:xfrm>
            <a:off x="288234" y="5759848"/>
            <a:ext cx="44658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>
                <a:hlinkClick r:id="rId3"/>
              </a:rPr>
              <a:t>https://arxiv.org/pdf/1707.08945</a:t>
            </a:r>
            <a:r>
              <a:rPr lang="de-DE" sz="1000" dirty="0"/>
              <a:t>, </a:t>
            </a:r>
            <a:r>
              <a:rPr lang="de-DE" sz="1000" dirty="0">
                <a:hlinkClick r:id="rId4"/>
              </a:rPr>
              <a:t>https://arxiv.org/pdf/2307.08278</a:t>
            </a:r>
            <a:r>
              <a:rPr lang="de-DE" sz="1000" dirty="0"/>
              <a:t>, </a:t>
            </a:r>
            <a:r>
              <a:rPr lang="de-DE" sz="1000" dirty="0">
                <a:hlinkClick r:id="rId5"/>
              </a:rPr>
              <a:t>https://arxiv.org/pdf/2408.13221</a:t>
            </a:r>
            <a:r>
              <a:rPr lang="de-DE" sz="1000" dirty="0"/>
              <a:t>  </a:t>
            </a:r>
            <a:r>
              <a:rPr lang="de-DE" sz="1000" dirty="0">
                <a:hlinkClick r:id="rId6"/>
              </a:rPr>
              <a:t>https://arxiv.org/pdf/2311.13647</a:t>
            </a:r>
            <a:r>
              <a:rPr lang="de-DE" sz="1000" dirty="0"/>
              <a:t> </a:t>
            </a:r>
            <a:r>
              <a:rPr lang="de-DE" sz="1000" dirty="0">
                <a:hlinkClick r:id="rId7"/>
              </a:rPr>
              <a:t>https://arxiv.org/pdf/2402.07841</a:t>
            </a:r>
            <a:r>
              <a:rPr lang="de-DE" sz="1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370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311E732-9EA4-0040-8913-278504F7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Input Manipulation </a:t>
            </a:r>
            <a:r>
              <a:rPr lang="de-DE" dirty="0" err="1"/>
              <a:t>Attack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73A8C6-A9B6-331D-AD22-A14F7D833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79F5250-F191-178C-0698-27EC3B001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633" y="1724025"/>
            <a:ext cx="98027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6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A462DAC-67BC-3990-01F9-58439786E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2309" y="1724025"/>
            <a:ext cx="7307382" cy="5084189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494B727C-DCA2-1B26-533B-A4B0D10B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Membership </a:t>
            </a:r>
            <a:r>
              <a:rPr lang="de-DE" dirty="0" err="1"/>
              <a:t>Inference</a:t>
            </a:r>
            <a:r>
              <a:rPr lang="de-DE" dirty="0"/>
              <a:t> </a:t>
            </a:r>
            <a:r>
              <a:rPr lang="de-DE" dirty="0" err="1"/>
              <a:t>Attack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1EC819-E31D-60D4-0B8A-6FCF5F3F6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6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C119299-552E-F440-732C-A5E3C810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Theft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B17845-D2FA-F89E-14B1-66ABE6D18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087279-7DF9-13D6-A814-C883D2D6C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61358"/>
            <a:ext cx="7772400" cy="348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3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252</Words>
  <Application>Microsoft Macintosh PowerPoint</Application>
  <PresentationFormat>Breitbild</PresentationFormat>
  <Paragraphs>37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Trebuchet MS</vt:lpstr>
      <vt:lpstr>Wingdings</vt:lpstr>
      <vt:lpstr>Office Theme</vt:lpstr>
      <vt:lpstr>Master Security – Session 5: Red Teaming ML-Based Systems</vt:lpstr>
      <vt:lpstr>What is Red Teaming?</vt:lpstr>
      <vt:lpstr>Types of exercises to identify vulns</vt:lpstr>
      <vt:lpstr>Types of exercises to identify vulns</vt:lpstr>
      <vt:lpstr>ML OWASP Top 10</vt:lpstr>
      <vt:lpstr>What are the top 10 ML OWASP</vt:lpstr>
      <vt:lpstr>Input Manipulation Attack</vt:lpstr>
      <vt:lpstr>Membership Inference Attack</vt:lpstr>
      <vt:lpstr>Model Theft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Schlesinger, Sebastian</cp:lastModifiedBy>
  <cp:revision>1</cp:revision>
  <dcterms:created xsi:type="dcterms:W3CDTF">2020-01-18T07:24:59Z</dcterms:created>
  <dcterms:modified xsi:type="dcterms:W3CDTF">2026-06-05T20:59:29Z</dcterms:modified>
</cp:coreProperties>
</file>