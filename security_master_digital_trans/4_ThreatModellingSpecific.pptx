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98" r:id="rId1"/>
  </p:sldMasterIdLst>
  <p:notesMasterIdLst>
    <p:notesMasterId r:id="rId5"/>
  </p:notesMasterIdLst>
  <p:handoutMasterIdLst>
    <p:handoutMasterId r:id="rId6"/>
  </p:handoutMasterIdLst>
  <p:sldIdLst>
    <p:sldId id="785" r:id="rId2"/>
    <p:sldId id="787" r:id="rId3"/>
    <p:sldId id="788" r:id="rId4"/>
  </p:sldIdLst>
  <p:sldSz cx="12192000" cy="6858000"/>
  <p:notesSz cx="7772400" cy="10058400"/>
  <p:custDataLst>
    <p:tags r:id="rId7"/>
  </p:custDataLst>
  <p:defaultTextStyle>
    <a:defPPr>
      <a:defRPr lang="en-US"/>
    </a:defPPr>
    <a:lvl1pPr marL="0" algn="l" defTabSz="228600" rtl="0" eaLnBrk="1" latinLnBrk="0" hangingPunct="1">
      <a:defRPr sz="1800" kern="1200">
        <a:solidFill>
          <a:schemeClr val="tx1"/>
        </a:solidFill>
        <a:latin typeface="+mn-lt"/>
        <a:ea typeface="+mn-ea"/>
        <a:cs typeface="+mn-cs"/>
      </a:defRPr>
    </a:lvl1pPr>
    <a:lvl2pPr marL="228600" algn="l" defTabSz="228600" rtl="0" eaLnBrk="1" latinLnBrk="0" hangingPunct="1">
      <a:defRPr sz="1800" kern="1200">
        <a:solidFill>
          <a:schemeClr val="tx1"/>
        </a:solidFill>
        <a:latin typeface="+mn-lt"/>
        <a:ea typeface="+mn-ea"/>
        <a:cs typeface="+mn-cs"/>
      </a:defRPr>
    </a:lvl2pPr>
    <a:lvl3pPr marL="457200" algn="l" defTabSz="228600" rtl="0" eaLnBrk="1" latinLnBrk="0" hangingPunct="1">
      <a:defRPr sz="1800" kern="1200">
        <a:solidFill>
          <a:schemeClr val="tx1"/>
        </a:solidFill>
        <a:latin typeface="+mn-lt"/>
        <a:ea typeface="+mn-ea"/>
        <a:cs typeface="+mn-cs"/>
      </a:defRPr>
    </a:lvl3pPr>
    <a:lvl4pPr marL="685800" algn="l" defTabSz="228600" rtl="0" eaLnBrk="1" latinLnBrk="0" hangingPunct="1">
      <a:defRPr sz="1800" kern="1200">
        <a:solidFill>
          <a:schemeClr val="tx1"/>
        </a:solidFill>
        <a:latin typeface="+mn-lt"/>
        <a:ea typeface="+mn-ea"/>
        <a:cs typeface="+mn-cs"/>
      </a:defRPr>
    </a:lvl4pPr>
    <a:lvl5pPr marL="914400" algn="l" defTabSz="228600" rtl="0" eaLnBrk="1" latinLnBrk="0" hangingPunct="1">
      <a:defRPr sz="1800" kern="1200">
        <a:solidFill>
          <a:schemeClr val="tx1"/>
        </a:solidFill>
        <a:latin typeface="+mn-lt"/>
        <a:ea typeface="+mn-ea"/>
        <a:cs typeface="+mn-cs"/>
      </a:defRPr>
    </a:lvl5pPr>
    <a:lvl6pPr marL="1143000" algn="l" defTabSz="228600" rtl="0" eaLnBrk="1" latinLnBrk="0" hangingPunct="1">
      <a:defRPr sz="1800" kern="1200">
        <a:solidFill>
          <a:schemeClr val="tx1"/>
        </a:solidFill>
        <a:latin typeface="+mn-lt"/>
        <a:ea typeface="+mn-ea"/>
        <a:cs typeface="+mn-cs"/>
      </a:defRPr>
    </a:lvl6pPr>
    <a:lvl7pPr marL="1371600" algn="l" defTabSz="228600" rtl="0" eaLnBrk="1" latinLnBrk="0" hangingPunct="1">
      <a:defRPr sz="1800" kern="1200">
        <a:solidFill>
          <a:schemeClr val="tx1"/>
        </a:solidFill>
        <a:latin typeface="+mn-lt"/>
        <a:ea typeface="+mn-ea"/>
        <a:cs typeface="+mn-cs"/>
      </a:defRPr>
    </a:lvl7pPr>
    <a:lvl8pPr marL="1600200" algn="l" defTabSz="228600" rtl="0" eaLnBrk="1" latinLnBrk="0" hangingPunct="1">
      <a:defRPr sz="1800" kern="1200">
        <a:solidFill>
          <a:schemeClr val="tx1"/>
        </a:solidFill>
        <a:latin typeface="+mn-lt"/>
        <a:ea typeface="+mn-ea"/>
        <a:cs typeface="+mn-cs"/>
      </a:defRPr>
    </a:lvl8pPr>
    <a:lvl9pPr marL="1828800" algn="l" defTabSz="2286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ading, Katrina" initials="SK" lastIdx="42" clrIdx="0">
    <p:extLst>
      <p:ext uri="{19B8F6BF-5375-455C-9EA6-DF929625EA0E}">
        <p15:presenceInfo xmlns:p15="http://schemas.microsoft.com/office/powerpoint/2012/main" userId="S-1-5-21-1407069837-2091007605-538272213-31813507" providerId="AD"/>
      </p:ext>
    </p:extLst>
  </p:cmAuthor>
  <p:cmAuthor id="2" name="Raymond, Patty" initials="RP" lastIdx="2" clrIdx="1">
    <p:extLst>
      <p:ext uri="{19B8F6BF-5375-455C-9EA6-DF929625EA0E}">
        <p15:presenceInfo xmlns:p15="http://schemas.microsoft.com/office/powerpoint/2012/main" userId="S-1-5-21-1407069837-2091007605-538272213-2935585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22AEAF1-BA19-7E4A-AC79-C160301A0406}" v="10" dt="2024-11-14T21:52:10.0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421" autoAdjust="0"/>
    <p:restoredTop sz="74620" autoAdjust="0"/>
  </p:normalViewPr>
  <p:slideViewPr>
    <p:cSldViewPr snapToGrid="0">
      <p:cViewPr varScale="1">
        <p:scale>
          <a:sx n="37" d="100"/>
          <a:sy n="37" d="100"/>
        </p:scale>
        <p:origin x="208" y="1776"/>
      </p:cViewPr>
      <p:guideLst/>
    </p:cSldViewPr>
  </p:slideViewPr>
  <p:notesTextViewPr>
    <p:cViewPr>
      <p:scale>
        <a:sx n="1" d="1"/>
        <a:sy n="1" d="1"/>
      </p:scale>
      <p:origin x="0" y="0"/>
    </p:cViewPr>
  </p:notesTextViewPr>
  <p:sorterViewPr>
    <p:cViewPr>
      <p:scale>
        <a:sx n="150" d="100"/>
        <a:sy n="150" d="100"/>
      </p:scale>
      <p:origin x="0" y="-7488"/>
    </p:cViewPr>
  </p:sorterViewPr>
  <p:notesViewPr>
    <p:cSldViewPr snapToGrid="0">
      <p:cViewPr varScale="1">
        <p:scale>
          <a:sx n="112" d="100"/>
          <a:sy n="112" d="100"/>
        </p:scale>
        <p:origin x="1056" y="11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ommentAuthors" Target="commentAuthors.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tags" Target="tags/tag1.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11" Type="http://schemas.openxmlformats.org/officeDocument/2006/relationships/theme" Target="theme/theme1.xml"/><Relationship Id="rId5" Type="http://schemas.openxmlformats.org/officeDocument/2006/relationships/notesMaster" Target="notesMasters/notesMaster1.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hlesinger, Sebastian" userId="d814e6c9-e9fb-4b77-84f7-ccd8aa3529bb" providerId="ADAL" clId="{7B20C0E4-ADAE-455F-8628-9FEA55DE38CC}"/>
    <pc:docChg chg="delSld modSld">
      <pc:chgData name="Schlesinger, Sebastian" userId="d814e6c9-e9fb-4b77-84f7-ccd8aa3529bb" providerId="ADAL" clId="{7B20C0E4-ADAE-455F-8628-9FEA55DE38CC}" dt="2024-10-19T21:02:24.909" v="1" actId="729"/>
      <pc:docMkLst>
        <pc:docMk/>
      </pc:docMkLst>
      <pc:sldChg chg="mod modShow">
        <pc:chgData name="Schlesinger, Sebastian" userId="d814e6c9-e9fb-4b77-84f7-ccd8aa3529bb" providerId="ADAL" clId="{7B20C0E4-ADAE-455F-8628-9FEA55DE38CC}" dt="2024-10-19T21:02:24.909" v="1" actId="729"/>
        <pc:sldMkLst>
          <pc:docMk/>
          <pc:sldMk cId="3174617598" sldId="796"/>
        </pc:sldMkLst>
      </pc:sldChg>
      <pc:sldChg chg="del">
        <pc:chgData name="Schlesinger, Sebastian" userId="d814e6c9-e9fb-4b77-84f7-ccd8aa3529bb" providerId="ADAL" clId="{7B20C0E4-ADAE-455F-8628-9FEA55DE38CC}" dt="2024-10-19T20:58:01.664" v="0" actId="47"/>
        <pc:sldMkLst>
          <pc:docMk/>
          <pc:sldMk cId="2779219482" sldId="878"/>
        </pc:sldMkLst>
      </pc:sldChg>
      <pc:sldChg chg="del">
        <pc:chgData name="Schlesinger, Sebastian" userId="d814e6c9-e9fb-4b77-84f7-ccd8aa3529bb" providerId="ADAL" clId="{7B20C0E4-ADAE-455F-8628-9FEA55DE38CC}" dt="2024-10-19T20:58:01.664" v="0" actId="47"/>
        <pc:sldMkLst>
          <pc:docMk/>
          <pc:sldMk cId="2351152956" sldId="879"/>
        </pc:sldMkLst>
      </pc:sldChg>
      <pc:sldChg chg="del">
        <pc:chgData name="Schlesinger, Sebastian" userId="d814e6c9-e9fb-4b77-84f7-ccd8aa3529bb" providerId="ADAL" clId="{7B20C0E4-ADAE-455F-8628-9FEA55DE38CC}" dt="2024-10-19T20:58:01.664" v="0" actId="47"/>
        <pc:sldMkLst>
          <pc:docMk/>
          <pc:sldMk cId="4272773184" sldId="880"/>
        </pc:sldMkLst>
      </pc:sldChg>
      <pc:sldChg chg="del">
        <pc:chgData name="Schlesinger, Sebastian" userId="d814e6c9-e9fb-4b77-84f7-ccd8aa3529bb" providerId="ADAL" clId="{7B20C0E4-ADAE-455F-8628-9FEA55DE38CC}" dt="2024-10-19T20:58:01.664" v="0" actId="47"/>
        <pc:sldMkLst>
          <pc:docMk/>
          <pc:sldMk cId="2788516822" sldId="881"/>
        </pc:sldMkLst>
      </pc:sldChg>
      <pc:sldChg chg="del">
        <pc:chgData name="Schlesinger, Sebastian" userId="d814e6c9-e9fb-4b77-84f7-ccd8aa3529bb" providerId="ADAL" clId="{7B20C0E4-ADAE-455F-8628-9FEA55DE38CC}" dt="2024-10-19T20:58:01.664" v="0" actId="47"/>
        <pc:sldMkLst>
          <pc:docMk/>
          <pc:sldMk cId="1330282241" sldId="882"/>
        </pc:sldMkLst>
      </pc:sldChg>
      <pc:sldChg chg="del">
        <pc:chgData name="Schlesinger, Sebastian" userId="d814e6c9-e9fb-4b77-84f7-ccd8aa3529bb" providerId="ADAL" clId="{7B20C0E4-ADAE-455F-8628-9FEA55DE38CC}" dt="2024-10-19T20:58:01.664" v="0" actId="47"/>
        <pc:sldMkLst>
          <pc:docMk/>
          <pc:sldMk cId="246292079" sldId="883"/>
        </pc:sldMkLst>
      </pc:sldChg>
      <pc:sldChg chg="del">
        <pc:chgData name="Schlesinger, Sebastian" userId="d814e6c9-e9fb-4b77-84f7-ccd8aa3529bb" providerId="ADAL" clId="{7B20C0E4-ADAE-455F-8628-9FEA55DE38CC}" dt="2024-10-19T20:58:01.664" v="0" actId="47"/>
        <pc:sldMkLst>
          <pc:docMk/>
          <pc:sldMk cId="2968711186" sldId="884"/>
        </pc:sldMkLst>
      </pc:sldChg>
      <pc:sldChg chg="mod modShow">
        <pc:chgData name="Schlesinger, Sebastian" userId="d814e6c9-e9fb-4b77-84f7-ccd8aa3529bb" providerId="ADAL" clId="{7B20C0E4-ADAE-455F-8628-9FEA55DE38CC}" dt="2024-10-19T21:02:24.909" v="1" actId="729"/>
        <pc:sldMkLst>
          <pc:docMk/>
          <pc:sldMk cId="549452255" sldId="888"/>
        </pc:sldMkLst>
      </pc:sldChg>
      <pc:sldChg chg="mod modShow">
        <pc:chgData name="Schlesinger, Sebastian" userId="d814e6c9-e9fb-4b77-84f7-ccd8aa3529bb" providerId="ADAL" clId="{7B20C0E4-ADAE-455F-8628-9FEA55DE38CC}" dt="2024-10-19T21:02:24.909" v="1" actId="729"/>
        <pc:sldMkLst>
          <pc:docMk/>
          <pc:sldMk cId="2130368566" sldId="889"/>
        </pc:sldMkLst>
      </pc:sldChg>
      <pc:sldChg chg="mod modShow">
        <pc:chgData name="Schlesinger, Sebastian" userId="d814e6c9-e9fb-4b77-84f7-ccd8aa3529bb" providerId="ADAL" clId="{7B20C0E4-ADAE-455F-8628-9FEA55DE38CC}" dt="2024-10-19T21:02:24.909" v="1" actId="729"/>
        <pc:sldMkLst>
          <pc:docMk/>
          <pc:sldMk cId="4101814955" sldId="890"/>
        </pc:sldMkLst>
      </pc:sldChg>
      <pc:sldChg chg="mod modShow">
        <pc:chgData name="Schlesinger, Sebastian" userId="d814e6c9-e9fb-4b77-84f7-ccd8aa3529bb" providerId="ADAL" clId="{7B20C0E4-ADAE-455F-8628-9FEA55DE38CC}" dt="2024-10-19T21:02:24.909" v="1" actId="729"/>
        <pc:sldMkLst>
          <pc:docMk/>
          <pc:sldMk cId="3644862755" sldId="898"/>
        </pc:sldMkLst>
      </pc:sldChg>
      <pc:sldChg chg="mod modShow">
        <pc:chgData name="Schlesinger, Sebastian" userId="d814e6c9-e9fb-4b77-84f7-ccd8aa3529bb" providerId="ADAL" clId="{7B20C0E4-ADAE-455F-8628-9FEA55DE38CC}" dt="2024-10-19T21:02:24.909" v="1" actId="729"/>
        <pc:sldMkLst>
          <pc:docMk/>
          <pc:sldMk cId="2214594234" sldId="899"/>
        </pc:sldMkLst>
      </pc:sldChg>
      <pc:sldChg chg="mod modShow">
        <pc:chgData name="Schlesinger, Sebastian" userId="d814e6c9-e9fb-4b77-84f7-ccd8aa3529bb" providerId="ADAL" clId="{7B20C0E4-ADAE-455F-8628-9FEA55DE38CC}" dt="2024-10-19T21:02:24.909" v="1" actId="729"/>
        <pc:sldMkLst>
          <pc:docMk/>
          <pc:sldMk cId="863405615" sldId="900"/>
        </pc:sldMkLst>
      </pc:sldChg>
    </pc:docChg>
  </pc:docChgLst>
  <pc:docChgLst>
    <pc:chgData name="Schlesinger, Sebastian" userId="d814e6c9-e9fb-4b77-84f7-ccd8aa3529bb" providerId="ADAL" clId="{BFE6E7E9-D7F3-3A4D-82A8-DE69F15AE690}"/>
    <pc:docChg chg="modSld">
      <pc:chgData name="Schlesinger, Sebastian" userId="d814e6c9-e9fb-4b77-84f7-ccd8aa3529bb" providerId="ADAL" clId="{BFE6E7E9-D7F3-3A4D-82A8-DE69F15AE690}" dt="2024-09-26T13:18:47.769" v="0" actId="1076"/>
      <pc:docMkLst>
        <pc:docMk/>
      </pc:docMkLst>
      <pc:sldChg chg="modSp mod">
        <pc:chgData name="Schlesinger, Sebastian" userId="d814e6c9-e9fb-4b77-84f7-ccd8aa3529bb" providerId="ADAL" clId="{BFE6E7E9-D7F3-3A4D-82A8-DE69F15AE690}" dt="2024-09-26T13:18:47.769" v="0" actId="1076"/>
        <pc:sldMkLst>
          <pc:docMk/>
          <pc:sldMk cId="1917245076" sldId="446"/>
        </pc:sldMkLst>
      </pc:sldChg>
    </pc:docChg>
  </pc:docChgLst>
  <pc:docChgLst>
    <pc:chgData name="Schlesinger, Sebastian" userId="d814e6c9-e9fb-4b77-84f7-ccd8aa3529bb" providerId="ADAL" clId="{82B73B43-CADB-C344-9D99-4001E5EA7D75}"/>
    <pc:docChg chg="undo custSel addSld delSld modSld sldOrd">
      <pc:chgData name="Schlesinger, Sebastian" userId="d814e6c9-e9fb-4b77-84f7-ccd8aa3529bb" providerId="ADAL" clId="{82B73B43-CADB-C344-9D99-4001E5EA7D75}" dt="2024-10-09T06:36:11.512" v="5803" actId="20577"/>
      <pc:docMkLst>
        <pc:docMk/>
      </pc:docMkLst>
      <pc:sldChg chg="del">
        <pc:chgData name="Schlesinger, Sebastian" userId="d814e6c9-e9fb-4b77-84f7-ccd8aa3529bb" providerId="ADAL" clId="{82B73B43-CADB-C344-9D99-4001E5EA7D75}" dt="2024-10-05T19:23:18.864" v="206" actId="2696"/>
        <pc:sldMkLst>
          <pc:docMk/>
          <pc:sldMk cId="1918092769" sldId="259"/>
        </pc:sldMkLst>
      </pc:sldChg>
      <pc:sldChg chg="del">
        <pc:chgData name="Schlesinger, Sebastian" userId="d814e6c9-e9fb-4b77-84f7-ccd8aa3529bb" providerId="ADAL" clId="{82B73B43-CADB-C344-9D99-4001E5EA7D75}" dt="2024-10-05T19:23:18.349" v="95" actId="2696"/>
        <pc:sldMkLst>
          <pc:docMk/>
          <pc:sldMk cId="1713603126" sldId="302"/>
        </pc:sldMkLst>
      </pc:sldChg>
      <pc:sldChg chg="del">
        <pc:chgData name="Schlesinger, Sebastian" userId="d814e6c9-e9fb-4b77-84f7-ccd8aa3529bb" providerId="ADAL" clId="{82B73B43-CADB-C344-9D99-4001E5EA7D75}" dt="2024-10-05T19:23:19.056" v="240" actId="2696"/>
        <pc:sldMkLst>
          <pc:docMk/>
          <pc:sldMk cId="2260481655" sldId="313"/>
        </pc:sldMkLst>
      </pc:sldChg>
      <pc:sldChg chg="del">
        <pc:chgData name="Schlesinger, Sebastian" userId="d814e6c9-e9fb-4b77-84f7-ccd8aa3529bb" providerId="ADAL" clId="{82B73B43-CADB-C344-9D99-4001E5EA7D75}" dt="2024-10-05T19:23:18.343" v="93" actId="2696"/>
        <pc:sldMkLst>
          <pc:docMk/>
          <pc:sldMk cId="3708661888" sldId="314"/>
        </pc:sldMkLst>
      </pc:sldChg>
      <pc:sldChg chg="del">
        <pc:chgData name="Schlesinger, Sebastian" userId="d814e6c9-e9fb-4b77-84f7-ccd8aa3529bb" providerId="ADAL" clId="{82B73B43-CADB-C344-9D99-4001E5EA7D75}" dt="2024-10-05T19:23:18.868" v="208" actId="2696"/>
        <pc:sldMkLst>
          <pc:docMk/>
          <pc:sldMk cId="3846816682" sldId="387"/>
        </pc:sldMkLst>
      </pc:sldChg>
      <pc:sldChg chg="del">
        <pc:chgData name="Schlesinger, Sebastian" userId="d814e6c9-e9fb-4b77-84f7-ccd8aa3529bb" providerId="ADAL" clId="{82B73B43-CADB-C344-9D99-4001E5EA7D75}" dt="2024-10-05T19:23:19.013" v="233" actId="2696"/>
        <pc:sldMkLst>
          <pc:docMk/>
          <pc:sldMk cId="1456639441" sldId="415"/>
        </pc:sldMkLst>
      </pc:sldChg>
      <pc:sldChg chg="del">
        <pc:chgData name="Schlesinger, Sebastian" userId="d814e6c9-e9fb-4b77-84f7-ccd8aa3529bb" providerId="ADAL" clId="{82B73B43-CADB-C344-9D99-4001E5EA7D75}" dt="2024-10-05T19:23:18.861" v="204" actId="2696"/>
        <pc:sldMkLst>
          <pc:docMk/>
          <pc:sldMk cId="1519074031" sldId="420"/>
        </pc:sldMkLst>
      </pc:sldChg>
      <pc:sldChg chg="del">
        <pc:chgData name="Schlesinger, Sebastian" userId="d814e6c9-e9fb-4b77-84f7-ccd8aa3529bb" providerId="ADAL" clId="{82B73B43-CADB-C344-9D99-4001E5EA7D75}" dt="2024-10-05T19:23:18.674" v="161" actId="2696"/>
        <pc:sldMkLst>
          <pc:docMk/>
          <pc:sldMk cId="2468994426" sldId="421"/>
        </pc:sldMkLst>
      </pc:sldChg>
      <pc:sldChg chg="del">
        <pc:chgData name="Schlesinger, Sebastian" userId="d814e6c9-e9fb-4b77-84f7-ccd8aa3529bb" providerId="ADAL" clId="{82B73B43-CADB-C344-9D99-4001E5EA7D75}" dt="2024-10-05T19:23:17.861" v="35" actId="2696"/>
        <pc:sldMkLst>
          <pc:docMk/>
          <pc:sldMk cId="2563061830" sldId="422"/>
        </pc:sldMkLst>
      </pc:sldChg>
      <pc:sldChg chg="del">
        <pc:chgData name="Schlesinger, Sebastian" userId="d814e6c9-e9fb-4b77-84f7-ccd8aa3529bb" providerId="ADAL" clId="{82B73B43-CADB-C344-9D99-4001E5EA7D75}" dt="2024-10-05T19:23:19.109" v="257" actId="2696"/>
        <pc:sldMkLst>
          <pc:docMk/>
          <pc:sldMk cId="577438230" sldId="424"/>
        </pc:sldMkLst>
      </pc:sldChg>
      <pc:sldChg chg="del">
        <pc:chgData name="Schlesinger, Sebastian" userId="d814e6c9-e9fb-4b77-84f7-ccd8aa3529bb" providerId="ADAL" clId="{82B73B43-CADB-C344-9D99-4001E5EA7D75}" dt="2024-10-05T19:23:18.058" v="55" actId="2696"/>
        <pc:sldMkLst>
          <pc:docMk/>
          <pc:sldMk cId="1066913984" sldId="425"/>
        </pc:sldMkLst>
      </pc:sldChg>
      <pc:sldChg chg="del">
        <pc:chgData name="Schlesinger, Sebastian" userId="d814e6c9-e9fb-4b77-84f7-ccd8aa3529bb" providerId="ADAL" clId="{82B73B43-CADB-C344-9D99-4001E5EA7D75}" dt="2024-10-05T19:23:18.079" v="58" actId="2696"/>
        <pc:sldMkLst>
          <pc:docMk/>
          <pc:sldMk cId="929596025" sldId="427"/>
        </pc:sldMkLst>
      </pc:sldChg>
      <pc:sldChg chg="del">
        <pc:chgData name="Schlesinger, Sebastian" userId="d814e6c9-e9fb-4b77-84f7-ccd8aa3529bb" providerId="ADAL" clId="{82B73B43-CADB-C344-9D99-4001E5EA7D75}" dt="2024-10-05T19:23:19.102" v="255" actId="2696"/>
        <pc:sldMkLst>
          <pc:docMk/>
          <pc:sldMk cId="268863749" sldId="430"/>
        </pc:sldMkLst>
      </pc:sldChg>
      <pc:sldChg chg="del">
        <pc:chgData name="Schlesinger, Sebastian" userId="d814e6c9-e9fb-4b77-84f7-ccd8aa3529bb" providerId="ADAL" clId="{82B73B43-CADB-C344-9D99-4001E5EA7D75}" dt="2024-10-05T19:23:18.621" v="136" actId="2696"/>
        <pc:sldMkLst>
          <pc:docMk/>
          <pc:sldMk cId="2384042396" sldId="433"/>
        </pc:sldMkLst>
      </pc:sldChg>
      <pc:sldChg chg="del">
        <pc:chgData name="Schlesinger, Sebastian" userId="d814e6c9-e9fb-4b77-84f7-ccd8aa3529bb" providerId="ADAL" clId="{82B73B43-CADB-C344-9D99-4001E5EA7D75}" dt="2024-10-05T19:23:18.639" v="144" actId="2696"/>
        <pc:sldMkLst>
          <pc:docMk/>
          <pc:sldMk cId="3745443848" sldId="434"/>
        </pc:sldMkLst>
      </pc:sldChg>
      <pc:sldChg chg="del">
        <pc:chgData name="Schlesinger, Sebastian" userId="d814e6c9-e9fb-4b77-84f7-ccd8aa3529bb" providerId="ADAL" clId="{82B73B43-CADB-C344-9D99-4001E5EA7D75}" dt="2024-10-05T19:23:18.886" v="213" actId="2696"/>
        <pc:sldMkLst>
          <pc:docMk/>
          <pc:sldMk cId="1378354409" sldId="436"/>
        </pc:sldMkLst>
      </pc:sldChg>
      <pc:sldChg chg="del">
        <pc:chgData name="Schlesinger, Sebastian" userId="d814e6c9-e9fb-4b77-84f7-ccd8aa3529bb" providerId="ADAL" clId="{82B73B43-CADB-C344-9D99-4001E5EA7D75}" dt="2024-10-05T19:23:19.052" v="237" actId="2696"/>
        <pc:sldMkLst>
          <pc:docMk/>
          <pc:sldMk cId="3672861896" sldId="437"/>
        </pc:sldMkLst>
      </pc:sldChg>
      <pc:sldChg chg="del">
        <pc:chgData name="Schlesinger, Sebastian" userId="d814e6c9-e9fb-4b77-84f7-ccd8aa3529bb" providerId="ADAL" clId="{82B73B43-CADB-C344-9D99-4001E5EA7D75}" dt="2024-10-05T19:23:18.795" v="197" actId="2696"/>
        <pc:sldMkLst>
          <pc:docMk/>
          <pc:sldMk cId="3768094718" sldId="438"/>
        </pc:sldMkLst>
      </pc:sldChg>
      <pc:sldChg chg="del">
        <pc:chgData name="Schlesinger, Sebastian" userId="d814e6c9-e9fb-4b77-84f7-ccd8aa3529bb" providerId="ADAL" clId="{82B73B43-CADB-C344-9D99-4001E5EA7D75}" dt="2024-10-05T19:23:18.798" v="198" actId="2696"/>
        <pc:sldMkLst>
          <pc:docMk/>
          <pc:sldMk cId="2372572466" sldId="439"/>
        </pc:sldMkLst>
      </pc:sldChg>
      <pc:sldChg chg="del">
        <pc:chgData name="Schlesinger, Sebastian" userId="d814e6c9-e9fb-4b77-84f7-ccd8aa3529bb" providerId="ADAL" clId="{82B73B43-CADB-C344-9D99-4001E5EA7D75}" dt="2024-10-05T19:23:18.047" v="52" actId="2696"/>
        <pc:sldMkLst>
          <pc:docMk/>
          <pc:sldMk cId="2963454281" sldId="440"/>
        </pc:sldMkLst>
      </pc:sldChg>
      <pc:sldChg chg="del">
        <pc:chgData name="Schlesinger, Sebastian" userId="d814e6c9-e9fb-4b77-84f7-ccd8aa3529bb" providerId="ADAL" clId="{82B73B43-CADB-C344-9D99-4001E5EA7D75}" dt="2024-10-05T19:23:18.171" v="70" actId="2696"/>
        <pc:sldMkLst>
          <pc:docMk/>
          <pc:sldMk cId="2897810026" sldId="441"/>
        </pc:sldMkLst>
      </pc:sldChg>
      <pc:sldChg chg="del">
        <pc:chgData name="Schlesinger, Sebastian" userId="d814e6c9-e9fb-4b77-84f7-ccd8aa3529bb" providerId="ADAL" clId="{82B73B43-CADB-C344-9D99-4001E5EA7D75}" dt="2024-10-05T19:23:18.330" v="89" actId="2696"/>
        <pc:sldMkLst>
          <pc:docMk/>
          <pc:sldMk cId="4257125463" sldId="442"/>
        </pc:sldMkLst>
      </pc:sldChg>
      <pc:sldChg chg="del">
        <pc:chgData name="Schlesinger, Sebastian" userId="d814e6c9-e9fb-4b77-84f7-ccd8aa3529bb" providerId="ADAL" clId="{82B73B43-CADB-C344-9D99-4001E5EA7D75}" dt="2024-10-05T19:23:18.730" v="171" actId="2696"/>
        <pc:sldMkLst>
          <pc:docMk/>
          <pc:sldMk cId="3788926161" sldId="443"/>
        </pc:sldMkLst>
      </pc:sldChg>
      <pc:sldChg chg="del">
        <pc:chgData name="Schlesinger, Sebastian" userId="d814e6c9-e9fb-4b77-84f7-ccd8aa3529bb" providerId="ADAL" clId="{82B73B43-CADB-C344-9D99-4001E5EA7D75}" dt="2024-10-05T19:23:17.883" v="41" actId="2696"/>
        <pc:sldMkLst>
          <pc:docMk/>
          <pc:sldMk cId="2184311159" sldId="444"/>
        </pc:sldMkLst>
      </pc:sldChg>
      <pc:sldChg chg="del">
        <pc:chgData name="Schlesinger, Sebastian" userId="d814e6c9-e9fb-4b77-84f7-ccd8aa3529bb" providerId="ADAL" clId="{82B73B43-CADB-C344-9D99-4001E5EA7D75}" dt="2024-10-05T19:23:18.474" v="119" actId="2696"/>
        <pc:sldMkLst>
          <pc:docMk/>
          <pc:sldMk cId="3275123026" sldId="445"/>
        </pc:sldMkLst>
      </pc:sldChg>
      <pc:sldChg chg="del">
        <pc:chgData name="Schlesinger, Sebastian" userId="d814e6c9-e9fb-4b77-84f7-ccd8aa3529bb" providerId="ADAL" clId="{82B73B43-CADB-C344-9D99-4001E5EA7D75}" dt="2024-10-05T19:23:19.004" v="226" actId="2696"/>
        <pc:sldMkLst>
          <pc:docMk/>
          <pc:sldMk cId="1917245076" sldId="446"/>
        </pc:sldMkLst>
      </pc:sldChg>
      <pc:sldChg chg="del">
        <pc:chgData name="Schlesinger, Sebastian" userId="d814e6c9-e9fb-4b77-84f7-ccd8aa3529bb" providerId="ADAL" clId="{82B73B43-CADB-C344-9D99-4001E5EA7D75}" dt="2024-10-05T19:23:18.436" v="107" actId="2696"/>
        <pc:sldMkLst>
          <pc:docMk/>
          <pc:sldMk cId="2050393791" sldId="448"/>
        </pc:sldMkLst>
      </pc:sldChg>
      <pc:sldChg chg="del">
        <pc:chgData name="Schlesinger, Sebastian" userId="d814e6c9-e9fb-4b77-84f7-ccd8aa3529bb" providerId="ADAL" clId="{82B73B43-CADB-C344-9D99-4001E5EA7D75}" dt="2024-10-05T19:23:18.883" v="211" actId="2696"/>
        <pc:sldMkLst>
          <pc:docMk/>
          <pc:sldMk cId="1038566067" sldId="450"/>
        </pc:sldMkLst>
      </pc:sldChg>
      <pc:sldChg chg="del">
        <pc:chgData name="Schlesinger, Sebastian" userId="d814e6c9-e9fb-4b77-84f7-ccd8aa3529bb" providerId="ADAL" clId="{82B73B43-CADB-C344-9D99-4001E5EA7D75}" dt="2024-10-05T19:23:19.063" v="245" actId="2696"/>
        <pc:sldMkLst>
          <pc:docMk/>
          <pc:sldMk cId="406138176" sldId="452"/>
        </pc:sldMkLst>
      </pc:sldChg>
      <pc:sldChg chg="del">
        <pc:chgData name="Schlesinger, Sebastian" userId="d814e6c9-e9fb-4b77-84f7-ccd8aa3529bb" providerId="ADAL" clId="{82B73B43-CADB-C344-9D99-4001E5EA7D75}" dt="2024-10-05T19:23:18.466" v="117" actId="2696"/>
        <pc:sldMkLst>
          <pc:docMk/>
          <pc:sldMk cId="3596952738" sldId="453"/>
        </pc:sldMkLst>
      </pc:sldChg>
      <pc:sldChg chg="del">
        <pc:chgData name="Schlesinger, Sebastian" userId="d814e6c9-e9fb-4b77-84f7-ccd8aa3529bb" providerId="ADAL" clId="{82B73B43-CADB-C344-9D99-4001E5EA7D75}" dt="2024-10-05T19:23:18.174" v="71" actId="2696"/>
        <pc:sldMkLst>
          <pc:docMk/>
          <pc:sldMk cId="2710590164" sldId="454"/>
        </pc:sldMkLst>
      </pc:sldChg>
      <pc:sldChg chg="del">
        <pc:chgData name="Schlesinger, Sebastian" userId="d814e6c9-e9fb-4b77-84f7-ccd8aa3529bb" providerId="ADAL" clId="{82B73B43-CADB-C344-9D99-4001E5EA7D75}" dt="2024-10-05T19:23:18.665" v="156" actId="2696"/>
        <pc:sldMkLst>
          <pc:docMk/>
          <pc:sldMk cId="4261534330" sldId="455"/>
        </pc:sldMkLst>
      </pc:sldChg>
      <pc:sldChg chg="del">
        <pc:chgData name="Schlesinger, Sebastian" userId="d814e6c9-e9fb-4b77-84f7-ccd8aa3529bb" providerId="ADAL" clId="{82B73B43-CADB-C344-9D99-4001E5EA7D75}" dt="2024-10-05T19:23:18.422" v="101" actId="2696"/>
        <pc:sldMkLst>
          <pc:docMk/>
          <pc:sldMk cId="2477107202" sldId="470"/>
        </pc:sldMkLst>
      </pc:sldChg>
      <pc:sldChg chg="del">
        <pc:chgData name="Schlesinger, Sebastian" userId="d814e6c9-e9fb-4b77-84f7-ccd8aa3529bb" providerId="ADAL" clId="{82B73B43-CADB-C344-9D99-4001E5EA7D75}" dt="2024-10-05T19:23:18.470" v="118" actId="2696"/>
        <pc:sldMkLst>
          <pc:docMk/>
          <pc:sldMk cId="3937435522" sldId="483"/>
        </pc:sldMkLst>
      </pc:sldChg>
      <pc:sldChg chg="del">
        <pc:chgData name="Schlesinger, Sebastian" userId="d814e6c9-e9fb-4b77-84f7-ccd8aa3529bb" providerId="ADAL" clId="{82B73B43-CADB-C344-9D99-4001E5EA7D75}" dt="2024-10-05T19:23:18.061" v="56" actId="2696"/>
        <pc:sldMkLst>
          <pc:docMk/>
          <pc:sldMk cId="2613518383" sldId="487"/>
        </pc:sldMkLst>
      </pc:sldChg>
      <pc:sldChg chg="del">
        <pc:chgData name="Schlesinger, Sebastian" userId="d814e6c9-e9fb-4b77-84f7-ccd8aa3529bb" providerId="ADAL" clId="{82B73B43-CADB-C344-9D99-4001E5EA7D75}" dt="2024-10-05T19:23:18.905" v="223" actId="2696"/>
        <pc:sldMkLst>
          <pc:docMk/>
          <pc:sldMk cId="2319740968" sldId="489"/>
        </pc:sldMkLst>
      </pc:sldChg>
      <pc:sldChg chg="del">
        <pc:chgData name="Schlesinger, Sebastian" userId="d814e6c9-e9fb-4b77-84f7-ccd8aa3529bb" providerId="ADAL" clId="{82B73B43-CADB-C344-9D99-4001E5EA7D75}" dt="2024-10-05T19:23:18.093" v="63" actId="2696"/>
        <pc:sldMkLst>
          <pc:docMk/>
          <pc:sldMk cId="2915557673" sldId="491"/>
        </pc:sldMkLst>
      </pc:sldChg>
      <pc:sldChg chg="del">
        <pc:chgData name="Schlesinger, Sebastian" userId="d814e6c9-e9fb-4b77-84f7-ccd8aa3529bb" providerId="ADAL" clId="{82B73B43-CADB-C344-9D99-4001E5EA7D75}" dt="2024-10-05T19:23:18.177" v="72" actId="2696"/>
        <pc:sldMkLst>
          <pc:docMk/>
          <pc:sldMk cId="2898752761" sldId="493"/>
        </pc:sldMkLst>
      </pc:sldChg>
      <pc:sldChg chg="del">
        <pc:chgData name="Schlesinger, Sebastian" userId="d814e6c9-e9fb-4b77-84f7-ccd8aa3529bb" providerId="ADAL" clId="{82B73B43-CADB-C344-9D99-4001E5EA7D75}" dt="2024-10-05T19:23:19.053" v="238" actId="2696"/>
        <pc:sldMkLst>
          <pc:docMk/>
          <pc:sldMk cId="148008999" sldId="496"/>
        </pc:sldMkLst>
      </pc:sldChg>
      <pc:sldChg chg="del">
        <pc:chgData name="Schlesinger, Sebastian" userId="d814e6c9-e9fb-4b77-84f7-ccd8aa3529bb" providerId="ADAL" clId="{82B73B43-CADB-C344-9D99-4001E5EA7D75}" dt="2024-10-05T19:23:18.753" v="177" actId="2696"/>
        <pc:sldMkLst>
          <pc:docMk/>
          <pc:sldMk cId="3303414060" sldId="505"/>
        </pc:sldMkLst>
      </pc:sldChg>
      <pc:sldChg chg="del">
        <pc:chgData name="Schlesinger, Sebastian" userId="d814e6c9-e9fb-4b77-84f7-ccd8aa3529bb" providerId="ADAL" clId="{82B73B43-CADB-C344-9D99-4001E5EA7D75}" dt="2024-10-05T19:23:18.776" v="185" actId="2696"/>
        <pc:sldMkLst>
          <pc:docMk/>
          <pc:sldMk cId="1240088864" sldId="522"/>
        </pc:sldMkLst>
      </pc:sldChg>
      <pc:sldChg chg="del">
        <pc:chgData name="Schlesinger, Sebastian" userId="d814e6c9-e9fb-4b77-84f7-ccd8aa3529bb" providerId="ADAL" clId="{82B73B43-CADB-C344-9D99-4001E5EA7D75}" dt="2024-10-05T19:23:19.155" v="266" actId="2696"/>
        <pc:sldMkLst>
          <pc:docMk/>
          <pc:sldMk cId="3778688416" sldId="529"/>
        </pc:sldMkLst>
      </pc:sldChg>
      <pc:sldChg chg="del">
        <pc:chgData name="Schlesinger, Sebastian" userId="d814e6c9-e9fb-4b77-84f7-ccd8aa3529bb" providerId="ADAL" clId="{82B73B43-CADB-C344-9D99-4001E5EA7D75}" dt="2024-10-05T19:23:18.505" v="131" actId="2696"/>
        <pc:sldMkLst>
          <pc:docMk/>
          <pc:sldMk cId="3123342292" sldId="549"/>
        </pc:sldMkLst>
      </pc:sldChg>
      <pc:sldChg chg="del">
        <pc:chgData name="Schlesinger, Sebastian" userId="d814e6c9-e9fb-4b77-84f7-ccd8aa3529bb" providerId="ADAL" clId="{82B73B43-CADB-C344-9D99-4001E5EA7D75}" dt="2024-10-05T19:23:17.842" v="29" actId="2696"/>
        <pc:sldMkLst>
          <pc:docMk/>
          <pc:sldMk cId="243942860" sldId="550"/>
        </pc:sldMkLst>
      </pc:sldChg>
      <pc:sldChg chg="del">
        <pc:chgData name="Schlesinger, Sebastian" userId="d814e6c9-e9fb-4b77-84f7-ccd8aa3529bb" providerId="ADAL" clId="{82B73B43-CADB-C344-9D99-4001E5EA7D75}" dt="2024-10-05T19:23:18.879" v="209" actId="2696"/>
        <pc:sldMkLst>
          <pc:docMk/>
          <pc:sldMk cId="1368255683" sldId="551"/>
        </pc:sldMkLst>
      </pc:sldChg>
      <pc:sldChg chg="del">
        <pc:chgData name="Schlesinger, Sebastian" userId="d814e6c9-e9fb-4b77-84f7-ccd8aa3529bb" providerId="ADAL" clId="{82B73B43-CADB-C344-9D99-4001E5EA7D75}" dt="2024-10-05T19:23:18.096" v="64" actId="2696"/>
        <pc:sldMkLst>
          <pc:docMk/>
          <pc:sldMk cId="4189626064" sldId="552"/>
        </pc:sldMkLst>
      </pc:sldChg>
      <pc:sldChg chg="del">
        <pc:chgData name="Schlesinger, Sebastian" userId="d814e6c9-e9fb-4b77-84f7-ccd8aa3529bb" providerId="ADAL" clId="{82B73B43-CADB-C344-9D99-4001E5EA7D75}" dt="2024-10-05T19:23:18.789" v="193" actId="2696"/>
        <pc:sldMkLst>
          <pc:docMk/>
          <pc:sldMk cId="1413750427" sldId="553"/>
        </pc:sldMkLst>
      </pc:sldChg>
      <pc:sldChg chg="del">
        <pc:chgData name="Schlesinger, Sebastian" userId="d814e6c9-e9fb-4b77-84f7-ccd8aa3529bb" providerId="ADAL" clId="{82B73B43-CADB-C344-9D99-4001E5EA7D75}" dt="2024-10-05T19:23:18.644" v="146" actId="2696"/>
        <pc:sldMkLst>
          <pc:docMk/>
          <pc:sldMk cId="3173130940" sldId="554"/>
        </pc:sldMkLst>
      </pc:sldChg>
      <pc:sldChg chg="del">
        <pc:chgData name="Schlesinger, Sebastian" userId="d814e6c9-e9fb-4b77-84f7-ccd8aa3529bb" providerId="ADAL" clId="{82B73B43-CADB-C344-9D99-4001E5EA7D75}" dt="2024-10-05T19:23:18.509" v="132" actId="2696"/>
        <pc:sldMkLst>
          <pc:docMk/>
          <pc:sldMk cId="1522569986" sldId="555"/>
        </pc:sldMkLst>
      </pc:sldChg>
      <pc:sldChg chg="del">
        <pc:chgData name="Schlesinger, Sebastian" userId="d814e6c9-e9fb-4b77-84f7-ccd8aa3529bb" providerId="ADAL" clId="{82B73B43-CADB-C344-9D99-4001E5EA7D75}" dt="2024-10-05T19:23:18.749" v="175" actId="2696"/>
        <pc:sldMkLst>
          <pc:docMk/>
          <pc:sldMk cId="1636452632" sldId="556"/>
        </pc:sldMkLst>
      </pc:sldChg>
      <pc:sldChg chg="del">
        <pc:chgData name="Schlesinger, Sebastian" userId="d814e6c9-e9fb-4b77-84f7-ccd8aa3529bb" providerId="ADAL" clId="{82B73B43-CADB-C344-9D99-4001E5EA7D75}" dt="2024-10-05T19:23:18.907" v="224" actId="2696"/>
        <pc:sldMkLst>
          <pc:docMk/>
          <pc:sldMk cId="3642773655" sldId="557"/>
        </pc:sldMkLst>
      </pc:sldChg>
      <pc:sldChg chg="del">
        <pc:chgData name="Schlesinger, Sebastian" userId="d814e6c9-e9fb-4b77-84f7-ccd8aa3529bb" providerId="ADAL" clId="{82B73B43-CADB-C344-9D99-4001E5EA7D75}" dt="2024-10-05T19:23:18.450" v="112" actId="2696"/>
        <pc:sldMkLst>
          <pc:docMk/>
          <pc:sldMk cId="4235337143" sldId="560"/>
        </pc:sldMkLst>
      </pc:sldChg>
      <pc:sldChg chg="del">
        <pc:chgData name="Schlesinger, Sebastian" userId="d814e6c9-e9fb-4b77-84f7-ccd8aa3529bb" providerId="ADAL" clId="{82B73B43-CADB-C344-9D99-4001E5EA7D75}" dt="2024-10-05T19:23:18.441" v="109" actId="2696"/>
        <pc:sldMkLst>
          <pc:docMk/>
          <pc:sldMk cId="1308717317" sldId="563"/>
        </pc:sldMkLst>
      </pc:sldChg>
      <pc:sldChg chg="del">
        <pc:chgData name="Schlesinger, Sebastian" userId="d814e6c9-e9fb-4b77-84f7-ccd8aa3529bb" providerId="ADAL" clId="{82B73B43-CADB-C344-9D99-4001E5EA7D75}" dt="2024-10-05T19:23:18.744" v="173" actId="2696"/>
        <pc:sldMkLst>
          <pc:docMk/>
          <pc:sldMk cId="3073940750" sldId="567"/>
        </pc:sldMkLst>
      </pc:sldChg>
      <pc:sldChg chg="del">
        <pc:chgData name="Schlesinger, Sebastian" userId="d814e6c9-e9fb-4b77-84f7-ccd8aa3529bb" providerId="ADAL" clId="{82B73B43-CADB-C344-9D99-4001E5EA7D75}" dt="2024-10-05T19:23:18.784" v="190" actId="2696"/>
        <pc:sldMkLst>
          <pc:docMk/>
          <pc:sldMk cId="3306139150" sldId="568"/>
        </pc:sldMkLst>
      </pc:sldChg>
      <pc:sldChg chg="del">
        <pc:chgData name="Schlesinger, Sebastian" userId="d814e6c9-e9fb-4b77-84f7-ccd8aa3529bb" providerId="ADAL" clId="{82B73B43-CADB-C344-9D99-4001E5EA7D75}" dt="2024-10-05T19:23:18.779" v="187" actId="2696"/>
        <pc:sldMkLst>
          <pc:docMk/>
          <pc:sldMk cId="3189063391" sldId="569"/>
        </pc:sldMkLst>
      </pc:sldChg>
      <pc:sldChg chg="del">
        <pc:chgData name="Schlesinger, Sebastian" userId="d814e6c9-e9fb-4b77-84f7-ccd8aa3529bb" providerId="ADAL" clId="{82B73B43-CADB-C344-9D99-4001E5EA7D75}" dt="2024-10-05T19:23:17.972" v="46" actId="2696"/>
        <pc:sldMkLst>
          <pc:docMk/>
          <pc:sldMk cId="3556338231" sldId="570"/>
        </pc:sldMkLst>
      </pc:sldChg>
      <pc:sldChg chg="del">
        <pc:chgData name="Schlesinger, Sebastian" userId="d814e6c9-e9fb-4b77-84f7-ccd8aa3529bb" providerId="ADAL" clId="{82B73B43-CADB-C344-9D99-4001E5EA7D75}" dt="2024-10-05T19:23:18.678" v="164" actId="2696"/>
        <pc:sldMkLst>
          <pc:docMk/>
          <pc:sldMk cId="1505052679" sldId="571"/>
        </pc:sldMkLst>
      </pc:sldChg>
      <pc:sldChg chg="del">
        <pc:chgData name="Schlesinger, Sebastian" userId="d814e6c9-e9fb-4b77-84f7-ccd8aa3529bb" providerId="ADAL" clId="{82B73B43-CADB-C344-9D99-4001E5EA7D75}" dt="2024-10-05T19:23:18.354" v="97" actId="2696"/>
        <pc:sldMkLst>
          <pc:docMk/>
          <pc:sldMk cId="1233997754" sldId="572"/>
        </pc:sldMkLst>
      </pc:sldChg>
      <pc:sldChg chg="del">
        <pc:chgData name="Schlesinger, Sebastian" userId="d814e6c9-e9fb-4b77-84f7-ccd8aa3529bb" providerId="ADAL" clId="{82B73B43-CADB-C344-9D99-4001E5EA7D75}" dt="2024-10-05T19:23:19.101" v="254" actId="2696"/>
        <pc:sldMkLst>
          <pc:docMk/>
          <pc:sldMk cId="4031740275" sldId="573"/>
        </pc:sldMkLst>
      </pc:sldChg>
      <pc:sldChg chg="del">
        <pc:chgData name="Schlesinger, Sebastian" userId="d814e6c9-e9fb-4b77-84f7-ccd8aa3529bb" providerId="ADAL" clId="{82B73B43-CADB-C344-9D99-4001E5EA7D75}" dt="2024-10-05T19:23:18.681" v="166" actId="2696"/>
        <pc:sldMkLst>
          <pc:docMk/>
          <pc:sldMk cId="2869894374" sldId="574"/>
        </pc:sldMkLst>
      </pc:sldChg>
      <pc:sldChg chg="del">
        <pc:chgData name="Schlesinger, Sebastian" userId="d814e6c9-e9fb-4b77-84f7-ccd8aa3529bb" providerId="ADAL" clId="{82B73B43-CADB-C344-9D99-4001E5EA7D75}" dt="2024-10-05T19:23:18.476" v="120" actId="2696"/>
        <pc:sldMkLst>
          <pc:docMk/>
          <pc:sldMk cId="1362097555" sldId="575"/>
        </pc:sldMkLst>
      </pc:sldChg>
      <pc:sldChg chg="del">
        <pc:chgData name="Schlesinger, Sebastian" userId="d814e6c9-e9fb-4b77-84f7-ccd8aa3529bb" providerId="ADAL" clId="{82B73B43-CADB-C344-9D99-4001E5EA7D75}" dt="2024-10-05T19:23:18.894" v="219" actId="2696"/>
        <pc:sldMkLst>
          <pc:docMk/>
          <pc:sldMk cId="2124233279" sldId="576"/>
        </pc:sldMkLst>
      </pc:sldChg>
      <pc:sldChg chg="del">
        <pc:chgData name="Schlesinger, Sebastian" userId="d814e6c9-e9fb-4b77-84f7-ccd8aa3529bb" providerId="ADAL" clId="{82B73B43-CADB-C344-9D99-4001E5EA7D75}" dt="2024-10-05T19:23:19.007" v="228" actId="2696"/>
        <pc:sldMkLst>
          <pc:docMk/>
          <pc:sldMk cId="1479419493" sldId="577"/>
        </pc:sldMkLst>
      </pc:sldChg>
      <pc:sldChg chg="del">
        <pc:chgData name="Schlesinger, Sebastian" userId="d814e6c9-e9fb-4b77-84f7-ccd8aa3529bb" providerId="ADAL" clId="{82B73B43-CADB-C344-9D99-4001E5EA7D75}" dt="2024-10-05T19:23:17.863" v="36" actId="2696"/>
        <pc:sldMkLst>
          <pc:docMk/>
          <pc:sldMk cId="879904021" sldId="578"/>
        </pc:sldMkLst>
      </pc:sldChg>
      <pc:sldChg chg="del">
        <pc:chgData name="Schlesinger, Sebastian" userId="d814e6c9-e9fb-4b77-84f7-ccd8aa3529bb" providerId="ADAL" clId="{82B73B43-CADB-C344-9D99-4001E5EA7D75}" dt="2024-10-05T19:23:18.754" v="178" actId="2696"/>
        <pc:sldMkLst>
          <pc:docMk/>
          <pc:sldMk cId="3644216013" sldId="583"/>
        </pc:sldMkLst>
      </pc:sldChg>
      <pc:sldChg chg="del">
        <pc:chgData name="Schlesinger, Sebastian" userId="d814e6c9-e9fb-4b77-84f7-ccd8aa3529bb" providerId="ADAL" clId="{82B73B43-CADB-C344-9D99-4001E5EA7D75}" dt="2024-10-05T19:23:19.017" v="236" actId="2696"/>
        <pc:sldMkLst>
          <pc:docMk/>
          <pc:sldMk cId="2671256162" sldId="586"/>
        </pc:sldMkLst>
      </pc:sldChg>
      <pc:sldChg chg="del">
        <pc:chgData name="Schlesinger, Sebastian" userId="d814e6c9-e9fb-4b77-84f7-ccd8aa3529bb" providerId="ADAL" clId="{82B73B43-CADB-C344-9D99-4001E5EA7D75}" dt="2024-10-05T19:23:18.256" v="84" actId="2696"/>
        <pc:sldMkLst>
          <pc:docMk/>
          <pc:sldMk cId="1947903200" sldId="587"/>
        </pc:sldMkLst>
      </pc:sldChg>
      <pc:sldChg chg="del">
        <pc:chgData name="Schlesinger, Sebastian" userId="d814e6c9-e9fb-4b77-84f7-ccd8aa3529bb" providerId="ADAL" clId="{82B73B43-CADB-C344-9D99-4001E5EA7D75}" dt="2024-10-05T19:23:18.426" v="103" actId="2696"/>
        <pc:sldMkLst>
          <pc:docMk/>
          <pc:sldMk cId="2545516066" sldId="589"/>
        </pc:sldMkLst>
      </pc:sldChg>
      <pc:sldChg chg="del">
        <pc:chgData name="Schlesinger, Sebastian" userId="d814e6c9-e9fb-4b77-84f7-ccd8aa3529bb" providerId="ADAL" clId="{82B73B43-CADB-C344-9D99-4001E5EA7D75}" dt="2024-10-05T19:23:18.646" v="147" actId="2696"/>
        <pc:sldMkLst>
          <pc:docMk/>
          <pc:sldMk cId="2616309218" sldId="590"/>
        </pc:sldMkLst>
      </pc:sldChg>
      <pc:sldChg chg="del">
        <pc:chgData name="Schlesinger, Sebastian" userId="d814e6c9-e9fb-4b77-84f7-ccd8aa3529bb" providerId="ADAL" clId="{82B73B43-CADB-C344-9D99-4001E5EA7D75}" dt="2024-10-05T19:23:18.680" v="165" actId="2696"/>
        <pc:sldMkLst>
          <pc:docMk/>
          <pc:sldMk cId="1896725127" sldId="591"/>
        </pc:sldMkLst>
      </pc:sldChg>
      <pc:sldChg chg="del">
        <pc:chgData name="Schlesinger, Sebastian" userId="d814e6c9-e9fb-4b77-84f7-ccd8aa3529bb" providerId="ADAL" clId="{82B73B43-CADB-C344-9D99-4001E5EA7D75}" dt="2024-10-05T19:23:18.258" v="85" actId="2696"/>
        <pc:sldMkLst>
          <pc:docMk/>
          <pc:sldMk cId="4091439656" sldId="592"/>
        </pc:sldMkLst>
      </pc:sldChg>
      <pc:sldChg chg="del">
        <pc:chgData name="Schlesinger, Sebastian" userId="d814e6c9-e9fb-4b77-84f7-ccd8aa3529bb" providerId="ADAL" clId="{82B73B43-CADB-C344-9D99-4001E5EA7D75}" dt="2024-10-05T19:23:18.105" v="67" actId="2696"/>
        <pc:sldMkLst>
          <pc:docMk/>
          <pc:sldMk cId="2018328672" sldId="596"/>
        </pc:sldMkLst>
      </pc:sldChg>
      <pc:sldChg chg="del">
        <pc:chgData name="Schlesinger, Sebastian" userId="d814e6c9-e9fb-4b77-84f7-ccd8aa3529bb" providerId="ADAL" clId="{82B73B43-CADB-C344-9D99-4001E5EA7D75}" dt="2024-10-05T19:23:18.775" v="184" actId="2696"/>
        <pc:sldMkLst>
          <pc:docMk/>
          <pc:sldMk cId="3941061532" sldId="597"/>
        </pc:sldMkLst>
      </pc:sldChg>
      <pc:sldChg chg="del">
        <pc:chgData name="Schlesinger, Sebastian" userId="d814e6c9-e9fb-4b77-84f7-ccd8aa3529bb" providerId="ADAL" clId="{82B73B43-CADB-C344-9D99-4001E5EA7D75}" dt="2024-10-05T19:23:18.086" v="61" actId="2696"/>
        <pc:sldMkLst>
          <pc:docMk/>
          <pc:sldMk cId="1924687482" sldId="598"/>
        </pc:sldMkLst>
      </pc:sldChg>
      <pc:sldChg chg="del">
        <pc:chgData name="Schlesinger, Sebastian" userId="d814e6c9-e9fb-4b77-84f7-ccd8aa3529bb" providerId="ADAL" clId="{82B73B43-CADB-C344-9D99-4001E5EA7D75}" dt="2024-10-05T19:23:18.655" v="151" actId="2696"/>
        <pc:sldMkLst>
          <pc:docMk/>
          <pc:sldMk cId="200984808" sldId="599"/>
        </pc:sldMkLst>
      </pc:sldChg>
      <pc:sldChg chg="del">
        <pc:chgData name="Schlesinger, Sebastian" userId="d814e6c9-e9fb-4b77-84f7-ccd8aa3529bb" providerId="ADAL" clId="{82B73B43-CADB-C344-9D99-4001E5EA7D75}" dt="2024-10-05T19:23:18.084" v="60" actId="2696"/>
        <pc:sldMkLst>
          <pc:docMk/>
          <pc:sldMk cId="597047331" sldId="600"/>
        </pc:sldMkLst>
      </pc:sldChg>
      <pc:sldChg chg="del">
        <pc:chgData name="Schlesinger, Sebastian" userId="d814e6c9-e9fb-4b77-84f7-ccd8aa3529bb" providerId="ADAL" clId="{82B73B43-CADB-C344-9D99-4001E5EA7D75}" dt="2024-10-05T19:23:19.054" v="239" actId="2696"/>
        <pc:sldMkLst>
          <pc:docMk/>
          <pc:sldMk cId="1362273291" sldId="601"/>
        </pc:sldMkLst>
      </pc:sldChg>
      <pc:sldChg chg="del">
        <pc:chgData name="Schlesinger, Sebastian" userId="d814e6c9-e9fb-4b77-84f7-ccd8aa3529bb" providerId="ADAL" clId="{82B73B43-CADB-C344-9D99-4001E5EA7D75}" dt="2024-10-05T19:23:17.854" v="33" actId="2696"/>
        <pc:sldMkLst>
          <pc:docMk/>
          <pc:sldMk cId="3130547006" sldId="602"/>
        </pc:sldMkLst>
      </pc:sldChg>
      <pc:sldChg chg="del">
        <pc:chgData name="Schlesinger, Sebastian" userId="d814e6c9-e9fb-4b77-84f7-ccd8aa3529bb" providerId="ADAL" clId="{82B73B43-CADB-C344-9D99-4001E5EA7D75}" dt="2024-10-05T19:23:17.857" v="34" actId="2696"/>
        <pc:sldMkLst>
          <pc:docMk/>
          <pc:sldMk cId="3145331849" sldId="603"/>
        </pc:sldMkLst>
      </pc:sldChg>
      <pc:sldChg chg="del">
        <pc:chgData name="Schlesinger, Sebastian" userId="d814e6c9-e9fb-4b77-84f7-ccd8aa3529bb" providerId="ADAL" clId="{82B73B43-CADB-C344-9D99-4001E5EA7D75}" dt="2024-10-05T19:23:18.750" v="176" actId="2696"/>
        <pc:sldMkLst>
          <pc:docMk/>
          <pc:sldMk cId="1425114517" sldId="604"/>
        </pc:sldMkLst>
      </pc:sldChg>
      <pc:sldChg chg="del">
        <pc:chgData name="Schlesinger, Sebastian" userId="d814e6c9-e9fb-4b77-84f7-ccd8aa3529bb" providerId="ADAL" clId="{82B73B43-CADB-C344-9D99-4001E5EA7D75}" dt="2024-10-05T19:23:18.637" v="143" actId="2696"/>
        <pc:sldMkLst>
          <pc:docMk/>
          <pc:sldMk cId="644494338" sldId="605"/>
        </pc:sldMkLst>
      </pc:sldChg>
      <pc:sldChg chg="del">
        <pc:chgData name="Schlesinger, Sebastian" userId="d814e6c9-e9fb-4b77-84f7-ccd8aa3529bb" providerId="ADAL" clId="{82B73B43-CADB-C344-9D99-4001E5EA7D75}" dt="2024-10-05T19:23:17.852" v="32" actId="2696"/>
        <pc:sldMkLst>
          <pc:docMk/>
          <pc:sldMk cId="2074145856" sldId="608"/>
        </pc:sldMkLst>
      </pc:sldChg>
      <pc:sldChg chg="del">
        <pc:chgData name="Schlesinger, Sebastian" userId="d814e6c9-e9fb-4b77-84f7-ccd8aa3529bb" providerId="ADAL" clId="{82B73B43-CADB-C344-9D99-4001E5EA7D75}" dt="2024-10-05T19:23:18.445" v="110" actId="2696"/>
        <pc:sldMkLst>
          <pc:docMk/>
          <pc:sldMk cId="1565716239" sldId="610"/>
        </pc:sldMkLst>
      </pc:sldChg>
      <pc:sldChg chg="del">
        <pc:chgData name="Schlesinger, Sebastian" userId="d814e6c9-e9fb-4b77-84f7-ccd8aa3529bb" providerId="ADAL" clId="{82B73B43-CADB-C344-9D99-4001E5EA7D75}" dt="2024-10-05T19:23:19.064" v="246" actId="2696"/>
        <pc:sldMkLst>
          <pc:docMk/>
          <pc:sldMk cId="1801645515" sldId="618"/>
        </pc:sldMkLst>
      </pc:sldChg>
      <pc:sldChg chg="del">
        <pc:chgData name="Schlesinger, Sebastian" userId="d814e6c9-e9fb-4b77-84f7-ccd8aa3529bb" providerId="ADAL" clId="{82B73B43-CADB-C344-9D99-4001E5EA7D75}" dt="2024-10-05T19:23:18.892" v="217" actId="2696"/>
        <pc:sldMkLst>
          <pc:docMk/>
          <pc:sldMk cId="3207603123" sldId="619"/>
        </pc:sldMkLst>
      </pc:sldChg>
      <pc:sldChg chg="del">
        <pc:chgData name="Schlesinger, Sebastian" userId="d814e6c9-e9fb-4b77-84f7-ccd8aa3529bb" providerId="ADAL" clId="{82B73B43-CADB-C344-9D99-4001E5EA7D75}" dt="2024-10-05T19:23:18.498" v="128" actId="2696"/>
        <pc:sldMkLst>
          <pc:docMk/>
          <pc:sldMk cId="3894573197" sldId="620"/>
        </pc:sldMkLst>
      </pc:sldChg>
      <pc:sldChg chg="del">
        <pc:chgData name="Schlesinger, Sebastian" userId="d814e6c9-e9fb-4b77-84f7-ccd8aa3529bb" providerId="ADAL" clId="{82B73B43-CADB-C344-9D99-4001E5EA7D75}" dt="2024-10-05T19:23:18.683" v="167" actId="2696"/>
        <pc:sldMkLst>
          <pc:docMk/>
          <pc:sldMk cId="385849217" sldId="622"/>
        </pc:sldMkLst>
      </pc:sldChg>
      <pc:sldChg chg="del">
        <pc:chgData name="Schlesinger, Sebastian" userId="d814e6c9-e9fb-4b77-84f7-ccd8aa3529bb" providerId="ADAL" clId="{82B73B43-CADB-C344-9D99-4001E5EA7D75}" dt="2024-10-05T19:23:18.888" v="214" actId="2696"/>
        <pc:sldMkLst>
          <pc:docMk/>
          <pc:sldMk cId="1944275282" sldId="623"/>
        </pc:sldMkLst>
      </pc:sldChg>
      <pc:sldChg chg="del">
        <pc:chgData name="Schlesinger, Sebastian" userId="d814e6c9-e9fb-4b77-84f7-ccd8aa3529bb" providerId="ADAL" clId="{82B73B43-CADB-C344-9D99-4001E5EA7D75}" dt="2024-10-05T19:23:18.347" v="94" actId="2696"/>
        <pc:sldMkLst>
          <pc:docMk/>
          <pc:sldMk cId="1088593480" sldId="626"/>
        </pc:sldMkLst>
      </pc:sldChg>
      <pc:sldChg chg="del">
        <pc:chgData name="Schlesinger, Sebastian" userId="d814e6c9-e9fb-4b77-84f7-ccd8aa3529bb" providerId="ADAL" clId="{82B73B43-CADB-C344-9D99-4001E5EA7D75}" dt="2024-10-05T19:23:19.154" v="265" actId="2696"/>
        <pc:sldMkLst>
          <pc:docMk/>
          <pc:sldMk cId="326742178" sldId="627"/>
        </pc:sldMkLst>
      </pc:sldChg>
      <pc:sldChg chg="del">
        <pc:chgData name="Schlesinger, Sebastian" userId="d814e6c9-e9fb-4b77-84f7-ccd8aa3529bb" providerId="ADAL" clId="{82B73B43-CADB-C344-9D99-4001E5EA7D75}" dt="2024-10-05T19:23:18.890" v="216" actId="2696"/>
        <pc:sldMkLst>
          <pc:docMk/>
          <pc:sldMk cId="1114187819" sldId="628"/>
        </pc:sldMkLst>
      </pc:sldChg>
      <pc:sldChg chg="del">
        <pc:chgData name="Schlesinger, Sebastian" userId="d814e6c9-e9fb-4b77-84f7-ccd8aa3529bb" providerId="ADAL" clId="{82B73B43-CADB-C344-9D99-4001E5EA7D75}" dt="2024-10-05T19:23:18.452" v="113" actId="2696"/>
        <pc:sldMkLst>
          <pc:docMk/>
          <pc:sldMk cId="3780219518" sldId="629"/>
        </pc:sldMkLst>
      </pc:sldChg>
      <pc:sldChg chg="del">
        <pc:chgData name="Schlesinger, Sebastian" userId="d814e6c9-e9fb-4b77-84f7-ccd8aa3529bb" providerId="ADAL" clId="{82B73B43-CADB-C344-9D99-4001E5EA7D75}" dt="2024-10-05T19:23:18.663" v="155" actId="2696"/>
        <pc:sldMkLst>
          <pc:docMk/>
          <pc:sldMk cId="3073470612" sldId="630"/>
        </pc:sldMkLst>
      </pc:sldChg>
      <pc:sldChg chg="del">
        <pc:chgData name="Schlesinger, Sebastian" userId="d814e6c9-e9fb-4b77-84f7-ccd8aa3529bb" providerId="ADAL" clId="{82B73B43-CADB-C344-9D99-4001E5EA7D75}" dt="2024-10-05T19:23:18.447" v="111" actId="2696"/>
        <pc:sldMkLst>
          <pc:docMk/>
          <pc:sldMk cId="803178095" sldId="631"/>
        </pc:sldMkLst>
      </pc:sldChg>
      <pc:sldChg chg="del">
        <pc:chgData name="Schlesinger, Sebastian" userId="d814e6c9-e9fb-4b77-84f7-ccd8aa3529bb" providerId="ADAL" clId="{82B73B43-CADB-C344-9D99-4001E5EA7D75}" dt="2024-10-05T19:23:18.746" v="174" actId="2696"/>
        <pc:sldMkLst>
          <pc:docMk/>
          <pc:sldMk cId="2146449361" sldId="632"/>
        </pc:sldMkLst>
      </pc:sldChg>
      <pc:sldChg chg="del">
        <pc:chgData name="Schlesinger, Sebastian" userId="d814e6c9-e9fb-4b77-84f7-ccd8aa3529bb" providerId="ADAL" clId="{82B73B43-CADB-C344-9D99-4001E5EA7D75}" dt="2024-10-05T19:23:18.885" v="212" actId="2696"/>
        <pc:sldMkLst>
          <pc:docMk/>
          <pc:sldMk cId="2167696824" sldId="633"/>
        </pc:sldMkLst>
      </pc:sldChg>
      <pc:sldChg chg="del">
        <pc:chgData name="Schlesinger, Sebastian" userId="d814e6c9-e9fb-4b77-84f7-ccd8aa3529bb" providerId="ADAL" clId="{82B73B43-CADB-C344-9D99-4001E5EA7D75}" dt="2024-10-05T19:23:18.793" v="196" actId="2696"/>
        <pc:sldMkLst>
          <pc:docMk/>
          <pc:sldMk cId="1362430032" sldId="639"/>
        </pc:sldMkLst>
      </pc:sldChg>
      <pc:sldChg chg="del">
        <pc:chgData name="Schlesinger, Sebastian" userId="d814e6c9-e9fb-4b77-84f7-ccd8aa3529bb" providerId="ADAL" clId="{82B73B43-CADB-C344-9D99-4001E5EA7D75}" dt="2024-10-05T19:23:18.688" v="170" actId="2696"/>
        <pc:sldMkLst>
          <pc:docMk/>
          <pc:sldMk cId="384910068" sldId="702"/>
        </pc:sldMkLst>
      </pc:sldChg>
      <pc:sldChg chg="del">
        <pc:chgData name="Schlesinger, Sebastian" userId="d814e6c9-e9fb-4b77-84f7-ccd8aa3529bb" providerId="ADAL" clId="{82B73B43-CADB-C344-9D99-4001E5EA7D75}" dt="2024-10-05T19:23:18.333" v="90" actId="2696"/>
        <pc:sldMkLst>
          <pc:docMk/>
          <pc:sldMk cId="810687670" sldId="704"/>
        </pc:sldMkLst>
      </pc:sldChg>
      <pc:sldChg chg="del">
        <pc:chgData name="Schlesinger, Sebastian" userId="d814e6c9-e9fb-4b77-84f7-ccd8aa3529bb" providerId="ADAL" clId="{82B73B43-CADB-C344-9D99-4001E5EA7D75}" dt="2024-10-05T19:23:18.428" v="104" actId="2696"/>
        <pc:sldMkLst>
          <pc:docMk/>
          <pc:sldMk cId="2146978892" sldId="705"/>
        </pc:sldMkLst>
      </pc:sldChg>
      <pc:sldChg chg="del">
        <pc:chgData name="Schlesinger, Sebastian" userId="d814e6c9-e9fb-4b77-84f7-ccd8aa3529bb" providerId="ADAL" clId="{82B73B43-CADB-C344-9D99-4001E5EA7D75}" dt="2024-10-05T19:23:18.641" v="145" actId="2696"/>
        <pc:sldMkLst>
          <pc:docMk/>
          <pc:sldMk cId="1506230549" sldId="706"/>
        </pc:sldMkLst>
      </pc:sldChg>
      <pc:sldChg chg="del">
        <pc:chgData name="Schlesinger, Sebastian" userId="d814e6c9-e9fb-4b77-84f7-ccd8aa3529bb" providerId="ADAL" clId="{82B73B43-CADB-C344-9D99-4001E5EA7D75}" dt="2024-10-05T19:23:18.351" v="96" actId="2696"/>
        <pc:sldMkLst>
          <pc:docMk/>
          <pc:sldMk cId="3185668466" sldId="707"/>
        </pc:sldMkLst>
      </pc:sldChg>
      <pc:sldChg chg="del">
        <pc:chgData name="Schlesinger, Sebastian" userId="d814e6c9-e9fb-4b77-84f7-ccd8aa3529bb" providerId="ADAL" clId="{82B73B43-CADB-C344-9D99-4001E5EA7D75}" dt="2024-10-05T19:23:19.016" v="235" actId="2696"/>
        <pc:sldMkLst>
          <pc:docMk/>
          <pc:sldMk cId="3138401809" sldId="713"/>
        </pc:sldMkLst>
      </pc:sldChg>
      <pc:sldChg chg="del">
        <pc:chgData name="Schlesinger, Sebastian" userId="d814e6c9-e9fb-4b77-84f7-ccd8aa3529bb" providerId="ADAL" clId="{82B73B43-CADB-C344-9D99-4001E5EA7D75}" dt="2024-10-05T19:23:19.098" v="251" actId="2696"/>
        <pc:sldMkLst>
          <pc:docMk/>
          <pc:sldMk cId="3502113197" sldId="714"/>
        </pc:sldMkLst>
      </pc:sldChg>
      <pc:sldChg chg="del">
        <pc:chgData name="Schlesinger, Sebastian" userId="d814e6c9-e9fb-4b77-84f7-ccd8aa3529bb" providerId="ADAL" clId="{82B73B43-CADB-C344-9D99-4001E5EA7D75}" dt="2024-10-05T19:23:18.481" v="123" actId="2696"/>
        <pc:sldMkLst>
          <pc:docMk/>
          <pc:sldMk cId="4064798546" sldId="715"/>
        </pc:sldMkLst>
      </pc:sldChg>
      <pc:sldChg chg="del">
        <pc:chgData name="Schlesinger, Sebastian" userId="d814e6c9-e9fb-4b77-84f7-ccd8aa3529bb" providerId="ADAL" clId="{82B73B43-CADB-C344-9D99-4001E5EA7D75}" dt="2024-10-05T19:23:18.671" v="159" actId="2696"/>
        <pc:sldMkLst>
          <pc:docMk/>
          <pc:sldMk cId="2737337675" sldId="716"/>
        </pc:sldMkLst>
      </pc:sldChg>
      <pc:sldChg chg="del">
        <pc:chgData name="Schlesinger, Sebastian" userId="d814e6c9-e9fb-4b77-84f7-ccd8aa3529bb" providerId="ADAL" clId="{82B73B43-CADB-C344-9D99-4001E5EA7D75}" dt="2024-10-05T19:23:19.100" v="252" actId="2696"/>
        <pc:sldMkLst>
          <pc:docMk/>
          <pc:sldMk cId="1471627060" sldId="717"/>
        </pc:sldMkLst>
      </pc:sldChg>
      <pc:sldChg chg="del">
        <pc:chgData name="Schlesinger, Sebastian" userId="d814e6c9-e9fb-4b77-84f7-ccd8aa3529bb" providerId="ADAL" clId="{82B73B43-CADB-C344-9D99-4001E5EA7D75}" dt="2024-10-05T19:23:19.126" v="262" actId="2696"/>
        <pc:sldMkLst>
          <pc:docMk/>
          <pc:sldMk cId="3988472031" sldId="718"/>
        </pc:sldMkLst>
      </pc:sldChg>
      <pc:sldChg chg="del">
        <pc:chgData name="Schlesinger, Sebastian" userId="d814e6c9-e9fb-4b77-84f7-ccd8aa3529bb" providerId="ADAL" clId="{82B73B43-CADB-C344-9D99-4001E5EA7D75}" dt="2024-10-05T19:23:18.103" v="66" actId="2696"/>
        <pc:sldMkLst>
          <pc:docMk/>
          <pc:sldMk cId="461952596" sldId="720"/>
        </pc:sldMkLst>
      </pc:sldChg>
      <pc:sldChg chg="del">
        <pc:chgData name="Schlesinger, Sebastian" userId="d814e6c9-e9fb-4b77-84f7-ccd8aa3529bb" providerId="ADAL" clId="{82B73B43-CADB-C344-9D99-4001E5EA7D75}" dt="2024-10-05T19:23:18.666" v="157" actId="2696"/>
        <pc:sldMkLst>
          <pc:docMk/>
          <pc:sldMk cId="727870463" sldId="721"/>
        </pc:sldMkLst>
      </pc:sldChg>
      <pc:sldChg chg="del">
        <pc:chgData name="Schlesinger, Sebastian" userId="d814e6c9-e9fb-4b77-84f7-ccd8aa3529bb" providerId="ADAL" clId="{82B73B43-CADB-C344-9D99-4001E5EA7D75}" dt="2024-10-05T19:23:19.059" v="242" actId="2696"/>
        <pc:sldMkLst>
          <pc:docMk/>
          <pc:sldMk cId="3279707448" sldId="722"/>
        </pc:sldMkLst>
      </pc:sldChg>
      <pc:sldChg chg="del">
        <pc:chgData name="Schlesinger, Sebastian" userId="d814e6c9-e9fb-4b77-84f7-ccd8aa3529bb" providerId="ADAL" clId="{82B73B43-CADB-C344-9D99-4001E5EA7D75}" dt="2024-10-05T19:23:18.051" v="53" actId="2696"/>
        <pc:sldMkLst>
          <pc:docMk/>
          <pc:sldMk cId="975418937" sldId="723"/>
        </pc:sldMkLst>
      </pc:sldChg>
      <pc:sldChg chg="del">
        <pc:chgData name="Schlesinger, Sebastian" userId="d814e6c9-e9fb-4b77-84f7-ccd8aa3529bb" providerId="ADAL" clId="{82B73B43-CADB-C344-9D99-4001E5EA7D75}" dt="2024-10-05T19:23:17.981" v="49" actId="2696"/>
        <pc:sldMkLst>
          <pc:docMk/>
          <pc:sldMk cId="1512680481" sldId="725"/>
        </pc:sldMkLst>
      </pc:sldChg>
      <pc:sldChg chg="del">
        <pc:chgData name="Schlesinger, Sebastian" userId="d814e6c9-e9fb-4b77-84f7-ccd8aa3529bb" providerId="ADAL" clId="{82B73B43-CADB-C344-9D99-4001E5EA7D75}" dt="2024-10-05T19:23:18.636" v="142" actId="2696"/>
        <pc:sldMkLst>
          <pc:docMk/>
          <pc:sldMk cId="1786970708" sldId="726"/>
        </pc:sldMkLst>
      </pc:sldChg>
      <pc:sldChg chg="del">
        <pc:chgData name="Schlesinger, Sebastian" userId="d814e6c9-e9fb-4b77-84f7-ccd8aa3529bb" providerId="ADAL" clId="{82B73B43-CADB-C344-9D99-4001E5EA7D75}" dt="2024-10-05T19:23:18.686" v="169" actId="2696"/>
        <pc:sldMkLst>
          <pc:docMk/>
          <pc:sldMk cId="1764916945" sldId="727"/>
        </pc:sldMkLst>
      </pc:sldChg>
      <pc:sldChg chg="del">
        <pc:chgData name="Schlesinger, Sebastian" userId="d814e6c9-e9fb-4b77-84f7-ccd8aa3529bb" providerId="ADAL" clId="{82B73B43-CADB-C344-9D99-4001E5EA7D75}" dt="2024-10-05T19:23:18.866" v="207" actId="2696"/>
        <pc:sldMkLst>
          <pc:docMk/>
          <pc:sldMk cId="3259094116" sldId="728"/>
        </pc:sldMkLst>
      </pc:sldChg>
      <pc:sldChg chg="del">
        <pc:chgData name="Schlesinger, Sebastian" userId="d814e6c9-e9fb-4b77-84f7-ccd8aa3529bb" providerId="ADAL" clId="{82B73B43-CADB-C344-9D99-4001E5EA7D75}" dt="2024-10-05T19:23:18.799" v="199" actId="2696"/>
        <pc:sldMkLst>
          <pc:docMk/>
          <pc:sldMk cId="2429774048" sldId="729"/>
        </pc:sldMkLst>
      </pc:sldChg>
      <pc:sldChg chg="del">
        <pc:chgData name="Schlesinger, Sebastian" userId="d814e6c9-e9fb-4b77-84f7-ccd8aa3529bb" providerId="ADAL" clId="{82B73B43-CADB-C344-9D99-4001E5EA7D75}" dt="2024-10-05T19:23:18.661" v="154" actId="2696"/>
        <pc:sldMkLst>
          <pc:docMk/>
          <pc:sldMk cId="3488136672" sldId="730"/>
        </pc:sldMkLst>
      </pc:sldChg>
      <pc:sldChg chg="del">
        <pc:chgData name="Schlesinger, Sebastian" userId="d814e6c9-e9fb-4b77-84f7-ccd8aa3529bb" providerId="ADAL" clId="{82B73B43-CADB-C344-9D99-4001E5EA7D75}" dt="2024-10-05T19:23:19.082" v="249" actId="2696"/>
        <pc:sldMkLst>
          <pc:docMk/>
          <pc:sldMk cId="2558645084" sldId="732"/>
        </pc:sldMkLst>
      </pc:sldChg>
      <pc:sldChg chg="del">
        <pc:chgData name="Schlesinger, Sebastian" userId="d814e6c9-e9fb-4b77-84f7-ccd8aa3529bb" providerId="ADAL" clId="{82B73B43-CADB-C344-9D99-4001E5EA7D75}" dt="2024-10-05T19:23:18.249" v="81" actId="2696"/>
        <pc:sldMkLst>
          <pc:docMk/>
          <pc:sldMk cId="1965649176" sldId="735"/>
        </pc:sldMkLst>
      </pc:sldChg>
      <pc:sldChg chg="del">
        <pc:chgData name="Schlesinger, Sebastian" userId="d814e6c9-e9fb-4b77-84f7-ccd8aa3529bb" providerId="ADAL" clId="{82B73B43-CADB-C344-9D99-4001E5EA7D75}" dt="2024-10-05T19:23:18.895" v="220" actId="2696"/>
        <pc:sldMkLst>
          <pc:docMk/>
          <pc:sldMk cId="2526985997" sldId="736"/>
        </pc:sldMkLst>
      </pc:sldChg>
      <pc:sldChg chg="del">
        <pc:chgData name="Schlesinger, Sebastian" userId="d814e6c9-e9fb-4b77-84f7-ccd8aa3529bb" providerId="ADAL" clId="{82B73B43-CADB-C344-9D99-4001E5EA7D75}" dt="2024-10-05T19:23:18.500" v="129" actId="2696"/>
        <pc:sldMkLst>
          <pc:docMk/>
          <pc:sldMk cId="1319168365" sldId="738"/>
        </pc:sldMkLst>
      </pc:sldChg>
      <pc:sldChg chg="del">
        <pc:chgData name="Schlesinger, Sebastian" userId="d814e6c9-e9fb-4b77-84f7-ccd8aa3529bb" providerId="ADAL" clId="{82B73B43-CADB-C344-9D99-4001E5EA7D75}" dt="2024-10-05T19:23:18.684" v="168" actId="2696"/>
        <pc:sldMkLst>
          <pc:docMk/>
          <pc:sldMk cId="3374228225" sldId="739"/>
        </pc:sldMkLst>
      </pc:sldChg>
      <pc:sldChg chg="del">
        <pc:chgData name="Schlesinger, Sebastian" userId="d814e6c9-e9fb-4b77-84f7-ccd8aa3529bb" providerId="ADAL" clId="{82B73B43-CADB-C344-9D99-4001E5EA7D75}" dt="2024-10-05T19:23:19.066" v="247" actId="2696"/>
        <pc:sldMkLst>
          <pc:docMk/>
          <pc:sldMk cId="1091442456" sldId="740"/>
        </pc:sldMkLst>
      </pc:sldChg>
      <pc:sldChg chg="del">
        <pc:chgData name="Schlesinger, Sebastian" userId="d814e6c9-e9fb-4b77-84f7-ccd8aa3529bb" providerId="ADAL" clId="{82B73B43-CADB-C344-9D99-4001E5EA7D75}" dt="2024-10-05T19:23:18.054" v="54" actId="2696"/>
        <pc:sldMkLst>
          <pc:docMk/>
          <pc:sldMk cId="2992239745" sldId="741"/>
        </pc:sldMkLst>
      </pc:sldChg>
      <pc:sldChg chg="del">
        <pc:chgData name="Schlesinger, Sebastian" userId="d814e6c9-e9fb-4b77-84f7-ccd8aa3529bb" providerId="ADAL" clId="{82B73B43-CADB-C344-9D99-4001E5EA7D75}" dt="2024-10-05T19:23:18.100" v="65" actId="2696"/>
        <pc:sldMkLst>
          <pc:docMk/>
          <pc:sldMk cId="2025376244" sldId="742"/>
        </pc:sldMkLst>
      </pc:sldChg>
      <pc:sldChg chg="modSp add del mod">
        <pc:chgData name="Schlesinger, Sebastian" userId="d814e6c9-e9fb-4b77-84f7-ccd8aa3529bb" providerId="ADAL" clId="{82B73B43-CADB-C344-9D99-4001E5EA7D75}" dt="2024-10-05T19:23:24.505" v="269" actId="2696"/>
        <pc:sldMkLst>
          <pc:docMk/>
          <pc:sldMk cId="2039478384" sldId="785"/>
        </pc:sldMkLst>
        <pc:spChg chg="mod">
          <ac:chgData name="Schlesinger, Sebastian" userId="d814e6c9-e9fb-4b77-84f7-ccd8aa3529bb" providerId="ADAL" clId="{82B73B43-CADB-C344-9D99-4001E5EA7D75}" dt="2024-10-05T19:06:49.743" v="27" actId="20577"/>
          <ac:spMkLst>
            <pc:docMk/>
            <pc:sldMk cId="2039478384" sldId="785"/>
            <ac:spMk id="4" creationId="{1E39F0E3-8C0D-B9FB-C5FC-26F66EBAD397}"/>
          </ac:spMkLst>
        </pc:spChg>
      </pc:sldChg>
      <pc:sldChg chg="addSp delSp modSp new mod modClrScheme chgLayout">
        <pc:chgData name="Schlesinger, Sebastian" userId="d814e6c9-e9fb-4b77-84f7-ccd8aa3529bb" providerId="ADAL" clId="{82B73B43-CADB-C344-9D99-4001E5EA7D75}" dt="2024-10-06T19:40:29.414" v="1098" actId="26606"/>
        <pc:sldMkLst>
          <pc:docMk/>
          <pc:sldMk cId="3264444982" sldId="786"/>
        </pc:sldMkLst>
      </pc:sldChg>
      <pc:sldChg chg="addSp modSp new mod">
        <pc:chgData name="Schlesinger, Sebastian" userId="d814e6c9-e9fb-4b77-84f7-ccd8aa3529bb" providerId="ADAL" clId="{82B73B43-CADB-C344-9D99-4001E5EA7D75}" dt="2024-10-06T16:27:56.733" v="281" actId="27636"/>
        <pc:sldMkLst>
          <pc:docMk/>
          <pc:sldMk cId="609057439" sldId="787"/>
        </pc:sldMkLst>
      </pc:sldChg>
      <pc:sldChg chg="addSp delSp modSp new mod modClrScheme chgLayout">
        <pc:chgData name="Schlesinger, Sebastian" userId="d814e6c9-e9fb-4b77-84f7-ccd8aa3529bb" providerId="ADAL" clId="{82B73B43-CADB-C344-9D99-4001E5EA7D75}" dt="2024-10-06T18:47:40.830" v="622" actId="1076"/>
        <pc:sldMkLst>
          <pc:docMk/>
          <pc:sldMk cId="2610178479" sldId="788"/>
        </pc:sldMkLst>
      </pc:sldChg>
      <pc:sldChg chg="addSp delSp modSp new mod modClrScheme chgLayout">
        <pc:chgData name="Schlesinger, Sebastian" userId="d814e6c9-e9fb-4b77-84f7-ccd8aa3529bb" providerId="ADAL" clId="{82B73B43-CADB-C344-9D99-4001E5EA7D75}" dt="2024-10-06T18:51:05.834" v="879" actId="478"/>
        <pc:sldMkLst>
          <pc:docMk/>
          <pc:sldMk cId="2519029306" sldId="789"/>
        </pc:sldMkLst>
      </pc:sldChg>
      <pc:sldChg chg="addSp delSp modSp new mod modClrScheme chgLayout">
        <pc:chgData name="Schlesinger, Sebastian" userId="d814e6c9-e9fb-4b77-84f7-ccd8aa3529bb" providerId="ADAL" clId="{82B73B43-CADB-C344-9D99-4001E5EA7D75}" dt="2024-10-06T18:08:47.880" v="598" actId="20577"/>
        <pc:sldMkLst>
          <pc:docMk/>
          <pc:sldMk cId="1254240002" sldId="790"/>
        </pc:sldMkLst>
      </pc:sldChg>
      <pc:sldChg chg="addSp delSp modSp new mod">
        <pc:chgData name="Schlesinger, Sebastian" userId="d814e6c9-e9fb-4b77-84f7-ccd8aa3529bb" providerId="ADAL" clId="{82B73B43-CADB-C344-9D99-4001E5EA7D75}" dt="2024-10-06T18:49:23.199" v="696" actId="20577"/>
        <pc:sldMkLst>
          <pc:docMk/>
          <pc:sldMk cId="1231601360" sldId="791"/>
        </pc:sldMkLst>
      </pc:sldChg>
      <pc:sldChg chg="addSp delSp modSp new mod">
        <pc:chgData name="Schlesinger, Sebastian" userId="d814e6c9-e9fb-4b77-84f7-ccd8aa3529bb" providerId="ADAL" clId="{82B73B43-CADB-C344-9D99-4001E5EA7D75}" dt="2024-10-06T18:51:21.513" v="895" actId="20577"/>
        <pc:sldMkLst>
          <pc:docMk/>
          <pc:sldMk cId="3710785659" sldId="792"/>
        </pc:sldMkLst>
      </pc:sldChg>
      <pc:sldChg chg="addSp delSp modSp new mod">
        <pc:chgData name="Schlesinger, Sebastian" userId="d814e6c9-e9fb-4b77-84f7-ccd8aa3529bb" providerId="ADAL" clId="{82B73B43-CADB-C344-9D99-4001E5EA7D75}" dt="2024-10-06T19:04:29.237" v="954" actId="20577"/>
        <pc:sldMkLst>
          <pc:docMk/>
          <pc:sldMk cId="3990603276" sldId="793"/>
        </pc:sldMkLst>
      </pc:sldChg>
      <pc:sldChg chg="addSp delSp modSp new mod">
        <pc:chgData name="Schlesinger, Sebastian" userId="d814e6c9-e9fb-4b77-84f7-ccd8aa3529bb" providerId="ADAL" clId="{82B73B43-CADB-C344-9D99-4001E5EA7D75}" dt="2024-10-06T19:04:56.819" v="977" actId="478"/>
        <pc:sldMkLst>
          <pc:docMk/>
          <pc:sldMk cId="842668715" sldId="794"/>
        </pc:sldMkLst>
      </pc:sldChg>
      <pc:sldChg chg="addSp delSp modSp new mod">
        <pc:chgData name="Schlesinger, Sebastian" userId="d814e6c9-e9fb-4b77-84f7-ccd8aa3529bb" providerId="ADAL" clId="{82B73B43-CADB-C344-9D99-4001E5EA7D75}" dt="2024-10-07T07:09:38.252" v="2724" actId="1076"/>
        <pc:sldMkLst>
          <pc:docMk/>
          <pc:sldMk cId="3410785439" sldId="795"/>
        </pc:sldMkLst>
      </pc:sldChg>
      <pc:sldChg chg="addSp delSp modSp new del mod modClrScheme chgLayout">
        <pc:chgData name="Schlesinger, Sebastian" userId="d814e6c9-e9fb-4b77-84f7-ccd8aa3529bb" providerId="ADAL" clId="{82B73B43-CADB-C344-9D99-4001E5EA7D75}" dt="2024-10-06T19:38:48.860" v="1026" actId="2696"/>
        <pc:sldMkLst>
          <pc:docMk/>
          <pc:sldMk cId="795058273" sldId="796"/>
        </pc:sldMkLst>
      </pc:sldChg>
      <pc:sldChg chg="addSp delSp modSp new mod">
        <pc:chgData name="Schlesinger, Sebastian" userId="d814e6c9-e9fb-4b77-84f7-ccd8aa3529bb" providerId="ADAL" clId="{82B73B43-CADB-C344-9D99-4001E5EA7D75}" dt="2024-10-09T06:24:12.467" v="5461" actId="20577"/>
        <pc:sldMkLst>
          <pc:docMk/>
          <pc:sldMk cId="3174617598" sldId="796"/>
        </pc:sldMkLst>
      </pc:sldChg>
      <pc:sldChg chg="delSp modSp new del mod modClrScheme chgLayout">
        <pc:chgData name="Schlesinger, Sebastian" userId="d814e6c9-e9fb-4b77-84f7-ccd8aa3529bb" providerId="ADAL" clId="{82B73B43-CADB-C344-9D99-4001E5EA7D75}" dt="2024-10-09T06:35:12.294" v="5745" actId="2696"/>
        <pc:sldMkLst>
          <pc:docMk/>
          <pc:sldMk cId="3647019709" sldId="797"/>
        </pc:sldMkLst>
      </pc:sldChg>
      <pc:sldChg chg="new del">
        <pc:chgData name="Schlesinger, Sebastian" userId="d814e6c9-e9fb-4b77-84f7-ccd8aa3529bb" providerId="ADAL" clId="{82B73B43-CADB-C344-9D99-4001E5EA7D75}" dt="2024-10-06T20:01:57.457" v="1698" actId="2696"/>
        <pc:sldMkLst>
          <pc:docMk/>
          <pc:sldMk cId="3156988735" sldId="798"/>
        </pc:sldMkLst>
      </pc:sldChg>
      <pc:sldChg chg="add">
        <pc:chgData name="Schlesinger, Sebastian" userId="d814e6c9-e9fb-4b77-84f7-ccd8aa3529bb" providerId="ADAL" clId="{82B73B43-CADB-C344-9D99-4001E5EA7D75}" dt="2024-10-06T19:45:25.659" v="1311"/>
        <pc:sldMkLst>
          <pc:docMk/>
          <pc:sldMk cId="2555924913" sldId="851"/>
        </pc:sldMkLst>
      </pc:sldChg>
      <pc:sldChg chg="addSp modSp add mod">
        <pc:chgData name="Schlesinger, Sebastian" userId="d814e6c9-e9fb-4b77-84f7-ccd8aa3529bb" providerId="ADAL" clId="{82B73B43-CADB-C344-9D99-4001E5EA7D75}" dt="2024-10-06T19:49:27.516" v="1330" actId="1076"/>
        <pc:sldMkLst>
          <pc:docMk/>
          <pc:sldMk cId="3945957444" sldId="852"/>
        </pc:sldMkLst>
      </pc:sldChg>
      <pc:sldChg chg="addSp modSp add">
        <pc:chgData name="Schlesinger, Sebastian" userId="d814e6c9-e9fb-4b77-84f7-ccd8aa3529bb" providerId="ADAL" clId="{82B73B43-CADB-C344-9D99-4001E5EA7D75}" dt="2024-10-06T19:49:30.116" v="1331"/>
        <pc:sldMkLst>
          <pc:docMk/>
          <pc:sldMk cId="2380553040" sldId="853"/>
        </pc:sldMkLst>
      </pc:sldChg>
      <pc:sldChg chg="addSp modSp add">
        <pc:chgData name="Schlesinger, Sebastian" userId="d814e6c9-e9fb-4b77-84f7-ccd8aa3529bb" providerId="ADAL" clId="{82B73B43-CADB-C344-9D99-4001E5EA7D75}" dt="2024-10-06T19:49:33.584" v="1332"/>
        <pc:sldMkLst>
          <pc:docMk/>
          <pc:sldMk cId="1212633335" sldId="854"/>
        </pc:sldMkLst>
      </pc:sldChg>
      <pc:sldChg chg="addSp modSp add">
        <pc:chgData name="Schlesinger, Sebastian" userId="d814e6c9-e9fb-4b77-84f7-ccd8aa3529bb" providerId="ADAL" clId="{82B73B43-CADB-C344-9D99-4001E5EA7D75}" dt="2024-10-06T19:49:35.775" v="1333"/>
        <pc:sldMkLst>
          <pc:docMk/>
          <pc:sldMk cId="1668686000" sldId="855"/>
        </pc:sldMkLst>
      </pc:sldChg>
      <pc:sldChg chg="addSp modSp add">
        <pc:chgData name="Schlesinger, Sebastian" userId="d814e6c9-e9fb-4b77-84f7-ccd8aa3529bb" providerId="ADAL" clId="{82B73B43-CADB-C344-9D99-4001E5EA7D75}" dt="2024-10-06T19:49:37.696" v="1334"/>
        <pc:sldMkLst>
          <pc:docMk/>
          <pc:sldMk cId="3749653471" sldId="856"/>
        </pc:sldMkLst>
      </pc:sldChg>
      <pc:sldChg chg="del">
        <pc:chgData name="Schlesinger, Sebastian" userId="d814e6c9-e9fb-4b77-84f7-ccd8aa3529bb" providerId="ADAL" clId="{82B73B43-CADB-C344-9D99-4001E5EA7D75}" dt="2024-10-05T19:23:18.459" v="115" actId="2696"/>
        <pc:sldMkLst>
          <pc:docMk/>
          <pc:sldMk cId="4249987095" sldId="856"/>
        </pc:sldMkLst>
      </pc:sldChg>
      <pc:sldChg chg="addSp modSp add mod">
        <pc:chgData name="Schlesinger, Sebastian" userId="d814e6c9-e9fb-4b77-84f7-ccd8aa3529bb" providerId="ADAL" clId="{82B73B43-CADB-C344-9D99-4001E5EA7D75}" dt="2024-10-06T19:49:50.371" v="1348" actId="20577"/>
        <pc:sldMkLst>
          <pc:docMk/>
          <pc:sldMk cId="2789951447" sldId="857"/>
        </pc:sldMkLst>
      </pc:sldChg>
      <pc:sldChg chg="del">
        <pc:chgData name="Schlesinger, Sebastian" userId="d814e6c9-e9fb-4b77-84f7-ccd8aa3529bb" providerId="ADAL" clId="{82B73B43-CADB-C344-9D99-4001E5EA7D75}" dt="2024-10-05T19:23:18.657" v="152" actId="2696"/>
        <pc:sldMkLst>
          <pc:docMk/>
          <pc:sldMk cId="3241547153" sldId="857"/>
        </pc:sldMkLst>
      </pc:sldChg>
      <pc:sldChg chg="del">
        <pc:chgData name="Schlesinger, Sebastian" userId="d814e6c9-e9fb-4b77-84f7-ccd8aa3529bb" providerId="ADAL" clId="{82B73B43-CADB-C344-9D99-4001E5EA7D75}" dt="2024-10-05T19:23:18.860" v="203" actId="2696"/>
        <pc:sldMkLst>
          <pc:docMk/>
          <pc:sldMk cId="3461570174" sldId="858"/>
        </pc:sldMkLst>
      </pc:sldChg>
      <pc:sldChg chg="addSp delSp modSp add mod">
        <pc:chgData name="Schlesinger, Sebastian" userId="d814e6c9-e9fb-4b77-84f7-ccd8aa3529bb" providerId="ADAL" clId="{82B73B43-CADB-C344-9D99-4001E5EA7D75}" dt="2024-10-06T19:50:04.539" v="1352"/>
        <pc:sldMkLst>
          <pc:docMk/>
          <pc:sldMk cId="4236444740" sldId="858"/>
        </pc:sldMkLst>
      </pc:sldChg>
      <pc:sldChg chg="addSp delSp modSp add mod">
        <pc:chgData name="Schlesinger, Sebastian" userId="d814e6c9-e9fb-4b77-84f7-ccd8aa3529bb" providerId="ADAL" clId="{82B73B43-CADB-C344-9D99-4001E5EA7D75}" dt="2024-10-06T19:50:07.469" v="1355"/>
        <pc:sldMkLst>
          <pc:docMk/>
          <pc:sldMk cId="3979563611" sldId="859"/>
        </pc:sldMkLst>
      </pc:sldChg>
      <pc:sldChg chg="addSp modSp add mod">
        <pc:chgData name="Schlesinger, Sebastian" userId="d814e6c9-e9fb-4b77-84f7-ccd8aa3529bb" providerId="ADAL" clId="{82B73B43-CADB-C344-9D99-4001E5EA7D75}" dt="2024-10-09T06:32:32.827" v="5720" actId="20577"/>
        <pc:sldMkLst>
          <pc:docMk/>
          <pc:sldMk cId="777831697" sldId="860"/>
        </pc:sldMkLst>
      </pc:sldChg>
      <pc:sldChg chg="addSp modSp add mod">
        <pc:chgData name="Schlesinger, Sebastian" userId="d814e6c9-e9fb-4b77-84f7-ccd8aa3529bb" providerId="ADAL" clId="{82B73B43-CADB-C344-9D99-4001E5EA7D75}" dt="2024-10-09T06:32:37.695" v="5731" actId="20577"/>
        <pc:sldMkLst>
          <pc:docMk/>
          <pc:sldMk cId="3995477290" sldId="861"/>
        </pc:sldMkLst>
      </pc:sldChg>
      <pc:sldChg chg="addSp modSp add ord">
        <pc:chgData name="Schlesinger, Sebastian" userId="d814e6c9-e9fb-4b77-84f7-ccd8aa3529bb" providerId="ADAL" clId="{82B73B43-CADB-C344-9D99-4001E5EA7D75}" dt="2024-10-09T06:32:47.333" v="5732" actId="20578"/>
        <pc:sldMkLst>
          <pc:docMk/>
          <pc:sldMk cId="2151711457" sldId="862"/>
        </pc:sldMkLst>
      </pc:sldChg>
      <pc:sldChg chg="del">
        <pc:chgData name="Schlesinger, Sebastian" userId="d814e6c9-e9fb-4b77-84f7-ccd8aa3529bb" providerId="ADAL" clId="{82B73B43-CADB-C344-9D99-4001E5EA7D75}" dt="2024-10-05T19:23:19.125" v="261" actId="2696"/>
        <pc:sldMkLst>
          <pc:docMk/>
          <pc:sldMk cId="2534124525" sldId="863"/>
        </pc:sldMkLst>
      </pc:sldChg>
      <pc:sldChg chg="addSp modSp add del mod">
        <pc:chgData name="Schlesinger, Sebastian" userId="d814e6c9-e9fb-4b77-84f7-ccd8aa3529bb" providerId="ADAL" clId="{82B73B43-CADB-C344-9D99-4001E5EA7D75}" dt="2024-10-06T19:51:55.252" v="1403" actId="2696"/>
        <pc:sldMkLst>
          <pc:docMk/>
          <pc:sldMk cId="2716529252" sldId="863"/>
        </pc:sldMkLst>
      </pc:sldChg>
      <pc:sldChg chg="addSp modSp add mod ord">
        <pc:chgData name="Schlesinger, Sebastian" userId="d814e6c9-e9fb-4b77-84f7-ccd8aa3529bb" providerId="ADAL" clId="{82B73B43-CADB-C344-9D99-4001E5EA7D75}" dt="2024-10-06T19:51:30.346" v="1399" actId="20578"/>
        <pc:sldMkLst>
          <pc:docMk/>
          <pc:sldMk cId="3212067060" sldId="864"/>
        </pc:sldMkLst>
      </pc:sldChg>
      <pc:sldChg chg="addSp delSp modSp add mod ord">
        <pc:chgData name="Schlesinger, Sebastian" userId="d814e6c9-e9fb-4b77-84f7-ccd8aa3529bb" providerId="ADAL" clId="{82B73B43-CADB-C344-9D99-4001E5EA7D75}" dt="2024-10-08T19:16:21.217" v="2767"/>
        <pc:sldMkLst>
          <pc:docMk/>
          <pc:sldMk cId="3105464529" sldId="865"/>
        </pc:sldMkLst>
      </pc:sldChg>
      <pc:sldChg chg="add del">
        <pc:chgData name="Schlesinger, Sebastian" userId="d814e6c9-e9fb-4b77-84f7-ccd8aa3529bb" providerId="ADAL" clId="{82B73B43-CADB-C344-9D99-4001E5EA7D75}" dt="2024-10-06T19:47:28.225" v="1312" actId="2696"/>
        <pc:sldMkLst>
          <pc:docMk/>
          <pc:sldMk cId="3194437860" sldId="866"/>
        </pc:sldMkLst>
      </pc:sldChg>
      <pc:sldChg chg="add del">
        <pc:chgData name="Schlesinger, Sebastian" userId="d814e6c9-e9fb-4b77-84f7-ccd8aa3529bb" providerId="ADAL" clId="{82B73B43-CADB-C344-9D99-4001E5EA7D75}" dt="2024-10-06T19:47:28.543" v="1313" actId="2696"/>
        <pc:sldMkLst>
          <pc:docMk/>
          <pc:sldMk cId="1416842359" sldId="867"/>
        </pc:sldMkLst>
      </pc:sldChg>
      <pc:sldChg chg="addSp modSp add">
        <pc:chgData name="Schlesinger, Sebastian" userId="d814e6c9-e9fb-4b77-84f7-ccd8aa3529bb" providerId="ADAL" clId="{82B73B43-CADB-C344-9D99-4001E5EA7D75}" dt="2024-10-06T19:51:44.026" v="1402"/>
        <pc:sldMkLst>
          <pc:docMk/>
          <pc:sldMk cId="621678649" sldId="868"/>
        </pc:sldMkLst>
      </pc:sldChg>
      <pc:sldChg chg="addSp modSp add ord">
        <pc:chgData name="Schlesinger, Sebastian" userId="d814e6c9-e9fb-4b77-84f7-ccd8aa3529bb" providerId="ADAL" clId="{82B73B43-CADB-C344-9D99-4001E5EA7D75}" dt="2024-10-09T06:33:24.600" v="5735"/>
        <pc:sldMkLst>
          <pc:docMk/>
          <pc:sldMk cId="1664225250" sldId="869"/>
        </pc:sldMkLst>
      </pc:sldChg>
      <pc:sldChg chg="addSp modSp add ord">
        <pc:chgData name="Schlesinger, Sebastian" userId="d814e6c9-e9fb-4b77-84f7-ccd8aa3529bb" providerId="ADAL" clId="{82B73B43-CADB-C344-9D99-4001E5EA7D75}" dt="2024-10-09T06:33:25.867" v="5736"/>
        <pc:sldMkLst>
          <pc:docMk/>
          <pc:sldMk cId="1596897820" sldId="870"/>
        </pc:sldMkLst>
      </pc:sldChg>
      <pc:sldChg chg="addSp modSp add ord">
        <pc:chgData name="Schlesinger, Sebastian" userId="d814e6c9-e9fb-4b77-84f7-ccd8aa3529bb" providerId="ADAL" clId="{82B73B43-CADB-C344-9D99-4001E5EA7D75}" dt="2024-10-09T06:33:27.148" v="5737"/>
        <pc:sldMkLst>
          <pc:docMk/>
          <pc:sldMk cId="1398252144" sldId="871"/>
        </pc:sldMkLst>
      </pc:sldChg>
      <pc:sldChg chg="addSp modSp add ord">
        <pc:chgData name="Schlesinger, Sebastian" userId="d814e6c9-e9fb-4b77-84f7-ccd8aa3529bb" providerId="ADAL" clId="{82B73B43-CADB-C344-9D99-4001E5EA7D75}" dt="2024-10-09T06:33:28.524" v="5738"/>
        <pc:sldMkLst>
          <pc:docMk/>
          <pc:sldMk cId="1090356663" sldId="872"/>
        </pc:sldMkLst>
      </pc:sldChg>
      <pc:sldChg chg="del">
        <pc:chgData name="Schlesinger, Sebastian" userId="d814e6c9-e9fb-4b77-84f7-ccd8aa3529bb" providerId="ADAL" clId="{82B73B43-CADB-C344-9D99-4001E5EA7D75}" dt="2024-10-05T19:23:17.876" v="39" actId="2696"/>
        <pc:sldMkLst>
          <pc:docMk/>
          <pc:sldMk cId="1141285274" sldId="872"/>
        </pc:sldMkLst>
      </pc:sldChg>
      <pc:sldChg chg="addSp modSp add del mod">
        <pc:chgData name="Schlesinger, Sebastian" userId="d814e6c9-e9fb-4b77-84f7-ccd8aa3529bb" providerId="ADAL" clId="{82B73B43-CADB-C344-9D99-4001E5EA7D75}" dt="2024-10-09T06:34:01.671" v="5741" actId="2696"/>
        <pc:sldMkLst>
          <pc:docMk/>
          <pc:sldMk cId="1499417625" sldId="873"/>
        </pc:sldMkLst>
      </pc:sldChg>
      <pc:sldChg chg="addSp modSp add mod modShow">
        <pc:chgData name="Schlesinger, Sebastian" userId="d814e6c9-e9fb-4b77-84f7-ccd8aa3529bb" providerId="ADAL" clId="{82B73B43-CADB-C344-9D99-4001E5EA7D75}" dt="2024-10-09T06:34:47.077" v="5743" actId="729"/>
        <pc:sldMkLst>
          <pc:docMk/>
          <pc:sldMk cId="3269009149" sldId="874"/>
        </pc:sldMkLst>
      </pc:sldChg>
      <pc:sldChg chg="addSp modSp add mod modShow">
        <pc:chgData name="Schlesinger, Sebastian" userId="d814e6c9-e9fb-4b77-84f7-ccd8aa3529bb" providerId="ADAL" clId="{82B73B43-CADB-C344-9D99-4001E5EA7D75}" dt="2024-10-09T06:34:47.077" v="5743" actId="729"/>
        <pc:sldMkLst>
          <pc:docMk/>
          <pc:sldMk cId="3714090107" sldId="875"/>
        </pc:sldMkLst>
      </pc:sldChg>
      <pc:sldChg chg="addSp modSp add mod modShow">
        <pc:chgData name="Schlesinger, Sebastian" userId="d814e6c9-e9fb-4b77-84f7-ccd8aa3529bb" providerId="ADAL" clId="{82B73B43-CADB-C344-9D99-4001E5EA7D75}" dt="2024-10-09T06:34:47.077" v="5743" actId="729"/>
        <pc:sldMkLst>
          <pc:docMk/>
          <pc:sldMk cId="1028758927" sldId="876"/>
        </pc:sldMkLst>
      </pc:sldChg>
      <pc:sldChg chg="addSp modSp add mod modShow">
        <pc:chgData name="Schlesinger, Sebastian" userId="d814e6c9-e9fb-4b77-84f7-ccd8aa3529bb" providerId="ADAL" clId="{82B73B43-CADB-C344-9D99-4001E5EA7D75}" dt="2024-10-09T06:34:47.077" v="5743" actId="729"/>
        <pc:sldMkLst>
          <pc:docMk/>
          <pc:sldMk cId="1405959110" sldId="877"/>
        </pc:sldMkLst>
      </pc:sldChg>
      <pc:sldChg chg="add mod modShow">
        <pc:chgData name="Schlesinger, Sebastian" userId="d814e6c9-e9fb-4b77-84f7-ccd8aa3529bb" providerId="ADAL" clId="{82B73B43-CADB-C344-9D99-4001E5EA7D75}" dt="2024-10-09T06:34:29.627" v="5742" actId="729"/>
        <pc:sldMkLst>
          <pc:docMk/>
          <pc:sldMk cId="2779219482" sldId="878"/>
        </pc:sldMkLst>
      </pc:sldChg>
      <pc:sldChg chg="add del mod modShow">
        <pc:chgData name="Schlesinger, Sebastian" userId="d814e6c9-e9fb-4b77-84f7-ccd8aa3529bb" providerId="ADAL" clId="{82B73B43-CADB-C344-9D99-4001E5EA7D75}" dt="2024-10-08T19:49:03.200" v="2776" actId="729"/>
        <pc:sldMkLst>
          <pc:docMk/>
          <pc:sldMk cId="2351152956" sldId="879"/>
        </pc:sldMkLst>
      </pc:sldChg>
      <pc:sldChg chg="add del mod modShow">
        <pc:chgData name="Schlesinger, Sebastian" userId="d814e6c9-e9fb-4b77-84f7-ccd8aa3529bb" providerId="ADAL" clId="{82B73B43-CADB-C344-9D99-4001E5EA7D75}" dt="2024-10-08T19:49:03.200" v="2776" actId="729"/>
        <pc:sldMkLst>
          <pc:docMk/>
          <pc:sldMk cId="4272773184" sldId="880"/>
        </pc:sldMkLst>
      </pc:sldChg>
      <pc:sldChg chg="add del mod modShow">
        <pc:chgData name="Schlesinger, Sebastian" userId="d814e6c9-e9fb-4b77-84f7-ccd8aa3529bb" providerId="ADAL" clId="{82B73B43-CADB-C344-9D99-4001E5EA7D75}" dt="2024-10-09T06:05:16.034" v="4554" actId="729"/>
        <pc:sldMkLst>
          <pc:docMk/>
          <pc:sldMk cId="2788516822" sldId="881"/>
        </pc:sldMkLst>
      </pc:sldChg>
      <pc:sldChg chg="add del mod modShow">
        <pc:chgData name="Schlesinger, Sebastian" userId="d814e6c9-e9fb-4b77-84f7-ccd8aa3529bb" providerId="ADAL" clId="{82B73B43-CADB-C344-9D99-4001E5EA7D75}" dt="2024-10-08T19:51:17.402" v="2779" actId="729"/>
        <pc:sldMkLst>
          <pc:docMk/>
          <pc:sldMk cId="1330282241" sldId="882"/>
        </pc:sldMkLst>
      </pc:sldChg>
      <pc:sldChg chg="add del mod modShow">
        <pc:chgData name="Schlesinger, Sebastian" userId="d814e6c9-e9fb-4b77-84f7-ccd8aa3529bb" providerId="ADAL" clId="{82B73B43-CADB-C344-9D99-4001E5EA7D75}" dt="2024-10-08T19:51:17.402" v="2779" actId="729"/>
        <pc:sldMkLst>
          <pc:docMk/>
          <pc:sldMk cId="246292079" sldId="883"/>
        </pc:sldMkLst>
      </pc:sldChg>
      <pc:sldChg chg="add mod modShow">
        <pc:chgData name="Schlesinger, Sebastian" userId="d814e6c9-e9fb-4b77-84f7-ccd8aa3529bb" providerId="ADAL" clId="{82B73B43-CADB-C344-9D99-4001E5EA7D75}" dt="2024-10-09T06:34:51.402" v="5744" actId="729"/>
        <pc:sldMkLst>
          <pc:docMk/>
          <pc:sldMk cId="2968711186" sldId="884"/>
        </pc:sldMkLst>
      </pc:sldChg>
      <pc:sldChg chg="addSp delSp modSp new mod ord modClrScheme chgLayout">
        <pc:chgData name="Schlesinger, Sebastian" userId="d814e6c9-e9fb-4b77-84f7-ccd8aa3529bb" providerId="ADAL" clId="{82B73B43-CADB-C344-9D99-4001E5EA7D75}" dt="2024-10-06T19:59:02.367" v="1655" actId="20577"/>
        <pc:sldMkLst>
          <pc:docMk/>
          <pc:sldMk cId="2841945534" sldId="885"/>
        </pc:sldMkLst>
      </pc:sldChg>
      <pc:sldChg chg="addSp modSp add mod ord">
        <pc:chgData name="Schlesinger, Sebastian" userId="d814e6c9-e9fb-4b77-84f7-ccd8aa3529bb" providerId="ADAL" clId="{82B73B43-CADB-C344-9D99-4001E5EA7D75}" dt="2024-10-06T19:59:08.985" v="1674" actId="20577"/>
        <pc:sldMkLst>
          <pc:docMk/>
          <pc:sldMk cId="3243716455" sldId="886"/>
        </pc:sldMkLst>
      </pc:sldChg>
      <pc:sldChg chg="addSp delSp modSp add mod">
        <pc:chgData name="Schlesinger, Sebastian" userId="d814e6c9-e9fb-4b77-84f7-ccd8aa3529bb" providerId="ADAL" clId="{82B73B43-CADB-C344-9D99-4001E5EA7D75}" dt="2024-10-06T19:59:50.507" v="1697" actId="14100"/>
        <pc:sldMkLst>
          <pc:docMk/>
          <pc:sldMk cId="1759228888" sldId="887"/>
        </pc:sldMkLst>
      </pc:sldChg>
      <pc:sldChg chg="addSp delSp modSp new mod">
        <pc:chgData name="Schlesinger, Sebastian" userId="d814e6c9-e9fb-4b77-84f7-ccd8aa3529bb" providerId="ADAL" clId="{82B73B43-CADB-C344-9D99-4001E5EA7D75}" dt="2024-10-06T20:04:09.299" v="1838" actId="1076"/>
        <pc:sldMkLst>
          <pc:docMk/>
          <pc:sldMk cId="549452255" sldId="888"/>
        </pc:sldMkLst>
      </pc:sldChg>
      <pc:sldChg chg="delSp modSp new mod">
        <pc:chgData name="Schlesinger, Sebastian" userId="d814e6c9-e9fb-4b77-84f7-ccd8aa3529bb" providerId="ADAL" clId="{82B73B43-CADB-C344-9D99-4001E5EA7D75}" dt="2024-10-09T06:09:25.006" v="4661" actId="404"/>
        <pc:sldMkLst>
          <pc:docMk/>
          <pc:sldMk cId="2130368566" sldId="889"/>
        </pc:sldMkLst>
      </pc:sldChg>
      <pc:sldChg chg="delSp modSp new mod">
        <pc:chgData name="Schlesinger, Sebastian" userId="d814e6c9-e9fb-4b77-84f7-ccd8aa3529bb" providerId="ADAL" clId="{82B73B43-CADB-C344-9D99-4001E5EA7D75}" dt="2024-10-06T20:05:26.361" v="2003" actId="14100"/>
        <pc:sldMkLst>
          <pc:docMk/>
          <pc:sldMk cId="4101814955" sldId="890"/>
        </pc:sldMkLst>
      </pc:sldChg>
      <pc:sldChg chg="addSp delSp modSp new mod modClrScheme chgLayout">
        <pc:chgData name="Schlesinger, Sebastian" userId="d814e6c9-e9fb-4b77-84f7-ccd8aa3529bb" providerId="ADAL" clId="{82B73B43-CADB-C344-9D99-4001E5EA7D75}" dt="2024-10-07T07:13:30.890" v="2765" actId="1076"/>
        <pc:sldMkLst>
          <pc:docMk/>
          <pc:sldMk cId="2793961925" sldId="891"/>
        </pc:sldMkLst>
      </pc:sldChg>
      <pc:sldChg chg="addSp delSp modSp new mod modClrScheme chgLayout">
        <pc:chgData name="Schlesinger, Sebastian" userId="d814e6c9-e9fb-4b77-84f7-ccd8aa3529bb" providerId="ADAL" clId="{82B73B43-CADB-C344-9D99-4001E5EA7D75}" dt="2024-10-07T07:11:21.133" v="2730" actId="26606"/>
        <pc:sldMkLst>
          <pc:docMk/>
          <pc:sldMk cId="4207229484" sldId="892"/>
        </pc:sldMkLst>
      </pc:sldChg>
      <pc:sldChg chg="addSp delSp modSp new mod">
        <pc:chgData name="Schlesinger, Sebastian" userId="d814e6c9-e9fb-4b77-84f7-ccd8aa3529bb" providerId="ADAL" clId="{82B73B43-CADB-C344-9D99-4001E5EA7D75}" dt="2024-10-07T07:11:43.715" v="2733" actId="26606"/>
        <pc:sldMkLst>
          <pc:docMk/>
          <pc:sldMk cId="3249474860" sldId="893"/>
        </pc:sldMkLst>
      </pc:sldChg>
      <pc:sldChg chg="addSp delSp modSp new mod">
        <pc:chgData name="Schlesinger, Sebastian" userId="d814e6c9-e9fb-4b77-84f7-ccd8aa3529bb" providerId="ADAL" clId="{82B73B43-CADB-C344-9D99-4001E5EA7D75}" dt="2024-10-07T07:12:03.727" v="2736" actId="26606"/>
        <pc:sldMkLst>
          <pc:docMk/>
          <pc:sldMk cId="1799288271" sldId="894"/>
        </pc:sldMkLst>
      </pc:sldChg>
      <pc:sldChg chg="addSp delSp modSp new mod">
        <pc:chgData name="Schlesinger, Sebastian" userId="d814e6c9-e9fb-4b77-84f7-ccd8aa3529bb" providerId="ADAL" clId="{82B73B43-CADB-C344-9D99-4001E5EA7D75}" dt="2024-10-07T07:12:23.452" v="2739" actId="26606"/>
        <pc:sldMkLst>
          <pc:docMk/>
          <pc:sldMk cId="133786619" sldId="895"/>
        </pc:sldMkLst>
      </pc:sldChg>
      <pc:sldChg chg="addSp delSp modSp new mod">
        <pc:chgData name="Schlesinger, Sebastian" userId="d814e6c9-e9fb-4b77-84f7-ccd8aa3529bb" providerId="ADAL" clId="{82B73B43-CADB-C344-9D99-4001E5EA7D75}" dt="2024-10-07T07:12:42.136" v="2742" actId="26606"/>
        <pc:sldMkLst>
          <pc:docMk/>
          <pc:sldMk cId="1597908882" sldId="896"/>
        </pc:sldMkLst>
      </pc:sldChg>
      <pc:sldChg chg="addSp delSp modSp new mod">
        <pc:chgData name="Schlesinger, Sebastian" userId="d814e6c9-e9fb-4b77-84f7-ccd8aa3529bb" providerId="ADAL" clId="{82B73B43-CADB-C344-9D99-4001E5EA7D75}" dt="2024-10-07T07:12:55.537" v="2745" actId="26606"/>
        <pc:sldMkLst>
          <pc:docMk/>
          <pc:sldMk cId="3908232690" sldId="897"/>
        </pc:sldMkLst>
      </pc:sldChg>
      <pc:sldChg chg="modSp add mod">
        <pc:chgData name="Schlesinger, Sebastian" userId="d814e6c9-e9fb-4b77-84f7-ccd8aa3529bb" providerId="ADAL" clId="{82B73B43-CADB-C344-9D99-4001E5EA7D75}" dt="2024-10-09T06:20:54.816" v="5251" actId="20577"/>
        <pc:sldMkLst>
          <pc:docMk/>
          <pc:sldMk cId="3644862755" sldId="898"/>
        </pc:sldMkLst>
      </pc:sldChg>
      <pc:sldChg chg="addSp delSp modSp new mod modClrScheme chgLayout">
        <pc:chgData name="Schlesinger, Sebastian" userId="d814e6c9-e9fb-4b77-84f7-ccd8aa3529bb" providerId="ADAL" clId="{82B73B43-CADB-C344-9D99-4001E5EA7D75}" dt="2024-10-09T06:36:11.512" v="5803" actId="20577"/>
        <pc:sldMkLst>
          <pc:docMk/>
          <pc:sldMk cId="2214594234" sldId="899"/>
        </pc:sldMkLst>
      </pc:sldChg>
      <pc:sldChg chg="addSp delSp modSp new mod modClrScheme chgLayout">
        <pc:chgData name="Schlesinger, Sebastian" userId="d814e6c9-e9fb-4b77-84f7-ccd8aa3529bb" providerId="ADAL" clId="{82B73B43-CADB-C344-9D99-4001E5EA7D75}" dt="2024-10-09T06:22:51.461" v="5443"/>
        <pc:sldMkLst>
          <pc:docMk/>
          <pc:sldMk cId="863405615" sldId="900"/>
        </pc:sldMkLst>
      </pc:sldChg>
      <pc:sldChg chg="addSp delSp modSp new mod modClrScheme chgLayout">
        <pc:chgData name="Schlesinger, Sebastian" userId="d814e6c9-e9fb-4b77-84f7-ccd8aa3529bb" providerId="ADAL" clId="{82B73B43-CADB-C344-9D99-4001E5EA7D75}" dt="2024-10-09T06:25:45.368" v="5489" actId="20577"/>
        <pc:sldMkLst>
          <pc:docMk/>
          <pc:sldMk cId="4214160156" sldId="901"/>
        </pc:sldMkLst>
      </pc:sldChg>
      <pc:sldChg chg="addSp delSp modSp new mod">
        <pc:chgData name="Schlesinger, Sebastian" userId="d814e6c9-e9fb-4b77-84f7-ccd8aa3529bb" providerId="ADAL" clId="{82B73B43-CADB-C344-9D99-4001E5EA7D75}" dt="2024-10-09T06:25:55.256" v="5514" actId="20577"/>
        <pc:sldMkLst>
          <pc:docMk/>
          <pc:sldMk cId="3346165771" sldId="902"/>
        </pc:sldMkLst>
      </pc:sldChg>
      <pc:sldChg chg="addSp delSp modSp new mod">
        <pc:chgData name="Schlesinger, Sebastian" userId="d814e6c9-e9fb-4b77-84f7-ccd8aa3529bb" providerId="ADAL" clId="{82B73B43-CADB-C344-9D99-4001E5EA7D75}" dt="2024-10-09T06:27:18.277" v="5543" actId="20577"/>
        <pc:sldMkLst>
          <pc:docMk/>
          <pc:sldMk cId="2633251517" sldId="903"/>
        </pc:sldMkLst>
      </pc:sldChg>
      <pc:sldChg chg="addSp delSp modSp new mod">
        <pc:chgData name="Schlesinger, Sebastian" userId="d814e6c9-e9fb-4b77-84f7-ccd8aa3529bb" providerId="ADAL" clId="{82B73B43-CADB-C344-9D99-4001E5EA7D75}" dt="2024-10-09T06:28:17.239" v="5565" actId="1076"/>
        <pc:sldMkLst>
          <pc:docMk/>
          <pc:sldMk cId="2557607712" sldId="904"/>
        </pc:sldMkLst>
      </pc:sldChg>
      <pc:sldChg chg="addSp delSp modSp new mod">
        <pc:chgData name="Schlesinger, Sebastian" userId="d814e6c9-e9fb-4b77-84f7-ccd8aa3529bb" providerId="ADAL" clId="{82B73B43-CADB-C344-9D99-4001E5EA7D75}" dt="2024-10-09T06:29:18.078" v="5603" actId="1076"/>
        <pc:sldMkLst>
          <pc:docMk/>
          <pc:sldMk cId="2042410908" sldId="905"/>
        </pc:sldMkLst>
      </pc:sldChg>
      <pc:sldChg chg="addSp delSp modSp new mod modAnim">
        <pc:chgData name="Schlesinger, Sebastian" userId="d814e6c9-e9fb-4b77-84f7-ccd8aa3529bb" providerId="ADAL" clId="{82B73B43-CADB-C344-9D99-4001E5EA7D75}" dt="2024-10-09T06:30:52.538" v="5669" actId="14100"/>
        <pc:sldMkLst>
          <pc:docMk/>
          <pc:sldMk cId="2778864722" sldId="906"/>
        </pc:sldMkLst>
      </pc:sldChg>
      <pc:sldChg chg="addSp delSp modSp new mod modClrScheme modAnim chgLayout">
        <pc:chgData name="Schlesinger, Sebastian" userId="d814e6c9-e9fb-4b77-84f7-ccd8aa3529bb" providerId="ADAL" clId="{82B73B43-CADB-C344-9D99-4001E5EA7D75}" dt="2024-10-09T06:31:53.005" v="5694" actId="1076"/>
        <pc:sldMkLst>
          <pc:docMk/>
          <pc:sldMk cId="4268364572" sldId="907"/>
        </pc:sldMkLst>
      </pc:sldChg>
      <pc:sldChg chg="del">
        <pc:chgData name="Schlesinger, Sebastian" userId="d814e6c9-e9fb-4b77-84f7-ccd8aa3529bb" providerId="ADAL" clId="{82B73B43-CADB-C344-9D99-4001E5EA7D75}" dt="2024-10-05T19:23:18.631" v="140" actId="2696"/>
        <pc:sldMkLst>
          <pc:docMk/>
          <pc:sldMk cId="1900420149" sldId="936"/>
        </pc:sldMkLst>
      </pc:sldChg>
      <pc:sldChg chg="del">
        <pc:chgData name="Schlesinger, Sebastian" userId="d814e6c9-e9fb-4b77-84f7-ccd8aa3529bb" providerId="ADAL" clId="{82B73B43-CADB-C344-9D99-4001E5EA7D75}" dt="2024-10-05T19:23:19.110" v="258" actId="2696"/>
        <pc:sldMkLst>
          <pc:docMk/>
          <pc:sldMk cId="3093827755" sldId="942"/>
        </pc:sldMkLst>
      </pc:sldChg>
      <pc:sldChg chg="del">
        <pc:chgData name="Schlesinger, Sebastian" userId="d814e6c9-e9fb-4b77-84f7-ccd8aa3529bb" providerId="ADAL" clId="{82B73B43-CADB-C344-9D99-4001E5EA7D75}" dt="2024-10-05T19:23:18.456" v="114" actId="2696"/>
        <pc:sldMkLst>
          <pc:docMk/>
          <pc:sldMk cId="111671771" sldId="945"/>
        </pc:sldMkLst>
      </pc:sldChg>
      <pc:sldChg chg="del">
        <pc:chgData name="Schlesinger, Sebastian" userId="d814e6c9-e9fb-4b77-84f7-ccd8aa3529bb" providerId="ADAL" clId="{82B73B43-CADB-C344-9D99-4001E5EA7D75}" dt="2024-10-05T19:23:18.628" v="139" actId="2696"/>
        <pc:sldMkLst>
          <pc:docMk/>
          <pc:sldMk cId="2177228405" sldId="946"/>
        </pc:sldMkLst>
      </pc:sldChg>
      <pc:sldChg chg="del">
        <pc:chgData name="Schlesinger, Sebastian" userId="d814e6c9-e9fb-4b77-84f7-ccd8aa3529bb" providerId="ADAL" clId="{82B73B43-CADB-C344-9D99-4001E5EA7D75}" dt="2024-10-05T19:23:18.659" v="153" actId="2696"/>
        <pc:sldMkLst>
          <pc:docMk/>
          <pc:sldMk cId="815819224" sldId="953"/>
        </pc:sldMkLst>
      </pc:sldChg>
      <pc:sldChg chg="del">
        <pc:chgData name="Schlesinger, Sebastian" userId="d814e6c9-e9fb-4b77-84f7-ccd8aa3529bb" providerId="ADAL" clId="{82B73B43-CADB-C344-9D99-4001E5EA7D75}" dt="2024-10-05T19:23:17.966" v="43" actId="2696"/>
        <pc:sldMkLst>
          <pc:docMk/>
          <pc:sldMk cId="948621766" sldId="959"/>
        </pc:sldMkLst>
      </pc:sldChg>
      <pc:sldChg chg="del">
        <pc:chgData name="Schlesinger, Sebastian" userId="d814e6c9-e9fb-4b77-84f7-ccd8aa3529bb" providerId="ADAL" clId="{82B73B43-CADB-C344-9D99-4001E5EA7D75}" dt="2024-10-05T19:23:18.904" v="222" actId="2696"/>
        <pc:sldMkLst>
          <pc:docMk/>
          <pc:sldMk cId="1228008329" sldId="960"/>
        </pc:sldMkLst>
      </pc:sldChg>
      <pc:sldChg chg="del">
        <pc:chgData name="Schlesinger, Sebastian" userId="d814e6c9-e9fb-4b77-84f7-ccd8aa3529bb" providerId="ADAL" clId="{82B73B43-CADB-C344-9D99-4001E5EA7D75}" dt="2024-10-05T19:23:19.111" v="259" actId="2696"/>
        <pc:sldMkLst>
          <pc:docMk/>
          <pc:sldMk cId="1404873011" sldId="964"/>
        </pc:sldMkLst>
      </pc:sldChg>
      <pc:sldChg chg="del">
        <pc:chgData name="Schlesinger, Sebastian" userId="d814e6c9-e9fb-4b77-84f7-ccd8aa3529bb" providerId="ADAL" clId="{82B73B43-CADB-C344-9D99-4001E5EA7D75}" dt="2024-10-05T19:23:18.782" v="189" actId="2696"/>
        <pc:sldMkLst>
          <pc:docMk/>
          <pc:sldMk cId="214595096" sldId="965"/>
        </pc:sldMkLst>
      </pc:sldChg>
      <pc:sldChg chg="del">
        <pc:chgData name="Schlesinger, Sebastian" userId="d814e6c9-e9fb-4b77-84f7-ccd8aa3529bb" providerId="ADAL" clId="{82B73B43-CADB-C344-9D99-4001E5EA7D75}" dt="2024-10-05T19:23:17.850" v="31" actId="2696"/>
        <pc:sldMkLst>
          <pc:docMk/>
          <pc:sldMk cId="2183785420" sldId="966"/>
        </pc:sldMkLst>
      </pc:sldChg>
      <pc:sldChg chg="del">
        <pc:chgData name="Schlesinger, Sebastian" userId="d814e6c9-e9fb-4b77-84f7-ccd8aa3529bb" providerId="ADAL" clId="{82B73B43-CADB-C344-9D99-4001E5EA7D75}" dt="2024-10-05T19:23:19.142" v="264" actId="2696"/>
        <pc:sldMkLst>
          <pc:docMk/>
          <pc:sldMk cId="2511553199" sldId="969"/>
        </pc:sldMkLst>
      </pc:sldChg>
      <pc:sldChg chg="del">
        <pc:chgData name="Schlesinger, Sebastian" userId="d814e6c9-e9fb-4b77-84f7-ccd8aa3529bb" providerId="ADAL" clId="{82B73B43-CADB-C344-9D99-4001E5EA7D75}" dt="2024-10-05T19:23:18.520" v="134" actId="2696"/>
        <pc:sldMkLst>
          <pc:docMk/>
          <pc:sldMk cId="2304751883" sldId="977"/>
        </pc:sldMkLst>
      </pc:sldChg>
      <pc:sldChg chg="del">
        <pc:chgData name="Schlesinger, Sebastian" userId="d814e6c9-e9fb-4b77-84f7-ccd8aa3529bb" providerId="ADAL" clId="{82B73B43-CADB-C344-9D99-4001E5EA7D75}" dt="2024-10-05T19:23:17.873" v="38" actId="2696"/>
        <pc:sldMkLst>
          <pc:docMk/>
          <pc:sldMk cId="153841985" sldId="997"/>
        </pc:sldMkLst>
      </pc:sldChg>
      <pc:sldChg chg="del">
        <pc:chgData name="Schlesinger, Sebastian" userId="d814e6c9-e9fb-4b77-84f7-ccd8aa3529bb" providerId="ADAL" clId="{82B73B43-CADB-C344-9D99-4001E5EA7D75}" dt="2024-10-05T19:23:18.761" v="181" actId="2696"/>
        <pc:sldMkLst>
          <pc:docMk/>
          <pc:sldMk cId="2252597182" sldId="1003"/>
        </pc:sldMkLst>
      </pc:sldChg>
      <pc:sldChg chg="del">
        <pc:chgData name="Schlesinger, Sebastian" userId="d814e6c9-e9fb-4b77-84f7-ccd8aa3529bb" providerId="ADAL" clId="{82B73B43-CADB-C344-9D99-4001E5EA7D75}" dt="2024-10-05T19:23:18.778" v="186" actId="2696"/>
        <pc:sldMkLst>
          <pc:docMk/>
          <pc:sldMk cId="3331755059" sldId="1007"/>
        </pc:sldMkLst>
      </pc:sldChg>
      <pc:sldChg chg="del">
        <pc:chgData name="Schlesinger, Sebastian" userId="d814e6c9-e9fb-4b77-84f7-ccd8aa3529bb" providerId="ADAL" clId="{82B73B43-CADB-C344-9D99-4001E5EA7D75}" dt="2024-10-05T19:23:18.487" v="125" actId="2696"/>
        <pc:sldMkLst>
          <pc:docMk/>
          <pc:sldMk cId="2792251711" sldId="1011"/>
        </pc:sldMkLst>
      </pc:sldChg>
      <pc:sldChg chg="del">
        <pc:chgData name="Schlesinger, Sebastian" userId="d814e6c9-e9fb-4b77-84f7-ccd8aa3529bb" providerId="ADAL" clId="{82B73B43-CADB-C344-9D99-4001E5EA7D75}" dt="2024-10-05T19:23:18.364" v="100" actId="2696"/>
        <pc:sldMkLst>
          <pc:docMk/>
          <pc:sldMk cId="4280811145" sldId="1020"/>
        </pc:sldMkLst>
      </pc:sldChg>
      <pc:sldChg chg="del">
        <pc:chgData name="Schlesinger, Sebastian" userId="d814e6c9-e9fb-4b77-84f7-ccd8aa3529bb" providerId="ADAL" clId="{82B73B43-CADB-C344-9D99-4001E5EA7D75}" dt="2024-10-05T19:23:18.863" v="205" actId="2696"/>
        <pc:sldMkLst>
          <pc:docMk/>
          <pc:sldMk cId="747087768" sldId="1021"/>
        </pc:sldMkLst>
      </pc:sldChg>
      <pc:sldChg chg="del">
        <pc:chgData name="Schlesinger, Sebastian" userId="d814e6c9-e9fb-4b77-84f7-ccd8aa3529bb" providerId="ADAL" clId="{82B73B43-CADB-C344-9D99-4001E5EA7D75}" dt="2024-10-05T19:23:18.881" v="210" actId="2696"/>
        <pc:sldMkLst>
          <pc:docMk/>
          <pc:sldMk cId="2596948266" sldId="1022"/>
        </pc:sldMkLst>
      </pc:sldChg>
      <pc:sldChg chg="del">
        <pc:chgData name="Schlesinger, Sebastian" userId="d814e6c9-e9fb-4b77-84f7-ccd8aa3529bb" providerId="ADAL" clId="{82B73B43-CADB-C344-9D99-4001E5EA7D75}" dt="2024-10-05T19:23:18.090" v="62" actId="2696"/>
        <pc:sldMkLst>
          <pc:docMk/>
          <pc:sldMk cId="1641355416" sldId="1032"/>
        </pc:sldMkLst>
      </pc:sldChg>
      <pc:sldChg chg="del">
        <pc:chgData name="Schlesinger, Sebastian" userId="d814e6c9-e9fb-4b77-84f7-ccd8aa3529bb" providerId="ADAL" clId="{82B73B43-CADB-C344-9D99-4001E5EA7D75}" dt="2024-10-05T19:23:19.058" v="241" actId="2696"/>
        <pc:sldMkLst>
          <pc:docMk/>
          <pc:sldMk cId="1496694192" sldId="1041"/>
        </pc:sldMkLst>
      </pc:sldChg>
      <pc:sldChg chg="del">
        <pc:chgData name="Schlesinger, Sebastian" userId="d814e6c9-e9fb-4b77-84f7-ccd8aa3529bb" providerId="ADAL" clId="{82B73B43-CADB-C344-9D99-4001E5EA7D75}" dt="2024-10-05T19:23:18.676" v="162" actId="2696"/>
        <pc:sldMkLst>
          <pc:docMk/>
          <pc:sldMk cId="3370042703" sldId="1609"/>
        </pc:sldMkLst>
      </pc:sldChg>
      <pc:sldChg chg="del">
        <pc:chgData name="Schlesinger, Sebastian" userId="d814e6c9-e9fb-4b77-84f7-ccd8aa3529bb" providerId="ADAL" clId="{82B73B43-CADB-C344-9D99-4001E5EA7D75}" dt="2024-10-05T19:23:18.526" v="135" actId="2696"/>
        <pc:sldMkLst>
          <pc:docMk/>
          <pc:sldMk cId="680775574" sldId="1617"/>
        </pc:sldMkLst>
      </pc:sldChg>
      <pc:sldChg chg="del">
        <pc:chgData name="Schlesinger, Sebastian" userId="d814e6c9-e9fb-4b77-84f7-ccd8aa3529bb" providerId="ADAL" clId="{82B73B43-CADB-C344-9D99-4001E5EA7D75}" dt="2024-10-05T19:23:18.230" v="74" actId="2696"/>
        <pc:sldMkLst>
          <pc:docMk/>
          <pc:sldMk cId="902782227" sldId="1620"/>
        </pc:sldMkLst>
      </pc:sldChg>
      <pc:sldChg chg="del">
        <pc:chgData name="Schlesinger, Sebastian" userId="d814e6c9-e9fb-4b77-84f7-ccd8aa3529bb" providerId="ADAL" clId="{82B73B43-CADB-C344-9D99-4001E5EA7D75}" dt="2024-10-05T19:23:19.097" v="250" actId="2696"/>
        <pc:sldMkLst>
          <pc:docMk/>
          <pc:sldMk cId="3074920852" sldId="1621"/>
        </pc:sldMkLst>
      </pc:sldChg>
      <pc:sldChg chg="del">
        <pc:chgData name="Schlesinger, Sebastian" userId="d814e6c9-e9fb-4b77-84f7-ccd8aa3529bb" providerId="ADAL" clId="{82B73B43-CADB-C344-9D99-4001E5EA7D75}" dt="2024-10-05T19:23:18.773" v="183" actId="2696"/>
        <pc:sldMkLst>
          <pc:docMk/>
          <pc:sldMk cId="215394467" sldId="1622"/>
        </pc:sldMkLst>
      </pc:sldChg>
      <pc:sldChg chg="del">
        <pc:chgData name="Schlesinger, Sebastian" userId="d814e6c9-e9fb-4b77-84f7-ccd8aa3529bb" providerId="ADAL" clId="{82B73B43-CADB-C344-9D99-4001E5EA7D75}" dt="2024-10-05T19:23:18.901" v="221" actId="2696"/>
        <pc:sldMkLst>
          <pc:docMk/>
          <pc:sldMk cId="1367489396" sldId="1623"/>
        </pc:sldMkLst>
      </pc:sldChg>
      <pc:sldChg chg="del">
        <pc:chgData name="Schlesinger, Sebastian" userId="d814e6c9-e9fb-4b77-84f7-ccd8aa3529bb" providerId="ADAL" clId="{82B73B43-CADB-C344-9D99-4001E5EA7D75}" dt="2024-10-05T19:23:17.869" v="37" actId="2696"/>
        <pc:sldMkLst>
          <pc:docMk/>
          <pc:sldMk cId="3423518980" sldId="1625"/>
        </pc:sldMkLst>
      </pc:sldChg>
      <pc:sldChg chg="del">
        <pc:chgData name="Schlesinger, Sebastian" userId="d814e6c9-e9fb-4b77-84f7-ccd8aa3529bb" providerId="ADAL" clId="{82B73B43-CADB-C344-9D99-4001E5EA7D75}" dt="2024-10-05T19:23:18.759" v="180" actId="2696"/>
        <pc:sldMkLst>
          <pc:docMk/>
          <pc:sldMk cId="2573947284" sldId="1627"/>
        </pc:sldMkLst>
      </pc:sldChg>
      <pc:sldChg chg="del">
        <pc:chgData name="Schlesinger, Sebastian" userId="d814e6c9-e9fb-4b77-84f7-ccd8aa3529bb" providerId="ADAL" clId="{82B73B43-CADB-C344-9D99-4001E5EA7D75}" dt="2024-10-05T19:23:18.651" v="149" actId="2696"/>
        <pc:sldMkLst>
          <pc:docMk/>
          <pc:sldMk cId="1518775969" sldId="1635"/>
        </pc:sldMkLst>
      </pc:sldChg>
      <pc:sldChg chg="del">
        <pc:chgData name="Schlesinger, Sebastian" userId="d814e6c9-e9fb-4b77-84f7-ccd8aa3529bb" providerId="ADAL" clId="{82B73B43-CADB-C344-9D99-4001E5EA7D75}" dt="2024-10-05T19:23:19.104" v="256" actId="2696"/>
        <pc:sldMkLst>
          <pc:docMk/>
          <pc:sldMk cId="3397757070" sldId="1637"/>
        </pc:sldMkLst>
      </pc:sldChg>
      <pc:sldChg chg="del">
        <pc:chgData name="Schlesinger, Sebastian" userId="d814e6c9-e9fb-4b77-84f7-ccd8aa3529bb" providerId="ADAL" clId="{82B73B43-CADB-C344-9D99-4001E5EA7D75}" dt="2024-10-05T19:23:18.491" v="127" actId="2696"/>
        <pc:sldMkLst>
          <pc:docMk/>
          <pc:sldMk cId="3550363280" sldId="1638"/>
        </pc:sldMkLst>
      </pc:sldChg>
      <pc:sldChg chg="del">
        <pc:chgData name="Schlesinger, Sebastian" userId="d814e6c9-e9fb-4b77-84f7-ccd8aa3529bb" providerId="ADAL" clId="{82B73B43-CADB-C344-9D99-4001E5EA7D75}" dt="2024-10-05T19:23:18.273" v="88" actId="2696"/>
        <pc:sldMkLst>
          <pc:docMk/>
          <pc:sldMk cId="403148771" sldId="1644"/>
        </pc:sldMkLst>
      </pc:sldChg>
      <pc:sldChg chg="del">
        <pc:chgData name="Schlesinger, Sebastian" userId="d814e6c9-e9fb-4b77-84f7-ccd8aa3529bb" providerId="ADAL" clId="{82B73B43-CADB-C344-9D99-4001E5EA7D75}" dt="2024-10-05T19:23:18.516" v="133" actId="2696"/>
        <pc:sldMkLst>
          <pc:docMk/>
          <pc:sldMk cId="3295494027" sldId="1645"/>
        </pc:sldMkLst>
      </pc:sldChg>
      <pc:sldChg chg="del">
        <pc:chgData name="Schlesinger, Sebastian" userId="d814e6c9-e9fb-4b77-84f7-ccd8aa3529bb" providerId="ADAL" clId="{82B73B43-CADB-C344-9D99-4001E5EA7D75}" dt="2024-10-05T19:23:18.764" v="182" actId="2696"/>
        <pc:sldMkLst>
          <pc:docMk/>
          <pc:sldMk cId="1910266329" sldId="1646"/>
        </pc:sldMkLst>
      </pc:sldChg>
      <pc:sldChg chg="del">
        <pc:chgData name="Schlesinger, Sebastian" userId="d814e6c9-e9fb-4b77-84f7-ccd8aa3529bb" providerId="ADAL" clId="{82B73B43-CADB-C344-9D99-4001E5EA7D75}" dt="2024-10-05T19:23:18.625" v="138" actId="2696"/>
        <pc:sldMkLst>
          <pc:docMk/>
          <pc:sldMk cId="1877815549" sldId="1648"/>
        </pc:sldMkLst>
      </pc:sldChg>
      <pc:sldChg chg="del">
        <pc:chgData name="Schlesinger, Sebastian" userId="d814e6c9-e9fb-4b77-84f7-ccd8aa3529bb" providerId="ADAL" clId="{82B73B43-CADB-C344-9D99-4001E5EA7D75}" dt="2024-10-05T19:23:17.962" v="42" actId="2696"/>
        <pc:sldMkLst>
          <pc:docMk/>
          <pc:sldMk cId="3396807691" sldId="1652"/>
        </pc:sldMkLst>
      </pc:sldChg>
      <pc:sldChg chg="del">
        <pc:chgData name="Schlesinger, Sebastian" userId="d814e6c9-e9fb-4b77-84f7-ccd8aa3529bb" providerId="ADAL" clId="{82B73B43-CADB-C344-9D99-4001E5EA7D75}" dt="2024-10-05T19:23:18.648" v="148" actId="2696"/>
        <pc:sldMkLst>
          <pc:docMk/>
          <pc:sldMk cId="3127781504" sldId="1653"/>
        </pc:sldMkLst>
      </pc:sldChg>
      <pc:sldChg chg="del">
        <pc:chgData name="Schlesinger, Sebastian" userId="d814e6c9-e9fb-4b77-84f7-ccd8aa3529bb" providerId="ADAL" clId="{82B73B43-CADB-C344-9D99-4001E5EA7D75}" dt="2024-10-05T19:23:19.061" v="244" actId="2696"/>
        <pc:sldMkLst>
          <pc:docMk/>
          <pc:sldMk cId="2005302838" sldId="1654"/>
        </pc:sldMkLst>
      </pc:sldChg>
      <pc:sldChg chg="del">
        <pc:chgData name="Schlesinger, Sebastian" userId="d814e6c9-e9fb-4b77-84f7-ccd8aa3529bb" providerId="ADAL" clId="{82B73B43-CADB-C344-9D99-4001E5EA7D75}" dt="2024-10-05T19:23:18.237" v="76" actId="2696"/>
        <pc:sldMkLst>
          <pc:docMk/>
          <pc:sldMk cId="3445947986" sldId="1655"/>
        </pc:sldMkLst>
      </pc:sldChg>
      <pc:sldChg chg="del">
        <pc:chgData name="Schlesinger, Sebastian" userId="d814e6c9-e9fb-4b77-84f7-ccd8aa3529bb" providerId="ADAL" clId="{82B73B43-CADB-C344-9D99-4001E5EA7D75}" dt="2024-10-05T19:23:19.008" v="229" actId="2696"/>
        <pc:sldMkLst>
          <pc:docMk/>
          <pc:sldMk cId="435004337" sldId="1656"/>
        </pc:sldMkLst>
      </pc:sldChg>
      <pc:sldChg chg="del">
        <pc:chgData name="Schlesinger, Sebastian" userId="d814e6c9-e9fb-4b77-84f7-ccd8aa3529bb" providerId="ADAL" clId="{82B73B43-CADB-C344-9D99-4001E5EA7D75}" dt="2024-10-05T19:23:18.241" v="77" actId="2696"/>
        <pc:sldMkLst>
          <pc:docMk/>
          <pc:sldMk cId="935517784" sldId="1657"/>
        </pc:sldMkLst>
      </pc:sldChg>
      <pc:sldChg chg="del">
        <pc:chgData name="Schlesinger, Sebastian" userId="d814e6c9-e9fb-4b77-84f7-ccd8aa3529bb" providerId="ADAL" clId="{82B73B43-CADB-C344-9D99-4001E5EA7D75}" dt="2024-10-05T19:23:17.988" v="51" actId="2696"/>
        <pc:sldMkLst>
          <pc:docMk/>
          <pc:sldMk cId="2172148964" sldId="1658"/>
        </pc:sldMkLst>
      </pc:sldChg>
      <pc:sldChg chg="del">
        <pc:chgData name="Schlesinger, Sebastian" userId="d814e6c9-e9fb-4b77-84f7-ccd8aa3529bb" providerId="ADAL" clId="{82B73B43-CADB-C344-9D99-4001E5EA7D75}" dt="2024-10-05T19:23:18.856" v="201" actId="2696"/>
        <pc:sldMkLst>
          <pc:docMk/>
          <pc:sldMk cId="3384058141" sldId="1659"/>
        </pc:sldMkLst>
      </pc:sldChg>
      <pc:sldChg chg="del">
        <pc:chgData name="Schlesinger, Sebastian" userId="d814e6c9-e9fb-4b77-84f7-ccd8aa3529bb" providerId="ADAL" clId="{82B73B43-CADB-C344-9D99-4001E5EA7D75}" dt="2024-10-05T19:23:18.262" v="86" actId="2696"/>
        <pc:sldMkLst>
          <pc:docMk/>
          <pc:sldMk cId="83637346" sldId="1660"/>
        </pc:sldMkLst>
      </pc:sldChg>
      <pc:sldChg chg="del">
        <pc:chgData name="Schlesinger, Sebastian" userId="d814e6c9-e9fb-4b77-84f7-ccd8aa3529bb" providerId="ADAL" clId="{82B73B43-CADB-C344-9D99-4001E5EA7D75}" dt="2024-10-05T19:23:17.846" v="30" actId="2696"/>
        <pc:sldMkLst>
          <pc:docMk/>
          <pc:sldMk cId="1069458046" sldId="1664"/>
        </pc:sldMkLst>
      </pc:sldChg>
      <pc:sldChg chg="del">
        <pc:chgData name="Schlesinger, Sebastian" userId="d814e6c9-e9fb-4b77-84f7-ccd8aa3529bb" providerId="ADAL" clId="{82B73B43-CADB-C344-9D99-4001E5EA7D75}" dt="2024-10-05T19:23:18.669" v="158" actId="2696"/>
        <pc:sldMkLst>
          <pc:docMk/>
          <pc:sldMk cId="263720008" sldId="1665"/>
        </pc:sldMkLst>
      </pc:sldChg>
      <pc:sldChg chg="del">
        <pc:chgData name="Schlesinger, Sebastian" userId="d814e6c9-e9fb-4b77-84f7-ccd8aa3529bb" providerId="ADAL" clId="{82B73B43-CADB-C344-9D99-4001E5EA7D75}" dt="2024-10-05T19:23:18.339" v="92" actId="2696"/>
        <pc:sldMkLst>
          <pc:docMk/>
          <pc:sldMk cId="2645719985" sldId="1670"/>
        </pc:sldMkLst>
      </pc:sldChg>
      <pc:sldChg chg="del">
        <pc:chgData name="Schlesinger, Sebastian" userId="d814e6c9-e9fb-4b77-84f7-ccd8aa3529bb" providerId="ADAL" clId="{82B73B43-CADB-C344-9D99-4001E5EA7D75}" dt="2024-10-05T19:23:19.124" v="260" actId="2696"/>
        <pc:sldMkLst>
          <pc:docMk/>
          <pc:sldMk cId="2048005758" sldId="1671"/>
        </pc:sldMkLst>
      </pc:sldChg>
      <pc:sldChg chg="del">
        <pc:chgData name="Schlesinger, Sebastian" userId="d814e6c9-e9fb-4b77-84f7-ccd8aa3529bb" providerId="ADAL" clId="{82B73B43-CADB-C344-9D99-4001E5EA7D75}" dt="2024-10-05T19:23:18.440" v="108" actId="2696"/>
        <pc:sldMkLst>
          <pc:docMk/>
          <pc:sldMk cId="498503892" sldId="1672"/>
        </pc:sldMkLst>
      </pc:sldChg>
      <pc:sldChg chg="del">
        <pc:chgData name="Schlesinger, Sebastian" userId="d814e6c9-e9fb-4b77-84f7-ccd8aa3529bb" providerId="ADAL" clId="{82B73B43-CADB-C344-9D99-4001E5EA7D75}" dt="2024-10-05T19:23:18.432" v="106" actId="2696"/>
        <pc:sldMkLst>
          <pc:docMk/>
          <pc:sldMk cId="2522747362" sldId="1673"/>
        </pc:sldMkLst>
      </pc:sldChg>
      <pc:sldChg chg="del">
        <pc:chgData name="Schlesinger, Sebastian" userId="d814e6c9-e9fb-4b77-84f7-ccd8aa3529bb" providerId="ADAL" clId="{82B73B43-CADB-C344-9D99-4001E5EA7D75}" dt="2024-10-05T19:23:17.985" v="50" actId="2696"/>
        <pc:sldMkLst>
          <pc:docMk/>
          <pc:sldMk cId="2250630136" sldId="1674"/>
        </pc:sldMkLst>
      </pc:sldChg>
      <pc:sldChg chg="del">
        <pc:chgData name="Schlesinger, Sebastian" userId="d814e6c9-e9fb-4b77-84f7-ccd8aa3529bb" providerId="ADAL" clId="{82B73B43-CADB-C344-9D99-4001E5EA7D75}" dt="2024-10-05T19:23:18.787" v="192" actId="2696"/>
        <pc:sldMkLst>
          <pc:docMk/>
          <pc:sldMk cId="3011232726" sldId="1675"/>
        </pc:sldMkLst>
      </pc:sldChg>
      <pc:sldChg chg="del">
        <pc:chgData name="Schlesinger, Sebastian" userId="d814e6c9-e9fb-4b77-84f7-ccd8aa3529bb" providerId="ADAL" clId="{82B73B43-CADB-C344-9D99-4001E5EA7D75}" dt="2024-10-05T19:23:18.360" v="99" actId="2696"/>
        <pc:sldMkLst>
          <pc:docMk/>
          <pc:sldMk cId="3044072532" sldId="1676"/>
        </pc:sldMkLst>
      </pc:sldChg>
      <pc:sldChg chg="del">
        <pc:chgData name="Schlesinger, Sebastian" userId="d814e6c9-e9fb-4b77-84f7-ccd8aa3529bb" providerId="ADAL" clId="{82B73B43-CADB-C344-9D99-4001E5EA7D75}" dt="2024-10-05T19:23:18.756" v="179" actId="2696"/>
        <pc:sldMkLst>
          <pc:docMk/>
          <pc:sldMk cId="1592288402" sldId="1677"/>
        </pc:sldMkLst>
      </pc:sldChg>
      <pc:sldChg chg="del">
        <pc:chgData name="Schlesinger, Sebastian" userId="d814e6c9-e9fb-4b77-84f7-ccd8aa3529bb" providerId="ADAL" clId="{82B73B43-CADB-C344-9D99-4001E5EA7D75}" dt="2024-10-05T19:23:19.010" v="230" actId="2696"/>
        <pc:sldMkLst>
          <pc:docMk/>
          <pc:sldMk cId="3254872768" sldId="1678"/>
        </pc:sldMkLst>
      </pc:sldChg>
      <pc:sldChg chg="del">
        <pc:chgData name="Schlesinger, Sebastian" userId="d814e6c9-e9fb-4b77-84f7-ccd8aa3529bb" providerId="ADAL" clId="{82B73B43-CADB-C344-9D99-4001E5EA7D75}" dt="2024-10-05T19:23:19.005" v="227" actId="2696"/>
        <pc:sldMkLst>
          <pc:docMk/>
          <pc:sldMk cId="1232652971" sldId="1679"/>
        </pc:sldMkLst>
      </pc:sldChg>
      <pc:sldChg chg="del">
        <pc:chgData name="Schlesinger, Sebastian" userId="d814e6c9-e9fb-4b77-84f7-ccd8aa3529bb" providerId="ADAL" clId="{82B73B43-CADB-C344-9D99-4001E5EA7D75}" dt="2024-10-05T19:23:18.479" v="122" actId="2696"/>
        <pc:sldMkLst>
          <pc:docMk/>
          <pc:sldMk cId="3088947955" sldId="1682"/>
        </pc:sldMkLst>
      </pc:sldChg>
      <pc:sldChg chg="del">
        <pc:chgData name="Schlesinger, Sebastian" userId="d814e6c9-e9fb-4b77-84f7-ccd8aa3529bb" providerId="ADAL" clId="{82B73B43-CADB-C344-9D99-4001E5EA7D75}" dt="2024-10-05T19:23:18.424" v="102" actId="2696"/>
        <pc:sldMkLst>
          <pc:docMk/>
          <pc:sldMk cId="1104408017" sldId="1683"/>
        </pc:sldMkLst>
      </pc:sldChg>
      <pc:sldChg chg="del">
        <pc:chgData name="Schlesinger, Sebastian" userId="d814e6c9-e9fb-4b77-84f7-ccd8aa3529bb" providerId="ADAL" clId="{82B73B43-CADB-C344-9D99-4001E5EA7D75}" dt="2024-10-05T19:23:17.976" v="47" actId="2696"/>
        <pc:sldMkLst>
          <pc:docMk/>
          <pc:sldMk cId="1434254913" sldId="1684"/>
        </pc:sldMkLst>
      </pc:sldChg>
      <pc:sldChg chg="del">
        <pc:chgData name="Schlesinger, Sebastian" userId="d814e6c9-e9fb-4b77-84f7-ccd8aa3529bb" providerId="ADAL" clId="{82B73B43-CADB-C344-9D99-4001E5EA7D75}" dt="2024-10-05T19:23:18.462" v="116" actId="2696"/>
        <pc:sldMkLst>
          <pc:docMk/>
          <pc:sldMk cId="4207422411" sldId="1686"/>
        </pc:sldMkLst>
      </pc:sldChg>
      <pc:sldChg chg="del">
        <pc:chgData name="Schlesinger, Sebastian" userId="d814e6c9-e9fb-4b77-84f7-ccd8aa3529bb" providerId="ADAL" clId="{82B73B43-CADB-C344-9D99-4001E5EA7D75}" dt="2024-10-05T19:23:19.127" v="263" actId="2696"/>
        <pc:sldMkLst>
          <pc:docMk/>
          <pc:sldMk cId="3786129705" sldId="1687"/>
        </pc:sldMkLst>
      </pc:sldChg>
      <pc:sldChg chg="del">
        <pc:chgData name="Schlesinger, Sebastian" userId="d814e6c9-e9fb-4b77-84f7-ccd8aa3529bb" providerId="ADAL" clId="{82B73B43-CADB-C344-9D99-4001E5EA7D75}" dt="2024-10-05T19:23:18.109" v="68" actId="2696"/>
        <pc:sldMkLst>
          <pc:docMk/>
          <pc:sldMk cId="2890396755" sldId="1688"/>
        </pc:sldMkLst>
      </pc:sldChg>
      <pc:sldChg chg="del">
        <pc:chgData name="Schlesinger, Sebastian" userId="d814e6c9-e9fb-4b77-84f7-ccd8aa3529bb" providerId="ADAL" clId="{82B73B43-CADB-C344-9D99-4001E5EA7D75}" dt="2024-10-05T19:23:19.068" v="248" actId="2696"/>
        <pc:sldMkLst>
          <pc:docMk/>
          <pc:sldMk cId="659716050" sldId="1689"/>
        </pc:sldMkLst>
      </pc:sldChg>
      <pc:sldChg chg="del">
        <pc:chgData name="Schlesinger, Sebastian" userId="d814e6c9-e9fb-4b77-84f7-ccd8aa3529bb" providerId="ADAL" clId="{82B73B43-CADB-C344-9D99-4001E5EA7D75}" dt="2024-10-05T19:23:18.265" v="87" actId="2696"/>
        <pc:sldMkLst>
          <pc:docMk/>
          <pc:sldMk cId="932403574" sldId="1690"/>
        </pc:sldMkLst>
      </pc:sldChg>
      <pc:sldChg chg="del">
        <pc:chgData name="Schlesinger, Sebastian" userId="d814e6c9-e9fb-4b77-84f7-ccd8aa3529bb" providerId="ADAL" clId="{82B73B43-CADB-C344-9D99-4001E5EA7D75}" dt="2024-10-05T19:23:18.892" v="218" actId="2696"/>
        <pc:sldMkLst>
          <pc:docMk/>
          <pc:sldMk cId="324806596" sldId="1693"/>
        </pc:sldMkLst>
      </pc:sldChg>
      <pc:sldChg chg="del">
        <pc:chgData name="Schlesinger, Sebastian" userId="d814e6c9-e9fb-4b77-84f7-ccd8aa3529bb" providerId="ADAL" clId="{82B73B43-CADB-C344-9D99-4001E5EA7D75}" dt="2024-10-05T19:23:18.677" v="163" actId="2696"/>
        <pc:sldMkLst>
          <pc:docMk/>
          <pc:sldMk cId="2914321666" sldId="1694"/>
        </pc:sldMkLst>
      </pc:sldChg>
      <pc:sldChg chg="del">
        <pc:chgData name="Schlesinger, Sebastian" userId="d814e6c9-e9fb-4b77-84f7-ccd8aa3529bb" providerId="ADAL" clId="{82B73B43-CADB-C344-9D99-4001E5EA7D75}" dt="2024-10-05T19:23:18.672" v="160" actId="2696"/>
        <pc:sldMkLst>
          <pc:docMk/>
          <pc:sldMk cId="3269779357" sldId="1695"/>
        </pc:sldMkLst>
      </pc:sldChg>
      <pc:sldChg chg="del">
        <pc:chgData name="Schlesinger, Sebastian" userId="d814e6c9-e9fb-4b77-84f7-ccd8aa3529bb" providerId="ADAL" clId="{82B73B43-CADB-C344-9D99-4001E5EA7D75}" dt="2024-10-05T19:23:18.909" v="225" actId="2696"/>
        <pc:sldMkLst>
          <pc:docMk/>
          <pc:sldMk cId="287027242" sldId="1696"/>
        </pc:sldMkLst>
      </pc:sldChg>
      <pc:sldChg chg="del">
        <pc:chgData name="Schlesinger, Sebastian" userId="d814e6c9-e9fb-4b77-84f7-ccd8aa3529bb" providerId="ADAL" clId="{82B73B43-CADB-C344-9D99-4001E5EA7D75}" dt="2024-10-05T19:23:18.857" v="202" actId="2696"/>
        <pc:sldMkLst>
          <pc:docMk/>
          <pc:sldMk cId="358632272" sldId="1699"/>
        </pc:sldMkLst>
      </pc:sldChg>
      <pc:sldChg chg="del">
        <pc:chgData name="Schlesinger, Sebastian" userId="d814e6c9-e9fb-4b77-84f7-ccd8aa3529bb" providerId="ADAL" clId="{82B73B43-CADB-C344-9D99-4001E5EA7D75}" dt="2024-10-05T19:23:17.879" v="40" actId="2696"/>
        <pc:sldMkLst>
          <pc:docMk/>
          <pc:sldMk cId="3944556757" sldId="1700"/>
        </pc:sldMkLst>
      </pc:sldChg>
      <pc:sldChg chg="del">
        <pc:chgData name="Schlesinger, Sebastian" userId="d814e6c9-e9fb-4b77-84f7-ccd8aa3529bb" providerId="ADAL" clId="{82B73B43-CADB-C344-9D99-4001E5EA7D75}" dt="2024-10-05T19:23:19.014" v="234" actId="2696"/>
        <pc:sldMkLst>
          <pc:docMk/>
          <pc:sldMk cId="1929763182" sldId="1701"/>
        </pc:sldMkLst>
      </pc:sldChg>
      <pc:sldChg chg="del">
        <pc:chgData name="Schlesinger, Sebastian" userId="d814e6c9-e9fb-4b77-84f7-ccd8aa3529bb" providerId="ADAL" clId="{82B73B43-CADB-C344-9D99-4001E5EA7D75}" dt="2024-10-05T19:23:18.790" v="194" actId="2696"/>
        <pc:sldMkLst>
          <pc:docMk/>
          <pc:sldMk cId="2147049003" sldId="1702"/>
        </pc:sldMkLst>
      </pc:sldChg>
      <pc:sldChg chg="del">
        <pc:chgData name="Schlesinger, Sebastian" userId="d814e6c9-e9fb-4b77-84f7-ccd8aa3529bb" providerId="ADAL" clId="{82B73B43-CADB-C344-9D99-4001E5EA7D75}" dt="2024-10-05T19:23:19.160" v="267" actId="2696"/>
        <pc:sldMkLst>
          <pc:docMk/>
          <pc:sldMk cId="2080431675" sldId="1703"/>
        </pc:sldMkLst>
      </pc:sldChg>
      <pc:sldChg chg="del">
        <pc:chgData name="Schlesinger, Sebastian" userId="d814e6c9-e9fb-4b77-84f7-ccd8aa3529bb" providerId="ADAL" clId="{82B73B43-CADB-C344-9D99-4001E5EA7D75}" dt="2024-10-05T19:23:18.220" v="73" actId="2696"/>
        <pc:sldMkLst>
          <pc:docMk/>
          <pc:sldMk cId="1689109404" sldId="1704"/>
        </pc:sldMkLst>
      </pc:sldChg>
      <pc:sldChg chg="del">
        <pc:chgData name="Schlesinger, Sebastian" userId="d814e6c9-e9fb-4b77-84f7-ccd8aa3529bb" providerId="ADAL" clId="{82B73B43-CADB-C344-9D99-4001E5EA7D75}" dt="2024-10-05T19:23:18.781" v="188" actId="2696"/>
        <pc:sldMkLst>
          <pc:docMk/>
          <pc:sldMk cId="1337871867" sldId="1706"/>
        </pc:sldMkLst>
      </pc:sldChg>
      <pc:sldChg chg="del">
        <pc:chgData name="Schlesinger, Sebastian" userId="d814e6c9-e9fb-4b77-84f7-ccd8aa3529bb" providerId="ADAL" clId="{82B73B43-CADB-C344-9D99-4001E5EA7D75}" dt="2024-10-05T19:23:18.336" v="91" actId="2696"/>
        <pc:sldMkLst>
          <pc:docMk/>
          <pc:sldMk cId="2975484388" sldId="1707"/>
        </pc:sldMkLst>
      </pc:sldChg>
      <pc:sldChg chg="del">
        <pc:chgData name="Schlesinger, Sebastian" userId="d814e6c9-e9fb-4b77-84f7-ccd8aa3529bb" providerId="ADAL" clId="{82B73B43-CADB-C344-9D99-4001E5EA7D75}" dt="2024-10-05T19:23:18.791" v="195" actId="2696"/>
        <pc:sldMkLst>
          <pc:docMk/>
          <pc:sldMk cId="3276672081" sldId="1708"/>
        </pc:sldMkLst>
      </pc:sldChg>
      <pc:sldChg chg="del">
        <pc:chgData name="Schlesinger, Sebastian" userId="d814e6c9-e9fb-4b77-84f7-ccd8aa3529bb" providerId="ADAL" clId="{82B73B43-CADB-C344-9D99-4001E5EA7D75}" dt="2024-10-05T19:23:18.633" v="141" actId="2696"/>
        <pc:sldMkLst>
          <pc:docMk/>
          <pc:sldMk cId="1763368003" sldId="1709"/>
        </pc:sldMkLst>
      </pc:sldChg>
      <pc:sldChg chg="del">
        <pc:chgData name="Schlesinger, Sebastian" userId="d814e6c9-e9fb-4b77-84f7-ccd8aa3529bb" providerId="ADAL" clId="{82B73B43-CADB-C344-9D99-4001E5EA7D75}" dt="2024-10-05T19:23:18.430" v="105" actId="2696"/>
        <pc:sldMkLst>
          <pc:docMk/>
          <pc:sldMk cId="4143893187" sldId="1710"/>
        </pc:sldMkLst>
      </pc:sldChg>
      <pc:sldChg chg="del">
        <pc:chgData name="Schlesinger, Sebastian" userId="d814e6c9-e9fb-4b77-84f7-ccd8aa3529bb" providerId="ADAL" clId="{82B73B43-CADB-C344-9D99-4001E5EA7D75}" dt="2024-10-05T19:23:18.653" v="150" actId="2696"/>
        <pc:sldMkLst>
          <pc:docMk/>
          <pc:sldMk cId="3581042995" sldId="1711"/>
        </pc:sldMkLst>
      </pc:sldChg>
      <pc:sldChg chg="del">
        <pc:chgData name="Schlesinger, Sebastian" userId="d814e6c9-e9fb-4b77-84f7-ccd8aa3529bb" providerId="ADAL" clId="{82B73B43-CADB-C344-9D99-4001E5EA7D75}" dt="2024-10-05T19:23:18.232" v="75" actId="2696"/>
        <pc:sldMkLst>
          <pc:docMk/>
          <pc:sldMk cId="911759436" sldId="1712"/>
        </pc:sldMkLst>
      </pc:sldChg>
      <pc:sldChg chg="del">
        <pc:chgData name="Schlesinger, Sebastian" userId="d814e6c9-e9fb-4b77-84f7-ccd8aa3529bb" providerId="ADAL" clId="{82B73B43-CADB-C344-9D99-4001E5EA7D75}" dt="2024-10-05T19:23:18.478" v="121" actId="2696"/>
        <pc:sldMkLst>
          <pc:docMk/>
          <pc:sldMk cId="1547273937" sldId="1717"/>
        </pc:sldMkLst>
      </pc:sldChg>
      <pc:sldChg chg="del">
        <pc:chgData name="Schlesinger, Sebastian" userId="d814e6c9-e9fb-4b77-84f7-ccd8aa3529bb" providerId="ADAL" clId="{82B73B43-CADB-C344-9D99-4001E5EA7D75}" dt="2024-10-05T19:23:18.502" v="130" actId="2696"/>
        <pc:sldMkLst>
          <pc:docMk/>
          <pc:sldMk cId="1551274664" sldId="1718"/>
        </pc:sldMkLst>
      </pc:sldChg>
      <pc:sldChg chg="del">
        <pc:chgData name="Schlesinger, Sebastian" userId="d814e6c9-e9fb-4b77-84f7-ccd8aa3529bb" providerId="ADAL" clId="{82B73B43-CADB-C344-9D99-4001E5EA7D75}" dt="2024-10-05T19:23:18.252" v="82" actId="2696"/>
        <pc:sldMkLst>
          <pc:docMk/>
          <pc:sldMk cId="3704025399" sldId="1720"/>
        </pc:sldMkLst>
      </pc:sldChg>
      <pc:sldChg chg="del">
        <pc:chgData name="Schlesinger, Sebastian" userId="d814e6c9-e9fb-4b77-84f7-ccd8aa3529bb" providerId="ADAL" clId="{82B73B43-CADB-C344-9D99-4001E5EA7D75}" dt="2024-10-05T19:23:18.786" v="191" actId="2696"/>
        <pc:sldMkLst>
          <pc:docMk/>
          <pc:sldMk cId="3624333805" sldId="1721"/>
        </pc:sldMkLst>
      </pc:sldChg>
      <pc:sldChg chg="del">
        <pc:chgData name="Schlesinger, Sebastian" userId="d814e6c9-e9fb-4b77-84f7-ccd8aa3529bb" providerId="ADAL" clId="{82B73B43-CADB-C344-9D99-4001E5EA7D75}" dt="2024-10-05T19:23:18.623" v="137" actId="2696"/>
        <pc:sldMkLst>
          <pc:docMk/>
          <pc:sldMk cId="4170470537" sldId="1724"/>
        </pc:sldMkLst>
      </pc:sldChg>
      <pc:sldChg chg="del">
        <pc:chgData name="Schlesinger, Sebastian" userId="d814e6c9-e9fb-4b77-84f7-ccd8aa3529bb" providerId="ADAL" clId="{82B73B43-CADB-C344-9D99-4001E5EA7D75}" dt="2024-10-05T19:23:18.063" v="57" actId="2696"/>
        <pc:sldMkLst>
          <pc:docMk/>
          <pc:sldMk cId="3897481595" sldId="1725"/>
        </pc:sldMkLst>
      </pc:sldChg>
      <pc:sldChg chg="del">
        <pc:chgData name="Schlesinger, Sebastian" userId="d814e6c9-e9fb-4b77-84f7-ccd8aa3529bb" providerId="ADAL" clId="{82B73B43-CADB-C344-9D99-4001E5EA7D75}" dt="2024-10-05T19:23:18.243" v="78" actId="2696"/>
        <pc:sldMkLst>
          <pc:docMk/>
          <pc:sldMk cId="279940768" sldId="1726"/>
        </pc:sldMkLst>
      </pc:sldChg>
      <pc:sldChg chg="del">
        <pc:chgData name="Schlesinger, Sebastian" userId="d814e6c9-e9fb-4b77-84f7-ccd8aa3529bb" providerId="ADAL" clId="{82B73B43-CADB-C344-9D99-4001E5EA7D75}" dt="2024-10-05T19:23:17.968" v="44" actId="2696"/>
        <pc:sldMkLst>
          <pc:docMk/>
          <pc:sldMk cId="2208532923" sldId="1729"/>
        </pc:sldMkLst>
      </pc:sldChg>
      <pc:sldChg chg="del">
        <pc:chgData name="Schlesinger, Sebastian" userId="d814e6c9-e9fb-4b77-84f7-ccd8aa3529bb" providerId="ADAL" clId="{82B73B43-CADB-C344-9D99-4001E5EA7D75}" dt="2024-10-05T19:23:18.889" v="215" actId="2696"/>
        <pc:sldMkLst>
          <pc:docMk/>
          <pc:sldMk cId="2873142216" sldId="1730"/>
        </pc:sldMkLst>
      </pc:sldChg>
      <pc:sldChg chg="del">
        <pc:chgData name="Schlesinger, Sebastian" userId="d814e6c9-e9fb-4b77-84f7-ccd8aa3529bb" providerId="ADAL" clId="{82B73B43-CADB-C344-9D99-4001E5EA7D75}" dt="2024-10-05T19:23:18.356" v="98" actId="2696"/>
        <pc:sldMkLst>
          <pc:docMk/>
          <pc:sldMk cId="1383249052" sldId="1731"/>
        </pc:sldMkLst>
      </pc:sldChg>
      <pc:sldChg chg="del">
        <pc:chgData name="Schlesinger, Sebastian" userId="d814e6c9-e9fb-4b77-84f7-ccd8aa3529bb" providerId="ADAL" clId="{82B73B43-CADB-C344-9D99-4001E5EA7D75}" dt="2024-10-05T19:23:17.978" v="48" actId="2696"/>
        <pc:sldMkLst>
          <pc:docMk/>
          <pc:sldMk cId="92676181" sldId="1732"/>
        </pc:sldMkLst>
      </pc:sldChg>
      <pc:sldChg chg="del">
        <pc:chgData name="Schlesinger, Sebastian" userId="d814e6c9-e9fb-4b77-84f7-ccd8aa3529bb" providerId="ADAL" clId="{82B73B43-CADB-C344-9D99-4001E5EA7D75}" dt="2024-10-05T19:23:19.060" v="243" actId="2696"/>
        <pc:sldMkLst>
          <pc:docMk/>
          <pc:sldMk cId="1505764311" sldId="1733"/>
        </pc:sldMkLst>
      </pc:sldChg>
      <pc:sldChg chg="del">
        <pc:chgData name="Schlesinger, Sebastian" userId="d814e6c9-e9fb-4b77-84f7-ccd8aa3529bb" providerId="ADAL" clId="{82B73B43-CADB-C344-9D99-4001E5EA7D75}" dt="2024-10-05T19:23:19.012" v="232" actId="2696"/>
        <pc:sldMkLst>
          <pc:docMk/>
          <pc:sldMk cId="3181104066" sldId="1734"/>
        </pc:sldMkLst>
      </pc:sldChg>
      <pc:sldChg chg="del">
        <pc:chgData name="Schlesinger, Sebastian" userId="d814e6c9-e9fb-4b77-84f7-ccd8aa3529bb" providerId="ADAL" clId="{82B73B43-CADB-C344-9D99-4001E5EA7D75}" dt="2024-10-05T19:23:17.970" v="45" actId="2696"/>
        <pc:sldMkLst>
          <pc:docMk/>
          <pc:sldMk cId="3521408058" sldId="1735"/>
        </pc:sldMkLst>
      </pc:sldChg>
      <pc:sldChg chg="del">
        <pc:chgData name="Schlesinger, Sebastian" userId="d814e6c9-e9fb-4b77-84f7-ccd8aa3529bb" providerId="ADAL" clId="{82B73B43-CADB-C344-9D99-4001E5EA7D75}" dt="2024-10-05T19:23:18.082" v="59" actId="2696"/>
        <pc:sldMkLst>
          <pc:docMk/>
          <pc:sldMk cId="499278323" sldId="1736"/>
        </pc:sldMkLst>
      </pc:sldChg>
      <pc:sldChg chg="del">
        <pc:chgData name="Schlesinger, Sebastian" userId="d814e6c9-e9fb-4b77-84f7-ccd8aa3529bb" providerId="ADAL" clId="{82B73B43-CADB-C344-9D99-4001E5EA7D75}" dt="2024-10-05T19:23:18.245" v="79" actId="2696"/>
        <pc:sldMkLst>
          <pc:docMk/>
          <pc:sldMk cId="1140986358" sldId="1737"/>
        </pc:sldMkLst>
      </pc:sldChg>
      <pc:sldChg chg="del">
        <pc:chgData name="Schlesinger, Sebastian" userId="d814e6c9-e9fb-4b77-84f7-ccd8aa3529bb" providerId="ADAL" clId="{82B73B43-CADB-C344-9D99-4001E5EA7D75}" dt="2024-10-05T19:23:18.806" v="200" actId="2696"/>
        <pc:sldMkLst>
          <pc:docMk/>
          <pc:sldMk cId="2858661938" sldId="1738"/>
        </pc:sldMkLst>
      </pc:sldChg>
      <pc:sldChg chg="del">
        <pc:chgData name="Schlesinger, Sebastian" userId="d814e6c9-e9fb-4b77-84f7-ccd8aa3529bb" providerId="ADAL" clId="{82B73B43-CADB-C344-9D99-4001E5EA7D75}" dt="2024-10-05T19:23:18.488" v="126" actId="2696"/>
        <pc:sldMkLst>
          <pc:docMk/>
          <pc:sldMk cId="2423092469" sldId="1739"/>
        </pc:sldMkLst>
      </pc:sldChg>
      <pc:sldChg chg="del">
        <pc:chgData name="Schlesinger, Sebastian" userId="d814e6c9-e9fb-4b77-84f7-ccd8aa3529bb" providerId="ADAL" clId="{82B73B43-CADB-C344-9D99-4001E5EA7D75}" dt="2024-10-05T19:23:19.101" v="253" actId="2696"/>
        <pc:sldMkLst>
          <pc:docMk/>
          <pc:sldMk cId="707751882" sldId="1740"/>
        </pc:sldMkLst>
      </pc:sldChg>
      <pc:sldChg chg="del">
        <pc:chgData name="Schlesinger, Sebastian" userId="d814e6c9-e9fb-4b77-84f7-ccd8aa3529bb" providerId="ADAL" clId="{82B73B43-CADB-C344-9D99-4001E5EA7D75}" dt="2024-10-05T19:23:19.011" v="231" actId="2696"/>
        <pc:sldMkLst>
          <pc:docMk/>
          <pc:sldMk cId="427260930" sldId="1741"/>
        </pc:sldMkLst>
      </pc:sldChg>
      <pc:sldChg chg="del">
        <pc:chgData name="Schlesinger, Sebastian" userId="d814e6c9-e9fb-4b77-84f7-ccd8aa3529bb" providerId="ADAL" clId="{82B73B43-CADB-C344-9D99-4001E5EA7D75}" dt="2024-10-05T19:23:18.253" v="83" actId="2696"/>
        <pc:sldMkLst>
          <pc:docMk/>
          <pc:sldMk cId="539234618" sldId="1745"/>
        </pc:sldMkLst>
      </pc:sldChg>
      <pc:sldChg chg="del">
        <pc:chgData name="Schlesinger, Sebastian" userId="d814e6c9-e9fb-4b77-84f7-ccd8aa3529bb" providerId="ADAL" clId="{82B73B43-CADB-C344-9D99-4001E5EA7D75}" dt="2024-10-05T19:23:18.247" v="80" actId="2696"/>
        <pc:sldMkLst>
          <pc:docMk/>
          <pc:sldMk cId="1768626841" sldId="1746"/>
        </pc:sldMkLst>
      </pc:sldChg>
      <pc:sldChg chg="del">
        <pc:chgData name="Schlesinger, Sebastian" userId="d814e6c9-e9fb-4b77-84f7-ccd8aa3529bb" providerId="ADAL" clId="{82B73B43-CADB-C344-9D99-4001E5EA7D75}" dt="2024-10-05T19:23:18.484" v="124" actId="2696"/>
        <pc:sldMkLst>
          <pc:docMk/>
          <pc:sldMk cId="2716899063" sldId="1748"/>
        </pc:sldMkLst>
      </pc:sldChg>
      <pc:sldChg chg="del">
        <pc:chgData name="Schlesinger, Sebastian" userId="d814e6c9-e9fb-4b77-84f7-ccd8aa3529bb" providerId="ADAL" clId="{82B73B43-CADB-C344-9D99-4001E5EA7D75}" dt="2024-10-05T19:23:18.112" v="69" actId="2696"/>
        <pc:sldMkLst>
          <pc:docMk/>
          <pc:sldMk cId="1737078614" sldId="1749"/>
        </pc:sldMkLst>
      </pc:sldChg>
      <pc:sldChg chg="del">
        <pc:chgData name="Schlesinger, Sebastian" userId="d814e6c9-e9fb-4b77-84f7-ccd8aa3529bb" providerId="ADAL" clId="{82B73B43-CADB-C344-9D99-4001E5EA7D75}" dt="2024-10-05T19:23:17.838" v="28" actId="2696"/>
        <pc:sldMkLst>
          <pc:docMk/>
          <pc:sldMk cId="4176732711" sldId="1750"/>
        </pc:sldMkLst>
      </pc:sldChg>
      <pc:sldChg chg="del">
        <pc:chgData name="Schlesinger, Sebastian" userId="d814e6c9-e9fb-4b77-84f7-ccd8aa3529bb" providerId="ADAL" clId="{82B73B43-CADB-C344-9D99-4001E5EA7D75}" dt="2024-10-05T19:23:18.742" v="172" actId="2696"/>
        <pc:sldMkLst>
          <pc:docMk/>
          <pc:sldMk cId="2731280455" sldId="1751"/>
        </pc:sldMkLst>
      </pc:sldChg>
    </pc:docChg>
  </pc:docChgLst>
  <pc:docChgLst>
    <pc:chgData name="Schlesinger, Sebastian" userId="d814e6c9-e9fb-4b77-84f7-ccd8aa3529bb" providerId="ADAL" clId="{D22AEAF1-BA19-7E4A-AC79-C160301A0406}"/>
    <pc:docChg chg="custSel addSld delSld modSld">
      <pc:chgData name="Schlesinger, Sebastian" userId="d814e6c9-e9fb-4b77-84f7-ccd8aa3529bb" providerId="ADAL" clId="{D22AEAF1-BA19-7E4A-AC79-C160301A0406}" dt="2024-11-14T21:52:10.067" v="228"/>
      <pc:docMkLst>
        <pc:docMk/>
      </pc:docMkLst>
      <pc:sldChg chg="addSp delSp modSp new del mod modClrScheme chgLayout">
        <pc:chgData name="Schlesinger, Sebastian" userId="d814e6c9-e9fb-4b77-84f7-ccd8aa3529bb" providerId="ADAL" clId="{D22AEAF1-BA19-7E4A-AC79-C160301A0406}" dt="2024-11-14T21:42:31.912" v="217" actId="2696"/>
        <pc:sldMkLst>
          <pc:docMk/>
          <pc:sldMk cId="1238891970" sldId="786"/>
        </pc:sldMkLst>
        <pc:spChg chg="del mod ord">
          <ac:chgData name="Schlesinger, Sebastian" userId="d814e6c9-e9fb-4b77-84f7-ccd8aa3529bb" providerId="ADAL" clId="{D22AEAF1-BA19-7E4A-AC79-C160301A0406}" dt="2024-11-14T19:51:37.896" v="59" actId="700"/>
          <ac:spMkLst>
            <pc:docMk/>
            <pc:sldMk cId="1238891970" sldId="786"/>
            <ac:spMk id="2" creationId="{446E26B0-981A-D57A-65DA-52BC8F114E2A}"/>
          </ac:spMkLst>
        </pc:spChg>
        <pc:spChg chg="del">
          <ac:chgData name="Schlesinger, Sebastian" userId="d814e6c9-e9fb-4b77-84f7-ccd8aa3529bb" providerId="ADAL" clId="{D22AEAF1-BA19-7E4A-AC79-C160301A0406}" dt="2024-11-14T19:51:37.896" v="59" actId="700"/>
          <ac:spMkLst>
            <pc:docMk/>
            <pc:sldMk cId="1238891970" sldId="786"/>
            <ac:spMk id="3" creationId="{13CD2D89-7C03-B423-750E-326A4AF0969F}"/>
          </ac:spMkLst>
        </pc:spChg>
        <pc:spChg chg="mod ord">
          <ac:chgData name="Schlesinger, Sebastian" userId="d814e6c9-e9fb-4b77-84f7-ccd8aa3529bb" providerId="ADAL" clId="{D22AEAF1-BA19-7E4A-AC79-C160301A0406}" dt="2024-11-14T19:51:37.896" v="59" actId="700"/>
          <ac:spMkLst>
            <pc:docMk/>
            <pc:sldMk cId="1238891970" sldId="786"/>
            <ac:spMk id="4" creationId="{29320556-ABD3-F3E9-678C-26248B0F5517}"/>
          </ac:spMkLst>
        </pc:spChg>
        <pc:spChg chg="add mod ord">
          <ac:chgData name="Schlesinger, Sebastian" userId="d814e6c9-e9fb-4b77-84f7-ccd8aa3529bb" providerId="ADAL" clId="{D22AEAF1-BA19-7E4A-AC79-C160301A0406}" dt="2024-11-14T19:51:37.896" v="59" actId="700"/>
          <ac:spMkLst>
            <pc:docMk/>
            <pc:sldMk cId="1238891970" sldId="786"/>
            <ac:spMk id="5" creationId="{75B5F67C-E71C-366F-F79B-FD54DE8C3D79}"/>
          </ac:spMkLst>
        </pc:spChg>
        <pc:spChg chg="add mod">
          <ac:chgData name="Schlesinger, Sebastian" userId="d814e6c9-e9fb-4b77-84f7-ccd8aa3529bb" providerId="ADAL" clId="{D22AEAF1-BA19-7E4A-AC79-C160301A0406}" dt="2024-11-14T19:51:51.240" v="69" actId="20577"/>
          <ac:spMkLst>
            <pc:docMk/>
            <pc:sldMk cId="1238891970" sldId="786"/>
            <ac:spMk id="6" creationId="{96A1F127-31DD-2C75-282B-9850EE607AA9}"/>
          </ac:spMkLst>
        </pc:spChg>
        <pc:spChg chg="add mod">
          <ac:chgData name="Schlesinger, Sebastian" userId="d814e6c9-e9fb-4b77-84f7-ccd8aa3529bb" providerId="ADAL" clId="{D22AEAF1-BA19-7E4A-AC79-C160301A0406}" dt="2024-11-14T19:52:06.113" v="90" actId="1076"/>
          <ac:spMkLst>
            <pc:docMk/>
            <pc:sldMk cId="1238891970" sldId="786"/>
            <ac:spMk id="7" creationId="{5998FEB6-85B6-DCCF-7621-085EBA860F01}"/>
          </ac:spMkLst>
        </pc:spChg>
        <pc:spChg chg="add mod">
          <ac:chgData name="Schlesinger, Sebastian" userId="d814e6c9-e9fb-4b77-84f7-ccd8aa3529bb" providerId="ADAL" clId="{D22AEAF1-BA19-7E4A-AC79-C160301A0406}" dt="2024-11-14T19:52:11.819" v="97" actId="20577"/>
          <ac:spMkLst>
            <pc:docMk/>
            <pc:sldMk cId="1238891970" sldId="786"/>
            <ac:spMk id="8" creationId="{F6827A55-0DD4-0157-5424-EFF6DEE14123}"/>
          </ac:spMkLst>
        </pc:spChg>
        <pc:spChg chg="add mod">
          <ac:chgData name="Schlesinger, Sebastian" userId="d814e6c9-e9fb-4b77-84f7-ccd8aa3529bb" providerId="ADAL" clId="{D22AEAF1-BA19-7E4A-AC79-C160301A0406}" dt="2024-11-14T20:26:50.045" v="135" actId="14100"/>
          <ac:spMkLst>
            <pc:docMk/>
            <pc:sldMk cId="1238891970" sldId="786"/>
            <ac:spMk id="16" creationId="{88F99C7D-1AED-F06E-CDDC-0A61480E6F68}"/>
          </ac:spMkLst>
        </pc:spChg>
        <pc:spChg chg="add mod">
          <ac:chgData name="Schlesinger, Sebastian" userId="d814e6c9-e9fb-4b77-84f7-ccd8aa3529bb" providerId="ADAL" clId="{D22AEAF1-BA19-7E4A-AC79-C160301A0406}" dt="2024-11-14T20:28:49.687" v="167" actId="1076"/>
          <ac:spMkLst>
            <pc:docMk/>
            <pc:sldMk cId="1238891970" sldId="786"/>
            <ac:spMk id="17" creationId="{E1B9226D-0D13-CBDC-12DB-6A2093FBAF70}"/>
          </ac:spMkLst>
        </pc:spChg>
        <pc:spChg chg="add mod">
          <ac:chgData name="Schlesinger, Sebastian" userId="d814e6c9-e9fb-4b77-84f7-ccd8aa3529bb" providerId="ADAL" clId="{D22AEAF1-BA19-7E4A-AC79-C160301A0406}" dt="2024-11-14T20:28:34.172" v="163" actId="20577"/>
          <ac:spMkLst>
            <pc:docMk/>
            <pc:sldMk cId="1238891970" sldId="786"/>
            <ac:spMk id="19" creationId="{5DF2DFBF-2E29-47B6-7E39-138A096028C4}"/>
          </ac:spMkLst>
        </pc:spChg>
        <pc:spChg chg="add mod">
          <ac:chgData name="Schlesinger, Sebastian" userId="d814e6c9-e9fb-4b77-84f7-ccd8aa3529bb" providerId="ADAL" clId="{D22AEAF1-BA19-7E4A-AC79-C160301A0406}" dt="2024-11-14T20:29:08.963" v="210" actId="20577"/>
          <ac:spMkLst>
            <pc:docMk/>
            <pc:sldMk cId="1238891970" sldId="786"/>
            <ac:spMk id="21" creationId="{C06E2FD6-C665-0560-1676-4A48B07DB497}"/>
          </ac:spMkLst>
        </pc:spChg>
        <pc:cxnChg chg="add">
          <ac:chgData name="Schlesinger, Sebastian" userId="d814e6c9-e9fb-4b77-84f7-ccd8aa3529bb" providerId="ADAL" clId="{D22AEAF1-BA19-7E4A-AC79-C160301A0406}" dt="2024-11-14T19:52:19.365" v="98" actId="11529"/>
          <ac:cxnSpMkLst>
            <pc:docMk/>
            <pc:sldMk cId="1238891970" sldId="786"/>
            <ac:cxnSpMk id="10" creationId="{6BD2E2DF-38C6-2A4E-168F-FC568332CD05}"/>
          </ac:cxnSpMkLst>
        </pc:cxnChg>
        <pc:cxnChg chg="add del mod">
          <ac:chgData name="Schlesinger, Sebastian" userId="d814e6c9-e9fb-4b77-84f7-ccd8aa3529bb" providerId="ADAL" clId="{D22AEAF1-BA19-7E4A-AC79-C160301A0406}" dt="2024-11-14T20:26:47.013" v="134" actId="478"/>
          <ac:cxnSpMkLst>
            <pc:docMk/>
            <pc:sldMk cId="1238891970" sldId="786"/>
            <ac:cxnSpMk id="11" creationId="{FE25A7F6-6319-C37D-40FF-61F93ACD2352}"/>
          </ac:cxnSpMkLst>
        </pc:cxnChg>
        <pc:cxnChg chg="add mod">
          <ac:chgData name="Schlesinger, Sebastian" userId="d814e6c9-e9fb-4b77-84f7-ccd8aa3529bb" providerId="ADAL" clId="{D22AEAF1-BA19-7E4A-AC79-C160301A0406}" dt="2024-11-14T20:04:41.957" v="105" actId="14100"/>
          <ac:cxnSpMkLst>
            <pc:docMk/>
            <pc:sldMk cId="1238891970" sldId="786"/>
            <ac:cxnSpMk id="12" creationId="{E3595F45-07AE-70AD-9FBE-5FE55E1D5741}"/>
          </ac:cxnSpMkLst>
        </pc:cxnChg>
        <pc:cxnChg chg="add mod">
          <ac:chgData name="Schlesinger, Sebastian" userId="d814e6c9-e9fb-4b77-84f7-ccd8aa3529bb" providerId="ADAL" clId="{D22AEAF1-BA19-7E4A-AC79-C160301A0406}" dt="2024-11-14T20:28:26.845" v="151" actId="1076"/>
          <ac:cxnSpMkLst>
            <pc:docMk/>
            <pc:sldMk cId="1238891970" sldId="786"/>
            <ac:cxnSpMk id="18" creationId="{044750FB-7CBB-911C-37EF-5B9CB0CFCC54}"/>
          </ac:cxnSpMkLst>
        </pc:cxnChg>
        <pc:cxnChg chg="add mod">
          <ac:chgData name="Schlesinger, Sebastian" userId="d814e6c9-e9fb-4b77-84f7-ccd8aa3529bb" providerId="ADAL" clId="{D22AEAF1-BA19-7E4A-AC79-C160301A0406}" dt="2024-11-14T20:28:57.507" v="170" actId="14100"/>
          <ac:cxnSpMkLst>
            <pc:docMk/>
            <pc:sldMk cId="1238891970" sldId="786"/>
            <ac:cxnSpMk id="20" creationId="{723FB1CD-6693-3EA5-D5ED-719B21C3263F}"/>
          </ac:cxnSpMkLst>
        </pc:cxnChg>
      </pc:sldChg>
      <pc:sldChg chg="del">
        <pc:chgData name="Schlesinger, Sebastian" userId="d814e6c9-e9fb-4b77-84f7-ccd8aa3529bb" providerId="ADAL" clId="{D22AEAF1-BA19-7E4A-AC79-C160301A0406}" dt="2024-11-14T19:51:22.978" v="0" actId="2696"/>
        <pc:sldMkLst>
          <pc:docMk/>
          <pc:sldMk cId="3264444982" sldId="786"/>
        </pc:sldMkLst>
      </pc:sldChg>
      <pc:sldChg chg="del">
        <pc:chgData name="Schlesinger, Sebastian" userId="d814e6c9-e9fb-4b77-84f7-ccd8aa3529bb" providerId="ADAL" clId="{D22AEAF1-BA19-7E4A-AC79-C160301A0406}" dt="2024-11-14T19:51:23.011" v="47" actId="2696"/>
        <pc:sldMkLst>
          <pc:docMk/>
          <pc:sldMk cId="609057439" sldId="787"/>
        </pc:sldMkLst>
      </pc:sldChg>
      <pc:sldChg chg="addSp delSp modSp add mod modClrScheme chgLayout">
        <pc:chgData name="Schlesinger, Sebastian" userId="d814e6c9-e9fb-4b77-84f7-ccd8aa3529bb" providerId="ADAL" clId="{D22AEAF1-BA19-7E4A-AC79-C160301A0406}" dt="2024-11-14T21:42:25.753" v="216" actId="26606"/>
        <pc:sldMkLst>
          <pc:docMk/>
          <pc:sldMk cId="2600538328" sldId="787"/>
        </pc:sldMkLst>
        <pc:spChg chg="mod ord modVis">
          <ac:chgData name="Schlesinger, Sebastian" userId="d814e6c9-e9fb-4b77-84f7-ccd8aa3529bb" providerId="ADAL" clId="{D22AEAF1-BA19-7E4A-AC79-C160301A0406}" dt="2024-11-14T21:42:25.753" v="216" actId="26606"/>
          <ac:spMkLst>
            <pc:docMk/>
            <pc:sldMk cId="2600538328" sldId="787"/>
            <ac:spMk id="4" creationId="{0F7130A6-E908-EC04-5709-B4C83076473F}"/>
          </ac:spMkLst>
        </pc:spChg>
        <pc:spChg chg="del">
          <ac:chgData name="Schlesinger, Sebastian" userId="d814e6c9-e9fb-4b77-84f7-ccd8aa3529bb" providerId="ADAL" clId="{D22AEAF1-BA19-7E4A-AC79-C160301A0406}" dt="2024-11-14T21:42:25.753" v="216" actId="26606"/>
          <ac:spMkLst>
            <pc:docMk/>
            <pc:sldMk cId="2600538328" sldId="787"/>
            <ac:spMk id="5" creationId="{0C64978C-9701-FB77-5C0C-689F3F7B8E9C}"/>
          </ac:spMkLst>
        </pc:spChg>
        <pc:spChg chg="del">
          <ac:chgData name="Schlesinger, Sebastian" userId="d814e6c9-e9fb-4b77-84f7-ccd8aa3529bb" providerId="ADAL" clId="{D22AEAF1-BA19-7E4A-AC79-C160301A0406}" dt="2024-11-14T21:04:38.861" v="212" actId="478"/>
          <ac:spMkLst>
            <pc:docMk/>
            <pc:sldMk cId="2600538328" sldId="787"/>
            <ac:spMk id="6" creationId="{0127503C-4BFA-B616-FD41-5C5A62D1A930}"/>
          </ac:spMkLst>
        </pc:spChg>
        <pc:spChg chg="del">
          <ac:chgData name="Schlesinger, Sebastian" userId="d814e6c9-e9fb-4b77-84f7-ccd8aa3529bb" providerId="ADAL" clId="{D22AEAF1-BA19-7E4A-AC79-C160301A0406}" dt="2024-11-14T21:04:38.861" v="212" actId="478"/>
          <ac:spMkLst>
            <pc:docMk/>
            <pc:sldMk cId="2600538328" sldId="787"/>
            <ac:spMk id="7" creationId="{251FD87C-4E4A-8E8E-31FB-B272D40CC7FE}"/>
          </ac:spMkLst>
        </pc:spChg>
        <pc:spChg chg="del">
          <ac:chgData name="Schlesinger, Sebastian" userId="d814e6c9-e9fb-4b77-84f7-ccd8aa3529bb" providerId="ADAL" clId="{D22AEAF1-BA19-7E4A-AC79-C160301A0406}" dt="2024-11-14T21:04:38.861" v="212" actId="478"/>
          <ac:spMkLst>
            <pc:docMk/>
            <pc:sldMk cId="2600538328" sldId="787"/>
            <ac:spMk id="8" creationId="{04C0E537-F7E4-E9C1-A2B2-1DB3DFAC4A68}"/>
          </ac:spMkLst>
        </pc:spChg>
        <pc:spChg chg="del">
          <ac:chgData name="Schlesinger, Sebastian" userId="d814e6c9-e9fb-4b77-84f7-ccd8aa3529bb" providerId="ADAL" clId="{D22AEAF1-BA19-7E4A-AC79-C160301A0406}" dt="2024-11-14T21:04:38.861" v="212" actId="478"/>
          <ac:spMkLst>
            <pc:docMk/>
            <pc:sldMk cId="2600538328" sldId="787"/>
            <ac:spMk id="16" creationId="{4B933E96-E106-CBD5-F1E1-6C7DD0891434}"/>
          </ac:spMkLst>
        </pc:spChg>
        <pc:spChg chg="del">
          <ac:chgData name="Schlesinger, Sebastian" userId="d814e6c9-e9fb-4b77-84f7-ccd8aa3529bb" providerId="ADAL" clId="{D22AEAF1-BA19-7E4A-AC79-C160301A0406}" dt="2024-11-14T21:04:38.861" v="212" actId="478"/>
          <ac:spMkLst>
            <pc:docMk/>
            <pc:sldMk cId="2600538328" sldId="787"/>
            <ac:spMk id="17" creationId="{8252BB5E-CC05-492C-8B02-85143A16BA5C}"/>
          </ac:spMkLst>
        </pc:spChg>
        <pc:spChg chg="del">
          <ac:chgData name="Schlesinger, Sebastian" userId="d814e6c9-e9fb-4b77-84f7-ccd8aa3529bb" providerId="ADAL" clId="{D22AEAF1-BA19-7E4A-AC79-C160301A0406}" dt="2024-11-14T21:04:38.861" v="212" actId="478"/>
          <ac:spMkLst>
            <pc:docMk/>
            <pc:sldMk cId="2600538328" sldId="787"/>
            <ac:spMk id="19" creationId="{915EC84E-78C9-AAC2-F1B5-FC4D5E3EDC9D}"/>
          </ac:spMkLst>
        </pc:spChg>
        <pc:spChg chg="del">
          <ac:chgData name="Schlesinger, Sebastian" userId="d814e6c9-e9fb-4b77-84f7-ccd8aa3529bb" providerId="ADAL" clId="{D22AEAF1-BA19-7E4A-AC79-C160301A0406}" dt="2024-11-14T21:04:38.861" v="212" actId="478"/>
          <ac:spMkLst>
            <pc:docMk/>
            <pc:sldMk cId="2600538328" sldId="787"/>
            <ac:spMk id="21" creationId="{53DAE95C-0239-87F3-FFCF-B1A69103FFB2}"/>
          </ac:spMkLst>
        </pc:spChg>
        <pc:picChg chg="add mod">
          <ac:chgData name="Schlesinger, Sebastian" userId="d814e6c9-e9fb-4b77-84f7-ccd8aa3529bb" providerId="ADAL" clId="{D22AEAF1-BA19-7E4A-AC79-C160301A0406}" dt="2024-11-14T21:42:25.753" v="216" actId="26606"/>
          <ac:picMkLst>
            <pc:docMk/>
            <pc:sldMk cId="2600538328" sldId="787"/>
            <ac:picMk id="2" creationId="{4493CB34-B739-E8C6-E081-DA41505CE358}"/>
          </ac:picMkLst>
        </pc:picChg>
        <pc:cxnChg chg="del">
          <ac:chgData name="Schlesinger, Sebastian" userId="d814e6c9-e9fb-4b77-84f7-ccd8aa3529bb" providerId="ADAL" clId="{D22AEAF1-BA19-7E4A-AC79-C160301A0406}" dt="2024-11-14T21:04:38.861" v="212" actId="478"/>
          <ac:cxnSpMkLst>
            <pc:docMk/>
            <pc:sldMk cId="2600538328" sldId="787"/>
            <ac:cxnSpMk id="10" creationId="{4D7C09D9-65A8-5473-B03C-A54A4E3C29EB}"/>
          </ac:cxnSpMkLst>
        </pc:cxnChg>
        <pc:cxnChg chg="del">
          <ac:chgData name="Schlesinger, Sebastian" userId="d814e6c9-e9fb-4b77-84f7-ccd8aa3529bb" providerId="ADAL" clId="{D22AEAF1-BA19-7E4A-AC79-C160301A0406}" dt="2024-11-14T21:04:38.861" v="212" actId="478"/>
          <ac:cxnSpMkLst>
            <pc:docMk/>
            <pc:sldMk cId="2600538328" sldId="787"/>
            <ac:cxnSpMk id="12" creationId="{DB165D9A-E0C7-FEC1-E931-F8623CDC0485}"/>
          </ac:cxnSpMkLst>
        </pc:cxnChg>
        <pc:cxnChg chg="del">
          <ac:chgData name="Schlesinger, Sebastian" userId="d814e6c9-e9fb-4b77-84f7-ccd8aa3529bb" providerId="ADAL" clId="{D22AEAF1-BA19-7E4A-AC79-C160301A0406}" dt="2024-11-14T21:04:38.861" v="212" actId="478"/>
          <ac:cxnSpMkLst>
            <pc:docMk/>
            <pc:sldMk cId="2600538328" sldId="787"/>
            <ac:cxnSpMk id="18" creationId="{01423900-E5E5-8F50-29A8-2360DA09798E}"/>
          </ac:cxnSpMkLst>
        </pc:cxnChg>
        <pc:cxnChg chg="del">
          <ac:chgData name="Schlesinger, Sebastian" userId="d814e6c9-e9fb-4b77-84f7-ccd8aa3529bb" providerId="ADAL" clId="{D22AEAF1-BA19-7E4A-AC79-C160301A0406}" dt="2024-11-14T21:04:38.861" v="212" actId="478"/>
          <ac:cxnSpMkLst>
            <pc:docMk/>
            <pc:sldMk cId="2600538328" sldId="787"/>
            <ac:cxnSpMk id="20" creationId="{6DD8E445-ADAF-A6EF-93A9-688264ECA861}"/>
          </ac:cxnSpMkLst>
        </pc:cxnChg>
      </pc:sldChg>
      <pc:sldChg chg="del">
        <pc:chgData name="Schlesinger, Sebastian" userId="d814e6c9-e9fb-4b77-84f7-ccd8aa3529bb" providerId="ADAL" clId="{D22AEAF1-BA19-7E4A-AC79-C160301A0406}" dt="2024-11-14T19:51:22.989" v="14" actId="2696"/>
        <pc:sldMkLst>
          <pc:docMk/>
          <pc:sldMk cId="2610178479" sldId="788"/>
        </pc:sldMkLst>
      </pc:sldChg>
      <pc:sldChg chg="addSp delSp modSp new mod modClrScheme chgLayout">
        <pc:chgData name="Schlesinger, Sebastian" userId="d814e6c9-e9fb-4b77-84f7-ccd8aa3529bb" providerId="ADAL" clId="{D22AEAF1-BA19-7E4A-AC79-C160301A0406}" dt="2024-11-14T21:52:10.067" v="228"/>
        <pc:sldMkLst>
          <pc:docMk/>
          <pc:sldMk cId="3066677081" sldId="788"/>
        </pc:sldMkLst>
        <pc:spChg chg="mod ord">
          <ac:chgData name="Schlesinger, Sebastian" userId="d814e6c9-e9fb-4b77-84f7-ccd8aa3529bb" providerId="ADAL" clId="{D22AEAF1-BA19-7E4A-AC79-C160301A0406}" dt="2024-11-14T21:42:49.162" v="219" actId="700"/>
          <ac:spMkLst>
            <pc:docMk/>
            <pc:sldMk cId="3066677081" sldId="788"/>
            <ac:spMk id="2" creationId="{6A6098CF-AE94-C677-F1E1-DF0C96C61596}"/>
          </ac:spMkLst>
        </pc:spChg>
        <pc:spChg chg="del mod ord">
          <ac:chgData name="Schlesinger, Sebastian" userId="d814e6c9-e9fb-4b77-84f7-ccd8aa3529bb" providerId="ADAL" clId="{D22AEAF1-BA19-7E4A-AC79-C160301A0406}" dt="2024-11-14T21:42:49.162" v="219" actId="700"/>
          <ac:spMkLst>
            <pc:docMk/>
            <pc:sldMk cId="3066677081" sldId="788"/>
            <ac:spMk id="3" creationId="{B08FD959-0183-AE49-F205-18F533E85000}"/>
          </ac:spMkLst>
        </pc:spChg>
        <pc:spChg chg="del">
          <ac:chgData name="Schlesinger, Sebastian" userId="d814e6c9-e9fb-4b77-84f7-ccd8aa3529bb" providerId="ADAL" clId="{D22AEAF1-BA19-7E4A-AC79-C160301A0406}" dt="2024-11-14T21:42:49.162" v="219" actId="700"/>
          <ac:spMkLst>
            <pc:docMk/>
            <pc:sldMk cId="3066677081" sldId="788"/>
            <ac:spMk id="4" creationId="{420D72F8-32E7-278A-EBA0-821918D1BAA2}"/>
          </ac:spMkLst>
        </pc:spChg>
        <pc:spChg chg="del">
          <ac:chgData name="Schlesinger, Sebastian" userId="d814e6c9-e9fb-4b77-84f7-ccd8aa3529bb" providerId="ADAL" clId="{D22AEAF1-BA19-7E4A-AC79-C160301A0406}" dt="2024-11-14T21:42:49.162" v="219" actId="700"/>
          <ac:spMkLst>
            <pc:docMk/>
            <pc:sldMk cId="3066677081" sldId="788"/>
            <ac:spMk id="5" creationId="{10974482-585A-739A-F5D4-0DBF65809234}"/>
          </ac:spMkLst>
        </pc:spChg>
        <pc:spChg chg="del mod ord">
          <ac:chgData name="Schlesinger, Sebastian" userId="d814e6c9-e9fb-4b77-84f7-ccd8aa3529bb" providerId="ADAL" clId="{D22AEAF1-BA19-7E4A-AC79-C160301A0406}" dt="2024-11-14T21:42:49.162" v="219" actId="700"/>
          <ac:spMkLst>
            <pc:docMk/>
            <pc:sldMk cId="3066677081" sldId="788"/>
            <ac:spMk id="6" creationId="{E7EF8E55-1931-FE80-7979-468106C0F9A2}"/>
          </ac:spMkLst>
        </pc:spChg>
        <pc:spChg chg="add mod ord">
          <ac:chgData name="Schlesinger, Sebastian" userId="d814e6c9-e9fb-4b77-84f7-ccd8aa3529bb" providerId="ADAL" clId="{D22AEAF1-BA19-7E4A-AC79-C160301A0406}" dt="2024-11-14T21:42:53.192" v="227" actId="20577"/>
          <ac:spMkLst>
            <pc:docMk/>
            <pc:sldMk cId="3066677081" sldId="788"/>
            <ac:spMk id="7" creationId="{4189C325-F646-279A-4A33-7E950D3694AC}"/>
          </ac:spMkLst>
        </pc:spChg>
        <pc:spChg chg="add mod ord">
          <ac:chgData name="Schlesinger, Sebastian" userId="d814e6c9-e9fb-4b77-84f7-ccd8aa3529bb" providerId="ADAL" clId="{D22AEAF1-BA19-7E4A-AC79-C160301A0406}" dt="2024-11-14T21:42:49.162" v="219" actId="700"/>
          <ac:spMkLst>
            <pc:docMk/>
            <pc:sldMk cId="3066677081" sldId="788"/>
            <ac:spMk id="8" creationId="{46176105-14A7-CFC2-BFA0-7CFC6899AA45}"/>
          </ac:spMkLst>
        </pc:spChg>
        <pc:picChg chg="add">
          <ac:chgData name="Schlesinger, Sebastian" userId="d814e6c9-e9fb-4b77-84f7-ccd8aa3529bb" providerId="ADAL" clId="{D22AEAF1-BA19-7E4A-AC79-C160301A0406}" dt="2024-11-14T21:52:10.067" v="228"/>
          <ac:picMkLst>
            <pc:docMk/>
            <pc:sldMk cId="3066677081" sldId="788"/>
            <ac:picMk id="9" creationId="{9BADA4AA-FB74-D10E-6304-C303E44C57CF}"/>
          </ac:picMkLst>
        </pc:picChg>
      </pc:sldChg>
      <pc:sldChg chg="del">
        <pc:chgData name="Schlesinger, Sebastian" userId="d814e6c9-e9fb-4b77-84f7-ccd8aa3529bb" providerId="ADAL" clId="{D22AEAF1-BA19-7E4A-AC79-C160301A0406}" dt="2024-11-14T19:51:23" v="28" actId="2696"/>
        <pc:sldMkLst>
          <pc:docMk/>
          <pc:sldMk cId="2519029306" sldId="789"/>
        </pc:sldMkLst>
      </pc:sldChg>
      <pc:sldChg chg="del">
        <pc:chgData name="Schlesinger, Sebastian" userId="d814e6c9-e9fb-4b77-84f7-ccd8aa3529bb" providerId="ADAL" clId="{D22AEAF1-BA19-7E4A-AC79-C160301A0406}" dt="2024-11-14T19:51:23.003" v="35" actId="2696"/>
        <pc:sldMkLst>
          <pc:docMk/>
          <pc:sldMk cId="1254240002" sldId="790"/>
        </pc:sldMkLst>
      </pc:sldChg>
      <pc:sldChg chg="del">
        <pc:chgData name="Schlesinger, Sebastian" userId="d814e6c9-e9fb-4b77-84f7-ccd8aa3529bb" providerId="ADAL" clId="{D22AEAF1-BA19-7E4A-AC79-C160301A0406}" dt="2024-11-14T19:51:22.983" v="5" actId="2696"/>
        <pc:sldMkLst>
          <pc:docMk/>
          <pc:sldMk cId="1231601360" sldId="791"/>
        </pc:sldMkLst>
      </pc:sldChg>
      <pc:sldChg chg="del">
        <pc:chgData name="Schlesinger, Sebastian" userId="d814e6c9-e9fb-4b77-84f7-ccd8aa3529bb" providerId="ADAL" clId="{D22AEAF1-BA19-7E4A-AC79-C160301A0406}" dt="2024-11-14T19:51:23.018" v="52" actId="2696"/>
        <pc:sldMkLst>
          <pc:docMk/>
          <pc:sldMk cId="3710785659" sldId="792"/>
        </pc:sldMkLst>
      </pc:sldChg>
      <pc:sldChg chg="del">
        <pc:chgData name="Schlesinger, Sebastian" userId="d814e6c9-e9fb-4b77-84f7-ccd8aa3529bb" providerId="ADAL" clId="{D22AEAF1-BA19-7E4A-AC79-C160301A0406}" dt="2024-11-14T19:51:22.991" v="17" actId="2696"/>
        <pc:sldMkLst>
          <pc:docMk/>
          <pc:sldMk cId="3990603276" sldId="793"/>
        </pc:sldMkLst>
      </pc:sldChg>
      <pc:sldChg chg="del">
        <pc:chgData name="Schlesinger, Sebastian" userId="d814e6c9-e9fb-4b77-84f7-ccd8aa3529bb" providerId="ADAL" clId="{D22AEAF1-BA19-7E4A-AC79-C160301A0406}" dt="2024-11-14T19:51:23.002" v="33" actId="2696"/>
        <pc:sldMkLst>
          <pc:docMk/>
          <pc:sldMk cId="842668715" sldId="794"/>
        </pc:sldMkLst>
      </pc:sldChg>
      <pc:sldChg chg="del">
        <pc:chgData name="Schlesinger, Sebastian" userId="d814e6c9-e9fb-4b77-84f7-ccd8aa3529bb" providerId="ADAL" clId="{D22AEAF1-BA19-7E4A-AC79-C160301A0406}" dt="2024-11-14T19:51:23.014" v="50" actId="2696"/>
        <pc:sldMkLst>
          <pc:docMk/>
          <pc:sldMk cId="3410785439" sldId="795"/>
        </pc:sldMkLst>
      </pc:sldChg>
      <pc:sldChg chg="del">
        <pc:chgData name="Schlesinger, Sebastian" userId="d814e6c9-e9fb-4b77-84f7-ccd8aa3529bb" providerId="ADAL" clId="{D22AEAF1-BA19-7E4A-AC79-C160301A0406}" dt="2024-11-14T19:51:23.008" v="46" actId="2696"/>
        <pc:sldMkLst>
          <pc:docMk/>
          <pc:sldMk cId="3174617598" sldId="796"/>
        </pc:sldMkLst>
      </pc:sldChg>
      <pc:sldChg chg="del">
        <pc:chgData name="Schlesinger, Sebastian" userId="d814e6c9-e9fb-4b77-84f7-ccd8aa3529bb" providerId="ADAL" clId="{D22AEAF1-BA19-7E4A-AC79-C160301A0406}" dt="2024-11-14T19:51:23.028" v="56" actId="2696"/>
        <pc:sldMkLst>
          <pc:docMk/>
          <pc:sldMk cId="2555924913" sldId="851"/>
        </pc:sldMkLst>
      </pc:sldChg>
      <pc:sldChg chg="del">
        <pc:chgData name="Schlesinger, Sebastian" userId="d814e6c9-e9fb-4b77-84f7-ccd8aa3529bb" providerId="ADAL" clId="{D22AEAF1-BA19-7E4A-AC79-C160301A0406}" dt="2024-11-14T19:51:23.006" v="42" actId="2696"/>
        <pc:sldMkLst>
          <pc:docMk/>
          <pc:sldMk cId="3945957444" sldId="852"/>
        </pc:sldMkLst>
      </pc:sldChg>
      <pc:sldChg chg="del">
        <pc:chgData name="Schlesinger, Sebastian" userId="d814e6c9-e9fb-4b77-84f7-ccd8aa3529bb" providerId="ADAL" clId="{D22AEAF1-BA19-7E4A-AC79-C160301A0406}" dt="2024-11-14T19:51:22.996" v="22" actId="2696"/>
        <pc:sldMkLst>
          <pc:docMk/>
          <pc:sldMk cId="2380553040" sldId="853"/>
        </pc:sldMkLst>
      </pc:sldChg>
      <pc:sldChg chg="del">
        <pc:chgData name="Schlesinger, Sebastian" userId="d814e6c9-e9fb-4b77-84f7-ccd8aa3529bb" providerId="ADAL" clId="{D22AEAF1-BA19-7E4A-AC79-C160301A0406}" dt="2024-11-14T19:51:23.006" v="41" actId="2696"/>
        <pc:sldMkLst>
          <pc:docMk/>
          <pc:sldMk cId="1212633335" sldId="854"/>
        </pc:sldMkLst>
      </pc:sldChg>
      <pc:sldChg chg="del">
        <pc:chgData name="Schlesinger, Sebastian" userId="d814e6c9-e9fb-4b77-84f7-ccd8aa3529bb" providerId="ADAL" clId="{D22AEAF1-BA19-7E4A-AC79-C160301A0406}" dt="2024-11-14T19:51:23.005" v="39" actId="2696"/>
        <pc:sldMkLst>
          <pc:docMk/>
          <pc:sldMk cId="1668686000" sldId="855"/>
        </pc:sldMkLst>
      </pc:sldChg>
      <pc:sldChg chg="del">
        <pc:chgData name="Schlesinger, Sebastian" userId="d814e6c9-e9fb-4b77-84f7-ccd8aa3529bb" providerId="ADAL" clId="{D22AEAF1-BA19-7E4A-AC79-C160301A0406}" dt="2024-11-14T19:51:23.012" v="48" actId="2696"/>
        <pc:sldMkLst>
          <pc:docMk/>
          <pc:sldMk cId="3749653471" sldId="856"/>
        </pc:sldMkLst>
      </pc:sldChg>
      <pc:sldChg chg="del">
        <pc:chgData name="Schlesinger, Sebastian" userId="d814e6c9-e9fb-4b77-84f7-ccd8aa3529bb" providerId="ADAL" clId="{D22AEAF1-BA19-7E4A-AC79-C160301A0406}" dt="2024-11-14T19:51:22.984" v="6" actId="2696"/>
        <pc:sldMkLst>
          <pc:docMk/>
          <pc:sldMk cId="2789951447" sldId="857"/>
        </pc:sldMkLst>
      </pc:sldChg>
      <pc:sldChg chg="del">
        <pc:chgData name="Schlesinger, Sebastian" userId="d814e6c9-e9fb-4b77-84f7-ccd8aa3529bb" providerId="ADAL" clId="{D22AEAF1-BA19-7E4A-AC79-C160301A0406}" dt="2024-11-14T19:51:22.988" v="13" actId="2696"/>
        <pc:sldMkLst>
          <pc:docMk/>
          <pc:sldMk cId="4236444740" sldId="858"/>
        </pc:sldMkLst>
      </pc:sldChg>
      <pc:sldChg chg="del">
        <pc:chgData name="Schlesinger, Sebastian" userId="d814e6c9-e9fb-4b77-84f7-ccd8aa3529bb" providerId="ADAL" clId="{D22AEAF1-BA19-7E4A-AC79-C160301A0406}" dt="2024-11-14T19:51:23.005" v="40" actId="2696"/>
        <pc:sldMkLst>
          <pc:docMk/>
          <pc:sldMk cId="3979563611" sldId="859"/>
        </pc:sldMkLst>
      </pc:sldChg>
      <pc:sldChg chg="del">
        <pc:chgData name="Schlesinger, Sebastian" userId="d814e6c9-e9fb-4b77-84f7-ccd8aa3529bb" providerId="ADAL" clId="{D22AEAF1-BA19-7E4A-AC79-C160301A0406}" dt="2024-11-14T19:51:23.001" v="32" actId="2696"/>
        <pc:sldMkLst>
          <pc:docMk/>
          <pc:sldMk cId="777831697" sldId="860"/>
        </pc:sldMkLst>
      </pc:sldChg>
      <pc:sldChg chg="del">
        <pc:chgData name="Schlesinger, Sebastian" userId="d814e6c9-e9fb-4b77-84f7-ccd8aa3529bb" providerId="ADAL" clId="{D22AEAF1-BA19-7E4A-AC79-C160301A0406}" dt="2024-11-14T19:51:23.003" v="36" actId="2696"/>
        <pc:sldMkLst>
          <pc:docMk/>
          <pc:sldMk cId="3995477290" sldId="861"/>
        </pc:sldMkLst>
      </pc:sldChg>
      <pc:sldChg chg="del">
        <pc:chgData name="Schlesinger, Sebastian" userId="d814e6c9-e9fb-4b77-84f7-ccd8aa3529bb" providerId="ADAL" clId="{D22AEAF1-BA19-7E4A-AC79-C160301A0406}" dt="2024-11-14T19:51:22.986" v="9" actId="2696"/>
        <pc:sldMkLst>
          <pc:docMk/>
          <pc:sldMk cId="2151711457" sldId="862"/>
        </pc:sldMkLst>
      </pc:sldChg>
      <pc:sldChg chg="del">
        <pc:chgData name="Schlesinger, Sebastian" userId="d814e6c9-e9fb-4b77-84f7-ccd8aa3529bb" providerId="ADAL" clId="{D22AEAF1-BA19-7E4A-AC79-C160301A0406}" dt="2024-11-14T19:51:22.992" v="19" actId="2696"/>
        <pc:sldMkLst>
          <pc:docMk/>
          <pc:sldMk cId="3212067060" sldId="864"/>
        </pc:sldMkLst>
      </pc:sldChg>
      <pc:sldChg chg="del">
        <pc:chgData name="Schlesinger, Sebastian" userId="d814e6c9-e9fb-4b77-84f7-ccd8aa3529bb" providerId="ADAL" clId="{D22AEAF1-BA19-7E4A-AC79-C160301A0406}" dt="2024-11-14T19:51:23.014" v="51" actId="2696"/>
        <pc:sldMkLst>
          <pc:docMk/>
          <pc:sldMk cId="3105464529" sldId="865"/>
        </pc:sldMkLst>
      </pc:sldChg>
      <pc:sldChg chg="del">
        <pc:chgData name="Schlesinger, Sebastian" userId="d814e6c9-e9fb-4b77-84f7-ccd8aa3529bb" providerId="ADAL" clId="{D22AEAF1-BA19-7E4A-AC79-C160301A0406}" dt="2024-11-14T19:51:23" v="29" actId="2696"/>
        <pc:sldMkLst>
          <pc:docMk/>
          <pc:sldMk cId="621678649" sldId="868"/>
        </pc:sldMkLst>
      </pc:sldChg>
      <pc:sldChg chg="del">
        <pc:chgData name="Schlesinger, Sebastian" userId="d814e6c9-e9fb-4b77-84f7-ccd8aa3529bb" providerId="ADAL" clId="{D22AEAF1-BA19-7E4A-AC79-C160301A0406}" dt="2024-11-14T19:51:23.004" v="37" actId="2696"/>
        <pc:sldMkLst>
          <pc:docMk/>
          <pc:sldMk cId="1664225250" sldId="869"/>
        </pc:sldMkLst>
      </pc:sldChg>
      <pc:sldChg chg="del">
        <pc:chgData name="Schlesinger, Sebastian" userId="d814e6c9-e9fb-4b77-84f7-ccd8aa3529bb" providerId="ADAL" clId="{D22AEAF1-BA19-7E4A-AC79-C160301A0406}" dt="2024-11-14T19:51:23.007" v="45" actId="2696"/>
        <pc:sldMkLst>
          <pc:docMk/>
          <pc:sldMk cId="1596897820" sldId="870"/>
        </pc:sldMkLst>
      </pc:sldChg>
      <pc:sldChg chg="del">
        <pc:chgData name="Schlesinger, Sebastian" userId="d814e6c9-e9fb-4b77-84f7-ccd8aa3529bb" providerId="ADAL" clId="{D22AEAF1-BA19-7E4A-AC79-C160301A0406}" dt="2024-11-14T19:51:22.980" v="2" actId="2696"/>
        <pc:sldMkLst>
          <pc:docMk/>
          <pc:sldMk cId="1398252144" sldId="871"/>
        </pc:sldMkLst>
      </pc:sldChg>
      <pc:sldChg chg="del">
        <pc:chgData name="Schlesinger, Sebastian" userId="d814e6c9-e9fb-4b77-84f7-ccd8aa3529bb" providerId="ADAL" clId="{D22AEAF1-BA19-7E4A-AC79-C160301A0406}" dt="2024-11-14T19:51:23.006" v="43" actId="2696"/>
        <pc:sldMkLst>
          <pc:docMk/>
          <pc:sldMk cId="1090356663" sldId="872"/>
        </pc:sldMkLst>
      </pc:sldChg>
      <pc:sldChg chg="del">
        <pc:chgData name="Schlesinger, Sebastian" userId="d814e6c9-e9fb-4b77-84f7-ccd8aa3529bb" providerId="ADAL" clId="{D22AEAF1-BA19-7E4A-AC79-C160301A0406}" dt="2024-11-14T19:51:22.985" v="7" actId="2696"/>
        <pc:sldMkLst>
          <pc:docMk/>
          <pc:sldMk cId="1499417625" sldId="873"/>
        </pc:sldMkLst>
      </pc:sldChg>
      <pc:sldChg chg="del">
        <pc:chgData name="Schlesinger, Sebastian" userId="d814e6c9-e9fb-4b77-84f7-ccd8aa3529bb" providerId="ADAL" clId="{D22AEAF1-BA19-7E4A-AC79-C160301A0406}" dt="2024-11-14T19:51:23.020" v="55" actId="2696"/>
        <pc:sldMkLst>
          <pc:docMk/>
          <pc:sldMk cId="3269009149" sldId="874"/>
        </pc:sldMkLst>
      </pc:sldChg>
      <pc:sldChg chg="del">
        <pc:chgData name="Schlesinger, Sebastian" userId="d814e6c9-e9fb-4b77-84f7-ccd8aa3529bb" providerId="ADAL" clId="{D22AEAF1-BA19-7E4A-AC79-C160301A0406}" dt="2024-11-14T19:51:23.001" v="31" actId="2696"/>
        <pc:sldMkLst>
          <pc:docMk/>
          <pc:sldMk cId="3714090107" sldId="875"/>
        </pc:sldMkLst>
      </pc:sldChg>
      <pc:sldChg chg="del">
        <pc:chgData name="Schlesinger, Sebastian" userId="d814e6c9-e9fb-4b77-84f7-ccd8aa3529bb" providerId="ADAL" clId="{D22AEAF1-BA19-7E4A-AC79-C160301A0406}" dt="2024-11-14T19:51:22.985" v="8" actId="2696"/>
        <pc:sldMkLst>
          <pc:docMk/>
          <pc:sldMk cId="1028758927" sldId="876"/>
        </pc:sldMkLst>
      </pc:sldChg>
      <pc:sldChg chg="del">
        <pc:chgData name="Schlesinger, Sebastian" userId="d814e6c9-e9fb-4b77-84f7-ccd8aa3529bb" providerId="ADAL" clId="{D22AEAF1-BA19-7E4A-AC79-C160301A0406}" dt="2024-11-14T19:51:22.990" v="15" actId="2696"/>
        <pc:sldMkLst>
          <pc:docMk/>
          <pc:sldMk cId="1405959110" sldId="877"/>
        </pc:sldMkLst>
      </pc:sldChg>
      <pc:sldChg chg="del">
        <pc:chgData name="Schlesinger, Sebastian" userId="d814e6c9-e9fb-4b77-84f7-ccd8aa3529bb" providerId="ADAL" clId="{D22AEAF1-BA19-7E4A-AC79-C160301A0406}" dt="2024-11-14T19:51:23.020" v="54" actId="2696"/>
        <pc:sldMkLst>
          <pc:docMk/>
          <pc:sldMk cId="2841945534" sldId="885"/>
        </pc:sldMkLst>
      </pc:sldChg>
      <pc:sldChg chg="del">
        <pc:chgData name="Schlesinger, Sebastian" userId="d814e6c9-e9fb-4b77-84f7-ccd8aa3529bb" providerId="ADAL" clId="{D22AEAF1-BA19-7E4A-AC79-C160301A0406}" dt="2024-11-14T19:51:22.987" v="11" actId="2696"/>
        <pc:sldMkLst>
          <pc:docMk/>
          <pc:sldMk cId="3243716455" sldId="886"/>
        </pc:sldMkLst>
      </pc:sldChg>
      <pc:sldChg chg="del">
        <pc:chgData name="Schlesinger, Sebastian" userId="d814e6c9-e9fb-4b77-84f7-ccd8aa3529bb" providerId="ADAL" clId="{D22AEAF1-BA19-7E4A-AC79-C160301A0406}" dt="2024-11-14T19:51:22.979" v="1" actId="2696"/>
        <pc:sldMkLst>
          <pc:docMk/>
          <pc:sldMk cId="1759228888" sldId="887"/>
        </pc:sldMkLst>
      </pc:sldChg>
      <pc:sldChg chg="del">
        <pc:chgData name="Schlesinger, Sebastian" userId="d814e6c9-e9fb-4b77-84f7-ccd8aa3529bb" providerId="ADAL" clId="{D22AEAF1-BA19-7E4A-AC79-C160301A0406}" dt="2024-11-14T19:51:22.988" v="12" actId="2696"/>
        <pc:sldMkLst>
          <pc:docMk/>
          <pc:sldMk cId="549452255" sldId="888"/>
        </pc:sldMkLst>
      </pc:sldChg>
      <pc:sldChg chg="del">
        <pc:chgData name="Schlesinger, Sebastian" userId="d814e6c9-e9fb-4b77-84f7-ccd8aa3529bb" providerId="ADAL" clId="{D22AEAF1-BA19-7E4A-AC79-C160301A0406}" dt="2024-11-14T19:51:22.999" v="27" actId="2696"/>
        <pc:sldMkLst>
          <pc:docMk/>
          <pc:sldMk cId="2130368566" sldId="889"/>
        </pc:sldMkLst>
      </pc:sldChg>
      <pc:sldChg chg="del">
        <pc:chgData name="Schlesinger, Sebastian" userId="d814e6c9-e9fb-4b77-84f7-ccd8aa3529bb" providerId="ADAL" clId="{D22AEAF1-BA19-7E4A-AC79-C160301A0406}" dt="2024-11-14T19:51:22.992" v="18" actId="2696"/>
        <pc:sldMkLst>
          <pc:docMk/>
          <pc:sldMk cId="4101814955" sldId="890"/>
        </pc:sldMkLst>
      </pc:sldChg>
      <pc:sldChg chg="del">
        <pc:chgData name="Schlesinger, Sebastian" userId="d814e6c9-e9fb-4b77-84f7-ccd8aa3529bb" providerId="ADAL" clId="{D22AEAF1-BA19-7E4A-AC79-C160301A0406}" dt="2024-11-14T19:51:23.007" v="44" actId="2696"/>
        <pc:sldMkLst>
          <pc:docMk/>
          <pc:sldMk cId="2793961925" sldId="891"/>
        </pc:sldMkLst>
      </pc:sldChg>
      <pc:sldChg chg="del">
        <pc:chgData name="Schlesinger, Sebastian" userId="d814e6c9-e9fb-4b77-84f7-ccd8aa3529bb" providerId="ADAL" clId="{D22AEAF1-BA19-7E4A-AC79-C160301A0406}" dt="2024-11-14T19:51:23.002" v="34" actId="2696"/>
        <pc:sldMkLst>
          <pc:docMk/>
          <pc:sldMk cId="4207229484" sldId="892"/>
        </pc:sldMkLst>
      </pc:sldChg>
      <pc:sldChg chg="del">
        <pc:chgData name="Schlesinger, Sebastian" userId="d814e6c9-e9fb-4b77-84f7-ccd8aa3529bb" providerId="ADAL" clId="{D22AEAF1-BA19-7E4A-AC79-C160301A0406}" dt="2024-11-14T19:51:22.981" v="3" actId="2696"/>
        <pc:sldMkLst>
          <pc:docMk/>
          <pc:sldMk cId="3249474860" sldId="893"/>
        </pc:sldMkLst>
      </pc:sldChg>
      <pc:sldChg chg="del">
        <pc:chgData name="Schlesinger, Sebastian" userId="d814e6c9-e9fb-4b77-84f7-ccd8aa3529bb" providerId="ADAL" clId="{D22AEAF1-BA19-7E4A-AC79-C160301A0406}" dt="2024-11-14T19:51:22.990" v="16" actId="2696"/>
        <pc:sldMkLst>
          <pc:docMk/>
          <pc:sldMk cId="1799288271" sldId="894"/>
        </pc:sldMkLst>
      </pc:sldChg>
      <pc:sldChg chg="del">
        <pc:chgData name="Schlesinger, Sebastian" userId="d814e6c9-e9fb-4b77-84f7-ccd8aa3529bb" providerId="ADAL" clId="{D22AEAF1-BA19-7E4A-AC79-C160301A0406}" dt="2024-11-14T19:51:22.998" v="26" actId="2696"/>
        <pc:sldMkLst>
          <pc:docMk/>
          <pc:sldMk cId="133786619" sldId="895"/>
        </pc:sldMkLst>
      </pc:sldChg>
      <pc:sldChg chg="del">
        <pc:chgData name="Schlesinger, Sebastian" userId="d814e6c9-e9fb-4b77-84f7-ccd8aa3529bb" providerId="ADAL" clId="{D22AEAF1-BA19-7E4A-AC79-C160301A0406}" dt="2024-11-14T19:51:22.987" v="10" actId="2696"/>
        <pc:sldMkLst>
          <pc:docMk/>
          <pc:sldMk cId="1597908882" sldId="896"/>
        </pc:sldMkLst>
      </pc:sldChg>
      <pc:sldChg chg="del">
        <pc:chgData name="Schlesinger, Sebastian" userId="d814e6c9-e9fb-4b77-84f7-ccd8aa3529bb" providerId="ADAL" clId="{D22AEAF1-BA19-7E4A-AC79-C160301A0406}" dt="2024-11-14T19:51:23.004" v="38" actId="2696"/>
        <pc:sldMkLst>
          <pc:docMk/>
          <pc:sldMk cId="3908232690" sldId="897"/>
        </pc:sldMkLst>
      </pc:sldChg>
      <pc:sldChg chg="del">
        <pc:chgData name="Schlesinger, Sebastian" userId="d814e6c9-e9fb-4b77-84f7-ccd8aa3529bb" providerId="ADAL" clId="{D22AEAF1-BA19-7E4A-AC79-C160301A0406}" dt="2024-11-14T19:51:22.997" v="23" actId="2696"/>
        <pc:sldMkLst>
          <pc:docMk/>
          <pc:sldMk cId="3644862755" sldId="898"/>
        </pc:sldMkLst>
      </pc:sldChg>
      <pc:sldChg chg="del">
        <pc:chgData name="Schlesinger, Sebastian" userId="d814e6c9-e9fb-4b77-84f7-ccd8aa3529bb" providerId="ADAL" clId="{D22AEAF1-BA19-7E4A-AC79-C160301A0406}" dt="2024-11-14T19:51:22.997" v="24" actId="2696"/>
        <pc:sldMkLst>
          <pc:docMk/>
          <pc:sldMk cId="2214594234" sldId="899"/>
        </pc:sldMkLst>
      </pc:sldChg>
      <pc:sldChg chg="del">
        <pc:chgData name="Schlesinger, Sebastian" userId="d814e6c9-e9fb-4b77-84f7-ccd8aa3529bb" providerId="ADAL" clId="{D22AEAF1-BA19-7E4A-AC79-C160301A0406}" dt="2024-11-14T19:51:23.018" v="53" actId="2696"/>
        <pc:sldMkLst>
          <pc:docMk/>
          <pc:sldMk cId="863405615" sldId="900"/>
        </pc:sldMkLst>
      </pc:sldChg>
      <pc:sldChg chg="del">
        <pc:chgData name="Schlesinger, Sebastian" userId="d814e6c9-e9fb-4b77-84f7-ccd8aa3529bb" providerId="ADAL" clId="{D22AEAF1-BA19-7E4A-AC79-C160301A0406}" dt="2024-11-14T19:51:22.995" v="21" actId="2696"/>
        <pc:sldMkLst>
          <pc:docMk/>
          <pc:sldMk cId="4214160156" sldId="901"/>
        </pc:sldMkLst>
      </pc:sldChg>
      <pc:sldChg chg="del">
        <pc:chgData name="Schlesinger, Sebastian" userId="d814e6c9-e9fb-4b77-84f7-ccd8aa3529bb" providerId="ADAL" clId="{D22AEAF1-BA19-7E4A-AC79-C160301A0406}" dt="2024-11-14T19:51:22.998" v="25" actId="2696"/>
        <pc:sldMkLst>
          <pc:docMk/>
          <pc:sldMk cId="3346165771" sldId="902"/>
        </pc:sldMkLst>
      </pc:sldChg>
      <pc:sldChg chg="del">
        <pc:chgData name="Schlesinger, Sebastian" userId="d814e6c9-e9fb-4b77-84f7-ccd8aa3529bb" providerId="ADAL" clId="{D22AEAF1-BA19-7E4A-AC79-C160301A0406}" dt="2024-11-14T19:51:23" v="30" actId="2696"/>
        <pc:sldMkLst>
          <pc:docMk/>
          <pc:sldMk cId="2633251517" sldId="903"/>
        </pc:sldMkLst>
      </pc:sldChg>
      <pc:sldChg chg="del">
        <pc:chgData name="Schlesinger, Sebastian" userId="d814e6c9-e9fb-4b77-84f7-ccd8aa3529bb" providerId="ADAL" clId="{D22AEAF1-BA19-7E4A-AC79-C160301A0406}" dt="2024-11-14T19:51:22.993" v="20" actId="2696"/>
        <pc:sldMkLst>
          <pc:docMk/>
          <pc:sldMk cId="2557607712" sldId="904"/>
        </pc:sldMkLst>
      </pc:sldChg>
      <pc:sldChg chg="del">
        <pc:chgData name="Schlesinger, Sebastian" userId="d814e6c9-e9fb-4b77-84f7-ccd8aa3529bb" providerId="ADAL" clId="{D22AEAF1-BA19-7E4A-AC79-C160301A0406}" dt="2024-11-14T19:51:23.013" v="49" actId="2696"/>
        <pc:sldMkLst>
          <pc:docMk/>
          <pc:sldMk cId="2042410908" sldId="905"/>
        </pc:sldMkLst>
      </pc:sldChg>
      <pc:sldChg chg="del">
        <pc:chgData name="Schlesinger, Sebastian" userId="d814e6c9-e9fb-4b77-84f7-ccd8aa3529bb" providerId="ADAL" clId="{D22AEAF1-BA19-7E4A-AC79-C160301A0406}" dt="2024-11-14T19:51:23.031" v="57" actId="2696"/>
        <pc:sldMkLst>
          <pc:docMk/>
          <pc:sldMk cId="2778864722" sldId="906"/>
        </pc:sldMkLst>
      </pc:sldChg>
      <pc:sldChg chg="del">
        <pc:chgData name="Schlesinger, Sebastian" userId="d814e6c9-e9fb-4b77-84f7-ccd8aa3529bb" providerId="ADAL" clId="{D22AEAF1-BA19-7E4A-AC79-C160301A0406}" dt="2024-11-14T19:51:22.983" v="4" actId="2696"/>
        <pc:sldMkLst>
          <pc:docMk/>
          <pc:sldMk cId="4268364572" sldId="907"/>
        </pc:sldMkLst>
      </pc:sldChg>
    </pc:docChg>
  </pc:docChgLst>
  <pc:docChgLst>
    <pc:chgData name="Schlesinger, Sebastian" userId="d814e6c9-e9fb-4b77-84f7-ccd8aa3529bb" providerId="ADAL" clId="{00DDE8E4-4414-4240-AF8D-EE5DD35E6081}"/>
    <pc:docChg chg="modSld">
      <pc:chgData name="Schlesinger, Sebastian" userId="d814e6c9-e9fb-4b77-84f7-ccd8aa3529bb" providerId="ADAL" clId="{00DDE8E4-4414-4240-AF8D-EE5DD35E6081}" dt="2024-10-17T17:26:53.980" v="20" actId="20577"/>
      <pc:docMkLst>
        <pc:docMk/>
      </pc:docMkLst>
      <pc:sldChg chg="modSp mod">
        <pc:chgData name="Schlesinger, Sebastian" userId="d814e6c9-e9fb-4b77-84f7-ccd8aa3529bb" providerId="ADAL" clId="{00DDE8E4-4414-4240-AF8D-EE5DD35E6081}" dt="2024-10-17T17:26:53.980" v="20" actId="20577"/>
        <pc:sldMkLst>
          <pc:docMk/>
          <pc:sldMk cId="2039478384" sldId="785"/>
        </pc:sldMkLst>
        <pc:spChg chg="mod">
          <ac:chgData name="Schlesinger, Sebastian" userId="d814e6c9-e9fb-4b77-84f7-ccd8aa3529bb" providerId="ADAL" clId="{00DDE8E4-4414-4240-AF8D-EE5DD35E6081}" dt="2024-10-17T17:26:53.980" v="20" actId="20577"/>
          <ac:spMkLst>
            <pc:docMk/>
            <pc:sldMk cId="2039478384" sldId="785"/>
            <ac:spMk id="4" creationId="{1E39F0E3-8C0D-B9FB-C5FC-26F66EBAD39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3C71C26-B7E3-40D9-AFFC-56E1F3330FC0}"/>
              </a:ext>
            </a:extLst>
          </p:cNvPr>
          <p:cNvSpPr>
            <a:spLocks noGrp="1"/>
          </p:cNvSpPr>
          <p:nvPr>
            <p:ph type="hdr" sz="quarter"/>
          </p:nvPr>
        </p:nvSpPr>
        <p:spPr>
          <a:xfrm>
            <a:off x="0" y="0"/>
            <a:ext cx="3368675" cy="50482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354C10F-87CF-4634-B8A1-405F2079FC0A}"/>
              </a:ext>
            </a:extLst>
          </p:cNvPr>
          <p:cNvSpPr>
            <a:spLocks noGrp="1"/>
          </p:cNvSpPr>
          <p:nvPr>
            <p:ph type="dt" sz="quarter" idx="1"/>
          </p:nvPr>
        </p:nvSpPr>
        <p:spPr>
          <a:xfrm>
            <a:off x="4402138" y="0"/>
            <a:ext cx="3368675" cy="504825"/>
          </a:xfrm>
          <a:prstGeom prst="rect">
            <a:avLst/>
          </a:prstGeom>
        </p:spPr>
        <p:txBody>
          <a:bodyPr vert="horz" lIns="91440" tIns="45720" rIns="91440" bIns="45720" rtlCol="0"/>
          <a:lstStyle>
            <a:lvl1pPr algn="r">
              <a:defRPr sz="1200"/>
            </a:lvl1pPr>
          </a:lstStyle>
          <a:p>
            <a:fld id="{287BC065-D7D7-4497-9D0A-D0D4CA488C61}" type="datetimeFigureOut">
              <a:rPr lang="en-US" smtClean="0"/>
              <a:t>11/14/24</a:t>
            </a:fld>
            <a:endParaRPr lang="en-US"/>
          </a:p>
        </p:txBody>
      </p:sp>
      <p:sp>
        <p:nvSpPr>
          <p:cNvPr id="4" name="Footer Placeholder 3">
            <a:extLst>
              <a:ext uri="{FF2B5EF4-FFF2-40B4-BE49-F238E27FC236}">
                <a16:creationId xmlns:a16="http://schemas.microsoft.com/office/drawing/2014/main" id="{C12E5DC8-58CF-4AB2-B263-F2D72A48CB76}"/>
              </a:ext>
            </a:extLst>
          </p:cNvPr>
          <p:cNvSpPr>
            <a:spLocks noGrp="1"/>
          </p:cNvSpPr>
          <p:nvPr>
            <p:ph type="ftr" sz="quarter" idx="2"/>
          </p:nvPr>
        </p:nvSpPr>
        <p:spPr>
          <a:xfrm>
            <a:off x="0" y="9553575"/>
            <a:ext cx="3368675" cy="504825"/>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0175017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869950" y="1257300"/>
            <a:ext cx="6032500" cy="33940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77875" y="4840288"/>
            <a:ext cx="6216650" cy="3960812"/>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68845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6.xml"/><Relationship Id="rId4" Type="http://schemas.microsoft.com/office/2007/relationships/hdphoto" Target="../media/hdphoto1.wdp"/></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6.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8.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8.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8.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Master" Target="../slideMasters/slideMaster1.xml"/><Relationship Id="rId1" Type="http://schemas.openxmlformats.org/officeDocument/2006/relationships/tags" Target="../tags/tag11.xml"/><Relationship Id="rId6" Type="http://schemas.openxmlformats.org/officeDocument/2006/relationships/image" Target="../media/image3.svg"/><Relationship Id="rId5" Type="http://schemas.openxmlformats.org/officeDocument/2006/relationships/image" Target="../media/image2.png"/><Relationship Id="rId4" Type="http://schemas.microsoft.com/office/2007/relationships/hdphoto" Target="../media/hdphoto2.wdp"/></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Master" Target="../slideMasters/slideMaster1.xml"/><Relationship Id="rId1" Type="http://schemas.openxmlformats.org/officeDocument/2006/relationships/tags" Target="../tags/tag12.xml"/><Relationship Id="rId6" Type="http://schemas.openxmlformats.org/officeDocument/2006/relationships/image" Target="../media/image3.svg"/><Relationship Id="rId5" Type="http://schemas.openxmlformats.org/officeDocument/2006/relationships/image" Target="../media/image2.png"/><Relationship Id="rId4" Type="http://schemas.microsoft.com/office/2007/relationships/hdphoto" Target="../media/hdphoto3.wdp"/></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6.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1.xml"/></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2.xml"/></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5.xml"/></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6.xml"/></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7.xml"/></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8.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39.xml"/><Relationship Id="rId4" Type="http://schemas.openxmlformats.org/officeDocument/2006/relationships/image" Target="../media/image8.sv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40.xml"/><Relationship Id="rId4" Type="http://schemas.openxmlformats.org/officeDocument/2006/relationships/image" Target="../media/image8.sv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41.xml"/><Relationship Id="rId4" Type="http://schemas.openxmlformats.org/officeDocument/2006/relationships/image" Target="../media/image8.sv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42.xml"/><Relationship Id="rId4" Type="http://schemas.openxmlformats.org/officeDocument/2006/relationships/image" Target="../media/image8.sv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43.xml"/><Relationship Id="rId4" Type="http://schemas.openxmlformats.org/officeDocument/2006/relationships/image" Target="../media/image8.svg"/></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4.xml"/></Relationships>
</file>

<file path=ppt/slideLayouts/_rels/slideLayout4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5.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Instructor Intro">
    <p:bg>
      <p:bgPr>
        <a:solidFill>
          <a:schemeClr val="bg1"/>
        </a:solidFill>
        <a:effectLst/>
      </p:bgPr>
    </p:bg>
    <p:spTree>
      <p:nvGrpSpPr>
        <p:cNvPr id="1" name=""/>
        <p:cNvGrpSpPr/>
        <p:nvPr/>
      </p:nvGrpSpPr>
      <p:grpSpPr>
        <a:xfrm>
          <a:off x="0" y="0"/>
          <a:ext cx="0" cy="0"/>
          <a:chOff x="0" y="0"/>
          <a:chExt cx="0" cy="0"/>
        </a:xfrm>
      </p:grpSpPr>
      <p:grpSp>
        <p:nvGrpSpPr>
          <p:cNvPr id="99" name="Background Images">
            <a:extLst>
              <a:ext uri="{FF2B5EF4-FFF2-40B4-BE49-F238E27FC236}">
                <a16:creationId xmlns:a16="http://schemas.microsoft.com/office/drawing/2014/main" id="{BF3DBA0A-EF04-44BD-A704-1C36C47D2821}"/>
              </a:ext>
              <a:ext uri="{C183D7F6-B498-43B3-948B-1728B52AA6E4}">
                <adec:decorative xmlns:adec="http://schemas.microsoft.com/office/drawing/2017/decorative" val="1"/>
              </a:ext>
            </a:extLst>
          </p:cNvPr>
          <p:cNvGrpSpPr/>
          <p:nvPr/>
        </p:nvGrpSpPr>
        <p:grpSpPr>
          <a:xfrm>
            <a:off x="198875" y="412928"/>
            <a:ext cx="11806051" cy="6258836"/>
            <a:chOff x="198875" y="412928"/>
            <a:chExt cx="11806051" cy="6258836"/>
          </a:xfrm>
        </p:grpSpPr>
        <p:cxnSp>
          <p:nvCxnSpPr>
            <p:cNvPr id="87" name="TrainingLine">
              <a:extLst>
                <a:ext uri="{FF2B5EF4-FFF2-40B4-BE49-F238E27FC236}">
                  <a16:creationId xmlns:a16="http://schemas.microsoft.com/office/drawing/2014/main" id="{D7310E2A-808D-407A-87D7-C505B238AAE6}"/>
                </a:ext>
                <a:ext uri="{C183D7F6-B498-43B3-948B-1728B52AA6E4}">
                  <adec:decorative xmlns:adec="http://schemas.microsoft.com/office/drawing/2017/decorative" val="1"/>
                </a:ext>
              </a:extLst>
            </p:cNvPr>
            <p:cNvCxnSpPr>
              <a:cxnSpLocks/>
            </p:cNvCxnSpPr>
            <p:nvPr/>
          </p:nvCxnSpPr>
          <p:spPr>
            <a:xfrm>
              <a:off x="198875" y="4775930"/>
              <a:ext cx="5503926" cy="0"/>
            </a:xfrm>
            <a:prstGeom prst="line">
              <a:avLst/>
            </a:prstGeom>
            <a:ln w="38100">
              <a:solidFill>
                <a:schemeClr val="bg2"/>
              </a:solidFill>
            </a:ln>
          </p:spPr>
          <p:style>
            <a:lnRef idx="3">
              <a:schemeClr val="accent3"/>
            </a:lnRef>
            <a:fillRef idx="0">
              <a:schemeClr val="accent3"/>
            </a:fillRef>
            <a:effectRef idx="2">
              <a:schemeClr val="accent3"/>
            </a:effectRef>
            <a:fontRef idx="minor">
              <a:schemeClr val="tx1"/>
            </a:fontRef>
          </p:style>
        </p:cxnSp>
        <p:sp>
          <p:nvSpPr>
            <p:cNvPr id="84" name="BKG-Photo">
              <a:extLst>
                <a:ext uri="{FF2B5EF4-FFF2-40B4-BE49-F238E27FC236}">
                  <a16:creationId xmlns:a16="http://schemas.microsoft.com/office/drawing/2014/main" id="{62D1E38E-9540-4F40-B30D-C4E76EF85FD1}"/>
                </a:ext>
                <a:ext uri="{C183D7F6-B498-43B3-948B-1728B52AA6E4}">
                  <adec:decorative xmlns:adec="http://schemas.microsoft.com/office/drawing/2017/decorative" val="1"/>
                </a:ext>
              </a:extLst>
            </p:cNvPr>
            <p:cNvSpPr/>
            <p:nvPr/>
          </p:nvSpPr>
          <p:spPr>
            <a:xfrm>
              <a:off x="6096000" y="412928"/>
              <a:ext cx="1636776" cy="1636776"/>
            </a:xfrm>
            <a:prstGeom prst="rect">
              <a:avLst/>
            </a:prstGeom>
            <a:solidFill>
              <a:schemeClr val="accent6"/>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6" name="InstructorLine">
              <a:extLst>
                <a:ext uri="{FF2B5EF4-FFF2-40B4-BE49-F238E27FC236}">
                  <a16:creationId xmlns:a16="http://schemas.microsoft.com/office/drawing/2014/main" id="{D2B179F5-8754-4804-B83A-9F86A1FABFC5}"/>
                </a:ext>
                <a:ext uri="{C183D7F6-B498-43B3-948B-1728B52AA6E4}">
                  <adec:decorative xmlns:adec="http://schemas.microsoft.com/office/drawing/2017/decorative" val="1"/>
                </a:ext>
              </a:extLst>
            </p:cNvPr>
            <p:cNvCxnSpPr>
              <a:cxnSpLocks/>
            </p:cNvCxnSpPr>
            <p:nvPr/>
          </p:nvCxnSpPr>
          <p:spPr>
            <a:xfrm>
              <a:off x="7715772" y="924231"/>
              <a:ext cx="4289154" cy="0"/>
            </a:xfrm>
            <a:prstGeom prst="line">
              <a:avLst/>
            </a:prstGeom>
            <a:ln w="38100">
              <a:solidFill>
                <a:schemeClr val="accent6"/>
              </a:solidFill>
            </a:ln>
          </p:spPr>
          <p:style>
            <a:lnRef idx="3">
              <a:schemeClr val="accent3"/>
            </a:lnRef>
            <a:fillRef idx="0">
              <a:schemeClr val="accent3"/>
            </a:fillRef>
            <a:effectRef idx="2">
              <a:schemeClr val="accent3"/>
            </a:effectRef>
            <a:fontRef idx="minor">
              <a:schemeClr val="tx1"/>
            </a:fontRef>
          </p:style>
        </p:cxnSp>
        <p:cxnSp>
          <p:nvCxnSpPr>
            <p:cNvPr id="85" name="ConnectLine">
              <a:extLst>
                <a:ext uri="{FF2B5EF4-FFF2-40B4-BE49-F238E27FC236}">
                  <a16:creationId xmlns:a16="http://schemas.microsoft.com/office/drawing/2014/main" id="{0C3C1B84-8505-4B24-973C-848AC60399A7}"/>
                </a:ext>
                <a:ext uri="{C183D7F6-B498-43B3-948B-1728B52AA6E4}">
                  <adec:decorative xmlns:adec="http://schemas.microsoft.com/office/drawing/2017/decorative" val="1"/>
                </a:ext>
              </a:extLst>
            </p:cNvPr>
            <p:cNvCxnSpPr>
              <a:cxnSpLocks/>
            </p:cNvCxnSpPr>
            <p:nvPr/>
          </p:nvCxnSpPr>
          <p:spPr>
            <a:xfrm>
              <a:off x="6096000" y="2841821"/>
              <a:ext cx="5908926" cy="0"/>
            </a:xfrm>
            <a:prstGeom prst="line">
              <a:avLst/>
            </a:prstGeom>
            <a:ln w="38100">
              <a:solidFill>
                <a:schemeClr val="accent6"/>
              </a:solidFill>
            </a:ln>
          </p:spPr>
          <p:style>
            <a:lnRef idx="3">
              <a:schemeClr val="accent3"/>
            </a:lnRef>
            <a:fillRef idx="0">
              <a:schemeClr val="accent3"/>
            </a:fillRef>
            <a:effectRef idx="2">
              <a:schemeClr val="accent3"/>
            </a:effectRef>
            <a:fontRef idx="minor">
              <a:schemeClr val="tx1"/>
            </a:fontRef>
          </p:style>
        </p:cxnSp>
        <p:pic>
          <p:nvPicPr>
            <p:cNvPr id="98" name="AWS Logo">
              <a:extLst>
                <a:ext uri="{FF2B5EF4-FFF2-40B4-BE49-F238E27FC236}">
                  <a16:creationId xmlns:a16="http://schemas.microsoft.com/office/drawing/2014/main" id="{EE68EF96-08A5-4475-A68D-AF69C928485C}"/>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243599" y="6452308"/>
              <a:ext cx="366979" cy="219456"/>
            </a:xfrm>
            <a:prstGeom prst="rect">
              <a:avLst/>
            </a:prstGeom>
          </p:spPr>
        </p:pic>
      </p:grpSp>
      <p:sp>
        <p:nvSpPr>
          <p:cNvPr id="20" name="Welcome">
            <a:extLst>
              <a:ext uri="{FF2B5EF4-FFF2-40B4-BE49-F238E27FC236}">
                <a16:creationId xmlns:a16="http://schemas.microsoft.com/office/drawing/2014/main" id="{440D7E67-8032-4F87-ACBA-58FA07AE3852}"/>
              </a:ext>
            </a:extLst>
          </p:cNvPr>
          <p:cNvSpPr txBox="1"/>
          <p:nvPr/>
        </p:nvSpPr>
        <p:spPr>
          <a:xfrm>
            <a:off x="1883879" y="587814"/>
            <a:ext cx="2133918" cy="523220"/>
          </a:xfrm>
          <a:prstGeom prst="rect">
            <a:avLst/>
          </a:prstGeom>
          <a:noFill/>
        </p:spPr>
        <p:txBody>
          <a:bodyPr wrap="none" rtlCol="0">
            <a:spAutoFit/>
          </a:bodyPr>
          <a:lstStyle/>
          <a:p>
            <a:pPr algn="ctr"/>
            <a:r>
              <a:rPr lang="en-US" sz="2800" dirty="0">
                <a:solidFill>
                  <a:schemeClr val="bg2"/>
                </a:solidFill>
                <a:latin typeface="+mn-lt"/>
                <a:ea typeface="Amazon Ember Light" panose="020B0403020204020204" pitchFamily="34" charset="0"/>
                <a:cs typeface="Amazon Ember Light" panose="020B0403020204020204" pitchFamily="34" charset="0"/>
              </a:rPr>
              <a:t>Welcome to</a:t>
            </a:r>
          </a:p>
        </p:txBody>
      </p:sp>
      <p:sp>
        <p:nvSpPr>
          <p:cNvPr id="2" name="Title">
            <a:extLst>
              <a:ext uri="{FF2B5EF4-FFF2-40B4-BE49-F238E27FC236}">
                <a16:creationId xmlns:a16="http://schemas.microsoft.com/office/drawing/2014/main" id="{7CF59815-B20B-41F2-B8C8-02A64BB4781A}"/>
              </a:ext>
            </a:extLst>
          </p:cNvPr>
          <p:cNvSpPr>
            <a:spLocks noGrp="1"/>
          </p:cNvSpPr>
          <p:nvPr>
            <p:ph type="title" hasCustomPrompt="1"/>
          </p:nvPr>
        </p:nvSpPr>
        <p:spPr>
          <a:xfrm>
            <a:off x="228606" y="1179326"/>
            <a:ext cx="5444465" cy="3404221"/>
          </a:xfrm>
        </p:spPr>
        <p:txBody>
          <a:bodyPr anchor="t">
            <a:noAutofit/>
          </a:bodyPr>
          <a:lstStyle>
            <a:lvl1pPr algn="ctr">
              <a:defRPr sz="4800">
                <a:solidFill>
                  <a:schemeClr val="bg2"/>
                </a:solidFill>
                <a:latin typeface="Amazon Ember Heavy" panose="020B0803020204020204" pitchFamily="34" charset="0"/>
                <a:ea typeface="Amazon Ember Heavy" panose="020B0803020204020204" pitchFamily="34" charset="0"/>
                <a:cs typeface="Amazon Ember Heavy" panose="020B0803020204020204" pitchFamily="34" charset="0"/>
              </a:defRPr>
            </a:lvl1pPr>
          </a:lstStyle>
          <a:p>
            <a:r>
              <a:rPr lang="en-US" dirty="0"/>
              <a:t>Enter </a:t>
            </a:r>
            <a:br>
              <a:rPr lang="en-US" dirty="0"/>
            </a:br>
            <a:r>
              <a:rPr lang="en-US" dirty="0"/>
              <a:t>course title</a:t>
            </a:r>
          </a:p>
        </p:txBody>
      </p:sp>
      <p:sp>
        <p:nvSpPr>
          <p:cNvPr id="21" name="Training Begins">
            <a:extLst>
              <a:ext uri="{FF2B5EF4-FFF2-40B4-BE49-F238E27FC236}">
                <a16:creationId xmlns:a16="http://schemas.microsoft.com/office/drawing/2014/main" id="{D506D4EE-3DBD-4D77-AEE2-0FF7128DE4BD}"/>
              </a:ext>
            </a:extLst>
          </p:cNvPr>
          <p:cNvSpPr txBox="1"/>
          <p:nvPr/>
        </p:nvSpPr>
        <p:spPr>
          <a:xfrm>
            <a:off x="977546" y="4848827"/>
            <a:ext cx="3985386" cy="523220"/>
          </a:xfrm>
          <a:prstGeom prst="rect">
            <a:avLst/>
          </a:prstGeom>
          <a:noFill/>
        </p:spPr>
        <p:txBody>
          <a:bodyPr wrap="none" rtlCol="0">
            <a:spAutoFit/>
          </a:bodyPr>
          <a:lstStyle/>
          <a:p>
            <a:pPr algn="ctr"/>
            <a:r>
              <a:rPr lang="en-US" sz="2800" dirty="0">
                <a:solidFill>
                  <a:schemeClr val="bg2"/>
                </a:solidFill>
                <a:latin typeface="Amazon Ember" panose="020B0603020204020204" pitchFamily="34" charset="0"/>
                <a:ea typeface="Amazon Ember" panose="020B0603020204020204" pitchFamily="34" charset="0"/>
                <a:cs typeface="Amazon Ember" panose="020B0603020204020204" pitchFamily="34" charset="0"/>
              </a:rPr>
              <a:t>This training will begin:</a:t>
            </a:r>
          </a:p>
        </p:txBody>
      </p:sp>
      <p:sp>
        <p:nvSpPr>
          <p:cNvPr id="3" name="TimeZone">
            <a:extLst>
              <a:ext uri="{FF2B5EF4-FFF2-40B4-BE49-F238E27FC236}">
                <a16:creationId xmlns:a16="http://schemas.microsoft.com/office/drawing/2014/main" id="{15FEBCEE-35B5-4CBC-BD60-FE197957D654}"/>
              </a:ext>
            </a:extLst>
          </p:cNvPr>
          <p:cNvSpPr>
            <a:spLocks noGrp="1"/>
          </p:cNvSpPr>
          <p:nvPr>
            <p:ph type="body" idx="1" hasCustomPrompt="1"/>
          </p:nvPr>
        </p:nvSpPr>
        <p:spPr>
          <a:xfrm>
            <a:off x="336114" y="5463827"/>
            <a:ext cx="5268251" cy="627245"/>
          </a:xfrm>
        </p:spPr>
        <p:txBody>
          <a:bodyPr anchor="t">
            <a:normAutofit/>
          </a:bodyPr>
          <a:lstStyle>
            <a:lvl1pPr marL="0" indent="0" algn="ctr">
              <a:buNone/>
              <a:defRPr sz="2000">
                <a:solidFill>
                  <a:schemeClr val="bg2"/>
                </a:solidFill>
                <a:latin typeface="Amazon Ember" panose="020B0603020204020204" pitchFamily="34" charset="0"/>
                <a:ea typeface="Amazon Ember" panose="020B0603020204020204" pitchFamily="34" charset="0"/>
                <a:cs typeface="Amazon Ember" panose="020B060302020402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Enter the course start time and time zone</a:t>
            </a:r>
          </a:p>
        </p:txBody>
      </p:sp>
      <p:sp>
        <p:nvSpPr>
          <p:cNvPr id="22" name="Instructor Photo">
            <a:extLst>
              <a:ext uri="{FF2B5EF4-FFF2-40B4-BE49-F238E27FC236}">
                <a16:creationId xmlns:a16="http://schemas.microsoft.com/office/drawing/2014/main" id="{1271813C-5B30-4D24-8175-91D870333A95}"/>
              </a:ext>
              <a:ext uri="{C183D7F6-B498-43B3-948B-1728B52AA6E4}">
                <adec:decorative xmlns:adec="http://schemas.microsoft.com/office/drawing/2017/decorative" val="1"/>
              </a:ext>
            </a:extLst>
          </p:cNvPr>
          <p:cNvSpPr>
            <a:spLocks noGrp="1"/>
          </p:cNvSpPr>
          <p:nvPr>
            <p:ph idx="4" hasCustomPrompt="1"/>
          </p:nvPr>
        </p:nvSpPr>
        <p:spPr>
          <a:xfrm>
            <a:off x="6122226" y="440360"/>
            <a:ext cx="1584325" cy="1581912"/>
          </a:xfrm>
        </p:spPr>
        <p:txBody>
          <a:bodyPr>
            <a:normAutofit/>
          </a:bodyPr>
          <a:lstStyle>
            <a:lvl1pPr marL="0" indent="0" algn="ctr">
              <a:buNone/>
              <a:defRPr sz="2000">
                <a:solidFill>
                  <a:schemeClr val="bg1"/>
                </a:solidFill>
              </a:defRPr>
            </a:lvl1pPr>
          </a:lstStyle>
          <a:p>
            <a:r>
              <a:rPr lang="en-US" dirty="0"/>
              <a:t>Instructor photo</a:t>
            </a:r>
          </a:p>
        </p:txBody>
      </p:sp>
      <p:sp>
        <p:nvSpPr>
          <p:cNvPr id="23" name="Instructor title">
            <a:extLst>
              <a:ext uri="{FF2B5EF4-FFF2-40B4-BE49-F238E27FC236}">
                <a16:creationId xmlns:a16="http://schemas.microsoft.com/office/drawing/2014/main" id="{1E89B15E-5A77-464A-BFA6-2416D1566FA9}"/>
              </a:ext>
            </a:extLst>
          </p:cNvPr>
          <p:cNvSpPr txBox="1"/>
          <p:nvPr/>
        </p:nvSpPr>
        <p:spPr>
          <a:xfrm>
            <a:off x="7715773" y="412928"/>
            <a:ext cx="3060453" cy="523220"/>
          </a:xfrm>
          <a:prstGeom prst="rect">
            <a:avLst/>
          </a:prstGeom>
          <a:noFill/>
        </p:spPr>
        <p:txBody>
          <a:bodyPr wrap="none" rtlCol="0">
            <a:spAutoFit/>
          </a:bodyPr>
          <a:lstStyle/>
          <a:p>
            <a:r>
              <a:rPr lang="en-US" sz="2800" dirty="0">
                <a:solidFill>
                  <a:schemeClr val="tx2"/>
                </a:solidFill>
                <a:latin typeface="Amazon Ember" panose="020B0603020204020204" pitchFamily="34" charset="0"/>
                <a:ea typeface="Amazon Ember" panose="020B0603020204020204" pitchFamily="34" charset="0"/>
                <a:cs typeface="Amazon Ember" panose="020B0603020204020204" pitchFamily="34" charset="0"/>
              </a:rPr>
              <a:t>Your instructor is:</a:t>
            </a:r>
          </a:p>
        </p:txBody>
      </p:sp>
      <p:sp>
        <p:nvSpPr>
          <p:cNvPr id="7" name="Instructor Info">
            <a:extLst>
              <a:ext uri="{FF2B5EF4-FFF2-40B4-BE49-F238E27FC236}">
                <a16:creationId xmlns:a16="http://schemas.microsoft.com/office/drawing/2014/main" id="{09913C86-F9D2-40F4-BFE6-F0C9EF282B5E}"/>
              </a:ext>
            </a:extLst>
          </p:cNvPr>
          <p:cNvSpPr>
            <a:spLocks noGrp="1"/>
          </p:cNvSpPr>
          <p:nvPr>
            <p:ph type="body" idx="2" hasCustomPrompt="1"/>
          </p:nvPr>
        </p:nvSpPr>
        <p:spPr>
          <a:xfrm>
            <a:off x="7838662" y="1002529"/>
            <a:ext cx="4166263" cy="1021776"/>
          </a:xfrm>
        </p:spPr>
        <p:txBody>
          <a:bodyPr anchor="t">
            <a:normAutofit/>
          </a:bodyPr>
          <a:lstStyle>
            <a:lvl1pPr marL="0" indent="0" algn="l">
              <a:spcBef>
                <a:spcPts val="0"/>
              </a:spcBef>
              <a:spcAft>
                <a:spcPts val="0"/>
              </a:spcAft>
              <a:buNone/>
              <a:defRPr sz="20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Enter instructor name</a:t>
            </a:r>
            <a:br>
              <a:rPr lang="en-US" dirty="0"/>
            </a:br>
            <a:r>
              <a:rPr lang="en-US" dirty="0"/>
              <a:t>Instructor email address</a:t>
            </a:r>
            <a:br>
              <a:rPr lang="en-US" dirty="0"/>
            </a:br>
            <a:r>
              <a:rPr lang="en-US" dirty="0"/>
              <a:t>Instructor title</a:t>
            </a:r>
          </a:p>
        </p:txBody>
      </p:sp>
      <p:sp>
        <p:nvSpPr>
          <p:cNvPr id="24" name="Connection Title">
            <a:extLst>
              <a:ext uri="{FF2B5EF4-FFF2-40B4-BE49-F238E27FC236}">
                <a16:creationId xmlns:a16="http://schemas.microsoft.com/office/drawing/2014/main" id="{8EE8F574-4F92-4934-B4F0-90D055E5D8A2}"/>
              </a:ext>
            </a:extLst>
          </p:cNvPr>
          <p:cNvSpPr txBox="1"/>
          <p:nvPr/>
        </p:nvSpPr>
        <p:spPr>
          <a:xfrm>
            <a:off x="6447569" y="2330518"/>
            <a:ext cx="4328429" cy="523220"/>
          </a:xfrm>
          <a:prstGeom prst="rect">
            <a:avLst/>
          </a:prstGeom>
          <a:noFill/>
        </p:spPr>
        <p:txBody>
          <a:bodyPr wrap="none" rtlCol="0">
            <a:spAutoFit/>
          </a:bodyPr>
          <a:lstStyle/>
          <a:p>
            <a:r>
              <a:rPr lang="en-US" sz="2800" dirty="0">
                <a:solidFill>
                  <a:schemeClr val="tx2"/>
                </a:solidFill>
                <a:latin typeface="Amazon Ember" panose="020B0603020204020204" pitchFamily="34" charset="0"/>
                <a:ea typeface="Amazon Ember" panose="020B0603020204020204" pitchFamily="34" charset="0"/>
                <a:cs typeface="Amazon Ember" panose="020B0603020204020204" pitchFamily="34" charset="0"/>
              </a:rPr>
              <a:t>Connect to the following:</a:t>
            </a:r>
          </a:p>
        </p:txBody>
      </p:sp>
      <p:sp>
        <p:nvSpPr>
          <p:cNvPr id="8" name="Resources">
            <a:extLst>
              <a:ext uri="{FF2B5EF4-FFF2-40B4-BE49-F238E27FC236}">
                <a16:creationId xmlns:a16="http://schemas.microsoft.com/office/drawing/2014/main" id="{B7141889-281C-44C1-8554-B9EEA8D5FF40}"/>
              </a:ext>
            </a:extLst>
          </p:cNvPr>
          <p:cNvSpPr>
            <a:spLocks noGrp="1"/>
          </p:cNvSpPr>
          <p:nvPr>
            <p:ph type="body" idx="3" hasCustomPrompt="1"/>
          </p:nvPr>
        </p:nvSpPr>
        <p:spPr>
          <a:xfrm>
            <a:off x="6095999" y="2920118"/>
            <a:ext cx="5908925" cy="3497521"/>
          </a:xfrm>
        </p:spPr>
        <p:txBody>
          <a:bodyPr anchor="t">
            <a:normAutofit/>
          </a:bodyPr>
          <a:lstStyle>
            <a:lvl1pPr marL="0" indent="0" algn="l">
              <a:spcBef>
                <a:spcPts val="0"/>
              </a:spcBef>
              <a:spcAft>
                <a:spcPts val="0"/>
              </a:spcAft>
              <a:buNone/>
              <a:defRPr sz="1800" baseline="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Enter the information for </a:t>
            </a:r>
            <a:r>
              <a:rPr lang="en-US" dirty="0" err="1"/>
              <a:t>eVantage</a:t>
            </a:r>
            <a:r>
              <a:rPr lang="en-US" dirty="0"/>
              <a:t>, QwikLabs, and any other resources the student needs to have loaded</a:t>
            </a:r>
          </a:p>
        </p:txBody>
      </p:sp>
    </p:spTree>
    <p:custDataLst>
      <p:tags r:id="rId1"/>
    </p:custDataLst>
    <p:extLst>
      <p:ext uri="{BB962C8B-B14F-4D97-AF65-F5344CB8AC3E}">
        <p14:creationId xmlns:p14="http://schemas.microsoft.com/office/powerpoint/2010/main" val="10971603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bg1"/>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69B11573-292E-4F55-A77E-C7F70767BE6A}"/>
              </a:ext>
            </a:extLst>
          </p:cNvPr>
          <p:cNvSpPr>
            <a:spLocks noGrp="1"/>
          </p:cNvSpPr>
          <p:nvPr>
            <p:ph type="title"/>
          </p:nvPr>
        </p:nvSpPr>
        <p:spPr>
          <a:xfrm>
            <a:off x="365760" y="2295144"/>
            <a:ext cx="11567160" cy="1481328"/>
          </a:xfrm>
        </p:spPr>
        <p:txBody>
          <a:bodyPr anchor="b">
            <a:normAutofit/>
          </a:bodyPr>
          <a:lstStyle>
            <a:lvl1pPr>
              <a:defRPr sz="4400">
                <a:solidFill>
                  <a:schemeClr val="bg2"/>
                </a:solidFill>
              </a:defRPr>
            </a:lvl1pPr>
          </a:lstStyle>
          <a:p>
            <a:r>
              <a:rPr lang="en-US"/>
              <a:t>Click to edit Master title style</a:t>
            </a:r>
            <a:endParaRPr lang="en-US" dirty="0"/>
          </a:p>
        </p:txBody>
      </p:sp>
      <p:sp>
        <p:nvSpPr>
          <p:cNvPr id="3" name="Subtitle">
            <a:extLst>
              <a:ext uri="{FF2B5EF4-FFF2-40B4-BE49-F238E27FC236}">
                <a16:creationId xmlns:a16="http://schemas.microsoft.com/office/drawing/2014/main" id="{4720F438-6999-4AEE-ABDC-CA4496A582B0}"/>
              </a:ext>
            </a:extLst>
          </p:cNvPr>
          <p:cNvSpPr>
            <a:spLocks noGrp="1"/>
          </p:cNvSpPr>
          <p:nvPr>
            <p:ph type="subTitle" idx="1" hasCustomPrompt="1"/>
          </p:nvPr>
        </p:nvSpPr>
        <p:spPr>
          <a:xfrm>
            <a:off x="365760" y="3803904"/>
            <a:ext cx="11567160" cy="2267712"/>
          </a:xfrm>
        </p:spPr>
        <p:txBody>
          <a:bodyPr>
            <a:noAutofit/>
          </a:bodyPr>
          <a:lstStyle>
            <a:lvl1pPr marL="0" indent="0">
              <a:buNone/>
              <a:defRPr sz="3200">
                <a:solidFill>
                  <a:schemeClr val="bg2"/>
                </a:solidFill>
              </a:defRPr>
            </a:lvl1pPr>
          </a:lstStyle>
          <a:p>
            <a:pPr lvl="0"/>
            <a:r>
              <a:rPr lang="en-US" dirty="0"/>
              <a:t>Type subtitle here</a:t>
            </a:r>
          </a:p>
        </p:txBody>
      </p:sp>
    </p:spTree>
    <p:custDataLst>
      <p:tags r:id="rId1"/>
    </p:custDataLst>
    <p:extLst>
      <p:ext uri="{BB962C8B-B14F-4D97-AF65-F5344CB8AC3E}">
        <p14:creationId xmlns:p14="http://schemas.microsoft.com/office/powerpoint/2010/main" val="16683618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Variant">
    <p:bg>
      <p:bgPr>
        <a:solidFill>
          <a:schemeClr val="bg1"/>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4033957-0EFE-4329-90FD-EA0B2493A7A5}"/>
              </a:ext>
            </a:extLst>
          </p:cNvPr>
          <p:cNvSpPr>
            <a:spLocks noGrp="1"/>
          </p:cNvSpPr>
          <p:nvPr>
            <p:ph type="ctrTitle" hasCustomPrompt="1"/>
          </p:nvPr>
        </p:nvSpPr>
        <p:spPr>
          <a:xfrm>
            <a:off x="2697480" y="1451250"/>
            <a:ext cx="9189490" cy="2325458"/>
          </a:xfrm>
        </p:spPr>
        <p:txBody>
          <a:bodyPr anchor="b"/>
          <a:lstStyle>
            <a:lvl1pPr algn="l">
              <a:lnSpc>
                <a:spcPct val="100000"/>
              </a:lnSpc>
              <a:defRPr sz="4800">
                <a:solidFill>
                  <a:schemeClr val="bg2"/>
                </a:solidFill>
                <a:latin typeface="Amazon Ember Heavy" panose="020B0803020204020204" pitchFamily="34" charset="0"/>
                <a:ea typeface="Amazon Ember Heavy" panose="020B0803020204020204" pitchFamily="34" charset="0"/>
                <a:cs typeface="Amazon Ember Heavy" panose="020B0803020204020204" pitchFamily="34" charset="0"/>
              </a:defRPr>
            </a:lvl1pPr>
          </a:lstStyle>
          <a:p>
            <a:r>
              <a:rPr lang="en-US" dirty="0"/>
              <a:t>Type title here</a:t>
            </a:r>
          </a:p>
        </p:txBody>
      </p:sp>
      <p:sp>
        <p:nvSpPr>
          <p:cNvPr id="3" name="Subtitle">
            <a:extLst>
              <a:ext uri="{FF2B5EF4-FFF2-40B4-BE49-F238E27FC236}">
                <a16:creationId xmlns:a16="http://schemas.microsoft.com/office/drawing/2014/main" id="{D880B134-6E98-45E8-A3FF-0D4A8170A59B}"/>
              </a:ext>
            </a:extLst>
          </p:cNvPr>
          <p:cNvSpPr>
            <a:spLocks noGrp="1"/>
          </p:cNvSpPr>
          <p:nvPr>
            <p:ph type="subTitle" idx="1" hasCustomPrompt="1"/>
          </p:nvPr>
        </p:nvSpPr>
        <p:spPr>
          <a:xfrm>
            <a:off x="2697480" y="3799920"/>
            <a:ext cx="9189490" cy="2325458"/>
          </a:xfrm>
        </p:spPr>
        <p:txBody>
          <a:bodyPr lIns="0"/>
          <a:lstStyle>
            <a:lvl1pPr marL="0" indent="0" algn="l">
              <a:lnSpc>
                <a:spcPct val="100000"/>
              </a:lnSpc>
              <a:buNone/>
              <a:defRPr sz="3200">
                <a:solidFill>
                  <a:schemeClr val="bg2"/>
                </a:solidFill>
                <a:latin typeface="Amazon Ember" panose="020B0603020204020204" pitchFamily="34" charset="0"/>
                <a:ea typeface="Amazon Ember" panose="020B0603020204020204" pitchFamily="34" charset="0"/>
                <a:cs typeface="Amazon Ember" panose="020B06030202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Type subtitle here</a:t>
            </a:r>
          </a:p>
        </p:txBody>
      </p:sp>
    </p:spTree>
    <p:custDataLst>
      <p:tags r:id="rId1"/>
    </p:custDataLst>
    <p:extLst>
      <p:ext uri="{BB962C8B-B14F-4D97-AF65-F5344CB8AC3E}">
        <p14:creationId xmlns:p14="http://schemas.microsoft.com/office/powerpoint/2010/main" val="12206413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E52B1449-9D22-45E9-8E29-DD9653749C2D}"/>
              </a:ext>
            </a:extLst>
          </p:cNvPr>
          <p:cNvSpPr>
            <a:spLocks noGrp="1"/>
          </p:cNvSpPr>
          <p:nvPr>
            <p:ph type="title" hasCustomPrompt="1"/>
          </p:nvPr>
        </p:nvSpPr>
        <p:spPr>
          <a:xfrm>
            <a:off x="365760" y="366471"/>
            <a:ext cx="8768256" cy="2293938"/>
          </a:xfrm>
        </p:spPr>
        <p:txBody>
          <a:bodyPr anchor="b"/>
          <a:lstStyle>
            <a:lvl1pPr>
              <a:defRPr sz="4400">
                <a:solidFill>
                  <a:schemeClr val="tx2"/>
                </a:solidFill>
              </a:defRPr>
            </a:lvl1pPr>
          </a:lstStyle>
          <a:p>
            <a:r>
              <a:rPr lang="en-US" dirty="0"/>
              <a:t>Enter title text</a:t>
            </a:r>
          </a:p>
        </p:txBody>
      </p:sp>
      <p:sp>
        <p:nvSpPr>
          <p:cNvPr id="3" name="Subtitle">
            <a:extLst>
              <a:ext uri="{FF2B5EF4-FFF2-40B4-BE49-F238E27FC236}">
                <a16:creationId xmlns:a16="http://schemas.microsoft.com/office/drawing/2014/main" id="{25336E2B-DB74-4789-BBF8-753828F72458}"/>
              </a:ext>
            </a:extLst>
          </p:cNvPr>
          <p:cNvSpPr>
            <a:spLocks noGrp="1"/>
          </p:cNvSpPr>
          <p:nvPr>
            <p:ph type="subTitle" idx="1" hasCustomPrompt="1"/>
          </p:nvPr>
        </p:nvSpPr>
        <p:spPr>
          <a:xfrm>
            <a:off x="365760" y="2688190"/>
            <a:ext cx="8768256" cy="2098121"/>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Enter subtitle</a:t>
            </a:r>
          </a:p>
        </p:txBody>
      </p:sp>
      <p:grpSp>
        <p:nvGrpSpPr>
          <p:cNvPr id="12" name="Background">
            <a:extLst>
              <a:ext uri="{FF2B5EF4-FFF2-40B4-BE49-F238E27FC236}">
                <a16:creationId xmlns:a16="http://schemas.microsoft.com/office/drawing/2014/main" id="{08931424-66E6-477A-95D2-2C5E26F414C7}"/>
              </a:ext>
            </a:extLst>
          </p:cNvPr>
          <p:cNvGrpSpPr/>
          <p:nvPr/>
        </p:nvGrpSpPr>
        <p:grpSpPr>
          <a:xfrm>
            <a:off x="656659" y="-1"/>
            <a:ext cx="11535342" cy="6858001"/>
            <a:chOff x="656659" y="-1"/>
            <a:chExt cx="11535342" cy="6858001"/>
          </a:xfrm>
        </p:grpSpPr>
        <p:sp>
          <p:nvSpPr>
            <p:cNvPr id="14" name="CubeFront">
              <a:extLst>
                <a:ext uri="{FF2B5EF4-FFF2-40B4-BE49-F238E27FC236}">
                  <a16:creationId xmlns:a16="http://schemas.microsoft.com/office/drawing/2014/main" id="{1BDF6026-D674-4E63-8B3A-CBDFE9E787C1}"/>
                </a:ext>
                <a:ext uri="{C183D7F6-B498-43B3-948B-1728B52AA6E4}">
                  <adec:decorative xmlns:adec="http://schemas.microsoft.com/office/drawing/2017/decorative" val="1"/>
                </a:ext>
              </a:extLst>
            </p:cNvPr>
            <p:cNvSpPr/>
            <p:nvPr/>
          </p:nvSpPr>
          <p:spPr>
            <a:xfrm>
              <a:off x="672321" y="5917721"/>
              <a:ext cx="4282108" cy="94027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ubeTop">
              <a:extLst>
                <a:ext uri="{FF2B5EF4-FFF2-40B4-BE49-F238E27FC236}">
                  <a16:creationId xmlns:a16="http://schemas.microsoft.com/office/drawing/2014/main" id="{06BB4668-D264-4030-8700-4F9782A61534}"/>
                </a:ext>
                <a:ext uri="{C183D7F6-B498-43B3-948B-1728B52AA6E4}">
                  <adec:decorative xmlns:adec="http://schemas.microsoft.com/office/drawing/2017/decorative" val="1"/>
                </a:ext>
              </a:extLst>
            </p:cNvPr>
            <p:cNvSpPr/>
            <p:nvPr/>
          </p:nvSpPr>
          <p:spPr>
            <a:xfrm>
              <a:off x="656659" y="4071144"/>
              <a:ext cx="11535342" cy="2786856"/>
            </a:xfrm>
            <a:custGeom>
              <a:avLst/>
              <a:gdLst>
                <a:gd name="connsiteX0" fmla="*/ 0 w 2363056"/>
                <a:gd name="connsiteY0" fmla="*/ 0 h 1655762"/>
                <a:gd name="connsiteX1" fmla="*/ 2363056 w 2363056"/>
                <a:gd name="connsiteY1" fmla="*/ 0 h 1655762"/>
                <a:gd name="connsiteX2" fmla="*/ 2363056 w 2363056"/>
                <a:gd name="connsiteY2" fmla="*/ 1655762 h 1655762"/>
                <a:gd name="connsiteX3" fmla="*/ 0 w 2363056"/>
                <a:gd name="connsiteY3" fmla="*/ 1655762 h 1655762"/>
                <a:gd name="connsiteX4" fmla="*/ 0 w 2363056"/>
                <a:gd name="connsiteY4" fmla="*/ 0 h 1655762"/>
                <a:gd name="connsiteX0" fmla="*/ 0 w 8716231"/>
                <a:gd name="connsiteY0" fmla="*/ 123825 h 1779587"/>
                <a:gd name="connsiteX1" fmla="*/ 8716231 w 8716231"/>
                <a:gd name="connsiteY1" fmla="*/ 0 h 1779587"/>
                <a:gd name="connsiteX2" fmla="*/ 2363056 w 8716231"/>
                <a:gd name="connsiteY2" fmla="*/ 1779587 h 1779587"/>
                <a:gd name="connsiteX3" fmla="*/ 0 w 8716231"/>
                <a:gd name="connsiteY3" fmla="*/ 1779587 h 1779587"/>
                <a:gd name="connsiteX4" fmla="*/ 0 w 8716231"/>
                <a:gd name="connsiteY4" fmla="*/ 123825 h 1779587"/>
                <a:gd name="connsiteX0" fmla="*/ 8558212 w 8716231"/>
                <a:gd name="connsiteY0" fmla="*/ 0 h 2774949"/>
                <a:gd name="connsiteX1" fmla="*/ 8716231 w 8716231"/>
                <a:gd name="connsiteY1" fmla="*/ 995362 h 2774949"/>
                <a:gd name="connsiteX2" fmla="*/ 2363056 w 8716231"/>
                <a:gd name="connsiteY2" fmla="*/ 2774949 h 2774949"/>
                <a:gd name="connsiteX3" fmla="*/ 0 w 8716231"/>
                <a:gd name="connsiteY3" fmla="*/ 2774949 h 2774949"/>
                <a:gd name="connsiteX4" fmla="*/ 8558212 w 8716231"/>
                <a:gd name="connsiteY4" fmla="*/ 0 h 2774949"/>
                <a:gd name="connsiteX0" fmla="*/ 8543924 w 8701943"/>
                <a:gd name="connsiteY0" fmla="*/ 0 h 2774949"/>
                <a:gd name="connsiteX1" fmla="*/ 8701943 w 8701943"/>
                <a:gd name="connsiteY1" fmla="*/ 995362 h 2774949"/>
                <a:gd name="connsiteX2" fmla="*/ 2348768 w 8701943"/>
                <a:gd name="connsiteY2" fmla="*/ 2774949 h 2774949"/>
                <a:gd name="connsiteX3" fmla="*/ 0 w 8701943"/>
                <a:gd name="connsiteY3" fmla="*/ 1846261 h 2774949"/>
                <a:gd name="connsiteX4" fmla="*/ 8543924 w 8701943"/>
                <a:gd name="connsiteY4" fmla="*/ 0 h 2774949"/>
                <a:gd name="connsiteX0" fmla="*/ 8543924 w 8701943"/>
                <a:gd name="connsiteY0" fmla="*/ 0 h 2779712"/>
                <a:gd name="connsiteX1" fmla="*/ 8701943 w 8701943"/>
                <a:gd name="connsiteY1" fmla="*/ 995362 h 2779712"/>
                <a:gd name="connsiteX2" fmla="*/ 4187093 w 8701943"/>
                <a:gd name="connsiteY2" fmla="*/ 2779712 h 2779712"/>
                <a:gd name="connsiteX3" fmla="*/ 0 w 8701943"/>
                <a:gd name="connsiteY3" fmla="*/ 1846261 h 2779712"/>
                <a:gd name="connsiteX4" fmla="*/ 8543924 w 8701943"/>
                <a:gd name="connsiteY4" fmla="*/ 0 h 2779712"/>
                <a:gd name="connsiteX0" fmla="*/ 8543924 w 8701943"/>
                <a:gd name="connsiteY0" fmla="*/ 0 h 2779712"/>
                <a:gd name="connsiteX1" fmla="*/ 8701943 w 8701943"/>
                <a:gd name="connsiteY1" fmla="*/ 995362 h 2779712"/>
                <a:gd name="connsiteX2" fmla="*/ 5470934 w 8701943"/>
                <a:gd name="connsiteY2" fmla="*/ 2265362 h 2779712"/>
                <a:gd name="connsiteX3" fmla="*/ 4187093 w 8701943"/>
                <a:gd name="connsiteY3" fmla="*/ 2779712 h 2779712"/>
                <a:gd name="connsiteX4" fmla="*/ 0 w 8701943"/>
                <a:gd name="connsiteY4" fmla="*/ 1846261 h 2779712"/>
                <a:gd name="connsiteX5" fmla="*/ 8543924 w 8701943"/>
                <a:gd name="connsiteY5" fmla="*/ 0 h 2779712"/>
                <a:gd name="connsiteX0" fmla="*/ 8543924 w 11614559"/>
                <a:gd name="connsiteY0" fmla="*/ 0 h 2779712"/>
                <a:gd name="connsiteX1" fmla="*/ 8701943 w 11614559"/>
                <a:gd name="connsiteY1" fmla="*/ 995362 h 2779712"/>
                <a:gd name="connsiteX2" fmla="*/ 11614559 w 11614559"/>
                <a:gd name="connsiteY2" fmla="*/ 2779712 h 2779712"/>
                <a:gd name="connsiteX3" fmla="*/ 4187093 w 11614559"/>
                <a:gd name="connsiteY3" fmla="*/ 2779712 h 2779712"/>
                <a:gd name="connsiteX4" fmla="*/ 0 w 11614559"/>
                <a:gd name="connsiteY4" fmla="*/ 1846261 h 2779712"/>
                <a:gd name="connsiteX5" fmla="*/ 8543924 w 11614559"/>
                <a:gd name="connsiteY5" fmla="*/ 0 h 2779712"/>
                <a:gd name="connsiteX0" fmla="*/ 8543924 w 11614559"/>
                <a:gd name="connsiteY0" fmla="*/ 0 h 2779712"/>
                <a:gd name="connsiteX1" fmla="*/ 11607068 w 11614559"/>
                <a:gd name="connsiteY1" fmla="*/ 685800 h 2779712"/>
                <a:gd name="connsiteX2" fmla="*/ 11614559 w 11614559"/>
                <a:gd name="connsiteY2" fmla="*/ 2779712 h 2779712"/>
                <a:gd name="connsiteX3" fmla="*/ 4187093 w 11614559"/>
                <a:gd name="connsiteY3" fmla="*/ 2779712 h 2779712"/>
                <a:gd name="connsiteX4" fmla="*/ 0 w 11614559"/>
                <a:gd name="connsiteY4" fmla="*/ 1846261 h 2779712"/>
                <a:gd name="connsiteX5" fmla="*/ 8543924 w 11614559"/>
                <a:gd name="connsiteY5" fmla="*/ 0 h 2779712"/>
                <a:gd name="connsiteX0" fmla="*/ 8553449 w 11614559"/>
                <a:gd name="connsiteY0" fmla="*/ 0 h 2784474"/>
                <a:gd name="connsiteX1" fmla="*/ 11607068 w 11614559"/>
                <a:gd name="connsiteY1" fmla="*/ 690562 h 2784474"/>
                <a:gd name="connsiteX2" fmla="*/ 11614559 w 11614559"/>
                <a:gd name="connsiteY2" fmla="*/ 2784474 h 2784474"/>
                <a:gd name="connsiteX3" fmla="*/ 4187093 w 11614559"/>
                <a:gd name="connsiteY3" fmla="*/ 2784474 h 2784474"/>
                <a:gd name="connsiteX4" fmla="*/ 0 w 11614559"/>
                <a:gd name="connsiteY4" fmla="*/ 1851023 h 2784474"/>
                <a:gd name="connsiteX5" fmla="*/ 8553449 w 11614559"/>
                <a:gd name="connsiteY5" fmla="*/ 0 h 2784474"/>
                <a:gd name="connsiteX0" fmla="*/ 8553449 w 11614559"/>
                <a:gd name="connsiteY0" fmla="*/ 0 h 2784474"/>
                <a:gd name="connsiteX1" fmla="*/ 11611831 w 11614559"/>
                <a:gd name="connsiteY1" fmla="*/ 721518 h 2784474"/>
                <a:gd name="connsiteX2" fmla="*/ 11614559 w 11614559"/>
                <a:gd name="connsiteY2" fmla="*/ 2784474 h 2784474"/>
                <a:gd name="connsiteX3" fmla="*/ 4187093 w 11614559"/>
                <a:gd name="connsiteY3" fmla="*/ 2784474 h 2784474"/>
                <a:gd name="connsiteX4" fmla="*/ 0 w 11614559"/>
                <a:gd name="connsiteY4" fmla="*/ 1851023 h 2784474"/>
                <a:gd name="connsiteX5" fmla="*/ 8553449 w 11614559"/>
                <a:gd name="connsiteY5" fmla="*/ 0 h 2784474"/>
                <a:gd name="connsiteX0" fmla="*/ 8553449 w 11614559"/>
                <a:gd name="connsiteY0" fmla="*/ 0 h 2784474"/>
                <a:gd name="connsiteX1" fmla="*/ 11614212 w 11614559"/>
                <a:gd name="connsiteY1" fmla="*/ 719137 h 2784474"/>
                <a:gd name="connsiteX2" fmla="*/ 11614559 w 11614559"/>
                <a:gd name="connsiteY2" fmla="*/ 2784474 h 2784474"/>
                <a:gd name="connsiteX3" fmla="*/ 4187093 w 11614559"/>
                <a:gd name="connsiteY3" fmla="*/ 2784474 h 2784474"/>
                <a:gd name="connsiteX4" fmla="*/ 0 w 11614559"/>
                <a:gd name="connsiteY4" fmla="*/ 1851023 h 2784474"/>
                <a:gd name="connsiteX5" fmla="*/ 8553449 w 11614559"/>
                <a:gd name="connsiteY5" fmla="*/ 0 h 2784474"/>
                <a:gd name="connsiteX0" fmla="*/ 8553449 w 11616733"/>
                <a:gd name="connsiteY0" fmla="*/ 0 h 2784474"/>
                <a:gd name="connsiteX1" fmla="*/ 11616594 w 11616733"/>
                <a:gd name="connsiteY1" fmla="*/ 716755 h 2784474"/>
                <a:gd name="connsiteX2" fmla="*/ 11614559 w 11616733"/>
                <a:gd name="connsiteY2" fmla="*/ 2784474 h 2784474"/>
                <a:gd name="connsiteX3" fmla="*/ 4187093 w 11616733"/>
                <a:gd name="connsiteY3" fmla="*/ 2784474 h 2784474"/>
                <a:gd name="connsiteX4" fmla="*/ 0 w 11616733"/>
                <a:gd name="connsiteY4" fmla="*/ 1851023 h 2784474"/>
                <a:gd name="connsiteX5" fmla="*/ 8553449 w 11616733"/>
                <a:gd name="connsiteY5" fmla="*/ 0 h 2784474"/>
                <a:gd name="connsiteX0" fmla="*/ 8562974 w 11616733"/>
                <a:gd name="connsiteY0" fmla="*/ 0 h 2786856"/>
                <a:gd name="connsiteX1" fmla="*/ 11616594 w 11616733"/>
                <a:gd name="connsiteY1" fmla="*/ 719137 h 2786856"/>
                <a:gd name="connsiteX2" fmla="*/ 11614559 w 11616733"/>
                <a:gd name="connsiteY2" fmla="*/ 2786856 h 2786856"/>
                <a:gd name="connsiteX3" fmla="*/ 4187093 w 11616733"/>
                <a:gd name="connsiteY3" fmla="*/ 2786856 h 2786856"/>
                <a:gd name="connsiteX4" fmla="*/ 0 w 11616733"/>
                <a:gd name="connsiteY4" fmla="*/ 1853405 h 2786856"/>
                <a:gd name="connsiteX5" fmla="*/ 8562974 w 11616733"/>
                <a:gd name="connsiteY5" fmla="*/ 0 h 2786856"/>
                <a:gd name="connsiteX0" fmla="*/ 8562974 w 11614559"/>
                <a:gd name="connsiteY0" fmla="*/ 0 h 2786856"/>
                <a:gd name="connsiteX1" fmla="*/ 11614213 w 11614559"/>
                <a:gd name="connsiteY1" fmla="*/ 688180 h 2786856"/>
                <a:gd name="connsiteX2" fmla="*/ 11614559 w 11614559"/>
                <a:gd name="connsiteY2" fmla="*/ 2786856 h 2786856"/>
                <a:gd name="connsiteX3" fmla="*/ 4187093 w 11614559"/>
                <a:gd name="connsiteY3" fmla="*/ 2786856 h 2786856"/>
                <a:gd name="connsiteX4" fmla="*/ 0 w 11614559"/>
                <a:gd name="connsiteY4" fmla="*/ 1853405 h 2786856"/>
                <a:gd name="connsiteX5" fmla="*/ 8562974 w 11614559"/>
                <a:gd name="connsiteY5" fmla="*/ 0 h 2786856"/>
                <a:gd name="connsiteX0" fmla="*/ 8567736 w 11619321"/>
                <a:gd name="connsiteY0" fmla="*/ 0 h 2786856"/>
                <a:gd name="connsiteX1" fmla="*/ 11618975 w 11619321"/>
                <a:gd name="connsiteY1" fmla="*/ 688180 h 2786856"/>
                <a:gd name="connsiteX2" fmla="*/ 11619321 w 11619321"/>
                <a:gd name="connsiteY2" fmla="*/ 2786856 h 2786856"/>
                <a:gd name="connsiteX3" fmla="*/ 4191855 w 11619321"/>
                <a:gd name="connsiteY3" fmla="*/ 2786856 h 2786856"/>
                <a:gd name="connsiteX4" fmla="*/ 0 w 11619321"/>
                <a:gd name="connsiteY4" fmla="*/ 1853405 h 2786856"/>
                <a:gd name="connsiteX5" fmla="*/ 8567736 w 11619321"/>
                <a:gd name="connsiteY5" fmla="*/ 0 h 2786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9321" h="2786856">
                  <a:moveTo>
                    <a:pt x="8567736" y="0"/>
                  </a:moveTo>
                  <a:lnTo>
                    <a:pt x="11618975" y="688180"/>
                  </a:lnTo>
                  <a:cubicBezTo>
                    <a:pt x="11619884" y="1375832"/>
                    <a:pt x="11618412" y="2099204"/>
                    <a:pt x="11619321" y="2786856"/>
                  </a:cubicBezTo>
                  <a:lnTo>
                    <a:pt x="4191855" y="2786856"/>
                  </a:lnTo>
                  <a:lnTo>
                    <a:pt x="0" y="1853405"/>
                  </a:lnTo>
                  <a:lnTo>
                    <a:pt x="8567736"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BKG-RT">
              <a:extLst>
                <a:ext uri="{FF2B5EF4-FFF2-40B4-BE49-F238E27FC236}">
                  <a16:creationId xmlns:a16="http://schemas.microsoft.com/office/drawing/2014/main" id="{8E17F594-599B-4FD9-8BCB-8E1C019CCB44}"/>
                </a:ext>
                <a:ext uri="{C183D7F6-B498-43B3-948B-1728B52AA6E4}">
                  <adec:decorative xmlns:adec="http://schemas.microsoft.com/office/drawing/2017/decorative" val="1"/>
                </a:ext>
              </a:extLst>
            </p:cNvPr>
            <p:cNvSpPr/>
            <p:nvPr/>
          </p:nvSpPr>
          <p:spPr>
            <a:xfrm>
              <a:off x="9175265" y="-1"/>
              <a:ext cx="3016735" cy="4786313"/>
            </a:xfrm>
            <a:custGeom>
              <a:avLst/>
              <a:gdLst>
                <a:gd name="connsiteX0" fmla="*/ 0 w 3057526"/>
                <a:gd name="connsiteY0" fmla="*/ 0 h 3930651"/>
                <a:gd name="connsiteX1" fmla="*/ 3057526 w 3057526"/>
                <a:gd name="connsiteY1" fmla="*/ 0 h 3930651"/>
                <a:gd name="connsiteX2" fmla="*/ 3057526 w 3057526"/>
                <a:gd name="connsiteY2" fmla="*/ 3930651 h 3930651"/>
                <a:gd name="connsiteX3" fmla="*/ 0 w 3057526"/>
                <a:gd name="connsiteY3" fmla="*/ 3930651 h 3930651"/>
                <a:gd name="connsiteX4" fmla="*/ 0 w 3057526"/>
                <a:gd name="connsiteY4" fmla="*/ 0 h 3930651"/>
                <a:gd name="connsiteX0" fmla="*/ 0 w 3062289"/>
                <a:gd name="connsiteY0" fmla="*/ 0 h 4621213"/>
                <a:gd name="connsiteX1" fmla="*/ 3057526 w 3062289"/>
                <a:gd name="connsiteY1" fmla="*/ 0 h 4621213"/>
                <a:gd name="connsiteX2" fmla="*/ 3062289 w 3062289"/>
                <a:gd name="connsiteY2" fmla="*/ 4621213 h 4621213"/>
                <a:gd name="connsiteX3" fmla="*/ 0 w 3062289"/>
                <a:gd name="connsiteY3" fmla="*/ 3930651 h 4621213"/>
                <a:gd name="connsiteX4" fmla="*/ 0 w 3062289"/>
                <a:gd name="connsiteY4" fmla="*/ 0 h 4621213"/>
                <a:gd name="connsiteX0" fmla="*/ 0 w 3057984"/>
                <a:gd name="connsiteY0" fmla="*/ 0 h 4621213"/>
                <a:gd name="connsiteX1" fmla="*/ 3057526 w 3057984"/>
                <a:gd name="connsiteY1" fmla="*/ 0 h 4621213"/>
                <a:gd name="connsiteX2" fmla="*/ 3057526 w 3057984"/>
                <a:gd name="connsiteY2" fmla="*/ 4621213 h 4621213"/>
                <a:gd name="connsiteX3" fmla="*/ 0 w 3057984"/>
                <a:gd name="connsiteY3" fmla="*/ 3930651 h 4621213"/>
                <a:gd name="connsiteX4" fmla="*/ 0 w 3057984"/>
                <a:gd name="connsiteY4" fmla="*/ 0 h 46212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984" h="4621213">
                  <a:moveTo>
                    <a:pt x="0" y="0"/>
                  </a:moveTo>
                  <a:lnTo>
                    <a:pt x="3057526" y="0"/>
                  </a:lnTo>
                  <a:cubicBezTo>
                    <a:pt x="3059114" y="1540404"/>
                    <a:pt x="3055938" y="3080809"/>
                    <a:pt x="3057526" y="4621213"/>
                  </a:cubicBezTo>
                  <a:lnTo>
                    <a:pt x="0" y="393065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7" name="Icons">
              <a:extLst>
                <a:ext uri="{FF2B5EF4-FFF2-40B4-BE49-F238E27FC236}">
                  <a16:creationId xmlns:a16="http://schemas.microsoft.com/office/drawing/2014/main" id="{3826BD34-BA31-4D91-BFD2-6BBD94A51D24}"/>
                </a:ext>
                <a:ext uri="{C183D7F6-B498-43B3-948B-1728B52AA6E4}">
                  <adec:decorative xmlns:adec="http://schemas.microsoft.com/office/drawing/2017/decorative" val="1"/>
                </a:ext>
              </a:extLst>
            </p:cNvPr>
            <p:cNvPicPr>
              <a:picLocks noChangeAspect="1"/>
            </p:cNvPicPr>
            <p:nvPr/>
          </p:nvPicPr>
          <p:blipFill>
            <a:blip r:embed="rId3">
              <a:duotone>
                <a:schemeClr val="accent2">
                  <a:shade val="45000"/>
                  <a:satMod val="135000"/>
                </a:schemeClr>
                <a:prstClr val="white"/>
              </a:duotone>
              <a:extLst>
                <a:ext uri="{BEBA8EAE-BF5A-486C-A8C5-ECC9F3942E4B}">
                  <a14:imgProps xmlns:a14="http://schemas.microsoft.com/office/drawing/2010/main">
                    <a14:imgLayer r:embed="rId4">
                      <a14:imgEffect>
                        <a14:colorTemperature colorTemp="2400"/>
                      </a14:imgEffect>
                      <a14:imgEffect>
                        <a14:saturation sat="50000"/>
                      </a14:imgEffect>
                    </a14:imgLayer>
                  </a14:imgProps>
                </a:ext>
                <a:ext uri="{28A0092B-C50C-407E-A947-70E740481C1C}">
                  <a14:useLocalDpi xmlns:a14="http://schemas.microsoft.com/office/drawing/2010/main" val="0"/>
                </a:ext>
              </a:extLst>
            </a:blip>
            <a:stretch>
              <a:fillRect/>
            </a:stretch>
          </p:blipFill>
          <p:spPr>
            <a:xfrm>
              <a:off x="1017429" y="4011878"/>
              <a:ext cx="11174571" cy="2846121"/>
            </a:xfrm>
            <a:prstGeom prst="rect">
              <a:avLst/>
            </a:prstGeom>
          </p:spPr>
        </p:pic>
        <p:sp>
          <p:nvSpPr>
            <p:cNvPr id="18" name="CopyBackground">
              <a:extLst>
                <a:ext uri="{FF2B5EF4-FFF2-40B4-BE49-F238E27FC236}">
                  <a16:creationId xmlns:a16="http://schemas.microsoft.com/office/drawing/2014/main" id="{3994923B-6EFE-4BB7-A3B5-632436E91DB9}"/>
                </a:ext>
              </a:extLst>
            </p:cNvPr>
            <p:cNvSpPr/>
            <p:nvPr/>
          </p:nvSpPr>
          <p:spPr>
            <a:xfrm>
              <a:off x="7622849" y="6646849"/>
              <a:ext cx="4425354"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ustDataLst>
      <p:tags r:id="rId1"/>
    </p:custDataLst>
    <p:extLst>
      <p:ext uri="{BB962C8B-B14F-4D97-AF65-F5344CB8AC3E}">
        <p14:creationId xmlns:p14="http://schemas.microsoft.com/office/powerpoint/2010/main" val="31679876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Variant">
    <p:bg>
      <p:bgPr>
        <a:solidFill>
          <a:schemeClr val="bg1"/>
        </a:solidFill>
        <a:effectLst/>
      </p:bgPr>
    </p:bg>
    <p:spTree>
      <p:nvGrpSpPr>
        <p:cNvPr id="1" name=""/>
        <p:cNvGrpSpPr/>
        <p:nvPr/>
      </p:nvGrpSpPr>
      <p:grpSpPr>
        <a:xfrm>
          <a:off x="0" y="0"/>
          <a:ext cx="0" cy="0"/>
          <a:chOff x="0" y="0"/>
          <a:chExt cx="0" cy="0"/>
        </a:xfrm>
      </p:grpSpPr>
      <p:grpSp>
        <p:nvGrpSpPr>
          <p:cNvPr id="99" name="Background Images">
            <a:extLst>
              <a:ext uri="{FF2B5EF4-FFF2-40B4-BE49-F238E27FC236}">
                <a16:creationId xmlns:a16="http://schemas.microsoft.com/office/drawing/2014/main" id="{8D6A50E3-62DD-469F-A4B4-2DC279107EB8}"/>
              </a:ext>
              <a:ext uri="{C183D7F6-B498-43B3-948B-1728B52AA6E4}">
                <adec:decorative xmlns:adec="http://schemas.microsoft.com/office/drawing/2017/decorative" val="1"/>
              </a:ext>
            </a:extLst>
          </p:cNvPr>
          <p:cNvGrpSpPr/>
          <p:nvPr/>
        </p:nvGrpSpPr>
        <p:grpSpPr>
          <a:xfrm>
            <a:off x="246888" y="0"/>
            <a:ext cx="11945112" cy="6858000"/>
            <a:chOff x="246888" y="0"/>
            <a:chExt cx="11945112" cy="6858000"/>
          </a:xfrm>
        </p:grpSpPr>
        <p:sp>
          <p:nvSpPr>
            <p:cNvPr id="95" name="CubeTop">
              <a:extLst>
                <a:ext uri="{FF2B5EF4-FFF2-40B4-BE49-F238E27FC236}">
                  <a16:creationId xmlns:a16="http://schemas.microsoft.com/office/drawing/2014/main" id="{81DABB71-298F-46E6-9028-558C99DF72DF}"/>
                </a:ext>
                <a:ext uri="{C183D7F6-B498-43B3-948B-1728B52AA6E4}">
                  <adec:decorative xmlns:adec="http://schemas.microsoft.com/office/drawing/2017/decorative" val="1"/>
                </a:ext>
              </a:extLst>
            </p:cNvPr>
            <p:cNvSpPr/>
            <p:nvPr/>
          </p:nvSpPr>
          <p:spPr>
            <a:xfrm>
              <a:off x="9669645" y="0"/>
              <a:ext cx="2522355" cy="143198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CubeSide">
              <a:extLst>
                <a:ext uri="{FF2B5EF4-FFF2-40B4-BE49-F238E27FC236}">
                  <a16:creationId xmlns:a16="http://schemas.microsoft.com/office/drawing/2014/main" id="{31FFCCD2-46F8-4A8C-9D8D-34F0218F69C7}"/>
                </a:ext>
                <a:ext uri="{C183D7F6-B498-43B3-948B-1728B52AA6E4}">
                  <adec:decorative xmlns:adec="http://schemas.microsoft.com/office/drawing/2017/decorative" val="1"/>
                </a:ext>
              </a:extLst>
            </p:cNvPr>
            <p:cNvSpPr/>
            <p:nvPr/>
          </p:nvSpPr>
          <p:spPr>
            <a:xfrm>
              <a:off x="9519222" y="0"/>
              <a:ext cx="1543050" cy="6858000"/>
            </a:xfrm>
            <a:custGeom>
              <a:avLst/>
              <a:gdLst>
                <a:gd name="connsiteX0" fmla="*/ 0 w 1533524"/>
                <a:gd name="connsiteY0" fmla="*/ 0 h 6858000"/>
                <a:gd name="connsiteX1" fmla="*/ 1533524 w 1533524"/>
                <a:gd name="connsiteY1" fmla="*/ 0 h 6858000"/>
                <a:gd name="connsiteX2" fmla="*/ 1533524 w 1533524"/>
                <a:gd name="connsiteY2" fmla="*/ 6858000 h 6858000"/>
                <a:gd name="connsiteX3" fmla="*/ 0 w 1533524"/>
                <a:gd name="connsiteY3" fmla="*/ 6858000 h 6858000"/>
                <a:gd name="connsiteX4" fmla="*/ 0 w 1533524"/>
                <a:gd name="connsiteY4" fmla="*/ 0 h 6858000"/>
                <a:gd name="connsiteX0" fmla="*/ 0 w 1533524"/>
                <a:gd name="connsiteY0" fmla="*/ 0 h 6858000"/>
                <a:gd name="connsiteX1" fmla="*/ 190500 w 1533524"/>
                <a:gd name="connsiteY1" fmla="*/ 0 h 6858000"/>
                <a:gd name="connsiteX2" fmla="*/ 1533524 w 1533524"/>
                <a:gd name="connsiteY2" fmla="*/ 0 h 6858000"/>
                <a:gd name="connsiteX3" fmla="*/ 1533524 w 1533524"/>
                <a:gd name="connsiteY3" fmla="*/ 6858000 h 6858000"/>
                <a:gd name="connsiteX4" fmla="*/ 0 w 1533524"/>
                <a:gd name="connsiteY4" fmla="*/ 6858000 h 6858000"/>
                <a:gd name="connsiteX5" fmla="*/ 0 w 1533524"/>
                <a:gd name="connsiteY5" fmla="*/ 0 h 6858000"/>
                <a:gd name="connsiteX0" fmla="*/ 0 w 1533525"/>
                <a:gd name="connsiteY0" fmla="*/ 0 h 6858000"/>
                <a:gd name="connsiteX1" fmla="*/ 190500 w 1533525"/>
                <a:gd name="connsiteY1" fmla="*/ 0 h 6858000"/>
                <a:gd name="connsiteX2" fmla="*/ 1533524 w 1533525"/>
                <a:gd name="connsiteY2" fmla="*/ 0 h 6858000"/>
                <a:gd name="connsiteX3" fmla="*/ 1533525 w 1533525"/>
                <a:gd name="connsiteY3" fmla="*/ 1343025 h 6858000"/>
                <a:gd name="connsiteX4" fmla="*/ 1533524 w 1533525"/>
                <a:gd name="connsiteY4" fmla="*/ 6858000 h 6858000"/>
                <a:gd name="connsiteX5" fmla="*/ 0 w 1533525"/>
                <a:gd name="connsiteY5" fmla="*/ 6858000 h 6858000"/>
                <a:gd name="connsiteX6" fmla="*/ 0 w 1533525"/>
                <a:gd name="connsiteY6" fmla="*/ 0 h 6858000"/>
                <a:gd name="connsiteX0" fmla="*/ 0 w 1533525"/>
                <a:gd name="connsiteY0" fmla="*/ 0 h 6858000"/>
                <a:gd name="connsiteX1" fmla="*/ 190500 w 1533525"/>
                <a:gd name="connsiteY1" fmla="*/ 0 h 6858000"/>
                <a:gd name="connsiteX2" fmla="*/ 1533524 w 1533525"/>
                <a:gd name="connsiteY2" fmla="*/ 0 h 6858000"/>
                <a:gd name="connsiteX3" fmla="*/ 1533525 w 1533525"/>
                <a:gd name="connsiteY3" fmla="*/ 1343025 h 6858000"/>
                <a:gd name="connsiteX4" fmla="*/ 1533524 w 1533525"/>
                <a:gd name="connsiteY4" fmla="*/ 6858000 h 6858000"/>
                <a:gd name="connsiteX5" fmla="*/ 1333500 w 1533525"/>
                <a:gd name="connsiteY5" fmla="*/ 6858000 h 6858000"/>
                <a:gd name="connsiteX6" fmla="*/ 0 w 1533525"/>
                <a:gd name="connsiteY6" fmla="*/ 6858000 h 6858000"/>
                <a:gd name="connsiteX7" fmla="*/ 0 w 1533525"/>
                <a:gd name="connsiteY7" fmla="*/ 0 h 6858000"/>
                <a:gd name="connsiteX0" fmla="*/ 9525 w 1543050"/>
                <a:gd name="connsiteY0" fmla="*/ 0 h 6858000"/>
                <a:gd name="connsiteX1" fmla="*/ 200025 w 1543050"/>
                <a:gd name="connsiteY1" fmla="*/ 0 h 6858000"/>
                <a:gd name="connsiteX2" fmla="*/ 1543049 w 1543050"/>
                <a:gd name="connsiteY2" fmla="*/ 0 h 6858000"/>
                <a:gd name="connsiteX3" fmla="*/ 1543050 w 1543050"/>
                <a:gd name="connsiteY3" fmla="*/ 1343025 h 6858000"/>
                <a:gd name="connsiteX4" fmla="*/ 1543049 w 1543050"/>
                <a:gd name="connsiteY4" fmla="*/ 6858000 h 6858000"/>
                <a:gd name="connsiteX5" fmla="*/ 1343025 w 1543050"/>
                <a:gd name="connsiteY5" fmla="*/ 6858000 h 6858000"/>
                <a:gd name="connsiteX6" fmla="*/ 9525 w 1543050"/>
                <a:gd name="connsiteY6" fmla="*/ 6858000 h 6858000"/>
                <a:gd name="connsiteX7" fmla="*/ 0 w 1543050"/>
                <a:gd name="connsiteY7" fmla="*/ 5591175 h 6858000"/>
                <a:gd name="connsiteX8" fmla="*/ 9525 w 1543050"/>
                <a:gd name="connsiteY8" fmla="*/ 0 h 6858000"/>
                <a:gd name="connsiteX0" fmla="*/ 9525 w 1543050"/>
                <a:gd name="connsiteY0" fmla="*/ 0 h 6858000"/>
                <a:gd name="connsiteX1" fmla="*/ 200025 w 1543050"/>
                <a:gd name="connsiteY1" fmla="*/ 0 h 6858000"/>
                <a:gd name="connsiteX2" fmla="*/ 1543049 w 1543050"/>
                <a:gd name="connsiteY2" fmla="*/ 0 h 6858000"/>
                <a:gd name="connsiteX3" fmla="*/ 1543050 w 1543050"/>
                <a:gd name="connsiteY3" fmla="*/ 1343025 h 6858000"/>
                <a:gd name="connsiteX4" fmla="*/ 1543049 w 1543050"/>
                <a:gd name="connsiteY4" fmla="*/ 6858000 h 6858000"/>
                <a:gd name="connsiteX5" fmla="*/ 1343025 w 1543050"/>
                <a:gd name="connsiteY5" fmla="*/ 6858000 h 6858000"/>
                <a:gd name="connsiteX6" fmla="*/ 0 w 1543050"/>
                <a:gd name="connsiteY6" fmla="*/ 5591175 h 6858000"/>
                <a:gd name="connsiteX7" fmla="*/ 9525 w 1543050"/>
                <a:gd name="connsiteY7" fmla="*/ 0 h 6858000"/>
                <a:gd name="connsiteX0" fmla="*/ 9525 w 1543050"/>
                <a:gd name="connsiteY0" fmla="*/ 0 h 6858000"/>
                <a:gd name="connsiteX1" fmla="*/ 200025 w 1543050"/>
                <a:gd name="connsiteY1" fmla="*/ 0 h 6858000"/>
                <a:gd name="connsiteX2" fmla="*/ 1543050 w 1543050"/>
                <a:gd name="connsiteY2" fmla="*/ 1343025 h 6858000"/>
                <a:gd name="connsiteX3" fmla="*/ 1543049 w 1543050"/>
                <a:gd name="connsiteY3" fmla="*/ 6858000 h 6858000"/>
                <a:gd name="connsiteX4" fmla="*/ 1343025 w 1543050"/>
                <a:gd name="connsiteY4" fmla="*/ 6858000 h 6858000"/>
                <a:gd name="connsiteX5" fmla="*/ 0 w 1543050"/>
                <a:gd name="connsiteY5" fmla="*/ 5591175 h 6858000"/>
                <a:gd name="connsiteX6" fmla="*/ 9525 w 1543050"/>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43050" h="6858000">
                  <a:moveTo>
                    <a:pt x="9525" y="0"/>
                  </a:moveTo>
                  <a:lnTo>
                    <a:pt x="200025" y="0"/>
                  </a:lnTo>
                  <a:lnTo>
                    <a:pt x="1543050" y="1343025"/>
                  </a:lnTo>
                  <a:cubicBezTo>
                    <a:pt x="1543050" y="3181350"/>
                    <a:pt x="1543049" y="5019675"/>
                    <a:pt x="1543049" y="6858000"/>
                  </a:cubicBezTo>
                  <a:lnTo>
                    <a:pt x="1343025" y="6858000"/>
                  </a:lnTo>
                  <a:lnTo>
                    <a:pt x="0" y="5591175"/>
                  </a:lnTo>
                  <a:lnTo>
                    <a:pt x="9525"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CubeFront">
              <a:extLst>
                <a:ext uri="{FF2B5EF4-FFF2-40B4-BE49-F238E27FC236}">
                  <a16:creationId xmlns:a16="http://schemas.microsoft.com/office/drawing/2014/main" id="{7E222A23-E698-4993-93A7-9606CF977314}"/>
                </a:ext>
                <a:ext uri="{C183D7F6-B498-43B3-948B-1728B52AA6E4}">
                  <adec:decorative xmlns:adec="http://schemas.microsoft.com/office/drawing/2017/decorative" val="1"/>
                </a:ext>
              </a:extLst>
            </p:cNvPr>
            <p:cNvSpPr/>
            <p:nvPr/>
          </p:nvSpPr>
          <p:spPr>
            <a:xfrm>
              <a:off x="11062271" y="1339850"/>
              <a:ext cx="1129729" cy="5518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8" name="AWS Logo">
              <a:extLst>
                <a:ext uri="{FF2B5EF4-FFF2-40B4-BE49-F238E27FC236}">
                  <a16:creationId xmlns:a16="http://schemas.microsoft.com/office/drawing/2014/main" id="{41BC3838-CAD1-4E45-A629-8FAE25F8F357}"/>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246888" y="6455664"/>
              <a:ext cx="366979" cy="219456"/>
            </a:xfrm>
            <a:prstGeom prst="rect">
              <a:avLst/>
            </a:prstGeom>
          </p:spPr>
        </p:pic>
      </p:grpSp>
      <p:sp>
        <p:nvSpPr>
          <p:cNvPr id="2" name="Title">
            <a:extLst>
              <a:ext uri="{FF2B5EF4-FFF2-40B4-BE49-F238E27FC236}">
                <a16:creationId xmlns:a16="http://schemas.microsoft.com/office/drawing/2014/main" id="{E52B1449-9D22-45E9-8E29-DD9653749C2D}"/>
              </a:ext>
            </a:extLst>
          </p:cNvPr>
          <p:cNvSpPr>
            <a:spLocks noGrp="1"/>
          </p:cNvSpPr>
          <p:nvPr>
            <p:ph type="title" hasCustomPrompt="1"/>
          </p:nvPr>
        </p:nvSpPr>
        <p:spPr>
          <a:xfrm>
            <a:off x="365759" y="831163"/>
            <a:ext cx="9153461" cy="2293938"/>
          </a:xfrm>
        </p:spPr>
        <p:txBody>
          <a:bodyPr anchor="b"/>
          <a:lstStyle>
            <a:lvl1pPr>
              <a:defRPr sz="4400">
                <a:solidFill>
                  <a:schemeClr val="tx2"/>
                </a:solidFill>
              </a:defRPr>
            </a:lvl1pPr>
          </a:lstStyle>
          <a:p>
            <a:r>
              <a:rPr lang="en-US" dirty="0"/>
              <a:t>Enter title text</a:t>
            </a:r>
          </a:p>
        </p:txBody>
      </p:sp>
      <p:sp>
        <p:nvSpPr>
          <p:cNvPr id="3" name="Subtitle">
            <a:extLst>
              <a:ext uri="{FF2B5EF4-FFF2-40B4-BE49-F238E27FC236}">
                <a16:creationId xmlns:a16="http://schemas.microsoft.com/office/drawing/2014/main" id="{25336E2B-DB74-4789-BBF8-753828F72458}"/>
              </a:ext>
            </a:extLst>
          </p:cNvPr>
          <p:cNvSpPr>
            <a:spLocks noGrp="1"/>
          </p:cNvSpPr>
          <p:nvPr>
            <p:ph type="subTitle" idx="1" hasCustomPrompt="1"/>
          </p:nvPr>
        </p:nvSpPr>
        <p:spPr>
          <a:xfrm>
            <a:off x="365759" y="3152882"/>
            <a:ext cx="9153461" cy="2423459"/>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Enter subtitle</a:t>
            </a:r>
          </a:p>
        </p:txBody>
      </p:sp>
    </p:spTree>
    <p:custDataLst>
      <p:tags r:id="rId1"/>
    </p:custDataLst>
    <p:extLst>
      <p:ext uri="{BB962C8B-B14F-4D97-AF65-F5344CB8AC3E}">
        <p14:creationId xmlns:p14="http://schemas.microsoft.com/office/powerpoint/2010/main" val="389894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opic Introduction">
    <p:bg>
      <p:bgPr>
        <a:solidFill>
          <a:schemeClr val="bg1"/>
        </a:solidFill>
        <a:effectLst/>
      </p:bgPr>
    </p:bg>
    <p:spTree>
      <p:nvGrpSpPr>
        <p:cNvPr id="1" name=""/>
        <p:cNvGrpSpPr/>
        <p:nvPr/>
      </p:nvGrpSpPr>
      <p:grpSpPr>
        <a:xfrm>
          <a:off x="0" y="0"/>
          <a:ext cx="0" cy="0"/>
          <a:chOff x="0" y="0"/>
          <a:chExt cx="0" cy="0"/>
        </a:xfrm>
      </p:grpSpPr>
      <p:grpSp>
        <p:nvGrpSpPr>
          <p:cNvPr id="99" name="Background Images">
            <a:extLst>
              <a:ext uri="{FF2B5EF4-FFF2-40B4-BE49-F238E27FC236}">
                <a16:creationId xmlns:a16="http://schemas.microsoft.com/office/drawing/2014/main" id="{48DE57BE-35D1-43C9-81E8-26E8A5D23F69}"/>
              </a:ext>
              <a:ext uri="{C183D7F6-B498-43B3-948B-1728B52AA6E4}">
                <adec:decorative xmlns:adec="http://schemas.microsoft.com/office/drawing/2017/decorative" val="1"/>
              </a:ext>
            </a:extLst>
          </p:cNvPr>
          <p:cNvGrpSpPr/>
          <p:nvPr/>
        </p:nvGrpSpPr>
        <p:grpSpPr>
          <a:xfrm>
            <a:off x="0" y="1"/>
            <a:ext cx="10679012" cy="6858000"/>
            <a:chOff x="0" y="1"/>
            <a:chExt cx="10679012" cy="6858000"/>
          </a:xfrm>
        </p:grpSpPr>
        <p:sp>
          <p:nvSpPr>
            <p:cNvPr id="93" name="BKG-LT">
              <a:extLst>
                <a:ext uri="{FF2B5EF4-FFF2-40B4-BE49-F238E27FC236}">
                  <a16:creationId xmlns:a16="http://schemas.microsoft.com/office/drawing/2014/main" id="{BE65BC3A-8848-4619-963C-BD57EAEC2AA7}"/>
                </a:ext>
                <a:ext uri="{C183D7F6-B498-43B3-948B-1728B52AA6E4}">
                  <adec:decorative xmlns:adec="http://schemas.microsoft.com/office/drawing/2017/decorative" val="1"/>
                </a:ext>
              </a:extLst>
            </p:cNvPr>
            <p:cNvSpPr/>
            <p:nvPr/>
          </p:nvSpPr>
          <p:spPr>
            <a:xfrm>
              <a:off x="0" y="1"/>
              <a:ext cx="444817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8" name="AWS Logo">
              <a:extLst>
                <a:ext uri="{FF2B5EF4-FFF2-40B4-BE49-F238E27FC236}">
                  <a16:creationId xmlns:a16="http://schemas.microsoft.com/office/drawing/2014/main" id="{4EDF473F-575B-4FFB-BAF4-E227AF8A9566}"/>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246888" y="6455664"/>
              <a:ext cx="366979" cy="219456"/>
            </a:xfrm>
            <a:prstGeom prst="rect">
              <a:avLst/>
            </a:prstGeom>
          </p:spPr>
        </p:pic>
        <p:sp>
          <p:nvSpPr>
            <p:cNvPr id="11" name="Copyright">
              <a:extLst>
                <a:ext uri="{FF2B5EF4-FFF2-40B4-BE49-F238E27FC236}">
                  <a16:creationId xmlns:a16="http://schemas.microsoft.com/office/drawing/2014/main" id="{BEF02208-F5B1-43EC-A46B-20F8F8FFD200}"/>
                </a:ext>
              </a:extLst>
            </p:cNvPr>
            <p:cNvSpPr txBox="1"/>
            <p:nvPr/>
          </p:nvSpPr>
          <p:spPr>
            <a:xfrm>
              <a:off x="6025174"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grpSp>
      <p:sp>
        <p:nvSpPr>
          <p:cNvPr id="3" name="Slide Number">
            <a:extLst>
              <a:ext uri="{FF2B5EF4-FFF2-40B4-BE49-F238E27FC236}">
                <a16:creationId xmlns:a16="http://schemas.microsoft.com/office/drawing/2014/main" id="{72396DCE-1655-44FD-8989-3700320AFC04}"/>
              </a:ext>
            </a:extLst>
          </p:cNvPr>
          <p:cNvSpPr>
            <a:spLocks noGrp="1" noSelect="1"/>
          </p:cNvSpPr>
          <p:nvPr>
            <p:ph type="sldNum" sz="quarter" idx="20"/>
          </p:nvPr>
        </p:nvSpPr>
        <p:spPr>
          <a:xfrm>
            <a:off x="11469389" y="6568410"/>
            <a:ext cx="484261" cy="265176"/>
          </a:xfrm>
        </p:spPr>
        <p:txBody>
          <a:bodyPr/>
          <a:lstStyle>
            <a:lvl1pPr>
              <a:defRPr sz="1100">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F2D32D74-0FC6-414A-96C5-2549942CD64E}"/>
              </a:ext>
            </a:extLst>
          </p:cNvPr>
          <p:cNvSpPr>
            <a:spLocks noGrp="1"/>
          </p:cNvSpPr>
          <p:nvPr>
            <p:ph type="ctrTitle" hasCustomPrompt="1"/>
          </p:nvPr>
        </p:nvSpPr>
        <p:spPr>
          <a:xfrm>
            <a:off x="243243" y="292099"/>
            <a:ext cx="3960976" cy="1866901"/>
          </a:xfrm>
        </p:spPr>
        <p:txBody>
          <a:bodyPr anchor="t"/>
          <a:lstStyle>
            <a:lvl1pPr algn="ctr">
              <a:lnSpc>
                <a:spcPct val="100000"/>
              </a:lnSpc>
              <a:defRPr sz="3600">
                <a:solidFill>
                  <a:schemeClr val="bg1"/>
                </a:solidFill>
                <a:latin typeface="Amazon Ember Heavy" panose="020B0803020204020204" pitchFamily="34" charset="0"/>
                <a:ea typeface="Amazon Ember Heavy" panose="020B0803020204020204" pitchFamily="34" charset="0"/>
                <a:cs typeface="Amazon Ember Heavy" panose="020B0803020204020204" pitchFamily="34" charset="0"/>
              </a:defRPr>
            </a:lvl1pPr>
          </a:lstStyle>
          <a:p>
            <a:r>
              <a:rPr lang="en-US" dirty="0"/>
              <a:t>Type title here</a:t>
            </a:r>
          </a:p>
        </p:txBody>
      </p:sp>
      <p:sp>
        <p:nvSpPr>
          <p:cNvPr id="17" name="Picture">
            <a:extLst>
              <a:ext uri="{FF2B5EF4-FFF2-40B4-BE49-F238E27FC236}">
                <a16:creationId xmlns:a16="http://schemas.microsoft.com/office/drawing/2014/main" id="{F8F6CC5A-3CF0-480D-B25E-574EDC100323}"/>
              </a:ext>
              <a:ext uri="{C183D7F6-B498-43B3-948B-1728B52AA6E4}">
                <adec:decorative xmlns:adec="http://schemas.microsoft.com/office/drawing/2017/decorative" val="1"/>
              </a:ext>
            </a:extLst>
          </p:cNvPr>
          <p:cNvSpPr>
            <a:spLocks noGrp="1"/>
          </p:cNvSpPr>
          <p:nvPr>
            <p:ph idx="9" hasCustomPrompt="1"/>
          </p:nvPr>
        </p:nvSpPr>
        <p:spPr>
          <a:xfrm>
            <a:off x="394931" y="2434960"/>
            <a:ext cx="3657600" cy="3657600"/>
          </a:xfrm>
        </p:spPr>
        <p:txBody>
          <a:bodyPr anchor="t"/>
          <a:lstStyle>
            <a:lvl1pPr marL="0" indent="0" algn="ctr">
              <a:buNone/>
              <a:defRPr>
                <a:solidFill>
                  <a:schemeClr val="bg1"/>
                </a:solidFill>
              </a:defRPr>
            </a:lvl1pPr>
          </a:lstStyle>
          <a:p>
            <a:r>
              <a:rPr lang="en-US"/>
              <a:t>Click icon to add image</a:t>
            </a:r>
          </a:p>
        </p:txBody>
      </p:sp>
      <p:sp>
        <p:nvSpPr>
          <p:cNvPr id="9" name="Content">
            <a:extLst>
              <a:ext uri="{FF2B5EF4-FFF2-40B4-BE49-F238E27FC236}">
                <a16:creationId xmlns:a16="http://schemas.microsoft.com/office/drawing/2014/main" id="{E88E0D0B-F719-4929-9A45-08A3503393CA}"/>
              </a:ext>
            </a:extLst>
          </p:cNvPr>
          <p:cNvSpPr>
            <a:spLocks noGrp="1"/>
          </p:cNvSpPr>
          <p:nvPr>
            <p:ph type="body" idx="1" hasCustomPrompt="1"/>
          </p:nvPr>
        </p:nvSpPr>
        <p:spPr>
          <a:xfrm>
            <a:off x="4592635" y="292099"/>
            <a:ext cx="7356121" cy="6142651"/>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1613684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Lab Introduction">
    <p:bg>
      <p:bgPr>
        <a:solidFill>
          <a:schemeClr val="bg1"/>
        </a:solidFill>
        <a:effectLst/>
      </p:bgPr>
    </p:bg>
    <p:spTree>
      <p:nvGrpSpPr>
        <p:cNvPr id="1" name=""/>
        <p:cNvGrpSpPr/>
        <p:nvPr/>
      </p:nvGrpSpPr>
      <p:grpSpPr>
        <a:xfrm>
          <a:off x="0" y="0"/>
          <a:ext cx="0" cy="0"/>
          <a:chOff x="0" y="0"/>
          <a:chExt cx="0" cy="0"/>
        </a:xfrm>
      </p:grpSpPr>
      <p:pic>
        <p:nvPicPr>
          <p:cNvPr id="12" name="AWS Logo">
            <a:extLst>
              <a:ext uri="{FF2B5EF4-FFF2-40B4-BE49-F238E27FC236}">
                <a16:creationId xmlns:a16="http://schemas.microsoft.com/office/drawing/2014/main" id="{E6ABDCA0-5043-47E4-83F1-F456F798534C}"/>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246888" y="6455664"/>
            <a:ext cx="366979" cy="219456"/>
          </a:xfrm>
          <a:prstGeom prst="rect">
            <a:avLst/>
          </a:prstGeom>
        </p:spPr>
      </p:pic>
      <p:sp>
        <p:nvSpPr>
          <p:cNvPr id="3" name="Slide Number">
            <a:extLst>
              <a:ext uri="{FF2B5EF4-FFF2-40B4-BE49-F238E27FC236}">
                <a16:creationId xmlns:a16="http://schemas.microsoft.com/office/drawing/2014/main" id="{72396DCE-1655-44FD-8989-3700320AFC04}"/>
              </a:ext>
            </a:extLst>
          </p:cNvPr>
          <p:cNvSpPr>
            <a:spLocks noGrp="1"/>
          </p:cNvSpPr>
          <p:nvPr>
            <p:ph type="sldNum" sz="quarter" idx="20"/>
          </p:nvPr>
        </p:nvSpPr>
        <p:spPr>
          <a:xfrm>
            <a:off x="11469389" y="6568410"/>
            <a:ext cx="484261" cy="265176"/>
          </a:xfrm>
        </p:spPr>
        <p:txBody>
          <a:bodyPr/>
          <a:lstStyle>
            <a:lvl1pPr>
              <a:defRPr sz="1100">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F2D32D74-0FC6-414A-96C5-2549942CD64E}"/>
              </a:ext>
            </a:extLst>
          </p:cNvPr>
          <p:cNvSpPr>
            <a:spLocks noGrp="1"/>
          </p:cNvSpPr>
          <p:nvPr>
            <p:ph type="ctrTitle" hasCustomPrompt="1"/>
          </p:nvPr>
        </p:nvSpPr>
        <p:spPr>
          <a:xfrm>
            <a:off x="243599" y="292099"/>
            <a:ext cx="3960976" cy="1866901"/>
          </a:xfrm>
        </p:spPr>
        <p:txBody>
          <a:bodyPr anchor="t"/>
          <a:lstStyle>
            <a:lvl1pPr algn="ctr">
              <a:lnSpc>
                <a:spcPct val="100000"/>
              </a:lnSpc>
              <a:defRPr sz="3600">
                <a:solidFill>
                  <a:schemeClr val="bg1"/>
                </a:solidFill>
                <a:latin typeface="Amazon Ember Heavy" panose="020B0803020204020204" pitchFamily="34" charset="0"/>
                <a:ea typeface="Amazon Ember Heavy" panose="020B0803020204020204" pitchFamily="34" charset="0"/>
                <a:cs typeface="Amazon Ember Heavy" panose="020B0803020204020204" pitchFamily="34" charset="0"/>
              </a:defRPr>
            </a:lvl1pPr>
          </a:lstStyle>
          <a:p>
            <a:r>
              <a:rPr lang="en-US" dirty="0"/>
              <a:t>Type title here</a:t>
            </a:r>
          </a:p>
        </p:txBody>
      </p:sp>
      <p:sp>
        <p:nvSpPr>
          <p:cNvPr id="7" name="Content">
            <a:extLst>
              <a:ext uri="{FF2B5EF4-FFF2-40B4-BE49-F238E27FC236}">
                <a16:creationId xmlns:a16="http://schemas.microsoft.com/office/drawing/2014/main" id="{E88E0D0B-F719-4929-9A45-08A3503393CA}"/>
              </a:ext>
            </a:extLst>
          </p:cNvPr>
          <p:cNvSpPr>
            <a:spLocks noGrp="1"/>
          </p:cNvSpPr>
          <p:nvPr>
            <p:ph type="body" idx="1" hasCustomPrompt="1"/>
          </p:nvPr>
        </p:nvSpPr>
        <p:spPr>
          <a:xfrm>
            <a:off x="4592635" y="292099"/>
            <a:ext cx="7356121" cy="6142651"/>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1654934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emo Introduction">
    <p:bg>
      <p:bgPr>
        <a:solidFill>
          <a:schemeClr val="bg1"/>
        </a:solidFill>
        <a:effectLst/>
      </p:bgPr>
    </p:bg>
    <p:spTree>
      <p:nvGrpSpPr>
        <p:cNvPr id="1" name=""/>
        <p:cNvGrpSpPr/>
        <p:nvPr/>
      </p:nvGrpSpPr>
      <p:grpSpPr>
        <a:xfrm>
          <a:off x="0" y="0"/>
          <a:ext cx="0" cy="0"/>
          <a:chOff x="0" y="0"/>
          <a:chExt cx="0" cy="0"/>
        </a:xfrm>
      </p:grpSpPr>
      <p:grpSp>
        <p:nvGrpSpPr>
          <p:cNvPr id="10" name="Background Images">
            <a:extLst>
              <a:ext uri="{FF2B5EF4-FFF2-40B4-BE49-F238E27FC236}">
                <a16:creationId xmlns:a16="http://schemas.microsoft.com/office/drawing/2014/main" id="{F30563F4-C022-4AE5-AB0E-380E2398A619}"/>
              </a:ext>
              <a:ext uri="{C183D7F6-B498-43B3-948B-1728B52AA6E4}">
                <adec:decorative xmlns:adec="http://schemas.microsoft.com/office/drawing/2017/decorative" val="1"/>
              </a:ext>
            </a:extLst>
          </p:cNvPr>
          <p:cNvGrpSpPr/>
          <p:nvPr/>
        </p:nvGrpSpPr>
        <p:grpSpPr>
          <a:xfrm>
            <a:off x="0" y="1"/>
            <a:ext cx="10679012" cy="6858000"/>
            <a:chOff x="0" y="1"/>
            <a:chExt cx="10679012" cy="6858000"/>
          </a:xfrm>
        </p:grpSpPr>
        <p:sp>
          <p:nvSpPr>
            <p:cNvPr id="12" name="BKG-LT">
              <a:extLst>
                <a:ext uri="{FF2B5EF4-FFF2-40B4-BE49-F238E27FC236}">
                  <a16:creationId xmlns:a16="http://schemas.microsoft.com/office/drawing/2014/main" id="{E69D2142-6967-490F-8396-213F1FEE99B7}"/>
                </a:ext>
                <a:ext uri="{C183D7F6-B498-43B3-948B-1728B52AA6E4}">
                  <adec:decorative xmlns:adec="http://schemas.microsoft.com/office/drawing/2017/decorative" val="1"/>
                </a:ext>
              </a:extLst>
            </p:cNvPr>
            <p:cNvSpPr/>
            <p:nvPr/>
          </p:nvSpPr>
          <p:spPr>
            <a:xfrm>
              <a:off x="0" y="1"/>
              <a:ext cx="444817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AWS Logo">
              <a:extLst>
                <a:ext uri="{FF2B5EF4-FFF2-40B4-BE49-F238E27FC236}">
                  <a16:creationId xmlns:a16="http://schemas.microsoft.com/office/drawing/2014/main" id="{9BFD0B48-1965-4206-B782-7E2FE7076B82}"/>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246888" y="6455664"/>
              <a:ext cx="366979" cy="219456"/>
            </a:xfrm>
            <a:prstGeom prst="rect">
              <a:avLst/>
            </a:prstGeom>
          </p:spPr>
        </p:pic>
        <p:sp>
          <p:nvSpPr>
            <p:cNvPr id="14" name="Copyright">
              <a:extLst>
                <a:ext uri="{FF2B5EF4-FFF2-40B4-BE49-F238E27FC236}">
                  <a16:creationId xmlns:a16="http://schemas.microsoft.com/office/drawing/2014/main" id="{D566E69F-D97F-48A7-90BB-52DA3859B7A7}"/>
                </a:ext>
              </a:extLst>
            </p:cNvPr>
            <p:cNvSpPr txBox="1"/>
            <p:nvPr/>
          </p:nvSpPr>
          <p:spPr>
            <a:xfrm>
              <a:off x="6025174"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grpSp>
      <p:sp>
        <p:nvSpPr>
          <p:cNvPr id="3" name="Slide Number">
            <a:extLst>
              <a:ext uri="{FF2B5EF4-FFF2-40B4-BE49-F238E27FC236}">
                <a16:creationId xmlns:a16="http://schemas.microsoft.com/office/drawing/2014/main" id="{72396DCE-1655-44FD-8989-3700320AFC04}"/>
              </a:ext>
            </a:extLst>
          </p:cNvPr>
          <p:cNvSpPr>
            <a:spLocks noGrp="1" noSelect="1"/>
          </p:cNvSpPr>
          <p:nvPr>
            <p:ph type="sldNum" sz="quarter" idx="20"/>
          </p:nvPr>
        </p:nvSpPr>
        <p:spPr>
          <a:xfrm>
            <a:off x="11469389" y="6568410"/>
            <a:ext cx="484261" cy="265176"/>
          </a:xfrm>
        </p:spPr>
        <p:txBody>
          <a:bodyPr/>
          <a:lstStyle>
            <a:lvl1pPr>
              <a:defRPr sz="1100">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F2D32D74-0FC6-414A-96C5-2549942CD64E}"/>
              </a:ext>
            </a:extLst>
          </p:cNvPr>
          <p:cNvSpPr>
            <a:spLocks noGrp="1"/>
          </p:cNvSpPr>
          <p:nvPr>
            <p:ph type="ctrTitle" hasCustomPrompt="1"/>
          </p:nvPr>
        </p:nvSpPr>
        <p:spPr>
          <a:xfrm>
            <a:off x="243599" y="292099"/>
            <a:ext cx="3960976" cy="1866901"/>
          </a:xfrm>
        </p:spPr>
        <p:txBody>
          <a:bodyPr anchor="t"/>
          <a:lstStyle>
            <a:lvl1pPr algn="ctr">
              <a:lnSpc>
                <a:spcPct val="100000"/>
              </a:lnSpc>
              <a:defRPr sz="3600">
                <a:solidFill>
                  <a:schemeClr val="bg1"/>
                </a:solidFill>
                <a:latin typeface="Amazon Ember Heavy" panose="020B0803020204020204" pitchFamily="34" charset="0"/>
                <a:ea typeface="Amazon Ember Heavy" panose="020B0803020204020204" pitchFamily="34" charset="0"/>
                <a:cs typeface="Amazon Ember Heavy" panose="020B0803020204020204" pitchFamily="34" charset="0"/>
              </a:defRPr>
            </a:lvl1pPr>
          </a:lstStyle>
          <a:p>
            <a:r>
              <a:rPr lang="en-US" dirty="0"/>
              <a:t>Type title here</a:t>
            </a:r>
          </a:p>
        </p:txBody>
      </p:sp>
      <p:sp>
        <p:nvSpPr>
          <p:cNvPr id="8" name="Description">
            <a:extLst>
              <a:ext uri="{FF2B5EF4-FFF2-40B4-BE49-F238E27FC236}">
                <a16:creationId xmlns:a16="http://schemas.microsoft.com/office/drawing/2014/main" id="{AC3C5EEC-BB22-4195-B46B-9A90302F6B57}"/>
              </a:ext>
            </a:extLst>
          </p:cNvPr>
          <p:cNvSpPr>
            <a:spLocks noGrp="1"/>
          </p:cNvSpPr>
          <p:nvPr>
            <p:ph type="body" idx="2" hasCustomPrompt="1"/>
          </p:nvPr>
        </p:nvSpPr>
        <p:spPr>
          <a:xfrm>
            <a:off x="243681" y="2257424"/>
            <a:ext cx="3960813" cy="4177325"/>
          </a:xfrm>
        </p:spPr>
        <p:txBody>
          <a:bodyPr/>
          <a:lstStyle>
            <a:lvl1pPr marL="0" indent="0" algn="ctr">
              <a:buNone/>
              <a:defRPr>
                <a:solidFill>
                  <a:schemeClr val="bg1"/>
                </a:solidFill>
              </a:defRPr>
            </a:lvl1pPr>
          </a:lstStyle>
          <a:p>
            <a:r>
              <a:rPr lang="en-US" sz="2800" dirty="0"/>
              <a:t>Enter description</a:t>
            </a:r>
          </a:p>
        </p:txBody>
      </p:sp>
      <p:sp>
        <p:nvSpPr>
          <p:cNvPr id="7" name="Content">
            <a:extLst>
              <a:ext uri="{FF2B5EF4-FFF2-40B4-BE49-F238E27FC236}">
                <a16:creationId xmlns:a16="http://schemas.microsoft.com/office/drawing/2014/main" id="{E88E0D0B-F719-4929-9A45-08A3503393CA}"/>
              </a:ext>
            </a:extLst>
          </p:cNvPr>
          <p:cNvSpPr>
            <a:spLocks noGrp="1"/>
          </p:cNvSpPr>
          <p:nvPr>
            <p:ph type="body" idx="1" hasCustomPrompt="1"/>
          </p:nvPr>
        </p:nvSpPr>
        <p:spPr>
          <a:xfrm>
            <a:off x="4592635" y="292099"/>
            <a:ext cx="7356121" cy="6142651"/>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7445020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ank You Variant">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56064E0D-105A-4446-B967-229FA49D135D}"/>
              </a:ext>
              <a:ext uri="{C183D7F6-B498-43B3-948B-1728B52AA6E4}">
                <adec:decorative xmlns:adec="http://schemas.microsoft.com/office/drawing/2017/decorative" val="1"/>
              </a:ext>
            </a:extLst>
          </p:cNvPr>
          <p:cNvGrpSpPr/>
          <p:nvPr/>
        </p:nvGrpSpPr>
        <p:grpSpPr>
          <a:xfrm>
            <a:off x="-1" y="0"/>
            <a:ext cx="12192001" cy="6858000"/>
            <a:chOff x="-1" y="0"/>
            <a:chExt cx="12192001" cy="6858000"/>
          </a:xfrm>
        </p:grpSpPr>
        <p:sp>
          <p:nvSpPr>
            <p:cNvPr id="93" name="BKG-LT">
              <a:extLst>
                <a:ext uri="{FF2B5EF4-FFF2-40B4-BE49-F238E27FC236}">
                  <a16:creationId xmlns:a16="http://schemas.microsoft.com/office/drawing/2014/main" id="{EE5B0121-CFE7-4143-B7F3-FE4930450613}"/>
                </a:ext>
                <a:ext uri="{C183D7F6-B498-43B3-948B-1728B52AA6E4}">
                  <adec:decorative xmlns:adec="http://schemas.microsoft.com/office/drawing/2017/decorative" val="1"/>
                </a:ext>
              </a:extLst>
            </p:cNvPr>
            <p:cNvSpPr/>
            <p:nvPr/>
          </p:nvSpPr>
          <p:spPr>
            <a:xfrm>
              <a:off x="-1" y="0"/>
              <a:ext cx="1088707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CubeSide">
              <a:extLst>
                <a:ext uri="{FF2B5EF4-FFF2-40B4-BE49-F238E27FC236}">
                  <a16:creationId xmlns:a16="http://schemas.microsoft.com/office/drawing/2014/main" id="{279CDF30-3118-4A2F-93E0-DACD532E91B1}"/>
                </a:ext>
                <a:ext uri="{C183D7F6-B498-43B3-948B-1728B52AA6E4}">
                  <adec:decorative xmlns:adec="http://schemas.microsoft.com/office/drawing/2017/decorative" val="1"/>
                </a:ext>
              </a:extLst>
            </p:cNvPr>
            <p:cNvSpPr/>
            <p:nvPr/>
          </p:nvSpPr>
          <p:spPr>
            <a:xfrm>
              <a:off x="0" y="4327524"/>
              <a:ext cx="1685925" cy="2530476"/>
            </a:xfrm>
            <a:custGeom>
              <a:avLst/>
              <a:gdLst>
                <a:gd name="connsiteX0" fmla="*/ 0 w 1685925"/>
                <a:gd name="connsiteY0" fmla="*/ 0 h 2530475"/>
                <a:gd name="connsiteX1" fmla="*/ 1685925 w 1685925"/>
                <a:gd name="connsiteY1" fmla="*/ 0 h 2530475"/>
                <a:gd name="connsiteX2" fmla="*/ 1685925 w 1685925"/>
                <a:gd name="connsiteY2" fmla="*/ 2530475 h 2530475"/>
                <a:gd name="connsiteX3" fmla="*/ 0 w 1685925"/>
                <a:gd name="connsiteY3" fmla="*/ 2530475 h 2530475"/>
                <a:gd name="connsiteX4" fmla="*/ 0 w 1685925"/>
                <a:gd name="connsiteY4" fmla="*/ 0 h 2530475"/>
                <a:gd name="connsiteX0" fmla="*/ 0 w 1685925"/>
                <a:gd name="connsiteY0" fmla="*/ 0 h 2530475"/>
                <a:gd name="connsiteX1" fmla="*/ 1685925 w 1685925"/>
                <a:gd name="connsiteY1" fmla="*/ 0 h 2530475"/>
                <a:gd name="connsiteX2" fmla="*/ 1685925 w 1685925"/>
                <a:gd name="connsiteY2" fmla="*/ 2530475 h 2530475"/>
                <a:gd name="connsiteX3" fmla="*/ 0 w 1685925"/>
                <a:gd name="connsiteY3" fmla="*/ 2530475 h 2530475"/>
                <a:gd name="connsiteX4" fmla="*/ 0 w 1685925"/>
                <a:gd name="connsiteY4" fmla="*/ 1673226 h 2530475"/>
                <a:gd name="connsiteX5" fmla="*/ 0 w 1685925"/>
                <a:gd name="connsiteY5" fmla="*/ 0 h 2530475"/>
                <a:gd name="connsiteX0" fmla="*/ 0 w 1685925"/>
                <a:gd name="connsiteY0" fmla="*/ 1673226 h 2530475"/>
                <a:gd name="connsiteX1" fmla="*/ 1685925 w 1685925"/>
                <a:gd name="connsiteY1" fmla="*/ 0 h 2530475"/>
                <a:gd name="connsiteX2" fmla="*/ 1685925 w 1685925"/>
                <a:gd name="connsiteY2" fmla="*/ 2530475 h 2530475"/>
                <a:gd name="connsiteX3" fmla="*/ 0 w 1685925"/>
                <a:gd name="connsiteY3" fmla="*/ 2530475 h 2530475"/>
                <a:gd name="connsiteX4" fmla="*/ 0 w 1685925"/>
                <a:gd name="connsiteY4" fmla="*/ 1673226 h 25304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5925" h="2530475">
                  <a:moveTo>
                    <a:pt x="0" y="1673226"/>
                  </a:moveTo>
                  <a:lnTo>
                    <a:pt x="1685925" y="0"/>
                  </a:lnTo>
                  <a:lnTo>
                    <a:pt x="1685925" y="2530475"/>
                  </a:lnTo>
                  <a:lnTo>
                    <a:pt x="0" y="2530475"/>
                  </a:lnTo>
                  <a:lnTo>
                    <a:pt x="0" y="1673226"/>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CubeFront">
              <a:extLst>
                <a:ext uri="{FF2B5EF4-FFF2-40B4-BE49-F238E27FC236}">
                  <a16:creationId xmlns:a16="http://schemas.microsoft.com/office/drawing/2014/main" id="{4E6250DE-D4BC-48A7-942E-7C927E2BAC70}"/>
                </a:ext>
                <a:ext uri="{C183D7F6-B498-43B3-948B-1728B52AA6E4}">
                  <adec:decorative xmlns:adec="http://schemas.microsoft.com/office/drawing/2017/decorative" val="1"/>
                </a:ext>
              </a:extLst>
            </p:cNvPr>
            <p:cNvSpPr/>
            <p:nvPr/>
          </p:nvSpPr>
          <p:spPr>
            <a:xfrm>
              <a:off x="1685544" y="4327525"/>
              <a:ext cx="10506456" cy="25304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pic>
          <p:nvPicPr>
            <p:cNvPr id="88" name="Icons">
              <a:extLst>
                <a:ext uri="{FF2B5EF4-FFF2-40B4-BE49-F238E27FC236}">
                  <a16:creationId xmlns:a16="http://schemas.microsoft.com/office/drawing/2014/main" id="{2697E9D6-D133-4E57-BD63-82D9E5002F18}"/>
                </a:ext>
                <a:ext uri="{C183D7F6-B498-43B3-948B-1728B52AA6E4}">
                  <adec:decorative xmlns:adec="http://schemas.microsoft.com/office/drawing/2017/decorative" val="1"/>
                </a:ext>
              </a:extLst>
            </p:cNvPr>
            <p:cNvPicPr>
              <a:picLocks noChangeAspect="1"/>
            </p:cNvPicPr>
            <p:nvPr/>
          </p:nvPicPr>
          <p:blipFill rotWithShape="1">
            <a:blip r:embed="rId3">
              <a:duotone>
                <a:schemeClr val="accent2">
                  <a:shade val="45000"/>
                  <a:satMod val="135000"/>
                </a:schemeClr>
                <a:prstClr val="white"/>
              </a:duotone>
              <a:extLst>
                <a:ext uri="{BEBA8EAE-BF5A-486C-A8C5-ECC9F3942E4B}">
                  <a14:imgProps xmlns:a14="http://schemas.microsoft.com/office/drawing/2010/main">
                    <a14:imgLayer r:embed="rId4">
                      <a14:imgEffect>
                        <a14:colorTemperature colorTemp="2400"/>
                      </a14:imgEffect>
                      <a14:imgEffect>
                        <a14:saturation sat="50000"/>
                      </a14:imgEffect>
                    </a14:imgLayer>
                  </a14:imgProps>
                </a:ext>
                <a:ext uri="{28A0092B-C50C-407E-A947-70E740481C1C}">
                  <a14:useLocalDpi xmlns:a14="http://schemas.microsoft.com/office/drawing/2010/main" val="0"/>
                </a:ext>
              </a:extLst>
            </a:blip>
            <a:srcRect l="5969" t="8249" r="2877" b="58012"/>
            <a:stretch/>
          </p:blipFill>
          <p:spPr>
            <a:xfrm>
              <a:off x="1685544" y="4327524"/>
              <a:ext cx="10506456" cy="2530476"/>
            </a:xfrm>
            <a:prstGeom prst="rect">
              <a:avLst/>
            </a:prstGeom>
          </p:spPr>
        </p:pic>
        <p:pic>
          <p:nvPicPr>
            <p:cNvPr id="98" name="AWS Logo">
              <a:extLst>
                <a:ext uri="{FF2B5EF4-FFF2-40B4-BE49-F238E27FC236}">
                  <a16:creationId xmlns:a16="http://schemas.microsoft.com/office/drawing/2014/main" id="{41BC3838-CAD1-4E45-A629-8FAE25F8F357}"/>
                </a:ext>
                <a:ext uri="{C183D7F6-B498-43B3-948B-1728B52AA6E4}">
                  <adec:decorative xmlns:adec="http://schemas.microsoft.com/office/drawing/2017/decorative" val="1"/>
                </a:ext>
              </a:extLst>
            </p:cNvPr>
            <p:cNvPicPr>
              <a:picLocks noSelect="1"/>
            </p:cNvPicPr>
            <p:nvPr/>
          </p:nvPicPr>
          <p:blipFill>
            <a:blip r:embed="rId5">
              <a:extLst>
                <a:ext uri="{96DAC541-7B7A-43D3-8B79-37D633B846F1}">
                  <asvg:svgBlip xmlns:asvg="http://schemas.microsoft.com/office/drawing/2016/SVG/main" r:embed="rId6"/>
                </a:ext>
              </a:extLst>
            </a:blip>
            <a:stretch>
              <a:fillRect/>
            </a:stretch>
          </p:blipFill>
          <p:spPr>
            <a:xfrm>
              <a:off x="585300" y="357708"/>
              <a:ext cx="1097280" cy="656183"/>
            </a:xfrm>
            <a:prstGeom prst="rect">
              <a:avLst/>
            </a:prstGeom>
          </p:spPr>
        </p:pic>
        <p:sp>
          <p:nvSpPr>
            <p:cNvPr id="3" name="CopyBackground">
              <a:extLst>
                <a:ext uri="{FF2B5EF4-FFF2-40B4-BE49-F238E27FC236}">
                  <a16:creationId xmlns:a16="http://schemas.microsoft.com/office/drawing/2014/main" id="{1A4014FF-ACF4-448A-8B91-F0495D354D3F}"/>
                </a:ext>
              </a:extLst>
            </p:cNvPr>
            <p:cNvSpPr/>
            <p:nvPr/>
          </p:nvSpPr>
          <p:spPr>
            <a:xfrm>
              <a:off x="4712264" y="6646849"/>
              <a:ext cx="4425354"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opyright">
              <a:extLst>
                <a:ext uri="{FF2B5EF4-FFF2-40B4-BE49-F238E27FC236}">
                  <a16:creationId xmlns:a16="http://schemas.microsoft.com/office/drawing/2014/main" id="{DFC9E3DE-5A7A-4B9A-94F3-0CC48D54301B}"/>
                </a:ext>
              </a:extLst>
            </p:cNvPr>
            <p:cNvSpPr txBox="1"/>
            <p:nvPr/>
          </p:nvSpPr>
          <p:spPr>
            <a:xfrm>
              <a:off x="4632211" y="657989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grpSp>
      <p:sp>
        <p:nvSpPr>
          <p:cNvPr id="12" name="SNBackground">
            <a:extLst>
              <a:ext uri="{FF2B5EF4-FFF2-40B4-BE49-F238E27FC236}">
                <a16:creationId xmlns:a16="http://schemas.microsoft.com/office/drawing/2014/main" id="{1A4014FF-ACF4-448A-8B91-F0495D354D3F}"/>
              </a:ext>
            </a:extLst>
          </p:cNvPr>
          <p:cNvSpPr/>
          <p:nvPr/>
        </p:nvSpPr>
        <p:spPr>
          <a:xfrm>
            <a:off x="11595099" y="6609558"/>
            <a:ext cx="359187" cy="1828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a:extLst>
              <a:ext uri="{FF2B5EF4-FFF2-40B4-BE49-F238E27FC236}">
                <a16:creationId xmlns:a16="http://schemas.microsoft.com/office/drawing/2014/main" id="{72396DCE-1655-44FD-8989-3700320AFC04}"/>
              </a:ext>
            </a:extLst>
          </p:cNvPr>
          <p:cNvSpPr>
            <a:spLocks noGrp="1" noSelect="1"/>
          </p:cNvSpPr>
          <p:nvPr>
            <p:ph type="sldNum" sz="quarter" idx="20"/>
          </p:nvPr>
        </p:nvSpPr>
        <p:spPr>
          <a:xfrm>
            <a:off x="11469389" y="6568410"/>
            <a:ext cx="484261" cy="265176"/>
          </a:xfrm>
        </p:spPr>
        <p:txBody>
          <a:bodyPr/>
          <a:lstStyle>
            <a:lvl1pPr>
              <a:defRPr sz="1100">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E52B1449-9D22-45E9-8E29-DD9653749C2D}"/>
              </a:ext>
            </a:extLst>
          </p:cNvPr>
          <p:cNvSpPr>
            <a:spLocks noGrp="1"/>
          </p:cNvSpPr>
          <p:nvPr>
            <p:ph type="title" hasCustomPrompt="1"/>
          </p:nvPr>
        </p:nvSpPr>
        <p:spPr>
          <a:xfrm>
            <a:off x="667750" y="1080843"/>
            <a:ext cx="10218737" cy="2081104"/>
          </a:xfrm>
        </p:spPr>
        <p:txBody>
          <a:bodyPr anchor="ctr"/>
          <a:lstStyle>
            <a:lvl1pPr>
              <a:defRPr sz="4400">
                <a:solidFill>
                  <a:schemeClr val="bg2"/>
                </a:solidFill>
              </a:defRPr>
            </a:lvl1pPr>
          </a:lstStyle>
          <a:p>
            <a:r>
              <a:rPr lang="en-US" dirty="0"/>
              <a:t>Thank you text</a:t>
            </a:r>
          </a:p>
        </p:txBody>
      </p:sp>
      <p:sp>
        <p:nvSpPr>
          <p:cNvPr id="7" name="Copyright">
            <a:extLst>
              <a:ext uri="{FF2B5EF4-FFF2-40B4-BE49-F238E27FC236}">
                <a16:creationId xmlns:a16="http://schemas.microsoft.com/office/drawing/2014/main" id="{9059CC6B-AB9C-4283-9882-8F50E8C832F7}"/>
              </a:ext>
            </a:extLst>
          </p:cNvPr>
          <p:cNvSpPr txBox="1"/>
          <p:nvPr/>
        </p:nvSpPr>
        <p:spPr>
          <a:xfrm>
            <a:off x="667750" y="3161947"/>
            <a:ext cx="10218737" cy="1154162"/>
          </a:xfrm>
          <a:prstGeom prst="rect">
            <a:avLst/>
          </a:prstGeom>
          <a:noFill/>
        </p:spPr>
        <p:txBody>
          <a:bodyPr wrap="square" rtlCol="0">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lang="en-US" sz="2300" dirty="0">
                <a:solidFill>
                  <a:schemeClr val="bg2"/>
                </a:solidFill>
              </a:rPr>
              <a:t>Corrections, feedback, or other questions? </a:t>
            </a:r>
            <a:br>
              <a:rPr lang="en-US" sz="2300" dirty="0">
                <a:solidFill>
                  <a:schemeClr val="bg2"/>
                </a:solidFill>
              </a:rPr>
            </a:br>
            <a:r>
              <a:rPr lang="en-US" sz="2300" dirty="0">
                <a:solidFill>
                  <a:schemeClr val="bg2"/>
                </a:solidFill>
              </a:rPr>
              <a:t>Contact us at </a:t>
            </a:r>
            <a:r>
              <a:rPr lang="en-US" sz="2300" u="sng" dirty="0">
                <a:solidFill>
                  <a:schemeClr val="bg2"/>
                </a:solidFill>
              </a:rPr>
              <a:t>https://support.aws.amazon.com/#/contacts/aws-training</a:t>
            </a:r>
            <a:r>
              <a:rPr lang="en-US" sz="2300" dirty="0">
                <a:solidFill>
                  <a:schemeClr val="bg2"/>
                </a:solidFill>
              </a:rPr>
              <a:t>. </a:t>
            </a:r>
            <a:br>
              <a:rPr lang="en-US" sz="2300" dirty="0">
                <a:solidFill>
                  <a:schemeClr val="bg2"/>
                </a:solidFill>
              </a:rPr>
            </a:br>
            <a:r>
              <a:rPr lang="en-US" sz="2300" dirty="0">
                <a:solidFill>
                  <a:schemeClr val="bg2"/>
                </a:solidFill>
              </a:rPr>
              <a:t>All trademarks are the property of their owners.</a:t>
            </a:r>
          </a:p>
        </p:txBody>
      </p:sp>
    </p:spTree>
    <p:custDataLst>
      <p:tags r:id="rId1"/>
    </p:custDataLst>
    <p:extLst>
      <p:ext uri="{BB962C8B-B14F-4D97-AF65-F5344CB8AC3E}">
        <p14:creationId xmlns:p14="http://schemas.microsoft.com/office/powerpoint/2010/main" val="3921236231"/>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Quote">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DC4FACA1-07DC-44B9-A79C-2B7C9D1B9221}"/>
              </a:ext>
              <a:ext uri="{C183D7F6-B498-43B3-948B-1728B52AA6E4}">
                <adec:decorative xmlns:adec="http://schemas.microsoft.com/office/drawing/2017/decorative" val="1"/>
              </a:ext>
            </a:extLst>
          </p:cNvPr>
          <p:cNvGrpSpPr/>
          <p:nvPr/>
        </p:nvGrpSpPr>
        <p:grpSpPr>
          <a:xfrm>
            <a:off x="-1" y="0"/>
            <a:ext cx="12192001" cy="6858000"/>
            <a:chOff x="-1" y="0"/>
            <a:chExt cx="12192001" cy="6858000"/>
          </a:xfrm>
        </p:grpSpPr>
        <p:sp>
          <p:nvSpPr>
            <p:cNvPr id="93" name="BKG-LT">
              <a:extLst>
                <a:ext uri="{FF2B5EF4-FFF2-40B4-BE49-F238E27FC236}">
                  <a16:creationId xmlns:a16="http://schemas.microsoft.com/office/drawing/2014/main" id="{EE5B0121-CFE7-4143-B7F3-FE4930450613}"/>
                </a:ext>
                <a:ext uri="{C183D7F6-B498-43B3-948B-1728B52AA6E4}">
                  <adec:decorative xmlns:adec="http://schemas.microsoft.com/office/drawing/2017/decorative" val="1"/>
                </a:ext>
              </a:extLst>
            </p:cNvPr>
            <p:cNvSpPr/>
            <p:nvPr/>
          </p:nvSpPr>
          <p:spPr>
            <a:xfrm>
              <a:off x="-1"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CubeBack">
              <a:extLst>
                <a:ext uri="{FF2B5EF4-FFF2-40B4-BE49-F238E27FC236}">
                  <a16:creationId xmlns:a16="http://schemas.microsoft.com/office/drawing/2014/main" id="{9BA1593B-ADE5-482C-A193-F57F78F9B860}"/>
                </a:ext>
                <a:ext uri="{C183D7F6-B498-43B3-948B-1728B52AA6E4}">
                  <adec:decorative xmlns:adec="http://schemas.microsoft.com/office/drawing/2017/decorative" val="1"/>
                </a:ext>
              </a:extLst>
            </p:cNvPr>
            <p:cNvSpPr/>
            <p:nvPr/>
          </p:nvSpPr>
          <p:spPr>
            <a:xfrm>
              <a:off x="10547164" y="0"/>
              <a:ext cx="1644836" cy="5164423"/>
            </a:xfrm>
            <a:custGeom>
              <a:avLst/>
              <a:gdLst>
                <a:gd name="connsiteX0" fmla="*/ 0 w 3057526"/>
                <a:gd name="connsiteY0" fmla="*/ 0 h 3930651"/>
                <a:gd name="connsiteX1" fmla="*/ 3057526 w 3057526"/>
                <a:gd name="connsiteY1" fmla="*/ 0 h 3930651"/>
                <a:gd name="connsiteX2" fmla="*/ 3057526 w 3057526"/>
                <a:gd name="connsiteY2" fmla="*/ 3930651 h 3930651"/>
                <a:gd name="connsiteX3" fmla="*/ 0 w 3057526"/>
                <a:gd name="connsiteY3" fmla="*/ 3930651 h 3930651"/>
                <a:gd name="connsiteX4" fmla="*/ 0 w 3057526"/>
                <a:gd name="connsiteY4" fmla="*/ 0 h 3930651"/>
                <a:gd name="connsiteX0" fmla="*/ 0 w 3062289"/>
                <a:gd name="connsiteY0" fmla="*/ 0 h 4621213"/>
                <a:gd name="connsiteX1" fmla="*/ 3057526 w 3062289"/>
                <a:gd name="connsiteY1" fmla="*/ 0 h 4621213"/>
                <a:gd name="connsiteX2" fmla="*/ 3062289 w 3062289"/>
                <a:gd name="connsiteY2" fmla="*/ 4621213 h 4621213"/>
                <a:gd name="connsiteX3" fmla="*/ 0 w 3062289"/>
                <a:gd name="connsiteY3" fmla="*/ 3930651 h 4621213"/>
                <a:gd name="connsiteX4" fmla="*/ 0 w 3062289"/>
                <a:gd name="connsiteY4" fmla="*/ 0 h 4621213"/>
                <a:gd name="connsiteX0" fmla="*/ 0 w 3057984"/>
                <a:gd name="connsiteY0" fmla="*/ 0 h 4621213"/>
                <a:gd name="connsiteX1" fmla="*/ 3057526 w 3057984"/>
                <a:gd name="connsiteY1" fmla="*/ 0 h 4621213"/>
                <a:gd name="connsiteX2" fmla="*/ 3057526 w 3057984"/>
                <a:gd name="connsiteY2" fmla="*/ 4621213 h 4621213"/>
                <a:gd name="connsiteX3" fmla="*/ 0 w 3057984"/>
                <a:gd name="connsiteY3" fmla="*/ 3930651 h 4621213"/>
                <a:gd name="connsiteX4" fmla="*/ 0 w 3057984"/>
                <a:gd name="connsiteY4" fmla="*/ 0 h 4621213"/>
                <a:gd name="connsiteX0" fmla="*/ 15888 w 3073872"/>
                <a:gd name="connsiteY0" fmla="*/ 0 h 4621213"/>
                <a:gd name="connsiteX1" fmla="*/ 3073414 w 3073872"/>
                <a:gd name="connsiteY1" fmla="*/ 0 h 4621213"/>
                <a:gd name="connsiteX2" fmla="*/ 3073414 w 3073872"/>
                <a:gd name="connsiteY2" fmla="*/ 4621213 h 4621213"/>
                <a:gd name="connsiteX3" fmla="*/ 0 w 3073872"/>
                <a:gd name="connsiteY3" fmla="*/ 4091237 h 4621213"/>
                <a:gd name="connsiteX4" fmla="*/ 15888 w 3073872"/>
                <a:gd name="connsiteY4" fmla="*/ 0 h 4621213"/>
                <a:gd name="connsiteX0" fmla="*/ 0 w 3057984"/>
                <a:gd name="connsiteY0" fmla="*/ 0 h 4621213"/>
                <a:gd name="connsiteX1" fmla="*/ 3057526 w 3057984"/>
                <a:gd name="connsiteY1" fmla="*/ 0 h 4621213"/>
                <a:gd name="connsiteX2" fmla="*/ 3057526 w 3057984"/>
                <a:gd name="connsiteY2" fmla="*/ 4621213 h 4621213"/>
                <a:gd name="connsiteX3" fmla="*/ 15887 w 3057984"/>
                <a:gd name="connsiteY3" fmla="*/ 4091237 h 4621213"/>
                <a:gd name="connsiteX4" fmla="*/ 0 w 3057984"/>
                <a:gd name="connsiteY4" fmla="*/ 0 h 4621213"/>
                <a:gd name="connsiteX0" fmla="*/ 0 w 3057984"/>
                <a:gd name="connsiteY0" fmla="*/ 0 h 4621213"/>
                <a:gd name="connsiteX1" fmla="*/ 3057526 w 3057984"/>
                <a:gd name="connsiteY1" fmla="*/ 0 h 4621213"/>
                <a:gd name="connsiteX2" fmla="*/ 3057526 w 3057984"/>
                <a:gd name="connsiteY2" fmla="*/ 4621213 h 4621213"/>
                <a:gd name="connsiteX3" fmla="*/ 15886 w 3057984"/>
                <a:gd name="connsiteY3" fmla="*/ 4114178 h 4621213"/>
                <a:gd name="connsiteX4" fmla="*/ 0 w 3057984"/>
                <a:gd name="connsiteY4" fmla="*/ 0 h 46212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7984" h="4621213">
                  <a:moveTo>
                    <a:pt x="0" y="0"/>
                  </a:moveTo>
                  <a:lnTo>
                    <a:pt x="3057526" y="0"/>
                  </a:lnTo>
                  <a:cubicBezTo>
                    <a:pt x="3059114" y="1540404"/>
                    <a:pt x="3055938" y="3080809"/>
                    <a:pt x="3057526" y="4621213"/>
                  </a:cubicBezTo>
                  <a:lnTo>
                    <a:pt x="15886" y="4114178"/>
                  </a:lnTo>
                  <a:cubicBezTo>
                    <a:pt x="10590" y="2750432"/>
                    <a:pt x="5296" y="1363746"/>
                    <a:pt x="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6" name="CubeFront">
              <a:extLst>
                <a:ext uri="{FF2B5EF4-FFF2-40B4-BE49-F238E27FC236}">
                  <a16:creationId xmlns:a16="http://schemas.microsoft.com/office/drawing/2014/main" id="{A301667F-582A-4041-A2DA-F90362AE9A01}"/>
                </a:ext>
                <a:ext uri="{C183D7F6-B498-43B3-948B-1728B52AA6E4}">
                  <adec:decorative xmlns:adec="http://schemas.microsoft.com/office/drawing/2017/decorative" val="1"/>
                </a:ext>
              </a:extLst>
            </p:cNvPr>
            <p:cNvSpPr/>
            <p:nvPr/>
          </p:nvSpPr>
          <p:spPr>
            <a:xfrm>
              <a:off x="5944552" y="6094097"/>
              <a:ext cx="2303271" cy="76390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CubeTop">
              <a:extLst>
                <a:ext uri="{FF2B5EF4-FFF2-40B4-BE49-F238E27FC236}">
                  <a16:creationId xmlns:a16="http://schemas.microsoft.com/office/drawing/2014/main" id="{A99EDB1B-417F-40E6-B075-BDD46EDBA854}"/>
                </a:ext>
                <a:ext uri="{C183D7F6-B498-43B3-948B-1728B52AA6E4}">
                  <adec:decorative xmlns:adec="http://schemas.microsoft.com/office/drawing/2017/decorative" val="1"/>
                </a:ext>
              </a:extLst>
            </p:cNvPr>
            <p:cNvSpPr/>
            <p:nvPr/>
          </p:nvSpPr>
          <p:spPr>
            <a:xfrm>
              <a:off x="5942171" y="4579782"/>
              <a:ext cx="6249829" cy="2278218"/>
            </a:xfrm>
            <a:custGeom>
              <a:avLst/>
              <a:gdLst>
                <a:gd name="connsiteX0" fmla="*/ 0 w 2363056"/>
                <a:gd name="connsiteY0" fmla="*/ 0 h 1655762"/>
                <a:gd name="connsiteX1" fmla="*/ 2363056 w 2363056"/>
                <a:gd name="connsiteY1" fmla="*/ 0 h 1655762"/>
                <a:gd name="connsiteX2" fmla="*/ 2363056 w 2363056"/>
                <a:gd name="connsiteY2" fmla="*/ 1655762 h 1655762"/>
                <a:gd name="connsiteX3" fmla="*/ 0 w 2363056"/>
                <a:gd name="connsiteY3" fmla="*/ 1655762 h 1655762"/>
                <a:gd name="connsiteX4" fmla="*/ 0 w 2363056"/>
                <a:gd name="connsiteY4" fmla="*/ 0 h 1655762"/>
                <a:gd name="connsiteX0" fmla="*/ 0 w 8716231"/>
                <a:gd name="connsiteY0" fmla="*/ 123825 h 1779587"/>
                <a:gd name="connsiteX1" fmla="*/ 8716231 w 8716231"/>
                <a:gd name="connsiteY1" fmla="*/ 0 h 1779587"/>
                <a:gd name="connsiteX2" fmla="*/ 2363056 w 8716231"/>
                <a:gd name="connsiteY2" fmla="*/ 1779587 h 1779587"/>
                <a:gd name="connsiteX3" fmla="*/ 0 w 8716231"/>
                <a:gd name="connsiteY3" fmla="*/ 1779587 h 1779587"/>
                <a:gd name="connsiteX4" fmla="*/ 0 w 8716231"/>
                <a:gd name="connsiteY4" fmla="*/ 123825 h 1779587"/>
                <a:gd name="connsiteX0" fmla="*/ 8558212 w 8716231"/>
                <a:gd name="connsiteY0" fmla="*/ 0 h 2774949"/>
                <a:gd name="connsiteX1" fmla="*/ 8716231 w 8716231"/>
                <a:gd name="connsiteY1" fmla="*/ 995362 h 2774949"/>
                <a:gd name="connsiteX2" fmla="*/ 2363056 w 8716231"/>
                <a:gd name="connsiteY2" fmla="*/ 2774949 h 2774949"/>
                <a:gd name="connsiteX3" fmla="*/ 0 w 8716231"/>
                <a:gd name="connsiteY3" fmla="*/ 2774949 h 2774949"/>
                <a:gd name="connsiteX4" fmla="*/ 8558212 w 8716231"/>
                <a:gd name="connsiteY4" fmla="*/ 0 h 2774949"/>
                <a:gd name="connsiteX0" fmla="*/ 8543924 w 8701943"/>
                <a:gd name="connsiteY0" fmla="*/ 0 h 2774949"/>
                <a:gd name="connsiteX1" fmla="*/ 8701943 w 8701943"/>
                <a:gd name="connsiteY1" fmla="*/ 995362 h 2774949"/>
                <a:gd name="connsiteX2" fmla="*/ 2348768 w 8701943"/>
                <a:gd name="connsiteY2" fmla="*/ 2774949 h 2774949"/>
                <a:gd name="connsiteX3" fmla="*/ 0 w 8701943"/>
                <a:gd name="connsiteY3" fmla="*/ 1846261 h 2774949"/>
                <a:gd name="connsiteX4" fmla="*/ 8543924 w 8701943"/>
                <a:gd name="connsiteY4" fmla="*/ 0 h 2774949"/>
                <a:gd name="connsiteX0" fmla="*/ 8543924 w 8701943"/>
                <a:gd name="connsiteY0" fmla="*/ 0 h 2779712"/>
                <a:gd name="connsiteX1" fmla="*/ 8701943 w 8701943"/>
                <a:gd name="connsiteY1" fmla="*/ 995362 h 2779712"/>
                <a:gd name="connsiteX2" fmla="*/ 4187093 w 8701943"/>
                <a:gd name="connsiteY2" fmla="*/ 2779712 h 2779712"/>
                <a:gd name="connsiteX3" fmla="*/ 0 w 8701943"/>
                <a:gd name="connsiteY3" fmla="*/ 1846261 h 2779712"/>
                <a:gd name="connsiteX4" fmla="*/ 8543924 w 8701943"/>
                <a:gd name="connsiteY4" fmla="*/ 0 h 2779712"/>
                <a:gd name="connsiteX0" fmla="*/ 8543924 w 8701943"/>
                <a:gd name="connsiteY0" fmla="*/ 0 h 2779712"/>
                <a:gd name="connsiteX1" fmla="*/ 8701943 w 8701943"/>
                <a:gd name="connsiteY1" fmla="*/ 995362 h 2779712"/>
                <a:gd name="connsiteX2" fmla="*/ 5470934 w 8701943"/>
                <a:gd name="connsiteY2" fmla="*/ 2265362 h 2779712"/>
                <a:gd name="connsiteX3" fmla="*/ 4187093 w 8701943"/>
                <a:gd name="connsiteY3" fmla="*/ 2779712 h 2779712"/>
                <a:gd name="connsiteX4" fmla="*/ 0 w 8701943"/>
                <a:gd name="connsiteY4" fmla="*/ 1846261 h 2779712"/>
                <a:gd name="connsiteX5" fmla="*/ 8543924 w 8701943"/>
                <a:gd name="connsiteY5" fmla="*/ 0 h 2779712"/>
                <a:gd name="connsiteX0" fmla="*/ 8543924 w 11614559"/>
                <a:gd name="connsiteY0" fmla="*/ 0 h 2779712"/>
                <a:gd name="connsiteX1" fmla="*/ 8701943 w 11614559"/>
                <a:gd name="connsiteY1" fmla="*/ 995362 h 2779712"/>
                <a:gd name="connsiteX2" fmla="*/ 11614559 w 11614559"/>
                <a:gd name="connsiteY2" fmla="*/ 2779712 h 2779712"/>
                <a:gd name="connsiteX3" fmla="*/ 4187093 w 11614559"/>
                <a:gd name="connsiteY3" fmla="*/ 2779712 h 2779712"/>
                <a:gd name="connsiteX4" fmla="*/ 0 w 11614559"/>
                <a:gd name="connsiteY4" fmla="*/ 1846261 h 2779712"/>
                <a:gd name="connsiteX5" fmla="*/ 8543924 w 11614559"/>
                <a:gd name="connsiteY5" fmla="*/ 0 h 2779712"/>
                <a:gd name="connsiteX0" fmla="*/ 8543924 w 11614559"/>
                <a:gd name="connsiteY0" fmla="*/ 0 h 2779712"/>
                <a:gd name="connsiteX1" fmla="*/ 11607068 w 11614559"/>
                <a:gd name="connsiteY1" fmla="*/ 685800 h 2779712"/>
                <a:gd name="connsiteX2" fmla="*/ 11614559 w 11614559"/>
                <a:gd name="connsiteY2" fmla="*/ 2779712 h 2779712"/>
                <a:gd name="connsiteX3" fmla="*/ 4187093 w 11614559"/>
                <a:gd name="connsiteY3" fmla="*/ 2779712 h 2779712"/>
                <a:gd name="connsiteX4" fmla="*/ 0 w 11614559"/>
                <a:gd name="connsiteY4" fmla="*/ 1846261 h 2779712"/>
                <a:gd name="connsiteX5" fmla="*/ 8543924 w 11614559"/>
                <a:gd name="connsiteY5" fmla="*/ 0 h 2779712"/>
                <a:gd name="connsiteX0" fmla="*/ 8553449 w 11614559"/>
                <a:gd name="connsiteY0" fmla="*/ 0 h 2784474"/>
                <a:gd name="connsiteX1" fmla="*/ 11607068 w 11614559"/>
                <a:gd name="connsiteY1" fmla="*/ 690562 h 2784474"/>
                <a:gd name="connsiteX2" fmla="*/ 11614559 w 11614559"/>
                <a:gd name="connsiteY2" fmla="*/ 2784474 h 2784474"/>
                <a:gd name="connsiteX3" fmla="*/ 4187093 w 11614559"/>
                <a:gd name="connsiteY3" fmla="*/ 2784474 h 2784474"/>
                <a:gd name="connsiteX4" fmla="*/ 0 w 11614559"/>
                <a:gd name="connsiteY4" fmla="*/ 1851023 h 2784474"/>
                <a:gd name="connsiteX5" fmla="*/ 8553449 w 11614559"/>
                <a:gd name="connsiteY5" fmla="*/ 0 h 2784474"/>
                <a:gd name="connsiteX0" fmla="*/ 8553449 w 11614559"/>
                <a:gd name="connsiteY0" fmla="*/ 0 h 2784474"/>
                <a:gd name="connsiteX1" fmla="*/ 11611831 w 11614559"/>
                <a:gd name="connsiteY1" fmla="*/ 721518 h 2784474"/>
                <a:gd name="connsiteX2" fmla="*/ 11614559 w 11614559"/>
                <a:gd name="connsiteY2" fmla="*/ 2784474 h 2784474"/>
                <a:gd name="connsiteX3" fmla="*/ 4187093 w 11614559"/>
                <a:gd name="connsiteY3" fmla="*/ 2784474 h 2784474"/>
                <a:gd name="connsiteX4" fmla="*/ 0 w 11614559"/>
                <a:gd name="connsiteY4" fmla="*/ 1851023 h 2784474"/>
                <a:gd name="connsiteX5" fmla="*/ 8553449 w 11614559"/>
                <a:gd name="connsiteY5" fmla="*/ 0 h 2784474"/>
                <a:gd name="connsiteX0" fmla="*/ 8553449 w 11614559"/>
                <a:gd name="connsiteY0" fmla="*/ 0 h 2784474"/>
                <a:gd name="connsiteX1" fmla="*/ 11614212 w 11614559"/>
                <a:gd name="connsiteY1" fmla="*/ 719137 h 2784474"/>
                <a:gd name="connsiteX2" fmla="*/ 11614559 w 11614559"/>
                <a:gd name="connsiteY2" fmla="*/ 2784474 h 2784474"/>
                <a:gd name="connsiteX3" fmla="*/ 4187093 w 11614559"/>
                <a:gd name="connsiteY3" fmla="*/ 2784474 h 2784474"/>
                <a:gd name="connsiteX4" fmla="*/ 0 w 11614559"/>
                <a:gd name="connsiteY4" fmla="*/ 1851023 h 2784474"/>
                <a:gd name="connsiteX5" fmla="*/ 8553449 w 11614559"/>
                <a:gd name="connsiteY5" fmla="*/ 0 h 2784474"/>
                <a:gd name="connsiteX0" fmla="*/ 8553449 w 11616733"/>
                <a:gd name="connsiteY0" fmla="*/ 0 h 2784474"/>
                <a:gd name="connsiteX1" fmla="*/ 11616594 w 11616733"/>
                <a:gd name="connsiteY1" fmla="*/ 716755 h 2784474"/>
                <a:gd name="connsiteX2" fmla="*/ 11614559 w 11616733"/>
                <a:gd name="connsiteY2" fmla="*/ 2784474 h 2784474"/>
                <a:gd name="connsiteX3" fmla="*/ 4187093 w 11616733"/>
                <a:gd name="connsiteY3" fmla="*/ 2784474 h 2784474"/>
                <a:gd name="connsiteX4" fmla="*/ 0 w 11616733"/>
                <a:gd name="connsiteY4" fmla="*/ 1851023 h 2784474"/>
                <a:gd name="connsiteX5" fmla="*/ 8553449 w 11616733"/>
                <a:gd name="connsiteY5" fmla="*/ 0 h 2784474"/>
                <a:gd name="connsiteX0" fmla="*/ 8562974 w 11616733"/>
                <a:gd name="connsiteY0" fmla="*/ 0 h 2786856"/>
                <a:gd name="connsiteX1" fmla="*/ 11616594 w 11616733"/>
                <a:gd name="connsiteY1" fmla="*/ 719137 h 2786856"/>
                <a:gd name="connsiteX2" fmla="*/ 11614559 w 11616733"/>
                <a:gd name="connsiteY2" fmla="*/ 2786856 h 2786856"/>
                <a:gd name="connsiteX3" fmla="*/ 4187093 w 11616733"/>
                <a:gd name="connsiteY3" fmla="*/ 2786856 h 2786856"/>
                <a:gd name="connsiteX4" fmla="*/ 0 w 11616733"/>
                <a:gd name="connsiteY4" fmla="*/ 1853405 h 2786856"/>
                <a:gd name="connsiteX5" fmla="*/ 8562974 w 11616733"/>
                <a:gd name="connsiteY5" fmla="*/ 0 h 2786856"/>
                <a:gd name="connsiteX0" fmla="*/ 8562974 w 11614559"/>
                <a:gd name="connsiteY0" fmla="*/ 0 h 2786856"/>
                <a:gd name="connsiteX1" fmla="*/ 11614213 w 11614559"/>
                <a:gd name="connsiteY1" fmla="*/ 688180 h 2786856"/>
                <a:gd name="connsiteX2" fmla="*/ 11614559 w 11614559"/>
                <a:gd name="connsiteY2" fmla="*/ 2786856 h 2786856"/>
                <a:gd name="connsiteX3" fmla="*/ 4187093 w 11614559"/>
                <a:gd name="connsiteY3" fmla="*/ 2786856 h 2786856"/>
                <a:gd name="connsiteX4" fmla="*/ 0 w 11614559"/>
                <a:gd name="connsiteY4" fmla="*/ 1853405 h 2786856"/>
                <a:gd name="connsiteX5" fmla="*/ 8562974 w 11614559"/>
                <a:gd name="connsiteY5" fmla="*/ 0 h 2786856"/>
                <a:gd name="connsiteX0" fmla="*/ 8567736 w 11619321"/>
                <a:gd name="connsiteY0" fmla="*/ 0 h 2786856"/>
                <a:gd name="connsiteX1" fmla="*/ 11618975 w 11619321"/>
                <a:gd name="connsiteY1" fmla="*/ 688180 h 2786856"/>
                <a:gd name="connsiteX2" fmla="*/ 11619321 w 11619321"/>
                <a:gd name="connsiteY2" fmla="*/ 2786856 h 2786856"/>
                <a:gd name="connsiteX3" fmla="*/ 4191855 w 11619321"/>
                <a:gd name="connsiteY3" fmla="*/ 2786856 h 2786856"/>
                <a:gd name="connsiteX4" fmla="*/ 0 w 11619321"/>
                <a:gd name="connsiteY4" fmla="*/ 1853405 h 2786856"/>
                <a:gd name="connsiteX5" fmla="*/ 8567736 w 11619321"/>
                <a:gd name="connsiteY5" fmla="*/ 0 h 2786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19321" h="2786856">
                  <a:moveTo>
                    <a:pt x="8567736" y="0"/>
                  </a:moveTo>
                  <a:lnTo>
                    <a:pt x="11618975" y="688180"/>
                  </a:lnTo>
                  <a:cubicBezTo>
                    <a:pt x="11619884" y="1375832"/>
                    <a:pt x="11618412" y="2099204"/>
                    <a:pt x="11619321" y="2786856"/>
                  </a:cubicBezTo>
                  <a:lnTo>
                    <a:pt x="4191855" y="2786856"/>
                  </a:lnTo>
                  <a:lnTo>
                    <a:pt x="0" y="1853405"/>
                  </a:lnTo>
                  <a:lnTo>
                    <a:pt x="8567736"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8" name="Icons">
              <a:extLst>
                <a:ext uri="{FF2B5EF4-FFF2-40B4-BE49-F238E27FC236}">
                  <a16:creationId xmlns:a16="http://schemas.microsoft.com/office/drawing/2014/main" id="{C128A75B-DB20-42AF-A3FD-12E5F3588ACE}"/>
                </a:ext>
                <a:ext uri="{C183D7F6-B498-43B3-948B-1728B52AA6E4}">
                  <adec:decorative xmlns:adec="http://schemas.microsoft.com/office/drawing/2017/decorative" val="1"/>
                </a:ext>
              </a:extLst>
            </p:cNvPr>
            <p:cNvPicPr>
              <a:picLocks noChangeAspect="1"/>
            </p:cNvPicPr>
            <p:nvPr/>
          </p:nvPicPr>
          <p:blipFill>
            <a:blip r:embed="rId3">
              <a:duotone>
                <a:schemeClr val="accent2">
                  <a:shade val="45000"/>
                  <a:satMod val="135000"/>
                </a:schemeClr>
                <a:prstClr val="white"/>
              </a:duotone>
              <a:extLst>
                <a:ext uri="{BEBA8EAE-BF5A-486C-A8C5-ECC9F3942E4B}">
                  <a14:imgProps xmlns:a14="http://schemas.microsoft.com/office/drawing/2010/main">
                    <a14:imgLayer r:embed="rId4">
                      <a14:imgEffect>
                        <a14:colorTemperature colorTemp="2400"/>
                      </a14:imgEffect>
                      <a14:imgEffect>
                        <a14:saturation sat="50000"/>
                      </a14:imgEffect>
                    </a14:imgLayer>
                  </a14:imgProps>
                </a:ext>
                <a:ext uri="{28A0092B-C50C-407E-A947-70E740481C1C}">
                  <a14:useLocalDpi xmlns:a14="http://schemas.microsoft.com/office/drawing/2010/main" val="0"/>
                </a:ext>
              </a:extLst>
            </a:blip>
            <a:stretch>
              <a:fillRect/>
            </a:stretch>
          </p:blipFill>
          <p:spPr>
            <a:xfrm>
              <a:off x="6472238" y="4694373"/>
              <a:ext cx="5719762" cy="2163627"/>
            </a:xfrm>
            <a:prstGeom prst="rect">
              <a:avLst/>
            </a:prstGeom>
          </p:spPr>
        </p:pic>
        <p:pic>
          <p:nvPicPr>
            <p:cNvPr id="98" name="AWS Logo">
              <a:extLst>
                <a:ext uri="{FF2B5EF4-FFF2-40B4-BE49-F238E27FC236}">
                  <a16:creationId xmlns:a16="http://schemas.microsoft.com/office/drawing/2014/main" id="{41BC3838-CAD1-4E45-A629-8FAE25F8F357}"/>
                </a:ext>
                <a:ext uri="{C183D7F6-B498-43B3-948B-1728B52AA6E4}">
                  <adec:decorative xmlns:adec="http://schemas.microsoft.com/office/drawing/2017/decorative" val="1"/>
                </a:ext>
              </a:extLst>
            </p:cNvPr>
            <p:cNvPicPr>
              <a:picLocks noSelect="1"/>
            </p:cNvPicPr>
            <p:nvPr/>
          </p:nvPicPr>
          <p:blipFill>
            <a:blip r:embed="rId5">
              <a:extLst>
                <a:ext uri="{96DAC541-7B7A-43D3-8B79-37D633B846F1}">
                  <asvg:svgBlip xmlns:asvg="http://schemas.microsoft.com/office/drawing/2016/SVG/main" r:embed="rId6"/>
                </a:ext>
              </a:extLst>
            </a:blip>
            <a:stretch>
              <a:fillRect/>
            </a:stretch>
          </p:blipFill>
          <p:spPr>
            <a:xfrm>
              <a:off x="585300" y="357708"/>
              <a:ext cx="1097280" cy="656183"/>
            </a:xfrm>
            <a:prstGeom prst="rect">
              <a:avLst/>
            </a:prstGeom>
          </p:spPr>
        </p:pic>
        <p:sp>
          <p:nvSpPr>
            <p:cNvPr id="4" name="Copyright">
              <a:extLst>
                <a:ext uri="{FF2B5EF4-FFF2-40B4-BE49-F238E27FC236}">
                  <a16:creationId xmlns:a16="http://schemas.microsoft.com/office/drawing/2014/main" id="{6EB207FF-A323-40B5-B33E-59E364A7955B}"/>
                </a:ext>
              </a:extLst>
            </p:cNvPr>
            <p:cNvSpPr txBox="1"/>
            <p:nvPr/>
          </p:nvSpPr>
          <p:spPr>
            <a:xfrm>
              <a:off x="991688" y="6466266"/>
              <a:ext cx="4653838" cy="261610"/>
            </a:xfrm>
            <a:prstGeom prst="rect">
              <a:avLst/>
            </a:prstGeom>
            <a:noFill/>
          </p:spPr>
          <p:txBody>
            <a:bodyPr wrap="none" rtlCol="0">
              <a:spAutoFit/>
            </a:bodyPr>
            <a:lstStyle/>
            <a:p>
              <a:r>
                <a:rPr lang="en-US" sz="1100" kern="1200" dirty="0">
                  <a:solidFill>
                    <a:schemeClr val="bg2"/>
                  </a:solidFill>
                  <a:effectLst/>
                  <a:latin typeface="+mn-lt"/>
                  <a:ea typeface="+mn-ea"/>
                  <a:cs typeface="+mn-cs"/>
                </a:rPr>
                <a:t>© 2022, Amazon Web Services, Inc. or its affiliates. All rights reserved.</a:t>
              </a:r>
            </a:p>
          </p:txBody>
        </p:sp>
      </p:grpSp>
      <p:sp>
        <p:nvSpPr>
          <p:cNvPr id="12" name="SNBackground">
            <a:extLst>
              <a:ext uri="{FF2B5EF4-FFF2-40B4-BE49-F238E27FC236}">
                <a16:creationId xmlns:a16="http://schemas.microsoft.com/office/drawing/2014/main" id="{1A4014FF-ACF4-448A-8B91-F0495D354D3F}"/>
              </a:ext>
            </a:extLst>
          </p:cNvPr>
          <p:cNvSpPr/>
          <p:nvPr/>
        </p:nvSpPr>
        <p:spPr>
          <a:xfrm>
            <a:off x="11595099" y="6609558"/>
            <a:ext cx="359187" cy="1828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a:extLst>
              <a:ext uri="{FF2B5EF4-FFF2-40B4-BE49-F238E27FC236}">
                <a16:creationId xmlns:a16="http://schemas.microsoft.com/office/drawing/2014/main" id="{72396DCE-1655-44FD-8989-3700320AFC04}"/>
              </a:ext>
            </a:extLst>
          </p:cNvPr>
          <p:cNvSpPr>
            <a:spLocks noGrp="1" noSelect="1"/>
          </p:cNvSpPr>
          <p:nvPr>
            <p:ph type="sldNum" sz="quarter" idx="20"/>
          </p:nvPr>
        </p:nvSpPr>
        <p:spPr>
          <a:xfrm>
            <a:off x="11469389" y="6568410"/>
            <a:ext cx="484261" cy="265176"/>
          </a:xfrm>
        </p:spPr>
        <p:txBody>
          <a:bodyPr/>
          <a:lstStyle>
            <a:lvl1pPr>
              <a:defRPr sz="1100">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E52B1449-9D22-45E9-8E29-DD9653749C2D}"/>
              </a:ext>
            </a:extLst>
          </p:cNvPr>
          <p:cNvSpPr>
            <a:spLocks noGrp="1"/>
          </p:cNvSpPr>
          <p:nvPr>
            <p:ph type="title" hasCustomPrompt="1"/>
          </p:nvPr>
        </p:nvSpPr>
        <p:spPr>
          <a:xfrm>
            <a:off x="667750" y="1614746"/>
            <a:ext cx="9341063" cy="2293938"/>
          </a:xfrm>
        </p:spPr>
        <p:txBody>
          <a:bodyPr anchor="ctr"/>
          <a:lstStyle>
            <a:lvl1pPr>
              <a:defRPr sz="4400">
                <a:solidFill>
                  <a:schemeClr val="bg2"/>
                </a:solidFill>
              </a:defRPr>
            </a:lvl1pPr>
          </a:lstStyle>
          <a:p>
            <a:r>
              <a:rPr lang="en-US" dirty="0"/>
              <a:t>“Enter quote here.”</a:t>
            </a:r>
          </a:p>
        </p:txBody>
      </p:sp>
      <p:sp>
        <p:nvSpPr>
          <p:cNvPr id="3" name="Quoted person">
            <a:extLst>
              <a:ext uri="{FF2B5EF4-FFF2-40B4-BE49-F238E27FC236}">
                <a16:creationId xmlns:a16="http://schemas.microsoft.com/office/drawing/2014/main" id="{D420CCBA-88E9-490C-9819-C37D7A79FC0E}"/>
              </a:ext>
            </a:extLst>
          </p:cNvPr>
          <p:cNvSpPr>
            <a:spLocks noGrp="1"/>
          </p:cNvSpPr>
          <p:nvPr>
            <p:ph type="subTitle" idx="14" hasCustomPrompt="1"/>
          </p:nvPr>
        </p:nvSpPr>
        <p:spPr>
          <a:xfrm>
            <a:off x="666271" y="3922297"/>
            <a:ext cx="9340846" cy="2171799"/>
          </a:xfrm>
          <a:custGeom>
            <a:avLst/>
            <a:gdLst>
              <a:gd name="connsiteX0" fmla="*/ 0 w 9341062"/>
              <a:gd name="connsiteY0" fmla="*/ 2159767 h 2159767"/>
              <a:gd name="connsiteX1" fmla="*/ 539942 w 9341062"/>
              <a:gd name="connsiteY1" fmla="*/ 0 h 2159767"/>
              <a:gd name="connsiteX2" fmla="*/ 8801120 w 9341062"/>
              <a:gd name="connsiteY2" fmla="*/ 0 h 2159767"/>
              <a:gd name="connsiteX3" fmla="*/ 9341062 w 9341062"/>
              <a:gd name="connsiteY3" fmla="*/ 2159767 h 2159767"/>
              <a:gd name="connsiteX4" fmla="*/ 0 w 9341062"/>
              <a:gd name="connsiteY4" fmla="*/ 2159767 h 2159767"/>
              <a:gd name="connsiteX0" fmla="*/ 1479 w 9342541"/>
              <a:gd name="connsiteY0" fmla="*/ 2171799 h 2171799"/>
              <a:gd name="connsiteX1" fmla="*/ 0 w 9342541"/>
              <a:gd name="connsiteY1" fmla="*/ 0 h 2171799"/>
              <a:gd name="connsiteX2" fmla="*/ 8802599 w 9342541"/>
              <a:gd name="connsiteY2" fmla="*/ 12032 h 2171799"/>
              <a:gd name="connsiteX3" fmla="*/ 9342541 w 9342541"/>
              <a:gd name="connsiteY3" fmla="*/ 2171799 h 2171799"/>
              <a:gd name="connsiteX4" fmla="*/ 1479 w 9342541"/>
              <a:gd name="connsiteY4" fmla="*/ 2171799 h 2171799"/>
              <a:gd name="connsiteX0" fmla="*/ 1479 w 9356052"/>
              <a:gd name="connsiteY0" fmla="*/ 2171799 h 2171799"/>
              <a:gd name="connsiteX1" fmla="*/ 0 w 9356052"/>
              <a:gd name="connsiteY1" fmla="*/ 0 h 2171799"/>
              <a:gd name="connsiteX2" fmla="*/ 9356052 w 9356052"/>
              <a:gd name="connsiteY2" fmla="*/ 12032 h 2171799"/>
              <a:gd name="connsiteX3" fmla="*/ 9342541 w 9356052"/>
              <a:gd name="connsiteY3" fmla="*/ 2171799 h 2171799"/>
              <a:gd name="connsiteX4" fmla="*/ 1479 w 9356052"/>
              <a:gd name="connsiteY4" fmla="*/ 2171799 h 2171799"/>
              <a:gd name="connsiteX0" fmla="*/ 1479 w 9356052"/>
              <a:gd name="connsiteY0" fmla="*/ 2171799 h 2171799"/>
              <a:gd name="connsiteX1" fmla="*/ 0 w 9356052"/>
              <a:gd name="connsiteY1" fmla="*/ 0 h 2171799"/>
              <a:gd name="connsiteX2" fmla="*/ 9356052 w 9356052"/>
              <a:gd name="connsiteY2" fmla="*/ 12032 h 2171799"/>
              <a:gd name="connsiteX3" fmla="*/ 9342541 w 9356052"/>
              <a:gd name="connsiteY3" fmla="*/ 2171799 h 2171799"/>
              <a:gd name="connsiteX4" fmla="*/ 5132950 w 9356052"/>
              <a:gd name="connsiteY4" fmla="*/ 2165682 h 2171799"/>
              <a:gd name="connsiteX5" fmla="*/ 1479 w 9356052"/>
              <a:gd name="connsiteY5" fmla="*/ 2171799 h 2171799"/>
              <a:gd name="connsiteX0" fmla="*/ 1479 w 9356070"/>
              <a:gd name="connsiteY0" fmla="*/ 2171799 h 2171799"/>
              <a:gd name="connsiteX1" fmla="*/ 0 w 9356070"/>
              <a:gd name="connsiteY1" fmla="*/ 0 h 2171799"/>
              <a:gd name="connsiteX2" fmla="*/ 9356052 w 9356070"/>
              <a:gd name="connsiteY2" fmla="*/ 12032 h 2171799"/>
              <a:gd name="connsiteX3" fmla="*/ 9354572 w 9356070"/>
              <a:gd name="connsiteY3" fmla="*/ 740041 h 2171799"/>
              <a:gd name="connsiteX4" fmla="*/ 5132950 w 9356070"/>
              <a:gd name="connsiteY4" fmla="*/ 2165682 h 2171799"/>
              <a:gd name="connsiteX5" fmla="*/ 1479 w 9356070"/>
              <a:gd name="connsiteY5" fmla="*/ 2171799 h 2171799"/>
              <a:gd name="connsiteX0" fmla="*/ 1479 w 9475004"/>
              <a:gd name="connsiteY0" fmla="*/ 2171799 h 2171799"/>
              <a:gd name="connsiteX1" fmla="*/ 0 w 9475004"/>
              <a:gd name="connsiteY1" fmla="*/ 0 h 2171799"/>
              <a:gd name="connsiteX2" fmla="*/ 9356052 w 9475004"/>
              <a:gd name="connsiteY2" fmla="*/ 12032 h 2171799"/>
              <a:gd name="connsiteX3" fmla="*/ 9474888 w 9475004"/>
              <a:gd name="connsiteY3" fmla="*/ 703946 h 2171799"/>
              <a:gd name="connsiteX4" fmla="*/ 5132950 w 9475004"/>
              <a:gd name="connsiteY4" fmla="*/ 2165682 h 2171799"/>
              <a:gd name="connsiteX5" fmla="*/ 1479 w 9475004"/>
              <a:gd name="connsiteY5" fmla="*/ 2171799 h 2171799"/>
              <a:gd name="connsiteX0" fmla="*/ 1479 w 9474888"/>
              <a:gd name="connsiteY0" fmla="*/ 2171799 h 2171799"/>
              <a:gd name="connsiteX1" fmla="*/ 0 w 9474888"/>
              <a:gd name="connsiteY1" fmla="*/ 0 h 2171799"/>
              <a:gd name="connsiteX2" fmla="*/ 9356052 w 9474888"/>
              <a:gd name="connsiteY2" fmla="*/ 12032 h 2171799"/>
              <a:gd name="connsiteX3" fmla="*/ 9474888 w 9474888"/>
              <a:gd name="connsiteY3" fmla="*/ 703946 h 2171799"/>
              <a:gd name="connsiteX4" fmla="*/ 5132950 w 9474888"/>
              <a:gd name="connsiteY4" fmla="*/ 2165682 h 2171799"/>
              <a:gd name="connsiteX5" fmla="*/ 1479 w 9474888"/>
              <a:gd name="connsiteY5" fmla="*/ 2171799 h 2171799"/>
              <a:gd name="connsiteX0" fmla="*/ 1479 w 9366604"/>
              <a:gd name="connsiteY0" fmla="*/ 2171799 h 2171799"/>
              <a:gd name="connsiteX1" fmla="*/ 0 w 9366604"/>
              <a:gd name="connsiteY1" fmla="*/ 0 h 2171799"/>
              <a:gd name="connsiteX2" fmla="*/ 9356052 w 9366604"/>
              <a:gd name="connsiteY2" fmla="*/ 12032 h 2171799"/>
              <a:gd name="connsiteX3" fmla="*/ 9366604 w 9366604"/>
              <a:gd name="connsiteY3" fmla="*/ 728009 h 2171799"/>
              <a:gd name="connsiteX4" fmla="*/ 5132950 w 9366604"/>
              <a:gd name="connsiteY4" fmla="*/ 2165682 h 2171799"/>
              <a:gd name="connsiteX5" fmla="*/ 1479 w 9366604"/>
              <a:gd name="connsiteY5" fmla="*/ 2171799 h 2171799"/>
              <a:gd name="connsiteX0" fmla="*/ 1479 w 9356052"/>
              <a:gd name="connsiteY0" fmla="*/ 2171799 h 2171799"/>
              <a:gd name="connsiteX1" fmla="*/ 0 w 9356052"/>
              <a:gd name="connsiteY1" fmla="*/ 0 h 2171799"/>
              <a:gd name="connsiteX2" fmla="*/ 9356052 w 9356052"/>
              <a:gd name="connsiteY2" fmla="*/ 12032 h 2171799"/>
              <a:gd name="connsiteX3" fmla="*/ 9342541 w 9356052"/>
              <a:gd name="connsiteY3" fmla="*/ 728009 h 2171799"/>
              <a:gd name="connsiteX4" fmla="*/ 5132950 w 9356052"/>
              <a:gd name="connsiteY4" fmla="*/ 2165682 h 2171799"/>
              <a:gd name="connsiteX5" fmla="*/ 1479 w 9356052"/>
              <a:gd name="connsiteY5" fmla="*/ 2171799 h 2171799"/>
              <a:gd name="connsiteX0" fmla="*/ 1479 w 9356052"/>
              <a:gd name="connsiteY0" fmla="*/ 2171799 h 2171799"/>
              <a:gd name="connsiteX1" fmla="*/ 0 w 9356052"/>
              <a:gd name="connsiteY1" fmla="*/ 0 h 2171799"/>
              <a:gd name="connsiteX2" fmla="*/ 9356052 w 9356052"/>
              <a:gd name="connsiteY2" fmla="*/ 12032 h 2171799"/>
              <a:gd name="connsiteX3" fmla="*/ 9342541 w 9356052"/>
              <a:gd name="connsiteY3" fmla="*/ 764104 h 2171799"/>
              <a:gd name="connsiteX4" fmla="*/ 5132950 w 9356052"/>
              <a:gd name="connsiteY4" fmla="*/ 2165682 h 2171799"/>
              <a:gd name="connsiteX5" fmla="*/ 1479 w 9356052"/>
              <a:gd name="connsiteY5" fmla="*/ 2171799 h 2171799"/>
              <a:gd name="connsiteX0" fmla="*/ 1479 w 9342541"/>
              <a:gd name="connsiteY0" fmla="*/ 2171799 h 2171799"/>
              <a:gd name="connsiteX1" fmla="*/ 0 w 9342541"/>
              <a:gd name="connsiteY1" fmla="*/ 0 h 2171799"/>
              <a:gd name="connsiteX2" fmla="*/ 9331989 w 9342541"/>
              <a:gd name="connsiteY2" fmla="*/ 12032 h 2171799"/>
              <a:gd name="connsiteX3" fmla="*/ 9342541 w 9342541"/>
              <a:gd name="connsiteY3" fmla="*/ 764104 h 2171799"/>
              <a:gd name="connsiteX4" fmla="*/ 5132950 w 9342541"/>
              <a:gd name="connsiteY4" fmla="*/ 2165682 h 2171799"/>
              <a:gd name="connsiteX5" fmla="*/ 1479 w 9342541"/>
              <a:gd name="connsiteY5" fmla="*/ 2171799 h 2171799"/>
              <a:gd name="connsiteX0" fmla="*/ 1479 w 9344021"/>
              <a:gd name="connsiteY0" fmla="*/ 2171799 h 2171799"/>
              <a:gd name="connsiteX1" fmla="*/ 0 w 9344021"/>
              <a:gd name="connsiteY1" fmla="*/ 0 h 2171799"/>
              <a:gd name="connsiteX2" fmla="*/ 9344021 w 9344021"/>
              <a:gd name="connsiteY2" fmla="*/ 12032 h 2171799"/>
              <a:gd name="connsiteX3" fmla="*/ 9342541 w 9344021"/>
              <a:gd name="connsiteY3" fmla="*/ 764104 h 2171799"/>
              <a:gd name="connsiteX4" fmla="*/ 5132950 w 9344021"/>
              <a:gd name="connsiteY4" fmla="*/ 2165682 h 2171799"/>
              <a:gd name="connsiteX5" fmla="*/ 1479 w 9344021"/>
              <a:gd name="connsiteY5" fmla="*/ 2171799 h 2171799"/>
              <a:gd name="connsiteX0" fmla="*/ 1479 w 9342541"/>
              <a:gd name="connsiteY0" fmla="*/ 2171799 h 2171799"/>
              <a:gd name="connsiteX1" fmla="*/ 0 w 9342541"/>
              <a:gd name="connsiteY1" fmla="*/ 0 h 2171799"/>
              <a:gd name="connsiteX2" fmla="*/ 9340846 w 9342541"/>
              <a:gd name="connsiteY2" fmla="*/ 15207 h 2171799"/>
              <a:gd name="connsiteX3" fmla="*/ 9342541 w 9342541"/>
              <a:gd name="connsiteY3" fmla="*/ 764104 h 2171799"/>
              <a:gd name="connsiteX4" fmla="*/ 5132950 w 9342541"/>
              <a:gd name="connsiteY4" fmla="*/ 2165682 h 2171799"/>
              <a:gd name="connsiteX5" fmla="*/ 1479 w 9342541"/>
              <a:gd name="connsiteY5" fmla="*/ 2171799 h 2171799"/>
              <a:gd name="connsiteX0" fmla="*/ 1479 w 9342541"/>
              <a:gd name="connsiteY0" fmla="*/ 2171799 h 2171799"/>
              <a:gd name="connsiteX1" fmla="*/ 0 w 9342541"/>
              <a:gd name="connsiteY1" fmla="*/ 0 h 2171799"/>
              <a:gd name="connsiteX2" fmla="*/ 9340846 w 9342541"/>
              <a:gd name="connsiteY2" fmla="*/ 8857 h 2171799"/>
              <a:gd name="connsiteX3" fmla="*/ 9342541 w 9342541"/>
              <a:gd name="connsiteY3" fmla="*/ 764104 h 2171799"/>
              <a:gd name="connsiteX4" fmla="*/ 5132950 w 9342541"/>
              <a:gd name="connsiteY4" fmla="*/ 2165682 h 2171799"/>
              <a:gd name="connsiteX5" fmla="*/ 1479 w 9342541"/>
              <a:gd name="connsiteY5" fmla="*/ 2171799 h 2171799"/>
              <a:gd name="connsiteX0" fmla="*/ 1479 w 9342541"/>
              <a:gd name="connsiteY0" fmla="*/ 2171799 h 2171799"/>
              <a:gd name="connsiteX1" fmla="*/ 0 w 9342541"/>
              <a:gd name="connsiteY1" fmla="*/ 0 h 2171799"/>
              <a:gd name="connsiteX2" fmla="*/ 9340846 w 9342541"/>
              <a:gd name="connsiteY2" fmla="*/ 8857 h 2171799"/>
              <a:gd name="connsiteX3" fmla="*/ 9342541 w 9342541"/>
              <a:gd name="connsiteY3" fmla="*/ 760929 h 2171799"/>
              <a:gd name="connsiteX4" fmla="*/ 5132950 w 9342541"/>
              <a:gd name="connsiteY4" fmla="*/ 2165682 h 2171799"/>
              <a:gd name="connsiteX5" fmla="*/ 1479 w 9342541"/>
              <a:gd name="connsiteY5" fmla="*/ 2171799 h 2171799"/>
              <a:gd name="connsiteX0" fmla="*/ 1479 w 9342860"/>
              <a:gd name="connsiteY0" fmla="*/ 2171799 h 2171799"/>
              <a:gd name="connsiteX1" fmla="*/ 0 w 9342860"/>
              <a:gd name="connsiteY1" fmla="*/ 0 h 2171799"/>
              <a:gd name="connsiteX2" fmla="*/ 9340846 w 9342860"/>
              <a:gd name="connsiteY2" fmla="*/ 8857 h 2171799"/>
              <a:gd name="connsiteX3" fmla="*/ 9342541 w 9342860"/>
              <a:gd name="connsiteY3" fmla="*/ 760929 h 2171799"/>
              <a:gd name="connsiteX4" fmla="*/ 5132950 w 9342860"/>
              <a:gd name="connsiteY4" fmla="*/ 2165682 h 2171799"/>
              <a:gd name="connsiteX5" fmla="*/ 1479 w 9342860"/>
              <a:gd name="connsiteY5" fmla="*/ 2171799 h 2171799"/>
              <a:gd name="connsiteX0" fmla="*/ 1479 w 9342860"/>
              <a:gd name="connsiteY0" fmla="*/ 2171799 h 2171799"/>
              <a:gd name="connsiteX1" fmla="*/ 0 w 9342860"/>
              <a:gd name="connsiteY1" fmla="*/ 0 h 2171799"/>
              <a:gd name="connsiteX2" fmla="*/ 9340846 w 9342860"/>
              <a:gd name="connsiteY2" fmla="*/ 8857 h 2171799"/>
              <a:gd name="connsiteX3" fmla="*/ 9342541 w 9342860"/>
              <a:gd name="connsiteY3" fmla="*/ 760929 h 2171799"/>
              <a:gd name="connsiteX4" fmla="*/ 5132950 w 9342860"/>
              <a:gd name="connsiteY4" fmla="*/ 2165682 h 2171799"/>
              <a:gd name="connsiteX5" fmla="*/ 1479 w 9342860"/>
              <a:gd name="connsiteY5" fmla="*/ 2171799 h 2171799"/>
              <a:gd name="connsiteX0" fmla="*/ 1479 w 9340846"/>
              <a:gd name="connsiteY0" fmla="*/ 2171799 h 2171799"/>
              <a:gd name="connsiteX1" fmla="*/ 0 w 9340846"/>
              <a:gd name="connsiteY1" fmla="*/ 0 h 2171799"/>
              <a:gd name="connsiteX2" fmla="*/ 9340846 w 9340846"/>
              <a:gd name="connsiteY2" fmla="*/ 8857 h 2171799"/>
              <a:gd name="connsiteX3" fmla="*/ 9339366 w 9340846"/>
              <a:gd name="connsiteY3" fmla="*/ 779979 h 2171799"/>
              <a:gd name="connsiteX4" fmla="*/ 5132950 w 9340846"/>
              <a:gd name="connsiteY4" fmla="*/ 2165682 h 2171799"/>
              <a:gd name="connsiteX5" fmla="*/ 1479 w 9340846"/>
              <a:gd name="connsiteY5" fmla="*/ 2171799 h 2171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340846" h="2171799">
                <a:moveTo>
                  <a:pt x="1479" y="2171799"/>
                </a:moveTo>
                <a:lnTo>
                  <a:pt x="0" y="0"/>
                </a:lnTo>
                <a:lnTo>
                  <a:pt x="9340846" y="8857"/>
                </a:lnTo>
                <a:cubicBezTo>
                  <a:pt x="9336342" y="728779"/>
                  <a:pt x="9341363" y="742849"/>
                  <a:pt x="9339366" y="779979"/>
                </a:cubicBezTo>
                <a:lnTo>
                  <a:pt x="5132950" y="2165682"/>
                </a:lnTo>
                <a:lnTo>
                  <a:pt x="1479" y="2171799"/>
                </a:lnTo>
                <a:close/>
              </a:path>
            </a:pathLst>
          </a:custGeom>
        </p:spPr>
        <p:txBody>
          <a:bodyPr anchor="t"/>
          <a:lstStyle>
            <a:lvl1pPr marL="0" indent="0">
              <a:buNone/>
              <a:defRPr sz="2400" b="0">
                <a:solidFill>
                  <a:schemeClr val="bg2"/>
                </a:solidFill>
              </a:defRPr>
            </a:lvl1pPr>
          </a:lstStyle>
          <a:p>
            <a:pPr lvl="0"/>
            <a:r>
              <a:rPr lang="en-US" dirty="0"/>
              <a:t>Enter quoted person’s name</a:t>
            </a:r>
          </a:p>
        </p:txBody>
      </p:sp>
    </p:spTree>
    <p:custDataLst>
      <p:tags r:id="rId1"/>
    </p:custDataLst>
    <p:extLst>
      <p:ext uri="{BB962C8B-B14F-4D97-AF65-F5344CB8AC3E}">
        <p14:creationId xmlns:p14="http://schemas.microsoft.com/office/powerpoint/2010/main" val="30146388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ontent">
    <p:bg>
      <p:bgPr>
        <a:solidFill>
          <a:schemeClr val="bg1"/>
        </a:solidFill>
        <a:effectLst/>
      </p:bgPr>
    </p:bg>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4E502B2-1435-4BCB-BD77-B9E6CB7B3BF5}"/>
              </a:ext>
            </a:extLst>
          </p:cNvPr>
          <p:cNvSpPr>
            <a:spLocks noGrp="1"/>
          </p:cNvSpPr>
          <p:nvPr>
            <p:ph sz="quarter" idx="21" hasCustomPrompt="1"/>
          </p:nvPr>
        </p:nvSpPr>
        <p:spPr>
          <a:xfrm>
            <a:off x="365760" y="1143000"/>
            <a:ext cx="11587890" cy="5291750"/>
          </a:xfrm>
        </p:spPr>
        <p:txBody>
          <a:bodyPr/>
          <a:lstStyle>
            <a:lvl1pPr>
              <a:defRPr/>
            </a:lvl1pPr>
            <a:lvl2pPr>
              <a:defRPr/>
            </a:lvl2pPr>
            <a:lvl3pPr>
              <a:defRPr/>
            </a:lvl3pPr>
            <a:lvl4pPr>
              <a:defRPr/>
            </a:lvl4pPr>
            <a:lvl5pPr>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299526"/>
            <a:ext cx="11569209" cy="731318"/>
          </a:xfrm>
        </p:spPr>
        <p:txBody>
          <a:bodyPr/>
          <a:lstStyle>
            <a:lvl1pPr>
              <a:defRPr/>
            </a:lvl1pPr>
          </a:lstStyle>
          <a:p>
            <a:r>
              <a:rPr lang="en-US" dirty="0"/>
              <a:t>Title and content</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064138900"/>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ode">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p:txBody>
          <a:bodyPr/>
          <a:lstStyle>
            <a:lvl1pPr>
              <a:defRPr/>
            </a:lvl1pPr>
          </a:lstStyle>
          <a:p>
            <a:r>
              <a:rPr lang="en-US" dirty="0"/>
              <a:t>Title and code</a:t>
            </a:r>
          </a:p>
        </p:txBody>
      </p:sp>
      <p:sp>
        <p:nvSpPr>
          <p:cNvPr id="7" name="Code">
            <a:extLst>
              <a:ext uri="{FF2B5EF4-FFF2-40B4-BE49-F238E27FC236}">
                <a16:creationId xmlns:a16="http://schemas.microsoft.com/office/drawing/2014/main" id="{D77EFECE-400E-4BAA-A766-7DD8A1117BBC}"/>
              </a:ext>
            </a:extLst>
          </p:cNvPr>
          <p:cNvSpPr>
            <a:spLocks noGrp="1"/>
          </p:cNvSpPr>
          <p:nvPr>
            <p:ph type="body" idx="1" hasCustomPrompt="1"/>
          </p:nvPr>
        </p:nvSpPr>
        <p:spPr>
          <a:xfrm>
            <a:off x="365760" y="1143000"/>
            <a:ext cx="11569700" cy="5257800"/>
          </a:xfrm>
        </p:spPr>
        <p:txBody>
          <a:bodyPr>
            <a:noAutofit/>
          </a:bodyPr>
          <a:lstStyle>
            <a:lvl1pPr marL="0" indent="0">
              <a:spcBef>
                <a:spcPts val="0"/>
              </a:spcBef>
              <a:buNone/>
              <a:defRPr sz="1800">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
        <p:nvSpPr>
          <p:cNvPr id="19" name="Title Border">
            <a:extLst>
              <a:ext uri="{FF2B5EF4-FFF2-40B4-BE49-F238E27FC236}">
                <a16:creationId xmlns:a16="http://schemas.microsoft.com/office/drawing/2014/main" id="{C3AAB48A-4CC9-410B-9FD0-0E32778B6BFF}"/>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8918032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Text Column, and Small Picture">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dirty="0"/>
              <a:t>Title, text, and right picture</a:t>
            </a:r>
          </a:p>
        </p:txBody>
      </p:sp>
      <p:sp>
        <p:nvSpPr>
          <p:cNvPr id="7" name="Conten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143000"/>
            <a:ext cx="8303550" cy="5291750"/>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1"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idx="9" hasCustomPrompt="1"/>
          </p:nvPr>
        </p:nvSpPr>
        <p:spPr>
          <a:xfrm>
            <a:off x="8778240" y="2286000"/>
            <a:ext cx="2971800" cy="2971800"/>
          </a:xfrm>
        </p:spPr>
        <p:txBody>
          <a:bodyPr anchor="t"/>
          <a:lstStyle>
            <a:lvl1pPr marL="0" indent="0" algn="ctr">
              <a:buNone/>
              <a:defRPr sz="3200">
                <a:solidFill>
                  <a:schemeClr val="tx2"/>
                </a:solidFill>
              </a:defRPr>
            </a:lvl1pPr>
          </a:lstStyle>
          <a:p>
            <a:r>
              <a:rPr lang="en-US"/>
              <a:t>Click icon to add image</a:t>
            </a:r>
          </a:p>
        </p:txBody>
      </p:sp>
      <p:sp>
        <p:nvSpPr>
          <p:cNvPr id="19" name="Title Border">
            <a:extLst>
              <a:ext uri="{FF2B5EF4-FFF2-40B4-BE49-F238E27FC236}">
                <a16:creationId xmlns:a16="http://schemas.microsoft.com/office/drawing/2014/main" id="{CA5A47F4-760F-45B4-9DF3-86A7530E62D0}"/>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3931383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Header, Text, and Small Picture">
    <p:bg>
      <p:bgPr>
        <a:solidFill>
          <a:schemeClr val="bg1"/>
        </a:solidFill>
        <a:effectLst/>
      </p:bgPr>
    </p:bg>
    <p:spTree>
      <p:nvGrpSpPr>
        <p:cNvPr id="1" name=""/>
        <p:cNvGrpSpPr/>
        <p:nvPr/>
      </p:nvGrpSpPr>
      <p:grpSpPr>
        <a:xfrm>
          <a:off x="0" y="0"/>
          <a:ext cx="0" cy="0"/>
          <a:chOff x="0" y="0"/>
          <a:chExt cx="0" cy="0"/>
        </a:xfrm>
      </p:grpSpPr>
      <p:sp>
        <p:nvSpPr>
          <p:cNvPr id="4"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487257" cy="731318"/>
          </a:xfrm>
        </p:spPr>
        <p:txBody>
          <a:bodyPr/>
          <a:lstStyle>
            <a:lvl1pPr>
              <a:lnSpc>
                <a:spcPct val="100000"/>
              </a:lnSpc>
              <a:defRPr/>
            </a:lvl1pPr>
          </a:lstStyle>
          <a:p>
            <a:r>
              <a:rPr lang="en-US" dirty="0"/>
              <a:t>Title, header, text, and picture</a:t>
            </a:r>
          </a:p>
        </p:txBody>
      </p:sp>
      <p:sp>
        <p:nvSpPr>
          <p:cNvPr id="3" name="Content Header">
            <a:extLst>
              <a:ext uri="{FF2B5EF4-FFF2-40B4-BE49-F238E27FC236}">
                <a16:creationId xmlns:a16="http://schemas.microsoft.com/office/drawing/2014/main" id="{CEBB69C5-28A4-4F99-A9FE-572F9D53CF4E}"/>
              </a:ext>
            </a:extLst>
          </p:cNvPr>
          <p:cNvSpPr>
            <a:spLocks noGrp="1"/>
          </p:cNvSpPr>
          <p:nvPr>
            <p:ph type="subTitle" idx="2" hasCustomPrompt="1"/>
          </p:nvPr>
        </p:nvSpPr>
        <p:spPr>
          <a:xfrm>
            <a:off x="365760" y="1053311"/>
            <a:ext cx="11487257"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7" name="Conten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591056"/>
            <a:ext cx="830355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1" name="Picture">
            <a:extLst>
              <a:ext uri="{FF2B5EF4-FFF2-40B4-BE49-F238E27FC236}">
                <a16:creationId xmlns:a16="http://schemas.microsoft.com/office/drawing/2014/main" id="{A644AF2C-FFDC-4661-BF6B-D208E5E816FA}"/>
              </a:ext>
              <a:ext uri="{C183D7F6-B498-43B3-948B-1728B52AA6E4}">
                <adec:decorative xmlns:adec="http://schemas.microsoft.com/office/drawing/2017/decorative" val="1"/>
              </a:ext>
            </a:extLst>
          </p:cNvPr>
          <p:cNvSpPr>
            <a:spLocks noGrp="1"/>
          </p:cNvSpPr>
          <p:nvPr>
            <p:ph idx="9" hasCustomPrompt="1"/>
          </p:nvPr>
        </p:nvSpPr>
        <p:spPr>
          <a:xfrm>
            <a:off x="8775263" y="2516806"/>
            <a:ext cx="2971800" cy="2971800"/>
          </a:xfrm>
        </p:spPr>
        <p:txBody>
          <a:bodyPr anchor="t"/>
          <a:lstStyle>
            <a:lvl1pPr marL="0" indent="0" algn="ctr">
              <a:buNone/>
              <a:defRPr sz="3200">
                <a:solidFill>
                  <a:schemeClr val="tx2"/>
                </a:solidFill>
              </a:defRPr>
            </a:lvl1pPr>
          </a:lstStyle>
          <a:p>
            <a:r>
              <a:rPr lang="en-US"/>
              <a:t>Click icon to add image</a:t>
            </a:r>
          </a:p>
        </p:txBody>
      </p:sp>
    </p:spTree>
    <p:custDataLst>
      <p:tags r:id="rId1"/>
    </p:custDataLst>
    <p:extLst>
      <p:ext uri="{BB962C8B-B14F-4D97-AF65-F5344CB8AC3E}">
        <p14:creationId xmlns:p14="http://schemas.microsoft.com/office/powerpoint/2010/main" val="20196102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ervice Introduction">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301752"/>
            <a:ext cx="11569209" cy="731318"/>
          </a:xfrm>
        </p:spPr>
        <p:txBody>
          <a:bodyPr/>
          <a:lstStyle>
            <a:lvl1pPr>
              <a:defRPr/>
            </a:lvl1pPr>
          </a:lstStyle>
          <a:p>
            <a:r>
              <a:rPr lang="en-US" dirty="0"/>
              <a:t>Service Introduction Slide</a:t>
            </a:r>
          </a:p>
        </p:txBody>
      </p:sp>
      <p:sp>
        <p:nvSpPr>
          <p:cNvPr id="8" name="Content Right">
            <a:extLst>
              <a:ext uri="{FF2B5EF4-FFF2-40B4-BE49-F238E27FC236}">
                <a16:creationId xmlns:a16="http://schemas.microsoft.com/office/drawing/2014/main" id="{951E617C-D9F7-4098-883E-6A048DBCF862}"/>
              </a:ext>
            </a:extLst>
          </p:cNvPr>
          <p:cNvSpPr>
            <a:spLocks noGrp="1"/>
          </p:cNvSpPr>
          <p:nvPr>
            <p:ph type="body" idx="2" hasCustomPrompt="1"/>
          </p:nvPr>
        </p:nvSpPr>
        <p:spPr>
          <a:xfrm>
            <a:off x="4184073" y="1143000"/>
            <a:ext cx="7750896" cy="5291750"/>
          </a:xfrm>
        </p:spPr>
        <p:txBody>
          <a:bodyPr anchor="ctr">
            <a:noAutofit/>
          </a:bodyPr>
          <a:lstStyle>
            <a:lvl1pPr>
              <a:lnSpc>
                <a:spcPct val="100000"/>
              </a:lnSpc>
              <a:spcAft>
                <a:spcPts val="600"/>
              </a:spcAft>
              <a:defRPr sz="3200">
                <a:solidFill>
                  <a:schemeClr val="tx2"/>
                </a:solidFill>
              </a:defRPr>
            </a:lvl1pPr>
            <a:lvl2pPr marL="461963" indent="-228600">
              <a:lnSpc>
                <a:spcPct val="100000"/>
              </a:lnSpc>
              <a:spcAft>
                <a:spcPts val="600"/>
              </a:spcAft>
              <a:defRPr sz="2800">
                <a:solidFill>
                  <a:schemeClr val="tx2"/>
                </a:solidFill>
              </a:defRPr>
            </a:lvl2pPr>
            <a:lvl3pPr marL="684213" indent="-228600">
              <a:lnSpc>
                <a:spcPct val="100000"/>
              </a:lnSpc>
              <a:spcAft>
                <a:spcPts val="600"/>
              </a:spcAft>
              <a:defRPr sz="2400">
                <a:solidFill>
                  <a:schemeClr val="tx2"/>
                </a:solidFill>
              </a:defRPr>
            </a:lvl3pPr>
            <a:lvl4pPr marL="914400" indent="-228600">
              <a:lnSpc>
                <a:spcPct val="100000"/>
              </a:lnSpc>
              <a:spcAft>
                <a:spcPts val="600"/>
              </a:spcAft>
              <a:defRPr sz="2000">
                <a:solidFill>
                  <a:schemeClr val="tx2"/>
                </a:solidFill>
              </a:defRPr>
            </a:lvl4pPr>
            <a:lvl5pPr marL="1144588" indent="-228600">
              <a:lnSpc>
                <a:spcPct val="100000"/>
              </a:lnSpc>
              <a:spcAft>
                <a:spcPts val="600"/>
              </a:spcAft>
              <a:defRPr sz="20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30E2FEDB-7122-4CE9-A695-390387894502}"/>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a:extLst>
              <a:ext uri="{FF2B5EF4-FFF2-40B4-BE49-F238E27FC236}">
                <a16:creationId xmlns:a16="http://schemas.microsoft.com/office/drawing/2014/main" id="{E25EBCDC-6C07-4B35-82D5-0AC6628754E6}"/>
              </a:ext>
            </a:extLst>
          </p:cNvPr>
          <p:cNvSpPr>
            <a:spLocks noGrp="1"/>
          </p:cNvSpPr>
          <p:nvPr>
            <p:ph type="pic" sz="quarter" idx="21"/>
          </p:nvPr>
        </p:nvSpPr>
        <p:spPr>
          <a:xfrm>
            <a:off x="896802" y="2618443"/>
            <a:ext cx="2340864" cy="2340864"/>
          </a:xfrm>
        </p:spPr>
        <p:txBody>
          <a:bodyPr anchor="ctr"/>
          <a:lstStyle>
            <a:lvl1pPr marL="0" indent="0" algn="ctr">
              <a:buNone/>
              <a:defRPr/>
            </a:lvl1pPr>
          </a:lstStyle>
          <a:p>
            <a:r>
              <a:rPr lang="en-US"/>
              <a:t>Click icon to add picture</a:t>
            </a:r>
          </a:p>
        </p:txBody>
      </p:sp>
      <p:cxnSp>
        <p:nvCxnSpPr>
          <p:cNvPr id="10" name="Straight Connector 9">
            <a:extLst>
              <a:ext uri="{FF2B5EF4-FFF2-40B4-BE49-F238E27FC236}">
                <a16:creationId xmlns:a16="http://schemas.microsoft.com/office/drawing/2014/main" id="{32C43914-0D84-493F-9BEB-DF30C6FD4C97}"/>
              </a:ext>
            </a:extLst>
          </p:cNvPr>
          <p:cNvCxnSpPr/>
          <p:nvPr/>
        </p:nvCxnSpPr>
        <p:spPr>
          <a:xfrm>
            <a:off x="3732690" y="1239140"/>
            <a:ext cx="0" cy="5195610"/>
          </a:xfrm>
          <a:prstGeom prst="line">
            <a:avLst/>
          </a:prstGeom>
          <a:ln w="44450">
            <a:solidFill>
              <a:schemeClr val="hlink"/>
            </a:solidFill>
          </a:ln>
          <a:effectLst>
            <a:outerShdw blurRad="63500" dist="53881" dir="2700016" rotWithShape="0">
              <a:scrgbClr r="0" g="0" b="0">
                <a:alpha val="25000"/>
              </a:scrgbClr>
            </a:outerShdw>
          </a:effectLst>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43127384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and 2 Content Columns">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301752"/>
            <a:ext cx="11569209" cy="731318"/>
          </a:xfrm>
        </p:spPr>
        <p:txBody>
          <a:bodyPr/>
          <a:lstStyle>
            <a:lvl1pPr>
              <a:defRPr/>
            </a:lvl1pPr>
          </a:lstStyle>
          <a:p>
            <a:r>
              <a:rPr lang="en-US" dirty="0"/>
              <a:t>Title and 2 content columns</a:t>
            </a:r>
          </a:p>
        </p:txBody>
      </p:sp>
      <p:sp>
        <p:nvSpPr>
          <p:cNvPr id="7" name="Content Left">
            <a:extLst>
              <a:ext uri="{FF2B5EF4-FFF2-40B4-BE49-F238E27FC236}">
                <a16:creationId xmlns:a16="http://schemas.microsoft.com/office/drawing/2014/main" id="{8A73B5A2-5001-4FA4-B113-0F6124F1F6A0}"/>
              </a:ext>
            </a:extLst>
          </p:cNvPr>
          <p:cNvSpPr>
            <a:spLocks noGrp="1"/>
          </p:cNvSpPr>
          <p:nvPr>
            <p:ph type="body" idx="1" hasCustomPrompt="1"/>
          </p:nvPr>
        </p:nvSpPr>
        <p:spPr>
          <a:xfrm>
            <a:off x="365760" y="1143000"/>
            <a:ext cx="5669280" cy="5291750"/>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8" name="Content Right">
            <a:extLst>
              <a:ext uri="{FF2B5EF4-FFF2-40B4-BE49-F238E27FC236}">
                <a16:creationId xmlns:a16="http://schemas.microsoft.com/office/drawing/2014/main" id="{951E617C-D9F7-4098-883E-6A048DBCF862}"/>
              </a:ext>
            </a:extLst>
          </p:cNvPr>
          <p:cNvSpPr>
            <a:spLocks noGrp="1"/>
          </p:cNvSpPr>
          <p:nvPr>
            <p:ph type="body" idx="2" hasCustomPrompt="1"/>
          </p:nvPr>
        </p:nvSpPr>
        <p:spPr>
          <a:xfrm>
            <a:off x="6265689" y="1143000"/>
            <a:ext cx="5669280" cy="5291750"/>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30E2FEDB-7122-4CE9-A695-390387894502}"/>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5692535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and 2 Code Columns">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301752"/>
            <a:ext cx="11569209" cy="731318"/>
          </a:xfrm>
        </p:spPr>
        <p:txBody>
          <a:bodyPr/>
          <a:lstStyle>
            <a:lvl1pPr>
              <a:defRPr/>
            </a:lvl1pPr>
          </a:lstStyle>
          <a:p>
            <a:r>
              <a:rPr lang="en-US" dirty="0"/>
              <a:t>Title and 2 code columns</a:t>
            </a:r>
          </a:p>
        </p:txBody>
      </p:sp>
      <p:sp>
        <p:nvSpPr>
          <p:cNvPr id="7" name="Code Left">
            <a:extLst>
              <a:ext uri="{FF2B5EF4-FFF2-40B4-BE49-F238E27FC236}">
                <a16:creationId xmlns:a16="http://schemas.microsoft.com/office/drawing/2014/main" id="{D77EFECE-400E-4BAA-A766-7DD8A1117BBC}"/>
              </a:ext>
            </a:extLst>
          </p:cNvPr>
          <p:cNvSpPr>
            <a:spLocks noGrp="1"/>
          </p:cNvSpPr>
          <p:nvPr>
            <p:ph type="body" idx="1" hasCustomPrompt="1"/>
          </p:nvPr>
        </p:nvSpPr>
        <p:spPr>
          <a:xfrm>
            <a:off x="365760" y="1143000"/>
            <a:ext cx="5669280" cy="5291750"/>
          </a:xfrm>
        </p:spPr>
        <p:txBody>
          <a:bodyPr>
            <a:noAutofit/>
          </a:bodyPr>
          <a:lstStyle>
            <a:lvl1pPr marL="0" indent="0">
              <a:spcBef>
                <a:spcPts val="0"/>
              </a:spcBef>
              <a:buNone/>
              <a:defRPr sz="1800">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
        <p:nvSpPr>
          <p:cNvPr id="8" name="Code Right">
            <a:extLst>
              <a:ext uri="{FF2B5EF4-FFF2-40B4-BE49-F238E27FC236}">
                <a16:creationId xmlns:a16="http://schemas.microsoft.com/office/drawing/2014/main" id="{E8572E41-DF36-40C1-9453-10D94D9775B7}"/>
              </a:ext>
            </a:extLst>
          </p:cNvPr>
          <p:cNvSpPr>
            <a:spLocks noGrp="1"/>
          </p:cNvSpPr>
          <p:nvPr>
            <p:ph type="body" idx="2" hasCustomPrompt="1"/>
          </p:nvPr>
        </p:nvSpPr>
        <p:spPr>
          <a:xfrm>
            <a:off x="6265689" y="1143000"/>
            <a:ext cx="5669280" cy="5291750"/>
          </a:xfrm>
        </p:spPr>
        <p:txBody>
          <a:bodyPr>
            <a:noAutofit/>
          </a:bodyPr>
          <a:lstStyle>
            <a:lvl1pPr marL="0" indent="0">
              <a:spcBef>
                <a:spcPts val="0"/>
              </a:spcBef>
              <a:buNone/>
              <a:defRPr sz="1800">
                <a:latin typeface="Lucida Console" panose="020B0609040504020204" pitchFamily="49" charset="0"/>
              </a:defRPr>
            </a:lvl1pPr>
          </a:lstStyle>
          <a:p>
            <a:pPr lvl="0"/>
            <a:r>
              <a:rPr lang="en-US" dirty="0"/>
              <a:t>; Syntax Test file for 68k Assembly code</a:t>
            </a:r>
          </a:p>
          <a:p>
            <a:pPr lvl="0"/>
            <a:r>
              <a:rPr lang="en-US" dirty="0"/>
              <a:t>; Some comments about this file</a:t>
            </a:r>
          </a:p>
          <a:p>
            <a:pPr lvl="0"/>
            <a:r>
              <a:rPr lang="en-US" dirty="0"/>
              <a:t>.D0 00000000</a:t>
            </a:r>
          </a:p>
          <a:p>
            <a:pPr lvl="0"/>
            <a:r>
              <a:rPr lang="en-US" dirty="0"/>
              <a:t>MS 2100 00000002</a:t>
            </a:r>
          </a:p>
          <a:p>
            <a:pPr lvl="0"/>
            <a:r>
              <a:rPr lang="en-US" dirty="0"/>
              <a:t>MM 2000;DI</a:t>
            </a:r>
          </a:p>
          <a:p>
            <a:pPr lvl="0"/>
            <a:r>
              <a:rPr lang="en-US" dirty="0"/>
              <a:t>LEA.L $002100,A1</a:t>
            </a:r>
          </a:p>
          <a:p>
            <a:pPr lvl="0"/>
            <a:r>
              <a:rPr lang="en-US" dirty="0"/>
              <a:t>MOVE.L #2,-(A1)</a:t>
            </a:r>
          </a:p>
          <a:p>
            <a:pPr lvl="0"/>
            <a:r>
              <a:rPr lang="en-US" dirty="0"/>
              <a:t>BSR $00002050</a:t>
            </a:r>
          </a:p>
          <a:p>
            <a:pPr lvl="0"/>
            <a:r>
              <a:rPr lang="en-US" dirty="0"/>
              <a:t>MM 2050;DI</a:t>
            </a:r>
          </a:p>
          <a:p>
            <a:pPr lvl="0"/>
            <a:r>
              <a:rPr lang="en-US" dirty="0"/>
              <a:t>MOVE.L (A1)+,D1</a:t>
            </a:r>
          </a:p>
          <a:p>
            <a:pPr lvl="0"/>
            <a:r>
              <a:rPr lang="en-US" dirty="0"/>
              <a:t>MOVE.L (A1),D2</a:t>
            </a:r>
          </a:p>
          <a:p>
            <a:pPr lvl="0"/>
            <a:r>
              <a:rPr lang="en-US" dirty="0"/>
              <a:t>ADD.L D1,D2</a:t>
            </a:r>
          </a:p>
          <a:p>
            <a:pPr lvl="0"/>
            <a:r>
              <a:rPr lang="en-US" dirty="0"/>
              <a:t>MOVE.L D2,D0</a:t>
            </a:r>
          </a:p>
          <a:p>
            <a:pPr lvl="0"/>
            <a:r>
              <a:rPr lang="en-US" dirty="0"/>
              <a:t>RTS</a:t>
            </a:r>
          </a:p>
        </p:txBody>
      </p:sp>
      <p:sp>
        <p:nvSpPr>
          <p:cNvPr id="19" name="Title Border">
            <a:extLst>
              <a:ext uri="{FF2B5EF4-FFF2-40B4-BE49-F238E27FC236}">
                <a16:creationId xmlns:a16="http://schemas.microsoft.com/office/drawing/2014/main" id="{839B152F-AE78-42AF-B8FB-09C753D41393}"/>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9522715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1 Header, and 2 Text Columns">
    <p:bg>
      <p:bgPr>
        <a:solidFill>
          <a:schemeClr val="bg1"/>
        </a:solidFill>
        <a:effectLst/>
      </p:bgPr>
    </p:bg>
    <p:spTree>
      <p:nvGrpSpPr>
        <p:cNvPr id="1" name=""/>
        <p:cNvGrpSpPr/>
        <p:nvPr/>
      </p:nvGrpSpPr>
      <p:grpSpPr>
        <a:xfrm>
          <a:off x="0" y="0"/>
          <a:ext cx="0" cy="0"/>
          <a:chOff x="0" y="0"/>
          <a:chExt cx="0" cy="0"/>
        </a:xfrm>
      </p:grpSpPr>
      <p:sp>
        <p:nvSpPr>
          <p:cNvPr id="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dirty="0"/>
              <a:t>Title, 1 header, and 2 text columns</a:t>
            </a:r>
          </a:p>
        </p:txBody>
      </p:sp>
      <p:sp>
        <p:nvSpPr>
          <p:cNvPr id="3" name="Content Header">
            <a:extLst>
              <a:ext uri="{FF2B5EF4-FFF2-40B4-BE49-F238E27FC236}">
                <a16:creationId xmlns:a16="http://schemas.microsoft.com/office/drawing/2014/main" id="{CEBB69C5-28A4-4F99-A9FE-572F9D53CF4E}"/>
              </a:ext>
            </a:extLst>
          </p:cNvPr>
          <p:cNvSpPr>
            <a:spLocks noGrp="1"/>
          </p:cNvSpPr>
          <p:nvPr>
            <p:ph type="subTitle" idx="3" hasCustomPrompt="1"/>
          </p:nvPr>
        </p:nvSpPr>
        <p:spPr>
          <a:xfrm>
            <a:off x="365760" y="1051560"/>
            <a:ext cx="11569208"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591056"/>
            <a:ext cx="566928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8" name="Content Right">
            <a:extLst>
              <a:ext uri="{FF2B5EF4-FFF2-40B4-BE49-F238E27FC236}">
                <a16:creationId xmlns:a16="http://schemas.microsoft.com/office/drawing/2014/main" id="{7F5B85B9-BABC-44F6-B2AE-99F02670D702}"/>
              </a:ext>
            </a:extLst>
          </p:cNvPr>
          <p:cNvSpPr>
            <a:spLocks noGrp="1"/>
          </p:cNvSpPr>
          <p:nvPr>
            <p:ph type="body" idx="2" hasCustomPrompt="1"/>
          </p:nvPr>
        </p:nvSpPr>
        <p:spPr>
          <a:xfrm>
            <a:off x="6197321" y="1591056"/>
            <a:ext cx="566928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642917229"/>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2 Headers, and 2 Text Columns">
    <p:bg>
      <p:bgPr>
        <a:solidFill>
          <a:schemeClr val="bg1"/>
        </a:solidFill>
        <a:effectLst/>
      </p:bgPr>
    </p:bg>
    <p:spTree>
      <p:nvGrpSpPr>
        <p:cNvPr id="1" name=""/>
        <p:cNvGrpSpPr/>
        <p:nvPr/>
      </p:nvGrpSpPr>
      <p:grpSpPr>
        <a:xfrm>
          <a:off x="0" y="0"/>
          <a:ext cx="0" cy="0"/>
          <a:chOff x="0" y="0"/>
          <a:chExt cx="0" cy="0"/>
        </a:xfrm>
      </p:grpSpPr>
      <p:sp>
        <p:nvSpPr>
          <p:cNvPr id="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dirty="0"/>
              <a:t>Title, 2 headers, and text columns</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3" hasCustomPrompt="1"/>
          </p:nvPr>
        </p:nvSpPr>
        <p:spPr>
          <a:xfrm>
            <a:off x="365760" y="1051560"/>
            <a:ext cx="566928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591056"/>
            <a:ext cx="566928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4" name="Content Header Right">
            <a:extLst>
              <a:ext uri="{FF2B5EF4-FFF2-40B4-BE49-F238E27FC236}">
                <a16:creationId xmlns:a16="http://schemas.microsoft.com/office/drawing/2014/main" id="{04C41CFA-9BF9-474A-89A9-E22790A538E2}"/>
              </a:ext>
            </a:extLst>
          </p:cNvPr>
          <p:cNvSpPr>
            <a:spLocks noGrp="1"/>
          </p:cNvSpPr>
          <p:nvPr>
            <p:ph type="subTitle" idx="4" hasCustomPrompt="1"/>
          </p:nvPr>
        </p:nvSpPr>
        <p:spPr>
          <a:xfrm>
            <a:off x="6197321" y="1051560"/>
            <a:ext cx="566928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8" name="Content Right">
            <a:extLst>
              <a:ext uri="{FF2B5EF4-FFF2-40B4-BE49-F238E27FC236}">
                <a16:creationId xmlns:a16="http://schemas.microsoft.com/office/drawing/2014/main" id="{7F5B85B9-BABC-44F6-B2AE-99F02670D702}"/>
              </a:ext>
            </a:extLst>
          </p:cNvPr>
          <p:cNvSpPr>
            <a:spLocks noGrp="1"/>
          </p:cNvSpPr>
          <p:nvPr>
            <p:ph type="body" idx="2" hasCustomPrompt="1"/>
          </p:nvPr>
        </p:nvSpPr>
        <p:spPr>
          <a:xfrm>
            <a:off x="6197321" y="1591056"/>
            <a:ext cx="566928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33189127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Header and Content Left, Full Height Picture">
    <p:bg>
      <p:bgPr>
        <a:solidFill>
          <a:schemeClr val="bg1"/>
        </a:solidFill>
        <a:effectLst/>
      </p:bgPr>
    </p:bg>
    <p:spTree>
      <p:nvGrpSpPr>
        <p:cNvPr id="1" name=""/>
        <p:cNvGrpSpPr/>
        <p:nvPr/>
      </p:nvGrpSpPr>
      <p:grpSpPr>
        <a:xfrm>
          <a:off x="0" y="0"/>
          <a:ext cx="0" cy="0"/>
          <a:chOff x="0" y="0"/>
          <a:chExt cx="0" cy="0"/>
        </a:xfrm>
      </p:grpSpPr>
      <p:sp>
        <p:nvSpPr>
          <p:cNvPr id="4"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dirty="0"/>
              <a:t>Title, header, content, and full height picture</a:t>
            </a:r>
          </a:p>
        </p:txBody>
      </p:sp>
      <p:sp>
        <p:nvSpPr>
          <p:cNvPr id="3" name="Content Header">
            <a:extLst>
              <a:ext uri="{FF2B5EF4-FFF2-40B4-BE49-F238E27FC236}">
                <a16:creationId xmlns:a16="http://schemas.microsoft.com/office/drawing/2014/main" id="{CEBB69C5-28A4-4F99-A9FE-572F9D53CF4E}"/>
              </a:ext>
            </a:extLst>
          </p:cNvPr>
          <p:cNvSpPr>
            <a:spLocks noGrp="1"/>
          </p:cNvSpPr>
          <p:nvPr>
            <p:ph type="subTitle" idx="2" hasCustomPrompt="1"/>
          </p:nvPr>
        </p:nvSpPr>
        <p:spPr>
          <a:xfrm>
            <a:off x="365760" y="1051560"/>
            <a:ext cx="566928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7" name="Content">
            <a:extLst>
              <a:ext uri="{FF2B5EF4-FFF2-40B4-BE49-F238E27FC236}">
                <a16:creationId xmlns:a16="http://schemas.microsoft.com/office/drawing/2014/main" id="{EEA0232A-1E36-4B66-8855-7774205AD335}"/>
              </a:ext>
            </a:extLst>
          </p:cNvPr>
          <p:cNvSpPr>
            <a:spLocks noGrp="1"/>
          </p:cNvSpPr>
          <p:nvPr>
            <p:ph type="body" idx="1" hasCustomPrompt="1"/>
          </p:nvPr>
        </p:nvSpPr>
        <p:spPr>
          <a:xfrm>
            <a:off x="365760" y="1591056"/>
            <a:ext cx="566928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1" name="Picture">
            <a:extLst>
              <a:ext uri="{FF2B5EF4-FFF2-40B4-BE49-F238E27FC236}">
                <a16:creationId xmlns:a16="http://schemas.microsoft.com/office/drawing/2014/main" id="{E9ECC349-DC9E-43B4-9780-22F11542C500}"/>
              </a:ext>
              <a:ext uri="{C183D7F6-B498-43B3-948B-1728B52AA6E4}">
                <adec:decorative xmlns:adec="http://schemas.microsoft.com/office/drawing/2017/decorative" val="1"/>
              </a:ext>
            </a:extLst>
          </p:cNvPr>
          <p:cNvSpPr>
            <a:spLocks noGrp="1"/>
          </p:cNvSpPr>
          <p:nvPr>
            <p:ph idx="9" hasCustomPrompt="1"/>
          </p:nvPr>
        </p:nvSpPr>
        <p:spPr>
          <a:xfrm>
            <a:off x="6199632" y="1046819"/>
            <a:ext cx="5669280" cy="5387913"/>
          </a:xfrm>
        </p:spPr>
        <p:txBody>
          <a:bodyPr anchor="ctr"/>
          <a:lstStyle>
            <a:lvl1pPr marL="0" indent="0" algn="ctr">
              <a:buNone/>
              <a:defRPr sz="3200">
                <a:solidFill>
                  <a:schemeClr val="tx2"/>
                </a:solidFill>
              </a:defRPr>
            </a:lvl1pPr>
          </a:lstStyle>
          <a:p>
            <a:r>
              <a:rPr lang="en-US"/>
              <a:t>Click icon to add image</a:t>
            </a:r>
          </a:p>
        </p:txBody>
      </p:sp>
    </p:spTree>
    <p:custDataLst>
      <p:tags r:id="rId1"/>
    </p:custDataLst>
    <p:extLst>
      <p:ext uri="{BB962C8B-B14F-4D97-AF65-F5344CB8AC3E}">
        <p14:creationId xmlns:p14="http://schemas.microsoft.com/office/powerpoint/2010/main" val="8566184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2 Pictures, 2 Headers, and 2 Text Columns">
    <p:bg>
      <p:bgPr>
        <a:solidFill>
          <a:schemeClr val="bg1"/>
        </a:solidFill>
        <a:effectLst/>
      </p:bgPr>
    </p:bg>
    <p:spTree>
      <p:nvGrpSpPr>
        <p:cNvPr id="1" name=""/>
        <p:cNvGrpSpPr/>
        <p:nvPr/>
      </p:nvGrpSpPr>
      <p:grpSpPr>
        <a:xfrm>
          <a:off x="0" y="0"/>
          <a:ext cx="0" cy="0"/>
          <a:chOff x="0" y="0"/>
          <a:chExt cx="0" cy="0"/>
        </a:xfrm>
      </p:grpSpPr>
      <p:sp>
        <p:nvSpPr>
          <p:cNvPr id="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dirty="0"/>
              <a:t>Title, 2 pictures, 2 headers, and 2 text columns</a:t>
            </a:r>
          </a:p>
        </p:txBody>
      </p:sp>
      <p:sp>
        <p:nvSpPr>
          <p:cNvPr id="11"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noChangeAspect="1"/>
          </p:cNvSpPr>
          <p:nvPr>
            <p:ph idx="8" hasCustomPrompt="1"/>
          </p:nvPr>
        </p:nvSpPr>
        <p:spPr>
          <a:xfrm>
            <a:off x="2057400" y="1049337"/>
            <a:ext cx="2286000" cy="2286000"/>
          </a:xfrm>
        </p:spPr>
        <p:txBody>
          <a:bodyPr anchor="t"/>
          <a:lstStyle>
            <a:lvl1pPr marL="0" indent="0" algn="ctr">
              <a:buNone/>
              <a:defRPr sz="3200">
                <a:solidFill>
                  <a:schemeClr val="tx2"/>
                </a:solidFill>
              </a:defRPr>
            </a:lvl1pPr>
          </a:lstStyle>
          <a:p>
            <a:r>
              <a:rPr lang="en-US"/>
              <a:t>Click icon to add image</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3" hasCustomPrompt="1"/>
          </p:nvPr>
        </p:nvSpPr>
        <p:spPr>
          <a:xfrm>
            <a:off x="365760" y="3366099"/>
            <a:ext cx="566928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3895345"/>
            <a:ext cx="5669280" cy="2550376"/>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2" name="Picture Righ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noChangeAspect="1"/>
          </p:cNvSpPr>
          <p:nvPr>
            <p:ph idx="9" hasCustomPrompt="1"/>
          </p:nvPr>
        </p:nvSpPr>
        <p:spPr>
          <a:xfrm>
            <a:off x="7891272" y="1049337"/>
            <a:ext cx="2286000" cy="2286000"/>
          </a:xfrm>
        </p:spPr>
        <p:txBody>
          <a:bodyPr anchor="t"/>
          <a:lstStyle>
            <a:lvl1pPr marL="0" indent="0" algn="ctr">
              <a:buNone/>
              <a:defRPr sz="3200">
                <a:solidFill>
                  <a:schemeClr val="tx2"/>
                </a:solidFill>
              </a:defRPr>
            </a:lvl1pPr>
          </a:lstStyle>
          <a:p>
            <a:r>
              <a:rPr lang="en-US"/>
              <a:t>Click icon to add image</a:t>
            </a:r>
          </a:p>
        </p:txBody>
      </p:sp>
      <p:sp>
        <p:nvSpPr>
          <p:cNvPr id="4" name="Content Header Right">
            <a:extLst>
              <a:ext uri="{FF2B5EF4-FFF2-40B4-BE49-F238E27FC236}">
                <a16:creationId xmlns:a16="http://schemas.microsoft.com/office/drawing/2014/main" id="{04C41CFA-9BF9-474A-89A9-E22790A538E2}"/>
              </a:ext>
            </a:extLst>
          </p:cNvPr>
          <p:cNvSpPr>
            <a:spLocks noGrp="1"/>
          </p:cNvSpPr>
          <p:nvPr>
            <p:ph type="subTitle" idx="4" hasCustomPrompt="1"/>
          </p:nvPr>
        </p:nvSpPr>
        <p:spPr>
          <a:xfrm>
            <a:off x="6199632" y="3366099"/>
            <a:ext cx="566928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8" name="Content Right">
            <a:extLst>
              <a:ext uri="{FF2B5EF4-FFF2-40B4-BE49-F238E27FC236}">
                <a16:creationId xmlns:a16="http://schemas.microsoft.com/office/drawing/2014/main" id="{7F5B85B9-BABC-44F6-B2AE-99F02670D702}"/>
              </a:ext>
            </a:extLst>
          </p:cNvPr>
          <p:cNvSpPr>
            <a:spLocks noGrp="1"/>
          </p:cNvSpPr>
          <p:nvPr>
            <p:ph type="body" idx="2" hasCustomPrompt="1"/>
          </p:nvPr>
        </p:nvSpPr>
        <p:spPr>
          <a:xfrm>
            <a:off x="6199632" y="3895345"/>
            <a:ext cx="5669280" cy="2550376"/>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7012127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3 Content Columns">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301752"/>
            <a:ext cx="11569209" cy="731318"/>
          </a:xfrm>
        </p:spPr>
        <p:txBody>
          <a:bodyPr/>
          <a:lstStyle>
            <a:lvl1pPr>
              <a:defRPr/>
            </a:lvl1pPr>
          </a:lstStyle>
          <a:p>
            <a:r>
              <a:rPr lang="en-US" dirty="0"/>
              <a:t>Title and 3 text columns</a:t>
            </a:r>
          </a:p>
        </p:txBody>
      </p:sp>
      <p:sp>
        <p:nvSpPr>
          <p:cNvPr id="7" name="Content Left">
            <a:extLst>
              <a:ext uri="{FF2B5EF4-FFF2-40B4-BE49-F238E27FC236}">
                <a16:creationId xmlns:a16="http://schemas.microsoft.com/office/drawing/2014/main" id="{8A73B5A2-5001-4FA4-B113-0F6124F1F6A0}"/>
              </a:ext>
            </a:extLst>
          </p:cNvPr>
          <p:cNvSpPr>
            <a:spLocks noGrp="1"/>
          </p:cNvSpPr>
          <p:nvPr>
            <p:ph type="body" idx="1" hasCustomPrompt="1"/>
          </p:nvPr>
        </p:nvSpPr>
        <p:spPr>
          <a:xfrm>
            <a:off x="365760" y="1143000"/>
            <a:ext cx="3749040" cy="5291750"/>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8" name="Content Middle">
            <a:extLst>
              <a:ext uri="{FF2B5EF4-FFF2-40B4-BE49-F238E27FC236}">
                <a16:creationId xmlns:a16="http://schemas.microsoft.com/office/drawing/2014/main" id="{951E617C-D9F7-4098-883E-6A048DBCF862}"/>
              </a:ext>
            </a:extLst>
          </p:cNvPr>
          <p:cNvSpPr>
            <a:spLocks noGrp="1"/>
          </p:cNvSpPr>
          <p:nvPr>
            <p:ph type="body" idx="2" hasCustomPrompt="1"/>
          </p:nvPr>
        </p:nvSpPr>
        <p:spPr>
          <a:xfrm>
            <a:off x="4251960" y="1143000"/>
            <a:ext cx="3749040" cy="5291750"/>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9" name="Content Right">
            <a:extLst>
              <a:ext uri="{FF2B5EF4-FFF2-40B4-BE49-F238E27FC236}">
                <a16:creationId xmlns:a16="http://schemas.microsoft.com/office/drawing/2014/main" id="{A8A7CEA5-195D-4DB0-B5A3-06CEEA93C108}"/>
              </a:ext>
            </a:extLst>
          </p:cNvPr>
          <p:cNvSpPr>
            <a:spLocks noGrp="1"/>
          </p:cNvSpPr>
          <p:nvPr>
            <p:ph type="body" idx="3" hasCustomPrompt="1"/>
          </p:nvPr>
        </p:nvSpPr>
        <p:spPr>
          <a:xfrm>
            <a:off x="8138160" y="1143000"/>
            <a:ext cx="3749040" cy="5291750"/>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849E56B7-246D-4386-B8C5-E253AD940C1B}"/>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8931775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3 Headers, and 3 Text Columns">
    <p:bg>
      <p:bgPr>
        <a:solidFill>
          <a:schemeClr val="bg1"/>
        </a:solidFill>
        <a:effectLst/>
      </p:bgPr>
    </p:bg>
    <p:spTree>
      <p:nvGrpSpPr>
        <p:cNvPr id="1" name=""/>
        <p:cNvGrpSpPr/>
        <p:nvPr/>
      </p:nvGrpSpPr>
      <p:grpSpPr>
        <a:xfrm>
          <a:off x="0" y="0"/>
          <a:ext cx="0" cy="0"/>
          <a:chOff x="0" y="0"/>
          <a:chExt cx="0" cy="0"/>
        </a:xfrm>
      </p:grpSpPr>
      <p:sp>
        <p:nvSpPr>
          <p:cNvPr id="10"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dirty="0"/>
              <a:t>Title, 3 headers and 3 text columns</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4" hasCustomPrompt="1"/>
          </p:nvPr>
        </p:nvSpPr>
        <p:spPr>
          <a:xfrm>
            <a:off x="365760" y="1051560"/>
            <a:ext cx="37490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591056"/>
            <a:ext cx="374904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4" name="Content Header Middle">
            <a:extLst>
              <a:ext uri="{FF2B5EF4-FFF2-40B4-BE49-F238E27FC236}">
                <a16:creationId xmlns:a16="http://schemas.microsoft.com/office/drawing/2014/main" id="{04C41CFA-9BF9-474A-89A9-E22790A538E2}"/>
              </a:ext>
            </a:extLst>
          </p:cNvPr>
          <p:cNvSpPr>
            <a:spLocks noGrp="1"/>
          </p:cNvSpPr>
          <p:nvPr>
            <p:ph type="subTitle" idx="5" hasCustomPrompt="1"/>
          </p:nvPr>
        </p:nvSpPr>
        <p:spPr>
          <a:xfrm>
            <a:off x="4253455" y="1051560"/>
            <a:ext cx="37490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8" name="Content Middle">
            <a:extLst>
              <a:ext uri="{FF2B5EF4-FFF2-40B4-BE49-F238E27FC236}">
                <a16:creationId xmlns:a16="http://schemas.microsoft.com/office/drawing/2014/main" id="{7F5B85B9-BABC-44F6-B2AE-99F02670D702}"/>
              </a:ext>
            </a:extLst>
          </p:cNvPr>
          <p:cNvSpPr>
            <a:spLocks noGrp="1"/>
          </p:cNvSpPr>
          <p:nvPr>
            <p:ph type="body" idx="2" hasCustomPrompt="1"/>
          </p:nvPr>
        </p:nvSpPr>
        <p:spPr>
          <a:xfrm>
            <a:off x="4253455" y="1591056"/>
            <a:ext cx="374904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5" name="Content Header Right">
            <a:extLst>
              <a:ext uri="{FF2B5EF4-FFF2-40B4-BE49-F238E27FC236}">
                <a16:creationId xmlns:a16="http://schemas.microsoft.com/office/drawing/2014/main" id="{B3EBECE3-35F9-4AF4-A8A7-FD546C7C32D6}"/>
              </a:ext>
            </a:extLst>
          </p:cNvPr>
          <p:cNvSpPr>
            <a:spLocks noGrp="1"/>
          </p:cNvSpPr>
          <p:nvPr>
            <p:ph type="subTitle" idx="6" hasCustomPrompt="1"/>
          </p:nvPr>
        </p:nvSpPr>
        <p:spPr>
          <a:xfrm>
            <a:off x="8141150" y="1051560"/>
            <a:ext cx="37490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9" name="Content Right">
            <a:extLst>
              <a:ext uri="{FF2B5EF4-FFF2-40B4-BE49-F238E27FC236}">
                <a16:creationId xmlns:a16="http://schemas.microsoft.com/office/drawing/2014/main" id="{92466994-EA21-45EA-9DC6-3C179254B3A8}"/>
              </a:ext>
            </a:extLst>
          </p:cNvPr>
          <p:cNvSpPr>
            <a:spLocks noGrp="1"/>
          </p:cNvSpPr>
          <p:nvPr>
            <p:ph type="body" idx="3" hasCustomPrompt="1"/>
          </p:nvPr>
        </p:nvSpPr>
        <p:spPr>
          <a:xfrm>
            <a:off x="8141150" y="1591056"/>
            <a:ext cx="3749040" cy="4843688"/>
          </a:xfrm>
        </p:spPr>
        <p:txBody>
          <a:bodyPr>
            <a:noAutofit/>
          </a:bodyPr>
          <a:lstStyle>
            <a:lvl1pPr>
              <a:lnSpc>
                <a:spcPct val="100000"/>
              </a:lnSpc>
              <a:spcAft>
                <a:spcPts val="600"/>
              </a:spcAft>
              <a:defRPr sz="2800">
                <a:solidFill>
                  <a:schemeClr val="tx2"/>
                </a:solidFill>
              </a:defRPr>
            </a:lvl1pPr>
            <a:lvl2pPr marL="461963" indent="-228600">
              <a:lnSpc>
                <a:spcPct val="100000"/>
              </a:lnSpc>
              <a:spcAft>
                <a:spcPts val="600"/>
              </a:spcAft>
              <a:defRPr sz="2400">
                <a:solidFill>
                  <a:schemeClr val="tx2"/>
                </a:solidFill>
              </a:defRPr>
            </a:lvl2pPr>
            <a:lvl3pPr marL="684213" indent="-228600">
              <a:lnSpc>
                <a:spcPct val="100000"/>
              </a:lnSpc>
              <a:spcAft>
                <a:spcPts val="600"/>
              </a:spcAft>
              <a:defRPr sz="2000">
                <a:solidFill>
                  <a:schemeClr val="tx2"/>
                </a:solidFill>
              </a:defRPr>
            </a:lvl3pPr>
            <a:lvl4pPr marL="914400" indent="-228600">
              <a:lnSpc>
                <a:spcPct val="100000"/>
              </a:lnSpc>
              <a:spcAft>
                <a:spcPts val="600"/>
              </a:spcAft>
              <a:defRPr sz="1800">
                <a:solidFill>
                  <a:schemeClr val="tx2"/>
                </a:solidFill>
              </a:defRPr>
            </a:lvl4pPr>
            <a:lvl5pPr marL="1144588" indent="-228600">
              <a:lnSpc>
                <a:spcPct val="100000"/>
              </a:lnSpc>
              <a:spcAft>
                <a:spcPts val="600"/>
              </a:spcAft>
              <a:defRPr sz="18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48219076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3 Pictures, 3 Headers, and 3 Text Columns">
    <p:bg>
      <p:bgPr>
        <a:solidFill>
          <a:schemeClr val="bg1"/>
        </a:solidFill>
        <a:effectLst/>
      </p:bgPr>
    </p:bg>
    <p:spTree>
      <p:nvGrpSpPr>
        <p:cNvPr id="1" name=""/>
        <p:cNvGrpSpPr/>
        <p:nvPr/>
      </p:nvGrpSpPr>
      <p:grpSpPr>
        <a:xfrm>
          <a:off x="0" y="0"/>
          <a:ext cx="0" cy="0"/>
          <a:chOff x="0" y="0"/>
          <a:chExt cx="0" cy="0"/>
        </a:xfrm>
      </p:grpSpPr>
      <p:sp>
        <p:nvSpPr>
          <p:cNvPr id="10"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dirty="0"/>
              <a:t>Title, 3 picture3, 3 headers, and 3text columns</a:t>
            </a:r>
          </a:p>
        </p:txBody>
      </p:sp>
      <p:sp>
        <p:nvSpPr>
          <p:cNvPr id="11"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idx="7" hasCustomPrompt="1"/>
          </p:nvPr>
        </p:nvSpPr>
        <p:spPr>
          <a:xfrm>
            <a:off x="1097280" y="1051560"/>
            <a:ext cx="2286000" cy="2286000"/>
          </a:xfrm>
        </p:spPr>
        <p:txBody>
          <a:bodyPr anchor="t"/>
          <a:lstStyle>
            <a:lvl1pPr marL="0" indent="0" algn="ctr">
              <a:buNone/>
              <a:defRPr sz="3200">
                <a:solidFill>
                  <a:schemeClr val="tx2"/>
                </a:solidFill>
              </a:defRPr>
            </a:lvl1pPr>
          </a:lstStyle>
          <a:p>
            <a:r>
              <a:rPr lang="en-US"/>
              <a:t>Click icon to add image</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4" hasCustomPrompt="1"/>
          </p:nvPr>
        </p:nvSpPr>
        <p:spPr>
          <a:xfrm>
            <a:off x="365760" y="3364992"/>
            <a:ext cx="37490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3895344"/>
            <a:ext cx="3749040" cy="2539399"/>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2" name="Picture Middle">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idx="8" hasCustomPrompt="1"/>
          </p:nvPr>
        </p:nvSpPr>
        <p:spPr>
          <a:xfrm>
            <a:off x="4983480" y="1051560"/>
            <a:ext cx="2286000" cy="2286000"/>
          </a:xfrm>
        </p:spPr>
        <p:txBody>
          <a:bodyPr anchor="t"/>
          <a:lstStyle>
            <a:lvl1pPr marL="0" indent="0" algn="ctr">
              <a:buNone/>
              <a:defRPr sz="3200">
                <a:solidFill>
                  <a:schemeClr val="tx2"/>
                </a:solidFill>
              </a:defRPr>
            </a:lvl1pPr>
          </a:lstStyle>
          <a:p>
            <a:r>
              <a:rPr lang="en-US"/>
              <a:t>Click icon to add image</a:t>
            </a:r>
          </a:p>
        </p:txBody>
      </p:sp>
      <p:sp>
        <p:nvSpPr>
          <p:cNvPr id="4" name="Content Header Middle">
            <a:extLst>
              <a:ext uri="{FF2B5EF4-FFF2-40B4-BE49-F238E27FC236}">
                <a16:creationId xmlns:a16="http://schemas.microsoft.com/office/drawing/2014/main" id="{04C41CFA-9BF9-474A-89A9-E22790A538E2}"/>
              </a:ext>
            </a:extLst>
          </p:cNvPr>
          <p:cNvSpPr>
            <a:spLocks noGrp="1"/>
          </p:cNvSpPr>
          <p:nvPr>
            <p:ph type="subTitle" idx="5" hasCustomPrompt="1"/>
          </p:nvPr>
        </p:nvSpPr>
        <p:spPr>
          <a:xfrm>
            <a:off x="4251960" y="3364992"/>
            <a:ext cx="37490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8" name="Content Middle">
            <a:extLst>
              <a:ext uri="{FF2B5EF4-FFF2-40B4-BE49-F238E27FC236}">
                <a16:creationId xmlns:a16="http://schemas.microsoft.com/office/drawing/2014/main" id="{7F5B85B9-BABC-44F6-B2AE-99F02670D702}"/>
              </a:ext>
            </a:extLst>
          </p:cNvPr>
          <p:cNvSpPr>
            <a:spLocks noGrp="1"/>
          </p:cNvSpPr>
          <p:nvPr>
            <p:ph type="body" idx="2" hasCustomPrompt="1"/>
          </p:nvPr>
        </p:nvSpPr>
        <p:spPr>
          <a:xfrm>
            <a:off x="4251960" y="3895344"/>
            <a:ext cx="3749040" cy="2539399"/>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3" name="Picture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idx="9" hasCustomPrompt="1"/>
          </p:nvPr>
        </p:nvSpPr>
        <p:spPr>
          <a:xfrm>
            <a:off x="8869680" y="1051560"/>
            <a:ext cx="2286000" cy="2286000"/>
          </a:xfrm>
        </p:spPr>
        <p:txBody>
          <a:bodyPr anchor="t"/>
          <a:lstStyle>
            <a:lvl1pPr marL="0" indent="0" algn="ctr">
              <a:buNone/>
              <a:defRPr sz="3200">
                <a:solidFill>
                  <a:schemeClr val="tx2"/>
                </a:solidFill>
              </a:defRPr>
            </a:lvl1pPr>
          </a:lstStyle>
          <a:p>
            <a:r>
              <a:rPr lang="en-US"/>
              <a:t>Click icon to add image</a:t>
            </a:r>
          </a:p>
        </p:txBody>
      </p:sp>
      <p:sp>
        <p:nvSpPr>
          <p:cNvPr id="5" name="Content Header Right">
            <a:extLst>
              <a:ext uri="{FF2B5EF4-FFF2-40B4-BE49-F238E27FC236}">
                <a16:creationId xmlns:a16="http://schemas.microsoft.com/office/drawing/2014/main" id="{CF01F87A-DBEF-4657-8500-6A751FF3BC24}"/>
              </a:ext>
            </a:extLst>
          </p:cNvPr>
          <p:cNvSpPr>
            <a:spLocks noGrp="1"/>
          </p:cNvSpPr>
          <p:nvPr>
            <p:ph type="subTitle" idx="6" hasCustomPrompt="1"/>
          </p:nvPr>
        </p:nvSpPr>
        <p:spPr>
          <a:xfrm>
            <a:off x="8138160" y="3364992"/>
            <a:ext cx="37490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9" name="Content Right">
            <a:extLst>
              <a:ext uri="{FF2B5EF4-FFF2-40B4-BE49-F238E27FC236}">
                <a16:creationId xmlns:a16="http://schemas.microsoft.com/office/drawing/2014/main" id="{FD28CF85-103D-4AC7-BF7A-D32715F9433A}"/>
              </a:ext>
            </a:extLst>
          </p:cNvPr>
          <p:cNvSpPr>
            <a:spLocks noGrp="1"/>
          </p:cNvSpPr>
          <p:nvPr>
            <p:ph type="body" idx="3" hasCustomPrompt="1"/>
          </p:nvPr>
        </p:nvSpPr>
        <p:spPr>
          <a:xfrm>
            <a:off x="8138160" y="3895344"/>
            <a:ext cx="3749040" cy="2539399"/>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0044789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and 4 Content Columns">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301752"/>
            <a:ext cx="11569209" cy="731318"/>
          </a:xfrm>
        </p:spPr>
        <p:txBody>
          <a:bodyPr/>
          <a:lstStyle>
            <a:lvl1pPr>
              <a:defRPr/>
            </a:lvl1pPr>
          </a:lstStyle>
          <a:p>
            <a:r>
              <a:rPr lang="en-US" dirty="0"/>
              <a:t>Title and 4 content columns</a:t>
            </a:r>
          </a:p>
        </p:txBody>
      </p:sp>
      <p:sp>
        <p:nvSpPr>
          <p:cNvPr id="7" name="Content Left">
            <a:extLst>
              <a:ext uri="{FF2B5EF4-FFF2-40B4-BE49-F238E27FC236}">
                <a16:creationId xmlns:a16="http://schemas.microsoft.com/office/drawing/2014/main" id="{8A73B5A2-5001-4FA4-B113-0F6124F1F6A0}"/>
              </a:ext>
            </a:extLst>
          </p:cNvPr>
          <p:cNvSpPr>
            <a:spLocks noGrp="1"/>
          </p:cNvSpPr>
          <p:nvPr>
            <p:ph type="body" idx="1" hasCustomPrompt="1"/>
          </p:nvPr>
        </p:nvSpPr>
        <p:spPr>
          <a:xfrm>
            <a:off x="365760" y="1143000"/>
            <a:ext cx="2834640" cy="5291750"/>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8" name="Content Center Left">
            <a:extLst>
              <a:ext uri="{FF2B5EF4-FFF2-40B4-BE49-F238E27FC236}">
                <a16:creationId xmlns:a16="http://schemas.microsoft.com/office/drawing/2014/main" id="{951E617C-D9F7-4098-883E-6A048DBCF862}"/>
              </a:ext>
            </a:extLst>
          </p:cNvPr>
          <p:cNvSpPr>
            <a:spLocks noGrp="1"/>
          </p:cNvSpPr>
          <p:nvPr>
            <p:ph type="body" idx="2" hasCustomPrompt="1"/>
          </p:nvPr>
        </p:nvSpPr>
        <p:spPr>
          <a:xfrm>
            <a:off x="3265675" y="1143000"/>
            <a:ext cx="2834640" cy="5291750"/>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9" name="Content Center Right">
            <a:extLst>
              <a:ext uri="{FF2B5EF4-FFF2-40B4-BE49-F238E27FC236}">
                <a16:creationId xmlns:a16="http://schemas.microsoft.com/office/drawing/2014/main" id="{A8A7CEA5-195D-4DB0-B5A3-06CEEA93C108}"/>
              </a:ext>
            </a:extLst>
          </p:cNvPr>
          <p:cNvSpPr>
            <a:spLocks noGrp="1"/>
          </p:cNvSpPr>
          <p:nvPr>
            <p:ph type="body" idx="3" hasCustomPrompt="1"/>
          </p:nvPr>
        </p:nvSpPr>
        <p:spPr>
          <a:xfrm>
            <a:off x="6165590" y="1143000"/>
            <a:ext cx="2834640" cy="5291750"/>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0" name="Content Right">
            <a:extLst>
              <a:ext uri="{FF2B5EF4-FFF2-40B4-BE49-F238E27FC236}">
                <a16:creationId xmlns:a16="http://schemas.microsoft.com/office/drawing/2014/main" id="{BC11431A-8924-465C-98E0-6E4655C69AA7}"/>
              </a:ext>
            </a:extLst>
          </p:cNvPr>
          <p:cNvSpPr>
            <a:spLocks noGrp="1"/>
          </p:cNvSpPr>
          <p:nvPr>
            <p:ph type="body" idx="4" hasCustomPrompt="1"/>
          </p:nvPr>
        </p:nvSpPr>
        <p:spPr>
          <a:xfrm>
            <a:off x="9065505" y="1143000"/>
            <a:ext cx="2834640" cy="5291750"/>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1BFB2E0D-B82D-49CC-9802-AFB8BA6D0938}"/>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9467740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4 Headers, and 4 Text Columns">
    <p:bg>
      <p:bgPr>
        <a:solidFill>
          <a:schemeClr val="bg1"/>
        </a:solidFill>
        <a:effectLst/>
      </p:bgPr>
    </p:bg>
    <p:spTree>
      <p:nvGrpSpPr>
        <p:cNvPr id="1" name=""/>
        <p:cNvGrpSpPr/>
        <p:nvPr/>
      </p:nvGrpSpPr>
      <p:grpSpPr>
        <a:xfrm>
          <a:off x="0" y="0"/>
          <a:ext cx="0" cy="0"/>
          <a:chOff x="0" y="0"/>
          <a:chExt cx="0" cy="0"/>
        </a:xfrm>
      </p:grpSpPr>
      <p:sp>
        <p:nvSpPr>
          <p:cNvPr id="11"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dirty="0"/>
              <a:t>Title, 4 headers, and 4 text columns</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5" hasCustomPrompt="1"/>
          </p:nvPr>
        </p:nvSpPr>
        <p:spPr>
          <a:xfrm>
            <a:off x="365760" y="1051560"/>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1591056"/>
            <a:ext cx="2834640" cy="4843688"/>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4" name="Content Header Center Left">
            <a:extLst>
              <a:ext uri="{FF2B5EF4-FFF2-40B4-BE49-F238E27FC236}">
                <a16:creationId xmlns:a16="http://schemas.microsoft.com/office/drawing/2014/main" id="{04C41CFA-9BF9-474A-89A9-E22790A538E2}"/>
              </a:ext>
            </a:extLst>
          </p:cNvPr>
          <p:cNvSpPr>
            <a:spLocks noGrp="1"/>
          </p:cNvSpPr>
          <p:nvPr>
            <p:ph type="subTitle" idx="6" hasCustomPrompt="1"/>
          </p:nvPr>
        </p:nvSpPr>
        <p:spPr>
          <a:xfrm>
            <a:off x="3264408" y="1051560"/>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8" name="Content Center Left">
            <a:extLst>
              <a:ext uri="{FF2B5EF4-FFF2-40B4-BE49-F238E27FC236}">
                <a16:creationId xmlns:a16="http://schemas.microsoft.com/office/drawing/2014/main" id="{7F5B85B9-BABC-44F6-B2AE-99F02670D702}"/>
              </a:ext>
            </a:extLst>
          </p:cNvPr>
          <p:cNvSpPr>
            <a:spLocks noGrp="1"/>
          </p:cNvSpPr>
          <p:nvPr>
            <p:ph type="body" idx="2" hasCustomPrompt="1"/>
          </p:nvPr>
        </p:nvSpPr>
        <p:spPr>
          <a:xfrm>
            <a:off x="3264408" y="1591056"/>
            <a:ext cx="2834640" cy="4843688"/>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5" name="Content Header Center Right">
            <a:extLst>
              <a:ext uri="{FF2B5EF4-FFF2-40B4-BE49-F238E27FC236}">
                <a16:creationId xmlns:a16="http://schemas.microsoft.com/office/drawing/2014/main" id="{B3EBECE3-35F9-4AF4-A8A7-FD546C7C32D6}"/>
              </a:ext>
            </a:extLst>
          </p:cNvPr>
          <p:cNvSpPr>
            <a:spLocks noGrp="1"/>
          </p:cNvSpPr>
          <p:nvPr>
            <p:ph type="subTitle" idx="7" hasCustomPrompt="1"/>
          </p:nvPr>
        </p:nvSpPr>
        <p:spPr>
          <a:xfrm>
            <a:off x="6163056" y="1051560"/>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9" name="Content Center Right">
            <a:extLst>
              <a:ext uri="{FF2B5EF4-FFF2-40B4-BE49-F238E27FC236}">
                <a16:creationId xmlns:a16="http://schemas.microsoft.com/office/drawing/2014/main" id="{92466994-EA21-45EA-9DC6-3C179254B3A8}"/>
              </a:ext>
            </a:extLst>
          </p:cNvPr>
          <p:cNvSpPr>
            <a:spLocks noGrp="1"/>
          </p:cNvSpPr>
          <p:nvPr>
            <p:ph type="body" idx="3" hasCustomPrompt="1"/>
          </p:nvPr>
        </p:nvSpPr>
        <p:spPr>
          <a:xfrm>
            <a:off x="6163056" y="1591056"/>
            <a:ext cx="2834640" cy="4843688"/>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2" name="Content Header Right">
            <a:extLst>
              <a:ext uri="{FF2B5EF4-FFF2-40B4-BE49-F238E27FC236}">
                <a16:creationId xmlns:a16="http://schemas.microsoft.com/office/drawing/2014/main" id="{ED932AC6-C3A8-487A-A17E-48D0C368204C}"/>
              </a:ext>
            </a:extLst>
          </p:cNvPr>
          <p:cNvSpPr>
            <a:spLocks noGrp="1"/>
          </p:cNvSpPr>
          <p:nvPr>
            <p:ph type="subTitle" idx="8" hasCustomPrompt="1"/>
          </p:nvPr>
        </p:nvSpPr>
        <p:spPr>
          <a:xfrm>
            <a:off x="9061704" y="1051560"/>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4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10" name="Content Right">
            <a:extLst>
              <a:ext uri="{FF2B5EF4-FFF2-40B4-BE49-F238E27FC236}">
                <a16:creationId xmlns:a16="http://schemas.microsoft.com/office/drawing/2014/main" id="{7CF59EA0-9039-4A19-8197-DA073A0DB52B}"/>
              </a:ext>
            </a:extLst>
          </p:cNvPr>
          <p:cNvSpPr>
            <a:spLocks noGrp="1"/>
          </p:cNvSpPr>
          <p:nvPr>
            <p:ph type="body" idx="4" hasCustomPrompt="1"/>
          </p:nvPr>
        </p:nvSpPr>
        <p:spPr>
          <a:xfrm>
            <a:off x="9061704" y="1591056"/>
            <a:ext cx="2834640" cy="4843688"/>
          </a:xfrm>
        </p:spPr>
        <p:txBody>
          <a:bodyPr>
            <a:noAutofit/>
          </a:bodyPr>
          <a:lstStyle>
            <a:lvl1pPr>
              <a:lnSpc>
                <a:spcPct val="100000"/>
              </a:lnSpc>
              <a:spcAft>
                <a:spcPts val="600"/>
              </a:spcAft>
              <a:defRPr sz="2400">
                <a:solidFill>
                  <a:schemeClr val="tx2"/>
                </a:solidFill>
              </a:defRPr>
            </a:lvl1pPr>
            <a:lvl2pPr marL="461963" indent="-228600">
              <a:lnSpc>
                <a:spcPct val="100000"/>
              </a:lnSpc>
              <a:spcAft>
                <a:spcPts val="600"/>
              </a:spcAft>
              <a:defRPr sz="2000">
                <a:solidFill>
                  <a:schemeClr val="tx2"/>
                </a:solidFill>
              </a:defRPr>
            </a:lvl2pPr>
            <a:lvl3pPr marL="684213" indent="-228600">
              <a:lnSpc>
                <a:spcPct val="100000"/>
              </a:lnSpc>
              <a:spcAft>
                <a:spcPts val="600"/>
              </a:spcAft>
              <a:defRPr sz="1800">
                <a:solidFill>
                  <a:schemeClr val="tx2"/>
                </a:solidFill>
              </a:defRPr>
            </a:lvl3pPr>
            <a:lvl4pPr marL="914400" indent="-228600">
              <a:lnSpc>
                <a:spcPct val="100000"/>
              </a:lnSpc>
              <a:spcAft>
                <a:spcPts val="600"/>
              </a:spcAft>
              <a:defRPr sz="1600">
                <a:solidFill>
                  <a:schemeClr val="tx2"/>
                </a:solidFill>
              </a:defRPr>
            </a:lvl4pPr>
            <a:lvl5pPr marL="1144588" indent="-228600">
              <a:lnSpc>
                <a:spcPct val="100000"/>
              </a:lnSpc>
              <a:spcAft>
                <a:spcPts val="60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1"/>
    </p:custDataLst>
    <p:extLst>
      <p:ext uri="{BB962C8B-B14F-4D97-AF65-F5344CB8AC3E}">
        <p14:creationId xmlns:p14="http://schemas.microsoft.com/office/powerpoint/2010/main" val="26169270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4 Large Pictures, 4 Headers, and 4 Text Columns">
    <p:bg>
      <p:bgPr>
        <a:solidFill>
          <a:schemeClr val="bg1"/>
        </a:solidFill>
        <a:effectLst/>
      </p:bgPr>
    </p:bg>
    <p:spTree>
      <p:nvGrpSpPr>
        <p:cNvPr id="1" name=""/>
        <p:cNvGrpSpPr/>
        <p:nvPr/>
      </p:nvGrpSpPr>
      <p:grpSpPr>
        <a:xfrm>
          <a:off x="0" y="0"/>
          <a:ext cx="0" cy="0"/>
          <a:chOff x="0" y="0"/>
          <a:chExt cx="0" cy="0"/>
        </a:xfrm>
      </p:grpSpPr>
      <p:sp>
        <p:nvSpPr>
          <p:cNvPr id="1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dirty="0"/>
              <a:t>Title, 4 large pictures, 4 headers, and 4 text columns</a:t>
            </a:r>
          </a:p>
        </p:txBody>
      </p:sp>
      <p:sp>
        <p:nvSpPr>
          <p:cNvPr id="11"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idx="9" hasCustomPrompt="1"/>
          </p:nvPr>
        </p:nvSpPr>
        <p:spPr>
          <a:xfrm>
            <a:off x="365760" y="1051560"/>
            <a:ext cx="2834640" cy="2834640"/>
          </a:xfrm>
        </p:spPr>
        <p:txBody>
          <a:bodyPr anchor="t"/>
          <a:lstStyle>
            <a:lvl1pPr marL="0" indent="0" algn="ctr">
              <a:buNone/>
              <a:defRPr sz="3200">
                <a:solidFill>
                  <a:schemeClr val="tx2"/>
                </a:solidFill>
              </a:defRPr>
            </a:lvl1pPr>
          </a:lstStyle>
          <a:p>
            <a:r>
              <a:rPr lang="en-US"/>
              <a:t>Click icon to add image</a:t>
            </a:r>
          </a:p>
        </p:txBody>
      </p:sp>
      <p:sp>
        <p:nvSpPr>
          <p:cNvPr id="3" name="Content Header Left">
            <a:extLst>
              <a:ext uri="{FF2B5EF4-FFF2-40B4-BE49-F238E27FC236}">
                <a16:creationId xmlns:a16="http://schemas.microsoft.com/office/drawing/2014/main" id="{CEBB69C5-28A4-4F99-A9FE-572F9D53CF4E}"/>
              </a:ext>
            </a:extLst>
          </p:cNvPr>
          <p:cNvSpPr>
            <a:spLocks noGrp="1"/>
          </p:cNvSpPr>
          <p:nvPr>
            <p:ph type="subTitle" idx="5" hasCustomPrompt="1"/>
          </p:nvPr>
        </p:nvSpPr>
        <p:spPr>
          <a:xfrm>
            <a:off x="365760" y="3904488"/>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7" name="Content Left">
            <a:extLst>
              <a:ext uri="{FF2B5EF4-FFF2-40B4-BE49-F238E27FC236}">
                <a16:creationId xmlns:a16="http://schemas.microsoft.com/office/drawing/2014/main" id="{5ACBD598-6775-4223-B2AB-B169A112E3FF}"/>
              </a:ext>
            </a:extLst>
          </p:cNvPr>
          <p:cNvSpPr>
            <a:spLocks noGrp="1"/>
          </p:cNvSpPr>
          <p:nvPr>
            <p:ph type="body" idx="1" hasCustomPrompt="1"/>
          </p:nvPr>
        </p:nvSpPr>
        <p:spPr>
          <a:xfrm>
            <a:off x="365760" y="4363105"/>
            <a:ext cx="2834640" cy="2071637"/>
          </a:xfrm>
        </p:spPr>
        <p:txBody>
          <a:bodyPr lIns="91440">
            <a:normAutofit/>
          </a:bodyPr>
          <a:lstStyle>
            <a:lvl1pPr marL="0" indent="0">
              <a:spcAft>
                <a:spcPts val="1200"/>
              </a:spcAft>
              <a:buNone/>
              <a:defRPr sz="2000">
                <a:solidFill>
                  <a:schemeClr val="tx2"/>
                </a:solidFill>
              </a:defRPr>
            </a:lvl1pPr>
          </a:lstStyle>
          <a:p>
            <a:pPr lvl="0"/>
            <a:r>
              <a:rPr lang="en-US" dirty="0"/>
              <a:t>Enter text</a:t>
            </a:r>
          </a:p>
        </p:txBody>
      </p:sp>
      <p:sp>
        <p:nvSpPr>
          <p:cNvPr id="12"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idx="10" hasCustomPrompt="1"/>
          </p:nvPr>
        </p:nvSpPr>
        <p:spPr>
          <a:xfrm>
            <a:off x="3264408" y="1051560"/>
            <a:ext cx="2834640" cy="2834640"/>
          </a:xfrm>
        </p:spPr>
        <p:txBody>
          <a:bodyPr anchor="t"/>
          <a:lstStyle>
            <a:lvl1pPr marL="0" indent="0" algn="ctr">
              <a:buNone/>
              <a:defRPr sz="3200">
                <a:solidFill>
                  <a:schemeClr val="tx2"/>
                </a:solidFill>
              </a:defRPr>
            </a:lvl1pPr>
          </a:lstStyle>
          <a:p>
            <a:r>
              <a:rPr lang="en-US"/>
              <a:t>Click icon to add image</a:t>
            </a:r>
          </a:p>
        </p:txBody>
      </p:sp>
      <p:sp>
        <p:nvSpPr>
          <p:cNvPr id="4" name="Content Header Center Left">
            <a:extLst>
              <a:ext uri="{FF2B5EF4-FFF2-40B4-BE49-F238E27FC236}">
                <a16:creationId xmlns:a16="http://schemas.microsoft.com/office/drawing/2014/main" id="{04C41CFA-9BF9-474A-89A9-E22790A538E2}"/>
              </a:ext>
            </a:extLst>
          </p:cNvPr>
          <p:cNvSpPr>
            <a:spLocks noGrp="1"/>
          </p:cNvSpPr>
          <p:nvPr>
            <p:ph type="subTitle" idx="6" hasCustomPrompt="1"/>
          </p:nvPr>
        </p:nvSpPr>
        <p:spPr>
          <a:xfrm>
            <a:off x="3264408" y="3904488"/>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8" name="Content Center Left">
            <a:extLst>
              <a:ext uri="{FF2B5EF4-FFF2-40B4-BE49-F238E27FC236}">
                <a16:creationId xmlns:a16="http://schemas.microsoft.com/office/drawing/2014/main" id="{7F5B85B9-BABC-44F6-B2AE-99F02670D702}"/>
              </a:ext>
            </a:extLst>
          </p:cNvPr>
          <p:cNvSpPr>
            <a:spLocks noGrp="1"/>
          </p:cNvSpPr>
          <p:nvPr>
            <p:ph type="body" idx="2" hasCustomPrompt="1"/>
          </p:nvPr>
        </p:nvSpPr>
        <p:spPr>
          <a:xfrm>
            <a:off x="3264408" y="4363105"/>
            <a:ext cx="2834640" cy="2071637"/>
          </a:xfrm>
        </p:spPr>
        <p:txBody>
          <a:bodyPr lIns="91440">
            <a:normAutofit/>
          </a:bodyPr>
          <a:lstStyle>
            <a:lvl1pPr marL="0" indent="0">
              <a:spcAft>
                <a:spcPts val="1200"/>
              </a:spcAft>
              <a:buNone/>
              <a:defRPr sz="2000">
                <a:solidFill>
                  <a:schemeClr val="tx2"/>
                </a:solidFill>
              </a:defRPr>
            </a:lvl1pPr>
          </a:lstStyle>
          <a:p>
            <a:pPr lvl="0"/>
            <a:r>
              <a:rPr lang="en-US" dirty="0"/>
              <a:t>Enter text</a:t>
            </a:r>
          </a:p>
        </p:txBody>
      </p:sp>
      <p:sp>
        <p:nvSpPr>
          <p:cNvPr id="13"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idx="11" hasCustomPrompt="1"/>
          </p:nvPr>
        </p:nvSpPr>
        <p:spPr>
          <a:xfrm>
            <a:off x="6163056" y="1051560"/>
            <a:ext cx="2834640" cy="2834640"/>
          </a:xfrm>
        </p:spPr>
        <p:txBody>
          <a:bodyPr anchor="t"/>
          <a:lstStyle>
            <a:lvl1pPr marL="0" indent="0" algn="ctr">
              <a:buNone/>
              <a:defRPr sz="3200">
                <a:solidFill>
                  <a:schemeClr val="tx2"/>
                </a:solidFill>
              </a:defRPr>
            </a:lvl1pPr>
          </a:lstStyle>
          <a:p>
            <a:r>
              <a:rPr lang="en-US"/>
              <a:t>Click icon to add image</a:t>
            </a:r>
          </a:p>
        </p:txBody>
      </p:sp>
      <p:sp>
        <p:nvSpPr>
          <p:cNvPr id="5" name="Content Header Center Right">
            <a:extLst>
              <a:ext uri="{FF2B5EF4-FFF2-40B4-BE49-F238E27FC236}">
                <a16:creationId xmlns:a16="http://schemas.microsoft.com/office/drawing/2014/main" id="{CF01F87A-DBEF-4657-8500-6A751FF3BC24}"/>
              </a:ext>
            </a:extLst>
          </p:cNvPr>
          <p:cNvSpPr>
            <a:spLocks noGrp="1"/>
          </p:cNvSpPr>
          <p:nvPr>
            <p:ph type="subTitle" idx="7" hasCustomPrompt="1"/>
          </p:nvPr>
        </p:nvSpPr>
        <p:spPr>
          <a:xfrm>
            <a:off x="6163056" y="3904488"/>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9" name="Content Center Right">
            <a:extLst>
              <a:ext uri="{FF2B5EF4-FFF2-40B4-BE49-F238E27FC236}">
                <a16:creationId xmlns:a16="http://schemas.microsoft.com/office/drawing/2014/main" id="{FD28CF85-103D-4AC7-BF7A-D32715F9433A}"/>
              </a:ext>
            </a:extLst>
          </p:cNvPr>
          <p:cNvSpPr>
            <a:spLocks noGrp="1"/>
          </p:cNvSpPr>
          <p:nvPr>
            <p:ph type="body" idx="3" hasCustomPrompt="1"/>
          </p:nvPr>
        </p:nvSpPr>
        <p:spPr>
          <a:xfrm>
            <a:off x="6163056" y="4363105"/>
            <a:ext cx="2834640" cy="2071637"/>
          </a:xfrm>
        </p:spPr>
        <p:txBody>
          <a:bodyPr lIns="91440">
            <a:normAutofit/>
          </a:bodyPr>
          <a:lstStyle>
            <a:lvl1pPr marL="0" indent="0">
              <a:spcAft>
                <a:spcPts val="1200"/>
              </a:spcAft>
              <a:buNone/>
              <a:defRPr sz="2000">
                <a:solidFill>
                  <a:schemeClr val="tx2"/>
                </a:solidFill>
              </a:defRPr>
            </a:lvl1pPr>
          </a:lstStyle>
          <a:p>
            <a:pPr lvl="0"/>
            <a:r>
              <a:rPr lang="en-US" dirty="0"/>
              <a:t>Enter text</a:t>
            </a:r>
          </a:p>
        </p:txBody>
      </p:sp>
      <p:sp>
        <p:nvSpPr>
          <p:cNvPr id="14" name="Picture Right">
            <a:extLst>
              <a:ext uri="{FF2B5EF4-FFF2-40B4-BE49-F238E27FC236}">
                <a16:creationId xmlns:a16="http://schemas.microsoft.com/office/drawing/2014/main" id="{3225055C-7E4D-4C57-84DA-4F32CFEE666E}"/>
              </a:ext>
            </a:extLst>
          </p:cNvPr>
          <p:cNvSpPr>
            <a:spLocks noGrp="1"/>
          </p:cNvSpPr>
          <p:nvPr>
            <p:ph idx="12" hasCustomPrompt="1"/>
          </p:nvPr>
        </p:nvSpPr>
        <p:spPr>
          <a:xfrm>
            <a:off x="9061704" y="1051560"/>
            <a:ext cx="2834640" cy="2834640"/>
          </a:xfrm>
        </p:spPr>
        <p:txBody>
          <a:bodyPr anchor="t"/>
          <a:lstStyle>
            <a:lvl1pPr marL="0" indent="0" algn="ctr">
              <a:buNone/>
              <a:defRPr sz="3200">
                <a:solidFill>
                  <a:schemeClr val="tx2"/>
                </a:solidFill>
              </a:defRPr>
            </a:lvl1pPr>
          </a:lstStyle>
          <a:p>
            <a:r>
              <a:rPr lang="en-US"/>
              <a:t>Click icon to add image</a:t>
            </a:r>
          </a:p>
        </p:txBody>
      </p:sp>
      <p:sp>
        <p:nvSpPr>
          <p:cNvPr id="16" name="Content Header Right">
            <a:extLst>
              <a:ext uri="{FF2B5EF4-FFF2-40B4-BE49-F238E27FC236}">
                <a16:creationId xmlns:a16="http://schemas.microsoft.com/office/drawing/2014/main" id="{B17A76EF-1D7E-4BB9-BAFA-8EAA0807E356}"/>
              </a:ext>
            </a:extLst>
          </p:cNvPr>
          <p:cNvSpPr>
            <a:spLocks noGrp="1"/>
          </p:cNvSpPr>
          <p:nvPr>
            <p:ph type="subTitle" idx="8" hasCustomPrompt="1"/>
          </p:nvPr>
        </p:nvSpPr>
        <p:spPr>
          <a:xfrm>
            <a:off x="9061704" y="3904488"/>
            <a:ext cx="2834640" cy="440329"/>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10" name="Content Right">
            <a:extLst>
              <a:ext uri="{FF2B5EF4-FFF2-40B4-BE49-F238E27FC236}">
                <a16:creationId xmlns:a16="http://schemas.microsoft.com/office/drawing/2014/main" id="{528A167E-DBEB-4BD8-B32A-B1DBF78AA248}"/>
              </a:ext>
            </a:extLst>
          </p:cNvPr>
          <p:cNvSpPr>
            <a:spLocks noGrp="1"/>
          </p:cNvSpPr>
          <p:nvPr>
            <p:ph type="body" idx="4" hasCustomPrompt="1"/>
          </p:nvPr>
        </p:nvSpPr>
        <p:spPr>
          <a:xfrm>
            <a:off x="9061704" y="4363105"/>
            <a:ext cx="2834640" cy="2071637"/>
          </a:xfrm>
        </p:spPr>
        <p:txBody>
          <a:bodyPr lIns="91440">
            <a:normAutofit/>
          </a:bodyPr>
          <a:lstStyle>
            <a:lvl1pPr marL="0" indent="0">
              <a:spcAft>
                <a:spcPts val="1200"/>
              </a:spcAft>
              <a:buNone/>
              <a:defRPr sz="2000">
                <a:solidFill>
                  <a:schemeClr val="tx2"/>
                </a:solidFill>
              </a:defRPr>
            </a:lvl1pPr>
          </a:lstStyle>
          <a:p>
            <a:pPr lvl="0"/>
            <a:r>
              <a:rPr lang="en-US" dirty="0"/>
              <a:t>Enter text</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98262844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4 Small Pictures, 4 Headers, and 4 Text Columns">
    <p:bg>
      <p:bgPr>
        <a:solidFill>
          <a:schemeClr val="bg1"/>
        </a:solidFill>
        <a:effectLst/>
      </p:bgPr>
    </p:bg>
    <p:spTree>
      <p:nvGrpSpPr>
        <p:cNvPr id="1" name=""/>
        <p:cNvGrpSpPr/>
        <p:nvPr/>
      </p:nvGrpSpPr>
      <p:grpSpPr>
        <a:xfrm>
          <a:off x="0" y="0"/>
          <a:ext cx="0" cy="0"/>
          <a:chOff x="0" y="0"/>
          <a:chExt cx="0" cy="0"/>
        </a:xfrm>
      </p:grpSpPr>
      <p:sp>
        <p:nvSpPr>
          <p:cNvPr id="1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55E25BD5-0A7A-4C0F-8C7B-5FB1E17082BE}"/>
              </a:ext>
            </a:extLst>
          </p:cNvPr>
          <p:cNvSpPr>
            <a:spLocks noGrp="1"/>
          </p:cNvSpPr>
          <p:nvPr>
            <p:ph type="title" hasCustomPrompt="1"/>
          </p:nvPr>
        </p:nvSpPr>
        <p:spPr/>
        <p:txBody>
          <a:bodyPr/>
          <a:lstStyle>
            <a:lvl1pPr>
              <a:defRPr/>
            </a:lvl1pPr>
          </a:lstStyle>
          <a:p>
            <a:r>
              <a:rPr lang="en-US" dirty="0"/>
              <a:t>Title, 4 small pictures, 4 headers, and 4 text fields</a:t>
            </a:r>
          </a:p>
        </p:txBody>
      </p:sp>
      <p:sp>
        <p:nvSpPr>
          <p:cNvPr id="11" name="Picture 1">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idx="9" hasCustomPrompt="1"/>
          </p:nvPr>
        </p:nvSpPr>
        <p:spPr>
          <a:xfrm>
            <a:off x="977900" y="1051560"/>
            <a:ext cx="1828800" cy="1828800"/>
          </a:xfrm>
        </p:spPr>
        <p:txBody>
          <a:bodyPr anchor="t"/>
          <a:lstStyle>
            <a:lvl1pPr marL="0" indent="0" algn="ctr">
              <a:buNone/>
              <a:defRPr sz="2800">
                <a:solidFill>
                  <a:schemeClr val="tx2"/>
                </a:solidFill>
              </a:defRPr>
            </a:lvl1pPr>
          </a:lstStyle>
          <a:p>
            <a:r>
              <a:rPr lang="en-US"/>
              <a:t>Click icon to add image</a:t>
            </a:r>
          </a:p>
        </p:txBody>
      </p:sp>
      <p:sp>
        <p:nvSpPr>
          <p:cNvPr id="3" name="Content Header 1">
            <a:extLst>
              <a:ext uri="{FF2B5EF4-FFF2-40B4-BE49-F238E27FC236}">
                <a16:creationId xmlns:a16="http://schemas.microsoft.com/office/drawing/2014/main" id="{573CFC72-9096-4F5D-9BDB-96DE57732BB8}"/>
              </a:ext>
            </a:extLst>
          </p:cNvPr>
          <p:cNvSpPr>
            <a:spLocks noGrp="1"/>
          </p:cNvSpPr>
          <p:nvPr>
            <p:ph type="subTitle" idx="5" hasCustomPrompt="1"/>
          </p:nvPr>
        </p:nvSpPr>
        <p:spPr>
          <a:xfrm>
            <a:off x="365760" y="2926080"/>
            <a:ext cx="2834640" cy="301752"/>
          </a:xfrm>
          <a:solidFill>
            <a:schemeClr val="accent1"/>
          </a:solidFill>
          <a:ln>
            <a:solidFill>
              <a:schemeClr val="accent1"/>
            </a:solidFill>
          </a:ln>
        </p:spPr>
        <p:txBody>
          <a:bodyPr vert="horz" lIns="91440" tIns="45720" rIns="91440" bIns="45720" rtlCol="0" anchor="ctr">
            <a:noAutofit/>
          </a:bodyPr>
          <a:lstStyle>
            <a:lvl1pPr marL="60325" indent="0">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7" name="Content 1">
            <a:extLst>
              <a:ext uri="{FF2B5EF4-FFF2-40B4-BE49-F238E27FC236}">
                <a16:creationId xmlns:a16="http://schemas.microsoft.com/office/drawing/2014/main" id="{1EE45CD9-67F8-4A52-86F7-18140657CB4D}"/>
              </a:ext>
            </a:extLst>
          </p:cNvPr>
          <p:cNvSpPr>
            <a:spLocks noGrp="1"/>
          </p:cNvSpPr>
          <p:nvPr>
            <p:ph type="body" idx="1" hasCustomPrompt="1"/>
          </p:nvPr>
        </p:nvSpPr>
        <p:spPr>
          <a:xfrm>
            <a:off x="365760" y="3291839"/>
            <a:ext cx="2834640" cy="3142903"/>
          </a:xfrm>
        </p:spPr>
        <p:txBody>
          <a:bodyPr lIns="91440">
            <a:normAutofit/>
          </a:bodyPr>
          <a:lstStyle>
            <a:lvl1pPr marL="0" indent="0">
              <a:spcAft>
                <a:spcPts val="1200"/>
              </a:spcAft>
              <a:buNone/>
              <a:defRPr sz="2000">
                <a:solidFill>
                  <a:schemeClr val="tx2"/>
                </a:solidFill>
              </a:defRPr>
            </a:lvl1pPr>
          </a:lstStyle>
          <a:p>
            <a:pPr lvl="0"/>
            <a:r>
              <a:rPr lang="en-US" dirty="0"/>
              <a:t>Enter text</a:t>
            </a:r>
          </a:p>
        </p:txBody>
      </p:sp>
      <p:sp>
        <p:nvSpPr>
          <p:cNvPr id="12" name="Picture 2">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idx="10" hasCustomPrompt="1"/>
          </p:nvPr>
        </p:nvSpPr>
        <p:spPr>
          <a:xfrm>
            <a:off x="3812540" y="1051560"/>
            <a:ext cx="1828800" cy="1828800"/>
          </a:xfrm>
        </p:spPr>
        <p:txBody>
          <a:bodyPr anchor="t"/>
          <a:lstStyle>
            <a:lvl1pPr marL="0" indent="0" algn="ctr">
              <a:buNone/>
              <a:defRPr sz="2800">
                <a:solidFill>
                  <a:schemeClr val="tx2"/>
                </a:solidFill>
              </a:defRPr>
            </a:lvl1pPr>
          </a:lstStyle>
          <a:p>
            <a:r>
              <a:rPr lang="en-US"/>
              <a:t>Click icon to add image</a:t>
            </a:r>
          </a:p>
        </p:txBody>
      </p:sp>
      <p:sp>
        <p:nvSpPr>
          <p:cNvPr id="4" name="Content Header 2">
            <a:extLst>
              <a:ext uri="{FF2B5EF4-FFF2-40B4-BE49-F238E27FC236}">
                <a16:creationId xmlns:a16="http://schemas.microsoft.com/office/drawing/2014/main" id="{3777F387-CD61-4FDE-AE0D-E17DE70D3B19}"/>
              </a:ext>
            </a:extLst>
          </p:cNvPr>
          <p:cNvSpPr>
            <a:spLocks noGrp="1"/>
          </p:cNvSpPr>
          <p:nvPr>
            <p:ph type="subTitle" idx="6" hasCustomPrompt="1"/>
          </p:nvPr>
        </p:nvSpPr>
        <p:spPr>
          <a:xfrm>
            <a:off x="3264408" y="2926080"/>
            <a:ext cx="2834640" cy="301752"/>
          </a:xfrm>
          <a:solidFill>
            <a:schemeClr val="accent1"/>
          </a:solidFill>
          <a:ln>
            <a:solidFill>
              <a:schemeClr val="accent1"/>
            </a:solidFill>
          </a:ln>
        </p:spPr>
        <p:txBody>
          <a:bodyPr vert="horz" lIns="91440" tIns="45720" rIns="91440" bIns="45720" rtlCol="0" anchor="ctr">
            <a:noAutofit/>
          </a:bodyPr>
          <a:lstStyle>
            <a:lvl1pPr marL="60325" indent="0">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8" name="Content 2">
            <a:extLst>
              <a:ext uri="{FF2B5EF4-FFF2-40B4-BE49-F238E27FC236}">
                <a16:creationId xmlns:a16="http://schemas.microsoft.com/office/drawing/2014/main" id="{CD517463-352F-4D83-A9E1-0F789F96266D}"/>
              </a:ext>
            </a:extLst>
          </p:cNvPr>
          <p:cNvSpPr>
            <a:spLocks noGrp="1"/>
          </p:cNvSpPr>
          <p:nvPr>
            <p:ph type="body" idx="2" hasCustomPrompt="1"/>
          </p:nvPr>
        </p:nvSpPr>
        <p:spPr>
          <a:xfrm>
            <a:off x="3264408" y="3291839"/>
            <a:ext cx="2834640" cy="3142903"/>
          </a:xfrm>
        </p:spPr>
        <p:txBody>
          <a:bodyPr lIns="91440">
            <a:normAutofit/>
          </a:bodyPr>
          <a:lstStyle>
            <a:lvl1pPr marL="0" indent="0">
              <a:spcAft>
                <a:spcPts val="1200"/>
              </a:spcAft>
              <a:buNone/>
              <a:defRPr sz="2000">
                <a:solidFill>
                  <a:schemeClr val="tx2"/>
                </a:solidFill>
              </a:defRPr>
            </a:lvl1pPr>
          </a:lstStyle>
          <a:p>
            <a:pPr lvl="0"/>
            <a:r>
              <a:rPr lang="en-US" dirty="0"/>
              <a:t>Enter text</a:t>
            </a:r>
          </a:p>
        </p:txBody>
      </p:sp>
      <p:sp>
        <p:nvSpPr>
          <p:cNvPr id="13" name="Picture 3">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idx="11" hasCustomPrompt="1"/>
          </p:nvPr>
        </p:nvSpPr>
        <p:spPr>
          <a:xfrm>
            <a:off x="6647180" y="1051560"/>
            <a:ext cx="1828800" cy="1828800"/>
          </a:xfrm>
        </p:spPr>
        <p:txBody>
          <a:bodyPr anchor="t"/>
          <a:lstStyle>
            <a:lvl1pPr marL="0" indent="0" algn="ctr">
              <a:buNone/>
              <a:defRPr sz="2800">
                <a:solidFill>
                  <a:schemeClr val="tx2"/>
                </a:solidFill>
              </a:defRPr>
            </a:lvl1pPr>
          </a:lstStyle>
          <a:p>
            <a:r>
              <a:rPr lang="en-US"/>
              <a:t>Click icon to add image</a:t>
            </a:r>
          </a:p>
        </p:txBody>
      </p:sp>
      <p:sp>
        <p:nvSpPr>
          <p:cNvPr id="5" name="Content Header 3">
            <a:extLst>
              <a:ext uri="{FF2B5EF4-FFF2-40B4-BE49-F238E27FC236}">
                <a16:creationId xmlns:a16="http://schemas.microsoft.com/office/drawing/2014/main" id="{CF3CD244-8B44-44A6-A623-84365E91EAE7}"/>
              </a:ext>
            </a:extLst>
          </p:cNvPr>
          <p:cNvSpPr>
            <a:spLocks noGrp="1"/>
          </p:cNvSpPr>
          <p:nvPr>
            <p:ph type="subTitle" idx="7" hasCustomPrompt="1"/>
          </p:nvPr>
        </p:nvSpPr>
        <p:spPr>
          <a:xfrm>
            <a:off x="6163056" y="2926080"/>
            <a:ext cx="2834640" cy="301752"/>
          </a:xfrm>
          <a:solidFill>
            <a:schemeClr val="accent1"/>
          </a:solidFill>
          <a:ln>
            <a:solidFill>
              <a:schemeClr val="accent1"/>
            </a:solidFill>
          </a:ln>
        </p:spPr>
        <p:txBody>
          <a:bodyPr vert="horz" lIns="91440" tIns="45720" rIns="91440" bIns="45720" rtlCol="0" anchor="ctr">
            <a:noAutofit/>
          </a:bodyPr>
          <a:lstStyle>
            <a:lvl1pPr marL="60325" indent="0">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9" name="Content 3">
            <a:extLst>
              <a:ext uri="{FF2B5EF4-FFF2-40B4-BE49-F238E27FC236}">
                <a16:creationId xmlns:a16="http://schemas.microsoft.com/office/drawing/2014/main" id="{CB7E0003-F180-4528-9992-B9342F92AF42}"/>
              </a:ext>
            </a:extLst>
          </p:cNvPr>
          <p:cNvSpPr>
            <a:spLocks noGrp="1"/>
          </p:cNvSpPr>
          <p:nvPr>
            <p:ph type="body" idx="3" hasCustomPrompt="1"/>
          </p:nvPr>
        </p:nvSpPr>
        <p:spPr>
          <a:xfrm>
            <a:off x="6163056" y="3291839"/>
            <a:ext cx="2834640" cy="3142903"/>
          </a:xfrm>
        </p:spPr>
        <p:txBody>
          <a:bodyPr lIns="91440">
            <a:normAutofit/>
          </a:bodyPr>
          <a:lstStyle>
            <a:lvl1pPr marL="0" indent="0">
              <a:spcAft>
                <a:spcPts val="1200"/>
              </a:spcAft>
              <a:buNone/>
              <a:defRPr sz="2000">
                <a:solidFill>
                  <a:schemeClr val="tx2"/>
                </a:solidFill>
              </a:defRPr>
            </a:lvl1pPr>
          </a:lstStyle>
          <a:p>
            <a:pPr lvl="0"/>
            <a:r>
              <a:rPr lang="en-US" dirty="0"/>
              <a:t>Enter text</a:t>
            </a:r>
          </a:p>
        </p:txBody>
      </p:sp>
      <p:sp>
        <p:nvSpPr>
          <p:cNvPr id="14" name="Picture 4">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idx="12" hasCustomPrompt="1"/>
          </p:nvPr>
        </p:nvSpPr>
        <p:spPr>
          <a:xfrm>
            <a:off x="9481820" y="1051560"/>
            <a:ext cx="1828800" cy="1828800"/>
          </a:xfrm>
        </p:spPr>
        <p:txBody>
          <a:bodyPr anchor="t"/>
          <a:lstStyle>
            <a:lvl1pPr marL="0" indent="0" algn="ctr">
              <a:buNone/>
              <a:defRPr sz="2800">
                <a:solidFill>
                  <a:schemeClr val="tx2"/>
                </a:solidFill>
              </a:defRPr>
            </a:lvl1pPr>
          </a:lstStyle>
          <a:p>
            <a:r>
              <a:rPr lang="en-US"/>
              <a:t>Click icon to add image</a:t>
            </a:r>
          </a:p>
        </p:txBody>
      </p:sp>
      <p:sp>
        <p:nvSpPr>
          <p:cNvPr id="16" name="Content Header 4">
            <a:extLst>
              <a:ext uri="{FF2B5EF4-FFF2-40B4-BE49-F238E27FC236}">
                <a16:creationId xmlns:a16="http://schemas.microsoft.com/office/drawing/2014/main" id="{08FBD2BF-3C8E-4153-80EE-99905AF06DB0}"/>
              </a:ext>
            </a:extLst>
          </p:cNvPr>
          <p:cNvSpPr>
            <a:spLocks noGrp="1"/>
          </p:cNvSpPr>
          <p:nvPr>
            <p:ph type="subTitle" idx="8" hasCustomPrompt="1"/>
          </p:nvPr>
        </p:nvSpPr>
        <p:spPr>
          <a:xfrm>
            <a:off x="9061704" y="2926080"/>
            <a:ext cx="2834640" cy="301752"/>
          </a:xfrm>
          <a:solidFill>
            <a:schemeClr val="accent1"/>
          </a:solidFill>
          <a:ln>
            <a:solidFill>
              <a:schemeClr val="accent1"/>
            </a:solidFill>
          </a:ln>
        </p:spPr>
        <p:txBody>
          <a:bodyPr vert="horz" lIns="91440" tIns="45720" rIns="91440" bIns="45720" rtlCol="0" anchor="ctr">
            <a:noAutofit/>
          </a:bodyPr>
          <a:lstStyle>
            <a:lvl1pPr marL="60325" indent="0">
              <a:buNone/>
              <a:defRPr lang="en-US" sz="20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10" name="Content 4">
            <a:extLst>
              <a:ext uri="{FF2B5EF4-FFF2-40B4-BE49-F238E27FC236}">
                <a16:creationId xmlns:a16="http://schemas.microsoft.com/office/drawing/2014/main" id="{9F6FFAA7-B9C7-461E-8BB9-81670232C41F}"/>
              </a:ext>
            </a:extLst>
          </p:cNvPr>
          <p:cNvSpPr>
            <a:spLocks noGrp="1"/>
          </p:cNvSpPr>
          <p:nvPr>
            <p:ph type="body" idx="4" hasCustomPrompt="1"/>
          </p:nvPr>
        </p:nvSpPr>
        <p:spPr>
          <a:xfrm>
            <a:off x="9061704" y="3291839"/>
            <a:ext cx="2834640" cy="3142903"/>
          </a:xfrm>
        </p:spPr>
        <p:txBody>
          <a:bodyPr lIns="91440">
            <a:normAutofit/>
          </a:bodyPr>
          <a:lstStyle>
            <a:lvl1pPr marL="0" indent="0">
              <a:spcAft>
                <a:spcPts val="1200"/>
              </a:spcAft>
              <a:buNone/>
              <a:defRPr sz="2000">
                <a:solidFill>
                  <a:schemeClr val="tx2"/>
                </a:solidFill>
              </a:defRPr>
            </a:lvl1pPr>
          </a:lstStyle>
          <a:p>
            <a:pPr lvl="0"/>
            <a:r>
              <a:rPr lang="en-US" dirty="0"/>
              <a:t>Enter text</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854287532"/>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4 Large Pictures,and 4 Headers">
    <p:bg>
      <p:bgPr>
        <a:solidFill>
          <a:schemeClr val="bg1"/>
        </a:solidFill>
        <a:effectLst/>
      </p:bgPr>
    </p:bg>
    <p:spTree>
      <p:nvGrpSpPr>
        <p:cNvPr id="1" name=""/>
        <p:cNvGrpSpPr/>
        <p:nvPr/>
      </p:nvGrpSpPr>
      <p:grpSpPr>
        <a:xfrm>
          <a:off x="0" y="0"/>
          <a:ext cx="0" cy="0"/>
          <a:chOff x="0" y="0"/>
          <a:chExt cx="0" cy="0"/>
        </a:xfrm>
      </p:grpSpPr>
      <p:sp>
        <p:nvSpPr>
          <p:cNvPr id="1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75DBD6AA-5E11-44A8-900B-2519518B0622}"/>
              </a:ext>
            </a:extLst>
          </p:cNvPr>
          <p:cNvSpPr>
            <a:spLocks noGrp="1"/>
          </p:cNvSpPr>
          <p:nvPr>
            <p:ph type="title" hasCustomPrompt="1"/>
          </p:nvPr>
        </p:nvSpPr>
        <p:spPr>
          <a:xfrm>
            <a:off x="365760" y="301752"/>
            <a:ext cx="11569209" cy="731318"/>
          </a:xfrm>
        </p:spPr>
        <p:txBody>
          <a:bodyPr/>
          <a:lstStyle>
            <a:lvl1pPr>
              <a:lnSpc>
                <a:spcPct val="100000"/>
              </a:lnSpc>
              <a:defRPr/>
            </a:lvl1pPr>
          </a:lstStyle>
          <a:p>
            <a:r>
              <a:rPr lang="en-US" dirty="0"/>
              <a:t>Title, 4 large pictures, and 4 headers</a:t>
            </a:r>
          </a:p>
        </p:txBody>
      </p:sp>
      <p:sp>
        <p:nvSpPr>
          <p:cNvPr id="11" name="Picture Left">
            <a:extLst>
              <a:ext uri="{FF2B5EF4-FFF2-40B4-BE49-F238E27FC236}">
                <a16:creationId xmlns:a16="http://schemas.microsoft.com/office/drawing/2014/main" id="{97C88FB1-7BD6-48D3-9B99-1098619F5246}"/>
              </a:ext>
              <a:ext uri="{C183D7F6-B498-43B3-948B-1728B52AA6E4}">
                <adec:decorative xmlns:adec="http://schemas.microsoft.com/office/drawing/2017/decorative" val="1"/>
              </a:ext>
            </a:extLst>
          </p:cNvPr>
          <p:cNvSpPr>
            <a:spLocks noGrp="1"/>
          </p:cNvSpPr>
          <p:nvPr>
            <p:ph idx="9" hasCustomPrompt="1"/>
          </p:nvPr>
        </p:nvSpPr>
        <p:spPr>
          <a:xfrm>
            <a:off x="365760" y="1987733"/>
            <a:ext cx="2834640" cy="2834640"/>
          </a:xfrm>
        </p:spPr>
        <p:txBody>
          <a:bodyPr anchor="t"/>
          <a:lstStyle>
            <a:lvl1pPr marL="0" indent="0" algn="ctr">
              <a:buNone/>
              <a:defRPr sz="3200">
                <a:solidFill>
                  <a:schemeClr val="tx2"/>
                </a:solidFill>
              </a:defRPr>
            </a:lvl1pPr>
          </a:lstStyle>
          <a:p>
            <a:r>
              <a:rPr lang="en-US"/>
              <a:t>Click icon to add image</a:t>
            </a:r>
          </a:p>
        </p:txBody>
      </p:sp>
      <p:sp>
        <p:nvSpPr>
          <p:cNvPr id="3" name="Header Left">
            <a:extLst>
              <a:ext uri="{FF2B5EF4-FFF2-40B4-BE49-F238E27FC236}">
                <a16:creationId xmlns:a16="http://schemas.microsoft.com/office/drawing/2014/main" id="{CEBB69C5-28A4-4F99-A9FE-572F9D53CF4E}"/>
              </a:ext>
            </a:extLst>
          </p:cNvPr>
          <p:cNvSpPr>
            <a:spLocks noGrp="1"/>
          </p:cNvSpPr>
          <p:nvPr>
            <p:ph type="subTitle" idx="5" hasCustomPrompt="1"/>
          </p:nvPr>
        </p:nvSpPr>
        <p:spPr>
          <a:xfrm>
            <a:off x="365760" y="4840660"/>
            <a:ext cx="2834640" cy="731520"/>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12" name="Picture Center Left">
            <a:extLst>
              <a:ext uri="{FF2B5EF4-FFF2-40B4-BE49-F238E27FC236}">
                <a16:creationId xmlns:a16="http://schemas.microsoft.com/office/drawing/2014/main" id="{536ADC96-59CC-4670-BA80-757A11151BF9}"/>
              </a:ext>
              <a:ext uri="{C183D7F6-B498-43B3-948B-1728B52AA6E4}">
                <adec:decorative xmlns:adec="http://schemas.microsoft.com/office/drawing/2017/decorative" val="1"/>
              </a:ext>
            </a:extLst>
          </p:cNvPr>
          <p:cNvSpPr>
            <a:spLocks noGrp="1"/>
          </p:cNvSpPr>
          <p:nvPr>
            <p:ph idx="10" hasCustomPrompt="1"/>
          </p:nvPr>
        </p:nvSpPr>
        <p:spPr>
          <a:xfrm>
            <a:off x="3264408" y="1987733"/>
            <a:ext cx="2834640" cy="2834640"/>
          </a:xfrm>
        </p:spPr>
        <p:txBody>
          <a:bodyPr anchor="t"/>
          <a:lstStyle>
            <a:lvl1pPr marL="0" indent="0" algn="ctr">
              <a:buNone/>
              <a:defRPr sz="3200">
                <a:solidFill>
                  <a:schemeClr val="tx2"/>
                </a:solidFill>
              </a:defRPr>
            </a:lvl1pPr>
          </a:lstStyle>
          <a:p>
            <a:r>
              <a:rPr lang="en-US"/>
              <a:t>Click icon to add image</a:t>
            </a:r>
          </a:p>
        </p:txBody>
      </p:sp>
      <p:sp>
        <p:nvSpPr>
          <p:cNvPr id="4" name="Header Center Left">
            <a:extLst>
              <a:ext uri="{FF2B5EF4-FFF2-40B4-BE49-F238E27FC236}">
                <a16:creationId xmlns:a16="http://schemas.microsoft.com/office/drawing/2014/main" id="{04C41CFA-9BF9-474A-89A9-E22790A538E2}"/>
              </a:ext>
            </a:extLst>
          </p:cNvPr>
          <p:cNvSpPr>
            <a:spLocks noGrp="1"/>
          </p:cNvSpPr>
          <p:nvPr>
            <p:ph type="subTitle" idx="6" hasCustomPrompt="1"/>
          </p:nvPr>
        </p:nvSpPr>
        <p:spPr>
          <a:xfrm>
            <a:off x="3264408" y="4840660"/>
            <a:ext cx="2834640" cy="731520"/>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13" name="Picture Center Right">
            <a:extLst>
              <a:ext uri="{FF2B5EF4-FFF2-40B4-BE49-F238E27FC236}">
                <a16:creationId xmlns:a16="http://schemas.microsoft.com/office/drawing/2014/main" id="{DEC705E3-5BBB-4173-AAF5-E12991B7D59F}"/>
              </a:ext>
              <a:ext uri="{C183D7F6-B498-43B3-948B-1728B52AA6E4}">
                <adec:decorative xmlns:adec="http://schemas.microsoft.com/office/drawing/2017/decorative" val="1"/>
              </a:ext>
            </a:extLst>
          </p:cNvPr>
          <p:cNvSpPr>
            <a:spLocks noGrp="1"/>
          </p:cNvSpPr>
          <p:nvPr>
            <p:ph idx="11" hasCustomPrompt="1"/>
          </p:nvPr>
        </p:nvSpPr>
        <p:spPr>
          <a:xfrm>
            <a:off x="6163056" y="1987733"/>
            <a:ext cx="2834640" cy="2834640"/>
          </a:xfrm>
        </p:spPr>
        <p:txBody>
          <a:bodyPr anchor="t"/>
          <a:lstStyle>
            <a:lvl1pPr marL="0" indent="0" algn="ctr">
              <a:buNone/>
              <a:defRPr sz="3200">
                <a:solidFill>
                  <a:schemeClr val="tx2"/>
                </a:solidFill>
              </a:defRPr>
            </a:lvl1pPr>
          </a:lstStyle>
          <a:p>
            <a:r>
              <a:rPr lang="en-US"/>
              <a:t>Click icon to add image</a:t>
            </a:r>
          </a:p>
        </p:txBody>
      </p:sp>
      <p:sp>
        <p:nvSpPr>
          <p:cNvPr id="5" name="Header Center Right">
            <a:extLst>
              <a:ext uri="{FF2B5EF4-FFF2-40B4-BE49-F238E27FC236}">
                <a16:creationId xmlns:a16="http://schemas.microsoft.com/office/drawing/2014/main" id="{CF01F87A-DBEF-4657-8500-6A751FF3BC24}"/>
              </a:ext>
            </a:extLst>
          </p:cNvPr>
          <p:cNvSpPr>
            <a:spLocks noGrp="1"/>
          </p:cNvSpPr>
          <p:nvPr>
            <p:ph type="subTitle" idx="7" hasCustomPrompt="1"/>
          </p:nvPr>
        </p:nvSpPr>
        <p:spPr>
          <a:xfrm>
            <a:off x="6163056" y="4840660"/>
            <a:ext cx="2834640" cy="731520"/>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14" name="Picture Right">
            <a:extLst>
              <a:ext uri="{FF2B5EF4-FFF2-40B4-BE49-F238E27FC236}">
                <a16:creationId xmlns:a16="http://schemas.microsoft.com/office/drawing/2014/main" id="{3225055C-7E4D-4C57-84DA-4F32CFEE666E}"/>
              </a:ext>
            </a:extLst>
          </p:cNvPr>
          <p:cNvSpPr>
            <a:spLocks noGrp="1"/>
          </p:cNvSpPr>
          <p:nvPr>
            <p:ph idx="12" hasCustomPrompt="1"/>
          </p:nvPr>
        </p:nvSpPr>
        <p:spPr>
          <a:xfrm>
            <a:off x="9061704" y="1987733"/>
            <a:ext cx="2834640" cy="2834640"/>
          </a:xfrm>
        </p:spPr>
        <p:txBody>
          <a:bodyPr anchor="t"/>
          <a:lstStyle>
            <a:lvl1pPr marL="0" indent="0" algn="ctr">
              <a:buNone/>
              <a:defRPr sz="3200">
                <a:solidFill>
                  <a:schemeClr val="tx2"/>
                </a:solidFill>
              </a:defRPr>
            </a:lvl1pPr>
          </a:lstStyle>
          <a:p>
            <a:r>
              <a:rPr lang="en-US"/>
              <a:t>Click icon to add image</a:t>
            </a:r>
          </a:p>
        </p:txBody>
      </p:sp>
      <p:sp>
        <p:nvSpPr>
          <p:cNvPr id="16" name="Header Right">
            <a:extLst>
              <a:ext uri="{FF2B5EF4-FFF2-40B4-BE49-F238E27FC236}">
                <a16:creationId xmlns:a16="http://schemas.microsoft.com/office/drawing/2014/main" id="{B17A76EF-1D7E-4BB9-BAFA-8EAA0807E356}"/>
              </a:ext>
            </a:extLst>
          </p:cNvPr>
          <p:cNvSpPr>
            <a:spLocks noGrp="1"/>
          </p:cNvSpPr>
          <p:nvPr>
            <p:ph type="subTitle" idx="8" hasCustomPrompt="1"/>
          </p:nvPr>
        </p:nvSpPr>
        <p:spPr>
          <a:xfrm>
            <a:off x="9061704" y="4840660"/>
            <a:ext cx="2834640" cy="731520"/>
          </a:xfrm>
          <a:solidFill>
            <a:schemeClr val="accent1"/>
          </a:solidFill>
          <a:ln>
            <a:solidFill>
              <a:schemeClr val="accent1"/>
            </a:solidFill>
          </a:ln>
        </p:spPr>
        <p:txBody>
          <a:bodyPr lIns="91440" anchor="ctr">
            <a:noAutofit/>
          </a:bodyPr>
          <a:lstStyle>
            <a:lvl1pPr marL="60325" indent="0">
              <a:lnSpc>
                <a:spcPct val="100000"/>
              </a:lnSpc>
              <a:spcBef>
                <a:spcPts val="0"/>
              </a:spcBef>
              <a:spcAft>
                <a:spcPts val="0"/>
              </a:spcAft>
              <a:buNone/>
              <a:defRPr sz="2000" b="0">
                <a:solidFill>
                  <a:schemeClr val="bg1"/>
                </a:solidFill>
                <a:latin typeface="+mn-lt"/>
                <a:ea typeface="Amazon Ember Heavy" panose="020B0803020204020204" pitchFamily="34" charset="0"/>
                <a:cs typeface="Amazon Ember Heavy" panose="020B08030202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Enter header text</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001638149"/>
      </p:ext>
    </p:extLst>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1_Title, text box, 6 Pictures, and 6 Text Boxes">
    <p:bg>
      <p:bgPr>
        <a:solidFill>
          <a:schemeClr val="bg1"/>
        </a:solidFill>
        <a:effectLst/>
      </p:bgPr>
    </p:bg>
    <p:spTree>
      <p:nvGrpSpPr>
        <p:cNvPr id="1" name=""/>
        <p:cNvGrpSpPr/>
        <p:nvPr/>
      </p:nvGrpSpPr>
      <p:grpSpPr>
        <a:xfrm>
          <a:off x="0" y="0"/>
          <a:ext cx="0" cy="0"/>
          <a:chOff x="0" y="0"/>
          <a:chExt cx="0" cy="0"/>
        </a:xfrm>
      </p:grpSpPr>
      <p:sp>
        <p:nvSpPr>
          <p:cNvPr id="1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55E25BD5-0A7A-4C0F-8C7B-5FB1E17082BE}"/>
              </a:ext>
            </a:extLst>
          </p:cNvPr>
          <p:cNvSpPr>
            <a:spLocks noGrp="1"/>
          </p:cNvSpPr>
          <p:nvPr>
            <p:ph type="title" hasCustomPrompt="1"/>
          </p:nvPr>
        </p:nvSpPr>
        <p:spPr/>
        <p:txBody>
          <a:bodyPr/>
          <a:lstStyle>
            <a:lvl1pPr>
              <a:defRPr/>
            </a:lvl1pPr>
          </a:lstStyle>
          <a:p>
            <a:r>
              <a:rPr lang="en-US" dirty="0"/>
              <a:t>1 text box, 6 Images, and 6 text boxes</a:t>
            </a:r>
          </a:p>
        </p:txBody>
      </p:sp>
      <p:sp>
        <p:nvSpPr>
          <p:cNvPr id="11" name="Picture 1">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idx="17" hasCustomPrompt="1"/>
          </p:nvPr>
        </p:nvSpPr>
        <p:spPr>
          <a:xfrm>
            <a:off x="1560576" y="1334737"/>
            <a:ext cx="1828800" cy="1828800"/>
          </a:xfrm>
        </p:spPr>
        <p:txBody>
          <a:bodyPr anchor="t">
            <a:normAutofit/>
          </a:bodyPr>
          <a:lstStyle>
            <a:lvl1pPr marL="0" indent="0" algn="ctr">
              <a:buNone/>
              <a:defRPr sz="2400">
                <a:solidFill>
                  <a:schemeClr val="tx2"/>
                </a:solidFill>
              </a:defRPr>
            </a:lvl1pPr>
          </a:lstStyle>
          <a:p>
            <a:r>
              <a:rPr lang="en-US" dirty="0"/>
              <a:t>Click icon to add image</a:t>
            </a:r>
          </a:p>
        </p:txBody>
      </p:sp>
      <p:sp>
        <p:nvSpPr>
          <p:cNvPr id="7" name="Content 1">
            <a:extLst>
              <a:ext uri="{FF2B5EF4-FFF2-40B4-BE49-F238E27FC236}">
                <a16:creationId xmlns:a16="http://schemas.microsoft.com/office/drawing/2014/main" id="{1EE45CD9-67F8-4A52-86F7-18140657CB4D}"/>
              </a:ext>
            </a:extLst>
          </p:cNvPr>
          <p:cNvSpPr>
            <a:spLocks noGrp="1"/>
          </p:cNvSpPr>
          <p:nvPr>
            <p:ph type="body" idx="1" hasCustomPrompt="1"/>
          </p:nvPr>
        </p:nvSpPr>
        <p:spPr>
          <a:xfrm>
            <a:off x="783336" y="3180210"/>
            <a:ext cx="3200400" cy="570859"/>
          </a:xfrm>
        </p:spPr>
        <p:txBody>
          <a:bodyPr lIns="45720" anchor="ctr">
            <a:normAutofit/>
          </a:bodyPr>
          <a:lstStyle>
            <a:lvl1pPr marL="0" indent="0" algn="ctr">
              <a:spcAft>
                <a:spcPts val="1200"/>
              </a:spcAft>
              <a:buNone/>
              <a:defRPr sz="2000">
                <a:solidFill>
                  <a:schemeClr val="tx2"/>
                </a:solidFill>
              </a:defRPr>
            </a:lvl1pPr>
          </a:lstStyle>
          <a:p>
            <a:pPr lvl="0"/>
            <a:r>
              <a:rPr lang="en-US" dirty="0"/>
              <a:t>Enter text</a:t>
            </a:r>
          </a:p>
        </p:txBody>
      </p:sp>
      <p:sp>
        <p:nvSpPr>
          <p:cNvPr id="12" name="Picture 2">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idx="18" hasCustomPrompt="1"/>
          </p:nvPr>
        </p:nvSpPr>
        <p:spPr>
          <a:xfrm>
            <a:off x="5306568" y="1334737"/>
            <a:ext cx="1828800" cy="1828800"/>
          </a:xfrm>
        </p:spPr>
        <p:txBody>
          <a:bodyPr anchor="t">
            <a:normAutofit/>
          </a:bodyPr>
          <a:lstStyle>
            <a:lvl1pPr marL="0" indent="0" algn="ctr">
              <a:buNone/>
              <a:defRPr sz="2400">
                <a:solidFill>
                  <a:schemeClr val="tx2"/>
                </a:solidFill>
              </a:defRPr>
            </a:lvl1pPr>
          </a:lstStyle>
          <a:p>
            <a:r>
              <a:rPr lang="en-US"/>
              <a:t>Click icon to add image</a:t>
            </a:r>
          </a:p>
        </p:txBody>
      </p:sp>
      <p:sp>
        <p:nvSpPr>
          <p:cNvPr id="8" name="Content 2">
            <a:extLst>
              <a:ext uri="{FF2B5EF4-FFF2-40B4-BE49-F238E27FC236}">
                <a16:creationId xmlns:a16="http://schemas.microsoft.com/office/drawing/2014/main" id="{CD517463-352F-4D83-A9E1-0F789F96266D}"/>
              </a:ext>
            </a:extLst>
          </p:cNvPr>
          <p:cNvSpPr>
            <a:spLocks noGrp="1"/>
          </p:cNvSpPr>
          <p:nvPr>
            <p:ph type="body" idx="2" hasCustomPrompt="1"/>
          </p:nvPr>
        </p:nvSpPr>
        <p:spPr>
          <a:xfrm>
            <a:off x="4529328" y="3180210"/>
            <a:ext cx="3200400" cy="570859"/>
          </a:xfrm>
        </p:spPr>
        <p:txBody>
          <a:bodyPr lIns="45720" anchor="ctr">
            <a:normAutofit/>
          </a:bodyPr>
          <a:lstStyle>
            <a:lvl1pPr marL="0" indent="0" algn="ctr">
              <a:spcAft>
                <a:spcPts val="1200"/>
              </a:spcAft>
              <a:buNone/>
              <a:defRPr sz="2000">
                <a:solidFill>
                  <a:schemeClr val="tx2"/>
                </a:solidFill>
              </a:defRPr>
            </a:lvl1pPr>
          </a:lstStyle>
          <a:p>
            <a:pPr lvl="0"/>
            <a:r>
              <a:rPr lang="en-US" dirty="0"/>
              <a:t>Enter text</a:t>
            </a:r>
          </a:p>
        </p:txBody>
      </p:sp>
      <p:sp>
        <p:nvSpPr>
          <p:cNvPr id="13" name="Picture 3">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idx="19" hasCustomPrompt="1"/>
          </p:nvPr>
        </p:nvSpPr>
        <p:spPr>
          <a:xfrm>
            <a:off x="9064752" y="1334737"/>
            <a:ext cx="1828800" cy="1828800"/>
          </a:xfrm>
        </p:spPr>
        <p:txBody>
          <a:bodyPr anchor="t">
            <a:normAutofit/>
          </a:bodyPr>
          <a:lstStyle>
            <a:lvl1pPr marL="0" indent="0" algn="ctr">
              <a:buNone/>
              <a:defRPr sz="2400">
                <a:solidFill>
                  <a:schemeClr val="tx2"/>
                </a:solidFill>
              </a:defRPr>
            </a:lvl1pPr>
          </a:lstStyle>
          <a:p>
            <a:r>
              <a:rPr lang="en-US"/>
              <a:t>Click icon to add image</a:t>
            </a:r>
          </a:p>
        </p:txBody>
      </p:sp>
      <p:sp>
        <p:nvSpPr>
          <p:cNvPr id="9" name="Content 3">
            <a:extLst>
              <a:ext uri="{FF2B5EF4-FFF2-40B4-BE49-F238E27FC236}">
                <a16:creationId xmlns:a16="http://schemas.microsoft.com/office/drawing/2014/main" id="{CB7E0003-F180-4528-9992-B9342F92AF42}"/>
              </a:ext>
            </a:extLst>
          </p:cNvPr>
          <p:cNvSpPr>
            <a:spLocks noGrp="1"/>
          </p:cNvSpPr>
          <p:nvPr>
            <p:ph type="body" idx="3" hasCustomPrompt="1"/>
          </p:nvPr>
        </p:nvSpPr>
        <p:spPr>
          <a:xfrm>
            <a:off x="8287512" y="3180210"/>
            <a:ext cx="3200400" cy="570859"/>
          </a:xfrm>
        </p:spPr>
        <p:txBody>
          <a:bodyPr lIns="45720" anchor="ctr">
            <a:normAutofit/>
          </a:bodyPr>
          <a:lstStyle>
            <a:lvl1pPr marL="0" indent="0" algn="ctr">
              <a:spcAft>
                <a:spcPts val="1200"/>
              </a:spcAft>
              <a:buNone/>
              <a:defRPr sz="2000">
                <a:solidFill>
                  <a:schemeClr val="tx2"/>
                </a:solidFill>
              </a:defRPr>
            </a:lvl1pPr>
          </a:lstStyle>
          <a:p>
            <a:pPr lvl="0"/>
            <a:r>
              <a:rPr lang="en-US" dirty="0"/>
              <a:t>Enter text</a:t>
            </a:r>
          </a:p>
        </p:txBody>
      </p:sp>
      <p:sp>
        <p:nvSpPr>
          <p:cNvPr id="14" name="Picture 4">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idx="20" hasCustomPrompt="1"/>
          </p:nvPr>
        </p:nvSpPr>
        <p:spPr>
          <a:xfrm>
            <a:off x="1560576" y="3989693"/>
            <a:ext cx="1828800" cy="1828800"/>
          </a:xfrm>
        </p:spPr>
        <p:txBody>
          <a:bodyPr anchor="t">
            <a:normAutofit/>
          </a:bodyPr>
          <a:lstStyle>
            <a:lvl1pPr marL="0" indent="0" algn="ctr">
              <a:buNone/>
              <a:defRPr sz="2400">
                <a:solidFill>
                  <a:schemeClr val="tx2"/>
                </a:solidFill>
              </a:defRPr>
            </a:lvl1pPr>
          </a:lstStyle>
          <a:p>
            <a:r>
              <a:rPr lang="en-US"/>
              <a:t>Click icon to add image</a:t>
            </a:r>
          </a:p>
        </p:txBody>
      </p:sp>
      <p:sp>
        <p:nvSpPr>
          <p:cNvPr id="10" name="Content 4">
            <a:extLst>
              <a:ext uri="{FF2B5EF4-FFF2-40B4-BE49-F238E27FC236}">
                <a16:creationId xmlns:a16="http://schemas.microsoft.com/office/drawing/2014/main" id="{9F6FFAA7-B9C7-461E-8BB9-81670232C41F}"/>
              </a:ext>
            </a:extLst>
          </p:cNvPr>
          <p:cNvSpPr>
            <a:spLocks noGrp="1"/>
          </p:cNvSpPr>
          <p:nvPr>
            <p:ph type="body" idx="4" hasCustomPrompt="1"/>
          </p:nvPr>
        </p:nvSpPr>
        <p:spPr>
          <a:xfrm>
            <a:off x="783336" y="5828332"/>
            <a:ext cx="3200400" cy="570859"/>
          </a:xfrm>
        </p:spPr>
        <p:txBody>
          <a:bodyPr lIns="45720" anchor="ctr">
            <a:normAutofit/>
          </a:bodyPr>
          <a:lstStyle>
            <a:lvl1pPr marL="0" indent="0" algn="ctr">
              <a:spcAft>
                <a:spcPts val="1200"/>
              </a:spcAft>
              <a:buNone/>
              <a:defRPr sz="2000">
                <a:solidFill>
                  <a:schemeClr val="tx2"/>
                </a:solidFill>
              </a:defRPr>
            </a:lvl1pPr>
          </a:lstStyle>
          <a:p>
            <a:pPr lvl="0"/>
            <a:r>
              <a:rPr lang="en-US" dirty="0"/>
              <a:t>Enter text</a:t>
            </a:r>
          </a:p>
        </p:txBody>
      </p:sp>
      <p:sp>
        <p:nvSpPr>
          <p:cNvPr id="30" name="Picture 5">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idx="21" hasCustomPrompt="1"/>
          </p:nvPr>
        </p:nvSpPr>
        <p:spPr>
          <a:xfrm>
            <a:off x="5306568" y="3989693"/>
            <a:ext cx="1828800" cy="1828800"/>
          </a:xfrm>
        </p:spPr>
        <p:txBody>
          <a:bodyPr anchor="t">
            <a:normAutofit/>
          </a:bodyPr>
          <a:lstStyle>
            <a:lvl1pPr marL="0" indent="0" algn="ctr">
              <a:buNone/>
              <a:defRPr sz="2400">
                <a:solidFill>
                  <a:schemeClr val="tx2"/>
                </a:solidFill>
              </a:defRPr>
            </a:lvl1pPr>
          </a:lstStyle>
          <a:p>
            <a:r>
              <a:rPr lang="en-US"/>
              <a:t>Click icon to add image</a:t>
            </a:r>
          </a:p>
        </p:txBody>
      </p:sp>
      <p:sp>
        <p:nvSpPr>
          <p:cNvPr id="32" name="Content 5">
            <a:extLst>
              <a:ext uri="{FF2B5EF4-FFF2-40B4-BE49-F238E27FC236}">
                <a16:creationId xmlns:a16="http://schemas.microsoft.com/office/drawing/2014/main" id="{4D93D3AB-1EE8-404D-9F8C-ED6967836914}"/>
              </a:ext>
            </a:extLst>
          </p:cNvPr>
          <p:cNvSpPr>
            <a:spLocks noGrp="1"/>
          </p:cNvSpPr>
          <p:nvPr>
            <p:ph type="body" idx="5" hasCustomPrompt="1"/>
          </p:nvPr>
        </p:nvSpPr>
        <p:spPr>
          <a:xfrm>
            <a:off x="4529328" y="5828332"/>
            <a:ext cx="3200400" cy="570859"/>
          </a:xfrm>
        </p:spPr>
        <p:txBody>
          <a:bodyPr lIns="45720" anchor="ctr">
            <a:normAutofit/>
          </a:bodyPr>
          <a:lstStyle>
            <a:lvl1pPr marL="0" indent="0" algn="ctr">
              <a:spcAft>
                <a:spcPts val="1200"/>
              </a:spcAft>
              <a:buNone/>
              <a:defRPr sz="2000">
                <a:solidFill>
                  <a:schemeClr val="tx2"/>
                </a:solidFill>
              </a:defRPr>
            </a:lvl1pPr>
          </a:lstStyle>
          <a:p>
            <a:pPr lvl="0"/>
            <a:r>
              <a:rPr lang="en-US" dirty="0"/>
              <a:t>Enter text</a:t>
            </a:r>
          </a:p>
        </p:txBody>
      </p:sp>
      <p:sp>
        <p:nvSpPr>
          <p:cNvPr id="33" name="Picture 6">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idx="22" hasCustomPrompt="1"/>
          </p:nvPr>
        </p:nvSpPr>
        <p:spPr>
          <a:xfrm>
            <a:off x="9064752" y="3989693"/>
            <a:ext cx="1828800" cy="1828800"/>
          </a:xfrm>
        </p:spPr>
        <p:txBody>
          <a:bodyPr anchor="t">
            <a:normAutofit/>
          </a:bodyPr>
          <a:lstStyle>
            <a:lvl1pPr marL="0" indent="0" algn="ctr">
              <a:buNone/>
              <a:defRPr sz="2400">
                <a:solidFill>
                  <a:schemeClr val="tx2"/>
                </a:solidFill>
              </a:defRPr>
            </a:lvl1pPr>
          </a:lstStyle>
          <a:p>
            <a:r>
              <a:rPr lang="en-US"/>
              <a:t>Click icon to add image</a:t>
            </a:r>
          </a:p>
        </p:txBody>
      </p:sp>
      <p:sp>
        <p:nvSpPr>
          <p:cNvPr id="35" name="Content 6">
            <a:extLst>
              <a:ext uri="{FF2B5EF4-FFF2-40B4-BE49-F238E27FC236}">
                <a16:creationId xmlns:a16="http://schemas.microsoft.com/office/drawing/2014/main" id="{E00DC7A1-D213-4110-B8F7-671693ED3BA2}"/>
              </a:ext>
            </a:extLst>
          </p:cNvPr>
          <p:cNvSpPr>
            <a:spLocks noGrp="1"/>
          </p:cNvSpPr>
          <p:nvPr>
            <p:ph type="body" idx="6" hasCustomPrompt="1"/>
          </p:nvPr>
        </p:nvSpPr>
        <p:spPr>
          <a:xfrm>
            <a:off x="8287512" y="5828332"/>
            <a:ext cx="3200400" cy="570859"/>
          </a:xfrm>
        </p:spPr>
        <p:txBody>
          <a:bodyPr lIns="45720" anchor="ctr">
            <a:normAutofit/>
          </a:bodyPr>
          <a:lstStyle>
            <a:lvl1pPr marL="0" indent="0" algn="ctr">
              <a:spcAft>
                <a:spcPts val="1200"/>
              </a:spcAft>
              <a:buNone/>
              <a:defRPr sz="2000">
                <a:solidFill>
                  <a:schemeClr val="tx2"/>
                </a:solidFill>
              </a:defRPr>
            </a:lvl1pPr>
          </a:lstStyle>
          <a:p>
            <a:pPr lvl="0"/>
            <a:r>
              <a:rPr lang="en-US" dirty="0"/>
              <a:t>Enter text</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3618213"/>
      </p:ext>
    </p:extLst>
  </p:cSld>
  <p:clrMapOvr>
    <a:masterClrMapping/>
  </p:clrMapOvr>
  <p:hf hdr="0" ftr="0" dt="0"/>
  <p:extLst>
    <p:ext uri="{DCECCB84-F9BA-43D5-87BE-67443E8EF086}">
      <p15:sldGuideLst xmlns:p15="http://schemas.microsoft.com/office/powerpoint/2012/main">
        <p15:guide id="2" orient="horz" pos="108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Title, 8 Small Pictures, 8 Headers, and 8 Text Columns">
    <p:bg>
      <p:bgPr>
        <a:solidFill>
          <a:schemeClr val="bg1"/>
        </a:solidFill>
        <a:effectLst/>
      </p:bgPr>
    </p:bg>
    <p:spTree>
      <p:nvGrpSpPr>
        <p:cNvPr id="1" name=""/>
        <p:cNvGrpSpPr/>
        <p:nvPr/>
      </p:nvGrpSpPr>
      <p:grpSpPr>
        <a:xfrm>
          <a:off x="0" y="0"/>
          <a:ext cx="0" cy="0"/>
          <a:chOff x="0" y="0"/>
          <a:chExt cx="0" cy="0"/>
        </a:xfrm>
      </p:grpSpPr>
      <p:sp>
        <p:nvSpPr>
          <p:cNvPr id="1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55E25BD5-0A7A-4C0F-8C7B-5FB1E17082BE}"/>
              </a:ext>
            </a:extLst>
          </p:cNvPr>
          <p:cNvSpPr>
            <a:spLocks noGrp="1"/>
          </p:cNvSpPr>
          <p:nvPr>
            <p:ph type="title" hasCustomPrompt="1"/>
          </p:nvPr>
        </p:nvSpPr>
        <p:spPr/>
        <p:txBody>
          <a:bodyPr/>
          <a:lstStyle>
            <a:lvl1pPr>
              <a:defRPr/>
            </a:lvl1pPr>
          </a:lstStyle>
          <a:p>
            <a:r>
              <a:rPr lang="en-US" dirty="0"/>
              <a:t>Title, 8 pictures, 8 headers, and 8 text fields</a:t>
            </a:r>
          </a:p>
        </p:txBody>
      </p:sp>
      <p:sp>
        <p:nvSpPr>
          <p:cNvPr id="11" name="Picture 1">
            <a:extLst>
              <a:ext uri="{FF2B5EF4-FFF2-40B4-BE49-F238E27FC236}">
                <a16:creationId xmlns:a16="http://schemas.microsoft.com/office/drawing/2014/main" id="{BA2767B8-F34C-4600-8F4B-21C0CDFE578E}"/>
              </a:ext>
              <a:ext uri="{C183D7F6-B498-43B3-948B-1728B52AA6E4}">
                <adec:decorative xmlns:adec="http://schemas.microsoft.com/office/drawing/2017/decorative" val="1"/>
              </a:ext>
            </a:extLst>
          </p:cNvPr>
          <p:cNvSpPr>
            <a:spLocks noGrp="1"/>
          </p:cNvSpPr>
          <p:nvPr>
            <p:ph idx="17" hasCustomPrompt="1"/>
          </p:nvPr>
        </p:nvSpPr>
        <p:spPr>
          <a:xfrm>
            <a:off x="365760" y="1051560"/>
            <a:ext cx="2834640" cy="1648911"/>
          </a:xfrm>
        </p:spPr>
        <p:txBody>
          <a:bodyPr anchor="t"/>
          <a:lstStyle>
            <a:lvl1pPr marL="0" indent="0" algn="ctr">
              <a:buNone/>
              <a:defRPr sz="3200">
                <a:solidFill>
                  <a:schemeClr val="tx2"/>
                </a:solidFill>
              </a:defRPr>
            </a:lvl1pPr>
          </a:lstStyle>
          <a:p>
            <a:r>
              <a:rPr lang="en-US"/>
              <a:t>Click icon to add image</a:t>
            </a:r>
          </a:p>
        </p:txBody>
      </p:sp>
      <p:sp>
        <p:nvSpPr>
          <p:cNvPr id="3" name="Content Header 1">
            <a:extLst>
              <a:ext uri="{FF2B5EF4-FFF2-40B4-BE49-F238E27FC236}">
                <a16:creationId xmlns:a16="http://schemas.microsoft.com/office/drawing/2014/main" id="{573CFC72-9096-4F5D-9BDB-96DE57732BB8}"/>
              </a:ext>
            </a:extLst>
          </p:cNvPr>
          <p:cNvSpPr>
            <a:spLocks noGrp="1"/>
          </p:cNvSpPr>
          <p:nvPr>
            <p:ph type="subTitle" idx="9" hasCustomPrompt="1"/>
          </p:nvPr>
        </p:nvSpPr>
        <p:spPr>
          <a:xfrm>
            <a:off x="365760" y="2755160"/>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7" name="Content 1">
            <a:extLst>
              <a:ext uri="{FF2B5EF4-FFF2-40B4-BE49-F238E27FC236}">
                <a16:creationId xmlns:a16="http://schemas.microsoft.com/office/drawing/2014/main" id="{1EE45CD9-67F8-4A52-86F7-18140657CB4D}"/>
              </a:ext>
            </a:extLst>
          </p:cNvPr>
          <p:cNvSpPr>
            <a:spLocks noGrp="1"/>
          </p:cNvSpPr>
          <p:nvPr>
            <p:ph type="body" idx="1" hasCustomPrompt="1"/>
          </p:nvPr>
        </p:nvSpPr>
        <p:spPr>
          <a:xfrm>
            <a:off x="365760" y="3120920"/>
            <a:ext cx="2834640" cy="570859"/>
          </a:xfrm>
        </p:spPr>
        <p:txBody>
          <a:bodyPr lIns="45720">
            <a:normAutofit/>
          </a:bodyPr>
          <a:lstStyle>
            <a:lvl1pPr marL="0" indent="0" algn="ctr">
              <a:spcAft>
                <a:spcPts val="1200"/>
              </a:spcAft>
              <a:buNone/>
              <a:defRPr sz="1600">
                <a:solidFill>
                  <a:schemeClr val="tx2"/>
                </a:solidFill>
              </a:defRPr>
            </a:lvl1pPr>
          </a:lstStyle>
          <a:p>
            <a:pPr lvl="0"/>
            <a:r>
              <a:rPr lang="en-US" dirty="0"/>
              <a:t>Enter text</a:t>
            </a:r>
          </a:p>
        </p:txBody>
      </p:sp>
      <p:sp>
        <p:nvSpPr>
          <p:cNvPr id="12" name="Picture 2">
            <a:extLst>
              <a:ext uri="{FF2B5EF4-FFF2-40B4-BE49-F238E27FC236}">
                <a16:creationId xmlns:a16="http://schemas.microsoft.com/office/drawing/2014/main" id="{0CE211BC-1E62-4A42-A199-9B1FBAD2CE23}"/>
              </a:ext>
              <a:ext uri="{C183D7F6-B498-43B3-948B-1728B52AA6E4}">
                <adec:decorative xmlns:adec="http://schemas.microsoft.com/office/drawing/2017/decorative" val="1"/>
              </a:ext>
            </a:extLst>
          </p:cNvPr>
          <p:cNvSpPr>
            <a:spLocks noGrp="1"/>
          </p:cNvSpPr>
          <p:nvPr>
            <p:ph idx="18" hasCustomPrompt="1"/>
          </p:nvPr>
        </p:nvSpPr>
        <p:spPr>
          <a:xfrm>
            <a:off x="3264408" y="1051560"/>
            <a:ext cx="2834640" cy="1648911"/>
          </a:xfrm>
        </p:spPr>
        <p:txBody>
          <a:bodyPr anchor="t"/>
          <a:lstStyle>
            <a:lvl1pPr marL="0" indent="0" algn="ctr">
              <a:buNone/>
              <a:defRPr sz="3200">
                <a:solidFill>
                  <a:schemeClr val="tx2"/>
                </a:solidFill>
              </a:defRPr>
            </a:lvl1pPr>
          </a:lstStyle>
          <a:p>
            <a:r>
              <a:rPr lang="en-US"/>
              <a:t>Click icon to add image</a:t>
            </a:r>
          </a:p>
        </p:txBody>
      </p:sp>
      <p:sp>
        <p:nvSpPr>
          <p:cNvPr id="4" name="Content Header 2">
            <a:extLst>
              <a:ext uri="{FF2B5EF4-FFF2-40B4-BE49-F238E27FC236}">
                <a16:creationId xmlns:a16="http://schemas.microsoft.com/office/drawing/2014/main" id="{3777F387-CD61-4FDE-AE0D-E17DE70D3B19}"/>
              </a:ext>
            </a:extLst>
          </p:cNvPr>
          <p:cNvSpPr>
            <a:spLocks noGrp="1"/>
          </p:cNvSpPr>
          <p:nvPr>
            <p:ph type="subTitle" idx="10" hasCustomPrompt="1"/>
          </p:nvPr>
        </p:nvSpPr>
        <p:spPr>
          <a:xfrm>
            <a:off x="3264408" y="2755160"/>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8" name="Content 2">
            <a:extLst>
              <a:ext uri="{FF2B5EF4-FFF2-40B4-BE49-F238E27FC236}">
                <a16:creationId xmlns:a16="http://schemas.microsoft.com/office/drawing/2014/main" id="{CD517463-352F-4D83-A9E1-0F789F96266D}"/>
              </a:ext>
            </a:extLst>
          </p:cNvPr>
          <p:cNvSpPr>
            <a:spLocks noGrp="1"/>
          </p:cNvSpPr>
          <p:nvPr>
            <p:ph type="body" idx="2" hasCustomPrompt="1"/>
          </p:nvPr>
        </p:nvSpPr>
        <p:spPr>
          <a:xfrm>
            <a:off x="3264408" y="3120920"/>
            <a:ext cx="2834640" cy="570859"/>
          </a:xfrm>
        </p:spPr>
        <p:txBody>
          <a:bodyPr lIns="45720">
            <a:normAutofit/>
          </a:bodyPr>
          <a:lstStyle>
            <a:lvl1pPr marL="0" indent="0" algn="ctr">
              <a:spcAft>
                <a:spcPts val="1200"/>
              </a:spcAft>
              <a:buNone/>
              <a:defRPr sz="1600">
                <a:solidFill>
                  <a:schemeClr val="tx2"/>
                </a:solidFill>
              </a:defRPr>
            </a:lvl1pPr>
          </a:lstStyle>
          <a:p>
            <a:pPr lvl="0"/>
            <a:r>
              <a:rPr lang="en-US" dirty="0"/>
              <a:t>Enter text</a:t>
            </a:r>
          </a:p>
        </p:txBody>
      </p:sp>
      <p:sp>
        <p:nvSpPr>
          <p:cNvPr id="13" name="Picture 3">
            <a:extLst>
              <a:ext uri="{FF2B5EF4-FFF2-40B4-BE49-F238E27FC236}">
                <a16:creationId xmlns:a16="http://schemas.microsoft.com/office/drawing/2014/main" id="{815CD5D2-790A-41FA-B807-B7B212763D05}"/>
              </a:ext>
              <a:ext uri="{C183D7F6-B498-43B3-948B-1728B52AA6E4}">
                <adec:decorative xmlns:adec="http://schemas.microsoft.com/office/drawing/2017/decorative" val="1"/>
              </a:ext>
            </a:extLst>
          </p:cNvPr>
          <p:cNvSpPr>
            <a:spLocks noGrp="1"/>
          </p:cNvSpPr>
          <p:nvPr>
            <p:ph idx="19" hasCustomPrompt="1"/>
          </p:nvPr>
        </p:nvSpPr>
        <p:spPr>
          <a:xfrm>
            <a:off x="6163056" y="1051560"/>
            <a:ext cx="2834640" cy="1648911"/>
          </a:xfrm>
        </p:spPr>
        <p:txBody>
          <a:bodyPr anchor="t"/>
          <a:lstStyle>
            <a:lvl1pPr marL="0" indent="0" algn="ctr">
              <a:buNone/>
              <a:defRPr sz="3200">
                <a:solidFill>
                  <a:schemeClr val="tx2"/>
                </a:solidFill>
              </a:defRPr>
            </a:lvl1pPr>
          </a:lstStyle>
          <a:p>
            <a:r>
              <a:rPr lang="en-US"/>
              <a:t>Click icon to add image</a:t>
            </a:r>
          </a:p>
        </p:txBody>
      </p:sp>
      <p:sp>
        <p:nvSpPr>
          <p:cNvPr id="5" name="Content Header 3">
            <a:extLst>
              <a:ext uri="{FF2B5EF4-FFF2-40B4-BE49-F238E27FC236}">
                <a16:creationId xmlns:a16="http://schemas.microsoft.com/office/drawing/2014/main" id="{CF3CD244-8B44-44A6-A623-84365E91EAE7}"/>
              </a:ext>
            </a:extLst>
          </p:cNvPr>
          <p:cNvSpPr>
            <a:spLocks noGrp="1"/>
          </p:cNvSpPr>
          <p:nvPr>
            <p:ph type="subTitle" idx="11" hasCustomPrompt="1"/>
          </p:nvPr>
        </p:nvSpPr>
        <p:spPr>
          <a:xfrm>
            <a:off x="6163056" y="2755160"/>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9" name="Content 3">
            <a:extLst>
              <a:ext uri="{FF2B5EF4-FFF2-40B4-BE49-F238E27FC236}">
                <a16:creationId xmlns:a16="http://schemas.microsoft.com/office/drawing/2014/main" id="{CB7E0003-F180-4528-9992-B9342F92AF42}"/>
              </a:ext>
            </a:extLst>
          </p:cNvPr>
          <p:cNvSpPr>
            <a:spLocks noGrp="1"/>
          </p:cNvSpPr>
          <p:nvPr>
            <p:ph type="body" idx="3" hasCustomPrompt="1"/>
          </p:nvPr>
        </p:nvSpPr>
        <p:spPr>
          <a:xfrm>
            <a:off x="6163056" y="3120920"/>
            <a:ext cx="2834640" cy="570859"/>
          </a:xfrm>
        </p:spPr>
        <p:txBody>
          <a:bodyPr lIns="45720">
            <a:normAutofit/>
          </a:bodyPr>
          <a:lstStyle>
            <a:lvl1pPr marL="0" indent="0" algn="ctr">
              <a:spcAft>
                <a:spcPts val="1200"/>
              </a:spcAft>
              <a:buNone/>
              <a:defRPr sz="1600">
                <a:solidFill>
                  <a:schemeClr val="tx2"/>
                </a:solidFill>
              </a:defRPr>
            </a:lvl1pPr>
          </a:lstStyle>
          <a:p>
            <a:pPr lvl="0"/>
            <a:r>
              <a:rPr lang="en-US" dirty="0"/>
              <a:t>Enter text</a:t>
            </a:r>
          </a:p>
        </p:txBody>
      </p:sp>
      <p:sp>
        <p:nvSpPr>
          <p:cNvPr id="14" name="Picture 4">
            <a:extLst>
              <a:ext uri="{FF2B5EF4-FFF2-40B4-BE49-F238E27FC236}">
                <a16:creationId xmlns:a16="http://schemas.microsoft.com/office/drawing/2014/main" id="{1D19D589-0526-4B91-878C-8F5B57AFE6B1}"/>
              </a:ext>
              <a:ext uri="{C183D7F6-B498-43B3-948B-1728B52AA6E4}">
                <adec:decorative xmlns:adec="http://schemas.microsoft.com/office/drawing/2017/decorative" val="1"/>
              </a:ext>
            </a:extLst>
          </p:cNvPr>
          <p:cNvSpPr>
            <a:spLocks noGrp="1"/>
          </p:cNvSpPr>
          <p:nvPr>
            <p:ph idx="20" hasCustomPrompt="1"/>
          </p:nvPr>
        </p:nvSpPr>
        <p:spPr>
          <a:xfrm>
            <a:off x="9061704" y="1051560"/>
            <a:ext cx="2834640" cy="1648911"/>
          </a:xfrm>
        </p:spPr>
        <p:txBody>
          <a:bodyPr anchor="t"/>
          <a:lstStyle>
            <a:lvl1pPr marL="0" indent="0" algn="ctr">
              <a:buNone/>
              <a:defRPr sz="3200">
                <a:solidFill>
                  <a:schemeClr val="tx2"/>
                </a:solidFill>
              </a:defRPr>
            </a:lvl1pPr>
          </a:lstStyle>
          <a:p>
            <a:r>
              <a:rPr lang="en-US"/>
              <a:t>Click icon to add image</a:t>
            </a:r>
          </a:p>
        </p:txBody>
      </p:sp>
      <p:sp>
        <p:nvSpPr>
          <p:cNvPr id="16" name="Content Header 4">
            <a:extLst>
              <a:ext uri="{FF2B5EF4-FFF2-40B4-BE49-F238E27FC236}">
                <a16:creationId xmlns:a16="http://schemas.microsoft.com/office/drawing/2014/main" id="{08FBD2BF-3C8E-4153-80EE-99905AF06DB0}"/>
              </a:ext>
            </a:extLst>
          </p:cNvPr>
          <p:cNvSpPr>
            <a:spLocks noGrp="1"/>
          </p:cNvSpPr>
          <p:nvPr>
            <p:ph type="subTitle" idx="12" hasCustomPrompt="1"/>
          </p:nvPr>
        </p:nvSpPr>
        <p:spPr>
          <a:xfrm>
            <a:off x="9061704" y="2755160"/>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10" name="Content 4">
            <a:extLst>
              <a:ext uri="{FF2B5EF4-FFF2-40B4-BE49-F238E27FC236}">
                <a16:creationId xmlns:a16="http://schemas.microsoft.com/office/drawing/2014/main" id="{9F6FFAA7-B9C7-461E-8BB9-81670232C41F}"/>
              </a:ext>
            </a:extLst>
          </p:cNvPr>
          <p:cNvSpPr>
            <a:spLocks noGrp="1"/>
          </p:cNvSpPr>
          <p:nvPr>
            <p:ph type="body" idx="4" hasCustomPrompt="1"/>
          </p:nvPr>
        </p:nvSpPr>
        <p:spPr>
          <a:xfrm>
            <a:off x="9061704" y="3120920"/>
            <a:ext cx="2834640" cy="570859"/>
          </a:xfrm>
        </p:spPr>
        <p:txBody>
          <a:bodyPr lIns="45720">
            <a:normAutofit/>
          </a:bodyPr>
          <a:lstStyle>
            <a:lvl1pPr marL="0" indent="0" algn="ctr">
              <a:spcAft>
                <a:spcPts val="1200"/>
              </a:spcAft>
              <a:buNone/>
              <a:defRPr sz="1600">
                <a:solidFill>
                  <a:schemeClr val="tx2"/>
                </a:solidFill>
              </a:defRPr>
            </a:lvl1pPr>
          </a:lstStyle>
          <a:p>
            <a:pPr lvl="0"/>
            <a:r>
              <a:rPr lang="en-US" dirty="0"/>
              <a:t>Enter text</a:t>
            </a:r>
          </a:p>
        </p:txBody>
      </p:sp>
      <p:sp>
        <p:nvSpPr>
          <p:cNvPr id="30" name="Picture 5">
            <a:extLst>
              <a:ext uri="{FF2B5EF4-FFF2-40B4-BE49-F238E27FC236}">
                <a16:creationId xmlns:a16="http://schemas.microsoft.com/office/drawing/2014/main" id="{6A136B8D-0BEF-4C03-8B3C-BF95C65548B3}"/>
              </a:ext>
              <a:ext uri="{C183D7F6-B498-43B3-948B-1728B52AA6E4}">
                <adec:decorative xmlns:adec="http://schemas.microsoft.com/office/drawing/2017/decorative" val="1"/>
              </a:ext>
            </a:extLst>
          </p:cNvPr>
          <p:cNvSpPr>
            <a:spLocks noGrp="1"/>
          </p:cNvSpPr>
          <p:nvPr>
            <p:ph idx="21" hasCustomPrompt="1"/>
          </p:nvPr>
        </p:nvSpPr>
        <p:spPr>
          <a:xfrm>
            <a:off x="365760" y="3814574"/>
            <a:ext cx="2834640" cy="1648911"/>
          </a:xfrm>
        </p:spPr>
        <p:txBody>
          <a:bodyPr anchor="t"/>
          <a:lstStyle>
            <a:lvl1pPr marL="0" indent="0" algn="ctr">
              <a:buNone/>
              <a:defRPr sz="3200">
                <a:solidFill>
                  <a:schemeClr val="tx2"/>
                </a:solidFill>
              </a:defRPr>
            </a:lvl1pPr>
          </a:lstStyle>
          <a:p>
            <a:r>
              <a:rPr lang="en-US"/>
              <a:t>Click icon to add image</a:t>
            </a:r>
          </a:p>
        </p:txBody>
      </p:sp>
      <p:sp>
        <p:nvSpPr>
          <p:cNvPr id="31" name="Content Header 5">
            <a:extLst>
              <a:ext uri="{FF2B5EF4-FFF2-40B4-BE49-F238E27FC236}">
                <a16:creationId xmlns:a16="http://schemas.microsoft.com/office/drawing/2014/main" id="{E8024806-5459-4580-AA84-DFE98F18A5A3}"/>
              </a:ext>
            </a:extLst>
          </p:cNvPr>
          <p:cNvSpPr>
            <a:spLocks noGrp="1"/>
          </p:cNvSpPr>
          <p:nvPr>
            <p:ph type="subTitle" idx="13" hasCustomPrompt="1"/>
          </p:nvPr>
        </p:nvSpPr>
        <p:spPr>
          <a:xfrm>
            <a:off x="365760" y="5518174"/>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32" name="Content 5">
            <a:extLst>
              <a:ext uri="{FF2B5EF4-FFF2-40B4-BE49-F238E27FC236}">
                <a16:creationId xmlns:a16="http://schemas.microsoft.com/office/drawing/2014/main" id="{4D93D3AB-1EE8-404D-9F8C-ED6967836914}"/>
              </a:ext>
            </a:extLst>
          </p:cNvPr>
          <p:cNvSpPr>
            <a:spLocks noGrp="1"/>
          </p:cNvSpPr>
          <p:nvPr>
            <p:ph type="body" idx="5" hasCustomPrompt="1"/>
          </p:nvPr>
        </p:nvSpPr>
        <p:spPr>
          <a:xfrm>
            <a:off x="365760" y="5864908"/>
            <a:ext cx="2834640" cy="570859"/>
          </a:xfrm>
        </p:spPr>
        <p:txBody>
          <a:bodyPr lIns="45720">
            <a:normAutofit/>
          </a:bodyPr>
          <a:lstStyle>
            <a:lvl1pPr marL="0" indent="0" algn="ctr">
              <a:spcAft>
                <a:spcPts val="1200"/>
              </a:spcAft>
              <a:buNone/>
              <a:defRPr sz="1600">
                <a:solidFill>
                  <a:schemeClr val="tx2"/>
                </a:solidFill>
              </a:defRPr>
            </a:lvl1pPr>
          </a:lstStyle>
          <a:p>
            <a:pPr lvl="0"/>
            <a:r>
              <a:rPr lang="en-US" dirty="0"/>
              <a:t>Enter text</a:t>
            </a:r>
          </a:p>
        </p:txBody>
      </p:sp>
      <p:sp>
        <p:nvSpPr>
          <p:cNvPr id="33" name="Picture 6">
            <a:extLst>
              <a:ext uri="{FF2B5EF4-FFF2-40B4-BE49-F238E27FC236}">
                <a16:creationId xmlns:a16="http://schemas.microsoft.com/office/drawing/2014/main" id="{AF549A83-F8CE-463B-9ED5-5A303AC8AC23}"/>
              </a:ext>
              <a:ext uri="{C183D7F6-B498-43B3-948B-1728B52AA6E4}">
                <adec:decorative xmlns:adec="http://schemas.microsoft.com/office/drawing/2017/decorative" val="1"/>
              </a:ext>
            </a:extLst>
          </p:cNvPr>
          <p:cNvSpPr>
            <a:spLocks noGrp="1"/>
          </p:cNvSpPr>
          <p:nvPr>
            <p:ph idx="22" hasCustomPrompt="1"/>
          </p:nvPr>
        </p:nvSpPr>
        <p:spPr>
          <a:xfrm>
            <a:off x="3264408" y="3814574"/>
            <a:ext cx="2834640" cy="1648911"/>
          </a:xfrm>
        </p:spPr>
        <p:txBody>
          <a:bodyPr anchor="t"/>
          <a:lstStyle>
            <a:lvl1pPr marL="0" indent="0" algn="ctr">
              <a:buNone/>
              <a:defRPr sz="3200">
                <a:solidFill>
                  <a:schemeClr val="tx2"/>
                </a:solidFill>
              </a:defRPr>
            </a:lvl1pPr>
          </a:lstStyle>
          <a:p>
            <a:r>
              <a:rPr lang="en-US"/>
              <a:t>Click icon to add image</a:t>
            </a:r>
          </a:p>
        </p:txBody>
      </p:sp>
      <p:sp>
        <p:nvSpPr>
          <p:cNvPr id="34" name="Content Header 6">
            <a:extLst>
              <a:ext uri="{FF2B5EF4-FFF2-40B4-BE49-F238E27FC236}">
                <a16:creationId xmlns:a16="http://schemas.microsoft.com/office/drawing/2014/main" id="{484800A7-DA7A-48C2-BD82-C01F6FD9DB3E}"/>
              </a:ext>
            </a:extLst>
          </p:cNvPr>
          <p:cNvSpPr>
            <a:spLocks noGrp="1"/>
          </p:cNvSpPr>
          <p:nvPr>
            <p:ph type="subTitle" idx="14" hasCustomPrompt="1"/>
          </p:nvPr>
        </p:nvSpPr>
        <p:spPr>
          <a:xfrm>
            <a:off x="3264408" y="5518174"/>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35" name="Content 6">
            <a:extLst>
              <a:ext uri="{FF2B5EF4-FFF2-40B4-BE49-F238E27FC236}">
                <a16:creationId xmlns:a16="http://schemas.microsoft.com/office/drawing/2014/main" id="{E00DC7A1-D213-4110-B8F7-671693ED3BA2}"/>
              </a:ext>
            </a:extLst>
          </p:cNvPr>
          <p:cNvSpPr>
            <a:spLocks noGrp="1"/>
          </p:cNvSpPr>
          <p:nvPr>
            <p:ph type="body" idx="6" hasCustomPrompt="1"/>
          </p:nvPr>
        </p:nvSpPr>
        <p:spPr>
          <a:xfrm>
            <a:off x="3264408" y="5864908"/>
            <a:ext cx="2834640" cy="570859"/>
          </a:xfrm>
        </p:spPr>
        <p:txBody>
          <a:bodyPr lIns="45720">
            <a:normAutofit/>
          </a:bodyPr>
          <a:lstStyle>
            <a:lvl1pPr marL="0" indent="0" algn="ctr">
              <a:spcAft>
                <a:spcPts val="1200"/>
              </a:spcAft>
              <a:buNone/>
              <a:defRPr sz="1600">
                <a:solidFill>
                  <a:schemeClr val="tx2"/>
                </a:solidFill>
              </a:defRPr>
            </a:lvl1pPr>
          </a:lstStyle>
          <a:p>
            <a:pPr lvl="0"/>
            <a:r>
              <a:rPr lang="en-US" dirty="0"/>
              <a:t>Enter text</a:t>
            </a:r>
          </a:p>
        </p:txBody>
      </p:sp>
      <p:sp>
        <p:nvSpPr>
          <p:cNvPr id="36" name="Picture 7">
            <a:extLst>
              <a:ext uri="{FF2B5EF4-FFF2-40B4-BE49-F238E27FC236}">
                <a16:creationId xmlns:a16="http://schemas.microsoft.com/office/drawing/2014/main" id="{0FD6813E-DBAA-47AF-94A9-F300864878FA}"/>
              </a:ext>
              <a:ext uri="{C183D7F6-B498-43B3-948B-1728B52AA6E4}">
                <adec:decorative xmlns:adec="http://schemas.microsoft.com/office/drawing/2017/decorative" val="1"/>
              </a:ext>
            </a:extLst>
          </p:cNvPr>
          <p:cNvSpPr>
            <a:spLocks noGrp="1"/>
          </p:cNvSpPr>
          <p:nvPr>
            <p:ph idx="23" hasCustomPrompt="1"/>
          </p:nvPr>
        </p:nvSpPr>
        <p:spPr>
          <a:xfrm>
            <a:off x="6163056" y="3814574"/>
            <a:ext cx="2834640" cy="1648911"/>
          </a:xfrm>
        </p:spPr>
        <p:txBody>
          <a:bodyPr anchor="t"/>
          <a:lstStyle>
            <a:lvl1pPr marL="0" indent="0" algn="ctr">
              <a:buNone/>
              <a:defRPr sz="3200">
                <a:solidFill>
                  <a:schemeClr val="tx2"/>
                </a:solidFill>
              </a:defRPr>
            </a:lvl1pPr>
          </a:lstStyle>
          <a:p>
            <a:r>
              <a:rPr lang="en-US"/>
              <a:t>Click icon to add image</a:t>
            </a:r>
          </a:p>
        </p:txBody>
      </p:sp>
      <p:sp>
        <p:nvSpPr>
          <p:cNvPr id="37" name="Content Header 7">
            <a:extLst>
              <a:ext uri="{FF2B5EF4-FFF2-40B4-BE49-F238E27FC236}">
                <a16:creationId xmlns:a16="http://schemas.microsoft.com/office/drawing/2014/main" id="{706046A5-A656-4648-BD39-64FA5E94B613}"/>
              </a:ext>
            </a:extLst>
          </p:cNvPr>
          <p:cNvSpPr>
            <a:spLocks noGrp="1"/>
          </p:cNvSpPr>
          <p:nvPr>
            <p:ph type="subTitle" idx="15" hasCustomPrompt="1"/>
          </p:nvPr>
        </p:nvSpPr>
        <p:spPr>
          <a:xfrm>
            <a:off x="6163056" y="5518174"/>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38" name="Content 7">
            <a:extLst>
              <a:ext uri="{FF2B5EF4-FFF2-40B4-BE49-F238E27FC236}">
                <a16:creationId xmlns:a16="http://schemas.microsoft.com/office/drawing/2014/main" id="{9B368858-C97D-421E-8EFA-7300741447EE}"/>
              </a:ext>
            </a:extLst>
          </p:cNvPr>
          <p:cNvSpPr>
            <a:spLocks noGrp="1"/>
          </p:cNvSpPr>
          <p:nvPr>
            <p:ph type="body" idx="7" hasCustomPrompt="1"/>
          </p:nvPr>
        </p:nvSpPr>
        <p:spPr>
          <a:xfrm>
            <a:off x="6163056" y="5864908"/>
            <a:ext cx="2834640" cy="570859"/>
          </a:xfrm>
        </p:spPr>
        <p:txBody>
          <a:bodyPr lIns="45720">
            <a:normAutofit/>
          </a:bodyPr>
          <a:lstStyle>
            <a:lvl1pPr marL="0" indent="0" algn="ctr">
              <a:spcAft>
                <a:spcPts val="1200"/>
              </a:spcAft>
              <a:buNone/>
              <a:defRPr sz="1600">
                <a:solidFill>
                  <a:schemeClr val="tx2"/>
                </a:solidFill>
              </a:defRPr>
            </a:lvl1pPr>
          </a:lstStyle>
          <a:p>
            <a:pPr lvl="0"/>
            <a:r>
              <a:rPr lang="en-US" dirty="0"/>
              <a:t>Enter text</a:t>
            </a:r>
          </a:p>
        </p:txBody>
      </p:sp>
      <p:sp>
        <p:nvSpPr>
          <p:cNvPr id="39" name="Picture 8">
            <a:extLst>
              <a:ext uri="{FF2B5EF4-FFF2-40B4-BE49-F238E27FC236}">
                <a16:creationId xmlns:a16="http://schemas.microsoft.com/office/drawing/2014/main" id="{9A78C933-BE2D-4980-BE96-E14880669883}"/>
              </a:ext>
              <a:ext uri="{C183D7F6-B498-43B3-948B-1728B52AA6E4}">
                <adec:decorative xmlns:adec="http://schemas.microsoft.com/office/drawing/2017/decorative" val="1"/>
              </a:ext>
            </a:extLst>
          </p:cNvPr>
          <p:cNvSpPr>
            <a:spLocks noGrp="1"/>
          </p:cNvSpPr>
          <p:nvPr>
            <p:ph idx="24" hasCustomPrompt="1"/>
          </p:nvPr>
        </p:nvSpPr>
        <p:spPr>
          <a:xfrm>
            <a:off x="9061704" y="3814574"/>
            <a:ext cx="2834640" cy="1648911"/>
          </a:xfrm>
        </p:spPr>
        <p:txBody>
          <a:bodyPr anchor="t"/>
          <a:lstStyle>
            <a:lvl1pPr marL="0" indent="0" algn="ctr">
              <a:buNone/>
              <a:defRPr sz="3200">
                <a:solidFill>
                  <a:schemeClr val="tx2"/>
                </a:solidFill>
              </a:defRPr>
            </a:lvl1pPr>
          </a:lstStyle>
          <a:p>
            <a:r>
              <a:rPr lang="en-US" dirty="0"/>
              <a:t>Click icon to add image</a:t>
            </a:r>
          </a:p>
        </p:txBody>
      </p:sp>
      <p:sp>
        <p:nvSpPr>
          <p:cNvPr id="40" name="Content Header 8">
            <a:extLst>
              <a:ext uri="{FF2B5EF4-FFF2-40B4-BE49-F238E27FC236}">
                <a16:creationId xmlns:a16="http://schemas.microsoft.com/office/drawing/2014/main" id="{DE6244C7-6311-4CE0-AB72-2F6B429380EE}"/>
              </a:ext>
            </a:extLst>
          </p:cNvPr>
          <p:cNvSpPr>
            <a:spLocks noGrp="1"/>
          </p:cNvSpPr>
          <p:nvPr>
            <p:ph type="subTitle" idx="16" hasCustomPrompt="1"/>
          </p:nvPr>
        </p:nvSpPr>
        <p:spPr>
          <a:xfrm>
            <a:off x="9061704" y="5518174"/>
            <a:ext cx="2834640" cy="301752"/>
          </a:xfrm>
          <a:solidFill>
            <a:schemeClr val="accent1"/>
          </a:solidFill>
          <a:ln>
            <a:solidFill>
              <a:schemeClr val="accent1"/>
            </a:solidFill>
          </a:ln>
        </p:spPr>
        <p:txBody>
          <a:bodyPr vert="horz" lIns="91440" tIns="45720" rIns="91440" bIns="45720" rtlCol="0" anchor="ctr">
            <a:noAutofit/>
          </a:bodyPr>
          <a:lstStyle>
            <a:lvl1pPr marL="60325" indent="0" algn="ctr">
              <a:buNone/>
              <a:defRPr lang="en-US" sz="1600" b="0" dirty="0">
                <a:solidFill>
                  <a:schemeClr val="bg1"/>
                </a:solidFill>
                <a:latin typeface="+mn-lt"/>
                <a:ea typeface="Amazon Ember Heavy" panose="020B0803020204020204" pitchFamily="34" charset="0"/>
                <a:cs typeface="Amazon Ember Heavy" panose="020B0803020204020204" pitchFamily="34" charset="0"/>
              </a:defRPr>
            </a:lvl1pPr>
          </a:lstStyle>
          <a:p>
            <a:pPr marL="403225" lvl="0" indent="-342900">
              <a:spcBef>
                <a:spcPts val="0"/>
              </a:spcBef>
              <a:spcAft>
                <a:spcPts val="0"/>
              </a:spcAft>
            </a:pPr>
            <a:r>
              <a:rPr lang="en-US" dirty="0"/>
              <a:t>Enter subtitle</a:t>
            </a:r>
          </a:p>
        </p:txBody>
      </p:sp>
      <p:sp>
        <p:nvSpPr>
          <p:cNvPr id="41" name="Content 8">
            <a:extLst>
              <a:ext uri="{FF2B5EF4-FFF2-40B4-BE49-F238E27FC236}">
                <a16:creationId xmlns:a16="http://schemas.microsoft.com/office/drawing/2014/main" id="{FD06B556-F6DC-4CCE-8B02-F0089954096F}"/>
              </a:ext>
            </a:extLst>
          </p:cNvPr>
          <p:cNvSpPr>
            <a:spLocks noGrp="1"/>
          </p:cNvSpPr>
          <p:nvPr>
            <p:ph type="body" idx="8" hasCustomPrompt="1"/>
          </p:nvPr>
        </p:nvSpPr>
        <p:spPr>
          <a:xfrm>
            <a:off x="9061704" y="5864908"/>
            <a:ext cx="2834640" cy="570859"/>
          </a:xfrm>
        </p:spPr>
        <p:txBody>
          <a:bodyPr lIns="45720">
            <a:normAutofit/>
          </a:bodyPr>
          <a:lstStyle>
            <a:lvl1pPr marL="0" indent="0" algn="ctr">
              <a:spcAft>
                <a:spcPts val="1200"/>
              </a:spcAft>
              <a:buNone/>
              <a:defRPr sz="1600">
                <a:solidFill>
                  <a:schemeClr val="tx2"/>
                </a:solidFill>
              </a:defRPr>
            </a:lvl1pPr>
          </a:lstStyle>
          <a:p>
            <a:pPr lvl="0"/>
            <a:r>
              <a:rPr lang="en-US" dirty="0"/>
              <a:t>Enter text</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131300843"/>
      </p:ext>
    </p:extLst>
  </p:cSld>
  <p:clrMapOvr>
    <a:masterClrMapping/>
  </p:clrMapOvr>
  <p:extLst>
    <p:ext uri="{DCECCB84-F9BA-43D5-87BE-67443E8EF086}">
      <p15:sldGuideLst xmlns:p15="http://schemas.microsoft.com/office/powerpoint/2012/main">
        <p15:guide id="2" orient="horz" pos="108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Title and Gallary">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a:xfrm>
            <a:off x="365760" y="301752"/>
            <a:ext cx="11569209" cy="731318"/>
          </a:xfrm>
        </p:spPr>
        <p:txBody>
          <a:bodyPr/>
          <a:lstStyle>
            <a:lvl1pPr>
              <a:defRPr/>
            </a:lvl1pPr>
          </a:lstStyle>
          <a:p>
            <a:r>
              <a:rPr lang="en-US" dirty="0"/>
              <a:t>Title and 8 pictures</a:t>
            </a:r>
          </a:p>
        </p:txBody>
      </p:sp>
      <p:sp>
        <p:nvSpPr>
          <p:cNvPr id="11" name="Picture 1">
            <a:extLst>
              <a:ext uri="{FF2B5EF4-FFF2-40B4-BE49-F238E27FC236}">
                <a16:creationId xmlns:a16="http://schemas.microsoft.com/office/drawing/2014/main" id="{01E0569B-0304-4CF2-95FE-74EEAC9AEC38}"/>
              </a:ext>
            </a:extLst>
          </p:cNvPr>
          <p:cNvSpPr>
            <a:spLocks noGrp="1"/>
          </p:cNvSpPr>
          <p:nvPr>
            <p:ph idx="1" hasCustomPrompt="1"/>
          </p:nvPr>
        </p:nvSpPr>
        <p:spPr>
          <a:xfrm>
            <a:off x="451220" y="1042996"/>
            <a:ext cx="2651760" cy="2651760"/>
          </a:xfrm>
        </p:spPr>
        <p:txBody>
          <a:bodyPr anchor="t"/>
          <a:lstStyle>
            <a:lvl1pPr marL="0" indent="0" algn="ctr">
              <a:buNone/>
              <a:defRPr sz="3200">
                <a:solidFill>
                  <a:schemeClr val="tx2"/>
                </a:solidFill>
              </a:defRPr>
            </a:lvl1pPr>
          </a:lstStyle>
          <a:p>
            <a:r>
              <a:rPr lang="en-US"/>
              <a:t>Click icon to add image</a:t>
            </a:r>
          </a:p>
        </p:txBody>
      </p:sp>
      <p:sp>
        <p:nvSpPr>
          <p:cNvPr id="12" name="Picture 2">
            <a:extLst>
              <a:ext uri="{FF2B5EF4-FFF2-40B4-BE49-F238E27FC236}">
                <a16:creationId xmlns:a16="http://schemas.microsoft.com/office/drawing/2014/main" id="{4E39BCC2-7E6B-49A6-88A7-4389D0876599}"/>
              </a:ext>
            </a:extLst>
          </p:cNvPr>
          <p:cNvSpPr>
            <a:spLocks noGrp="1"/>
          </p:cNvSpPr>
          <p:nvPr>
            <p:ph idx="2" hasCustomPrompt="1"/>
          </p:nvPr>
        </p:nvSpPr>
        <p:spPr>
          <a:xfrm>
            <a:off x="3348813" y="1042996"/>
            <a:ext cx="2651760" cy="2651760"/>
          </a:xfrm>
        </p:spPr>
        <p:txBody>
          <a:bodyPr anchor="t"/>
          <a:lstStyle>
            <a:lvl1pPr marL="0" indent="0" algn="ctr">
              <a:buNone/>
              <a:defRPr sz="3200">
                <a:solidFill>
                  <a:schemeClr val="tx2"/>
                </a:solidFill>
              </a:defRPr>
            </a:lvl1pPr>
          </a:lstStyle>
          <a:p>
            <a:r>
              <a:rPr lang="en-US"/>
              <a:t>Click icon to add image</a:t>
            </a:r>
          </a:p>
        </p:txBody>
      </p:sp>
      <p:sp>
        <p:nvSpPr>
          <p:cNvPr id="13" name="Picture 3">
            <a:extLst>
              <a:ext uri="{FF2B5EF4-FFF2-40B4-BE49-F238E27FC236}">
                <a16:creationId xmlns:a16="http://schemas.microsoft.com/office/drawing/2014/main" id="{292A7B23-5883-4A03-AA9E-D7887267A0B5}"/>
              </a:ext>
            </a:extLst>
          </p:cNvPr>
          <p:cNvSpPr>
            <a:spLocks noGrp="1"/>
          </p:cNvSpPr>
          <p:nvPr>
            <p:ph idx="3" hasCustomPrompt="1"/>
          </p:nvPr>
        </p:nvSpPr>
        <p:spPr>
          <a:xfrm>
            <a:off x="6246406" y="1042996"/>
            <a:ext cx="2651760" cy="2651760"/>
          </a:xfrm>
        </p:spPr>
        <p:txBody>
          <a:bodyPr anchor="t"/>
          <a:lstStyle>
            <a:lvl1pPr marL="0" indent="0" algn="ctr">
              <a:buNone/>
              <a:defRPr sz="3200">
                <a:solidFill>
                  <a:schemeClr val="tx2"/>
                </a:solidFill>
              </a:defRPr>
            </a:lvl1pPr>
          </a:lstStyle>
          <a:p>
            <a:r>
              <a:rPr lang="en-US"/>
              <a:t>Click icon to add image</a:t>
            </a:r>
          </a:p>
        </p:txBody>
      </p:sp>
      <p:sp>
        <p:nvSpPr>
          <p:cNvPr id="14" name="Picture 4">
            <a:extLst>
              <a:ext uri="{FF2B5EF4-FFF2-40B4-BE49-F238E27FC236}">
                <a16:creationId xmlns:a16="http://schemas.microsoft.com/office/drawing/2014/main" id="{871FBC72-3D16-49CE-BD02-AD416196D37A}"/>
              </a:ext>
            </a:extLst>
          </p:cNvPr>
          <p:cNvSpPr>
            <a:spLocks noGrp="1"/>
          </p:cNvSpPr>
          <p:nvPr>
            <p:ph idx="4" hasCustomPrompt="1"/>
          </p:nvPr>
        </p:nvSpPr>
        <p:spPr>
          <a:xfrm>
            <a:off x="9144000" y="1042996"/>
            <a:ext cx="2651760" cy="2651760"/>
          </a:xfrm>
        </p:spPr>
        <p:txBody>
          <a:bodyPr anchor="t"/>
          <a:lstStyle>
            <a:lvl1pPr marL="0" indent="0" algn="ctr">
              <a:buNone/>
              <a:defRPr sz="3200">
                <a:solidFill>
                  <a:schemeClr val="tx2"/>
                </a:solidFill>
              </a:defRPr>
            </a:lvl1pPr>
          </a:lstStyle>
          <a:p>
            <a:r>
              <a:rPr lang="en-US"/>
              <a:t>Click icon to add image</a:t>
            </a:r>
          </a:p>
        </p:txBody>
      </p:sp>
      <p:sp>
        <p:nvSpPr>
          <p:cNvPr id="15" name="Picture 5">
            <a:extLst>
              <a:ext uri="{FF2B5EF4-FFF2-40B4-BE49-F238E27FC236}">
                <a16:creationId xmlns:a16="http://schemas.microsoft.com/office/drawing/2014/main" id="{CCC335E7-FA18-44DB-ACBC-F2DABE9FB384}"/>
              </a:ext>
            </a:extLst>
          </p:cNvPr>
          <p:cNvSpPr>
            <a:spLocks noGrp="1"/>
          </p:cNvSpPr>
          <p:nvPr>
            <p:ph idx="5" hasCustomPrompt="1"/>
          </p:nvPr>
        </p:nvSpPr>
        <p:spPr>
          <a:xfrm>
            <a:off x="451220" y="3754005"/>
            <a:ext cx="2651760" cy="2680735"/>
          </a:xfrm>
        </p:spPr>
        <p:txBody>
          <a:bodyPr anchor="t"/>
          <a:lstStyle>
            <a:lvl1pPr marL="0" indent="0" algn="ctr">
              <a:buNone/>
              <a:defRPr sz="3200">
                <a:solidFill>
                  <a:schemeClr val="tx2"/>
                </a:solidFill>
              </a:defRPr>
            </a:lvl1pPr>
          </a:lstStyle>
          <a:p>
            <a:r>
              <a:rPr lang="en-US"/>
              <a:t>Click icon to add image</a:t>
            </a:r>
          </a:p>
        </p:txBody>
      </p:sp>
      <p:sp>
        <p:nvSpPr>
          <p:cNvPr id="16" name="Picture 6">
            <a:extLst>
              <a:ext uri="{FF2B5EF4-FFF2-40B4-BE49-F238E27FC236}">
                <a16:creationId xmlns:a16="http://schemas.microsoft.com/office/drawing/2014/main" id="{BB740650-61A2-4FDC-8700-54D96F01FF5A}"/>
              </a:ext>
            </a:extLst>
          </p:cNvPr>
          <p:cNvSpPr>
            <a:spLocks noGrp="1"/>
          </p:cNvSpPr>
          <p:nvPr>
            <p:ph idx="6" hasCustomPrompt="1"/>
          </p:nvPr>
        </p:nvSpPr>
        <p:spPr>
          <a:xfrm>
            <a:off x="3348813" y="3754005"/>
            <a:ext cx="2651760" cy="2680735"/>
          </a:xfrm>
        </p:spPr>
        <p:txBody>
          <a:bodyPr anchor="t"/>
          <a:lstStyle>
            <a:lvl1pPr marL="0" indent="0" algn="ctr">
              <a:buNone/>
              <a:defRPr sz="3200">
                <a:solidFill>
                  <a:schemeClr val="tx2"/>
                </a:solidFill>
              </a:defRPr>
            </a:lvl1pPr>
          </a:lstStyle>
          <a:p>
            <a:r>
              <a:rPr lang="en-US"/>
              <a:t>Click icon to add image</a:t>
            </a:r>
          </a:p>
        </p:txBody>
      </p:sp>
      <p:sp>
        <p:nvSpPr>
          <p:cNvPr id="17" name="Picture 7">
            <a:extLst>
              <a:ext uri="{FF2B5EF4-FFF2-40B4-BE49-F238E27FC236}">
                <a16:creationId xmlns:a16="http://schemas.microsoft.com/office/drawing/2014/main" id="{CA951A10-B648-4F4E-87FD-97FD8FEB4106}"/>
              </a:ext>
            </a:extLst>
          </p:cNvPr>
          <p:cNvSpPr>
            <a:spLocks noGrp="1"/>
          </p:cNvSpPr>
          <p:nvPr>
            <p:ph idx="7" hasCustomPrompt="1"/>
          </p:nvPr>
        </p:nvSpPr>
        <p:spPr>
          <a:xfrm>
            <a:off x="6246406" y="3754005"/>
            <a:ext cx="2651760" cy="2680735"/>
          </a:xfrm>
        </p:spPr>
        <p:txBody>
          <a:bodyPr anchor="t"/>
          <a:lstStyle>
            <a:lvl1pPr marL="0" indent="0" algn="ctr">
              <a:buNone/>
              <a:defRPr sz="3200">
                <a:solidFill>
                  <a:schemeClr val="tx2"/>
                </a:solidFill>
              </a:defRPr>
            </a:lvl1pPr>
          </a:lstStyle>
          <a:p>
            <a:r>
              <a:rPr lang="en-US"/>
              <a:t>Click icon to add image</a:t>
            </a:r>
          </a:p>
        </p:txBody>
      </p:sp>
      <p:sp>
        <p:nvSpPr>
          <p:cNvPr id="18" name="Picture 8">
            <a:extLst>
              <a:ext uri="{FF2B5EF4-FFF2-40B4-BE49-F238E27FC236}">
                <a16:creationId xmlns:a16="http://schemas.microsoft.com/office/drawing/2014/main" id="{1F4C4007-9EA0-4D1F-938D-A38B105119E9}"/>
              </a:ext>
            </a:extLst>
          </p:cNvPr>
          <p:cNvSpPr>
            <a:spLocks noGrp="1"/>
          </p:cNvSpPr>
          <p:nvPr>
            <p:ph idx="8" hasCustomPrompt="1"/>
          </p:nvPr>
        </p:nvSpPr>
        <p:spPr>
          <a:xfrm>
            <a:off x="9144000" y="3754005"/>
            <a:ext cx="2651760" cy="2680735"/>
          </a:xfrm>
        </p:spPr>
        <p:txBody>
          <a:bodyPr anchor="t"/>
          <a:lstStyle>
            <a:lvl1pPr marL="0" indent="0" algn="ctr">
              <a:buNone/>
              <a:defRPr sz="3200">
                <a:solidFill>
                  <a:schemeClr val="tx2"/>
                </a:solidFill>
              </a:defRPr>
            </a:lvl1pPr>
          </a:lstStyle>
          <a:p>
            <a:r>
              <a:rPr lang="en-US"/>
              <a:t>Click icon to add image</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9861730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p:txBody>
          <a:bodyPr/>
          <a:lstStyle>
            <a:lvl1pPr>
              <a:defRPr/>
            </a:lvl1pPr>
          </a:lstStyle>
          <a:p>
            <a:r>
              <a:rPr lang="en-US" dirty="0"/>
              <a:t>Title only layout</a:t>
            </a:r>
          </a:p>
        </p:txBody>
      </p:sp>
      <p:sp>
        <p:nvSpPr>
          <p:cNvPr id="19" name="Title Border">
            <a:extLst>
              <a:ext uri="{FF2B5EF4-FFF2-40B4-BE49-F238E27FC236}">
                <a16:creationId xmlns:a16="http://schemas.microsoft.com/office/drawing/2014/main" id="{5C923B7C-0930-466B-9A4C-4F269F22E021}"/>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69723155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Only Blank">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p:txBody>
          <a:bodyPr/>
          <a:lstStyle>
            <a:lvl1pPr>
              <a:defRPr/>
            </a:lvl1pPr>
          </a:lstStyle>
          <a:p>
            <a:r>
              <a:rPr lang="en-US" dirty="0"/>
              <a:t>Title only blank layout</a:t>
            </a:r>
          </a:p>
        </p:txBody>
      </p:sp>
    </p:spTree>
    <p:custDataLst>
      <p:tags r:id="rId1"/>
    </p:custDataLst>
    <p:extLst>
      <p:ext uri="{BB962C8B-B14F-4D97-AF65-F5344CB8AC3E}">
        <p14:creationId xmlns:p14="http://schemas.microsoft.com/office/powerpoint/2010/main" val="306360640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mall Title and Architecture">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t>‹#›</a:t>
            </a:fld>
            <a:endParaRPr lang="en-US"/>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a:xfrm>
            <a:off x="365760" y="299526"/>
            <a:ext cx="11569209" cy="289591"/>
          </a:xfrm>
        </p:spPr>
        <p:txBody>
          <a:bodyPr>
            <a:normAutofit/>
          </a:bodyPr>
          <a:lstStyle>
            <a:lvl1pPr>
              <a:defRPr sz="1600"/>
            </a:lvl1pPr>
          </a:lstStyle>
          <a:p>
            <a:r>
              <a:rPr lang="en-US" dirty="0"/>
              <a:t>Architecture layout</a:t>
            </a:r>
          </a:p>
        </p:txBody>
      </p:sp>
    </p:spTree>
    <p:custDataLst>
      <p:tags r:id="rId1"/>
    </p:custDataLst>
    <p:extLst>
      <p:ext uri="{BB962C8B-B14F-4D97-AF65-F5344CB8AC3E}">
        <p14:creationId xmlns:p14="http://schemas.microsoft.com/office/powerpoint/2010/main" val="117071739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and Full Bleed Image">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a:xfrm>
            <a:off x="0" y="154244"/>
            <a:ext cx="12192000" cy="289591"/>
          </a:xfrm>
        </p:spPr>
        <p:txBody>
          <a:bodyPr>
            <a:normAutofit/>
          </a:bodyPr>
          <a:lstStyle>
            <a:lvl1pPr marL="228600">
              <a:defRPr sz="1600"/>
            </a:lvl1pPr>
          </a:lstStyle>
          <a:p>
            <a:r>
              <a:rPr lang="en-US" dirty="0"/>
              <a:t>Full Image layout</a:t>
            </a:r>
          </a:p>
        </p:txBody>
      </p:sp>
      <p:sp>
        <p:nvSpPr>
          <p:cNvPr id="11" name="Picture">
            <a:extLst>
              <a:ext uri="{FF2B5EF4-FFF2-40B4-BE49-F238E27FC236}">
                <a16:creationId xmlns:a16="http://schemas.microsoft.com/office/drawing/2014/main" id="{3725AF1B-6140-4505-81CD-922F8227415C}"/>
              </a:ext>
            </a:extLst>
          </p:cNvPr>
          <p:cNvSpPr>
            <a:spLocks noGrp="1"/>
          </p:cNvSpPr>
          <p:nvPr>
            <p:ph sz="quarter" idx="11" hasCustomPrompt="1"/>
          </p:nvPr>
        </p:nvSpPr>
        <p:spPr>
          <a:xfrm>
            <a:off x="0" y="444499"/>
            <a:ext cx="12192000" cy="5979265"/>
          </a:xfrm>
        </p:spPr>
        <p:txBody>
          <a:bodyPr anchor="ctr">
            <a:normAutofit/>
          </a:bodyPr>
          <a:lstStyle>
            <a:lvl1pPr marL="0" indent="0" algn="ctr">
              <a:buNone/>
              <a:defRPr sz="3600"/>
            </a:lvl1pPr>
          </a:lstStyle>
          <a:p>
            <a:r>
              <a:rPr lang="en-US" dirty="0"/>
              <a:t>Click icon to add image</a:t>
            </a:r>
          </a:p>
        </p:txBody>
      </p:sp>
    </p:spTree>
    <p:custDataLst>
      <p:tags r:id="rId1"/>
    </p:custDataLst>
    <p:extLst>
      <p:ext uri="{BB962C8B-B14F-4D97-AF65-F5344CB8AC3E}">
        <p14:creationId xmlns:p14="http://schemas.microsoft.com/office/powerpoint/2010/main" val="1263127036"/>
      </p:ext>
    </p:extLst>
  </p:cSld>
  <p:clrMapOvr>
    <a:masterClrMapping/>
  </p:clrMapOvr>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KC-Vertical-Question">
    <p:bg>
      <p:bgPr>
        <a:solidFill>
          <a:schemeClr val="bg1"/>
        </a:solidFill>
        <a:effectLst/>
      </p:bgPr>
    </p:bg>
    <p:spTree>
      <p:nvGrpSpPr>
        <p:cNvPr id="1" name=""/>
        <p:cNvGrpSpPr/>
        <p:nvPr/>
      </p:nvGrpSpPr>
      <p:grpSpPr>
        <a:xfrm>
          <a:off x="0" y="0"/>
          <a:ext cx="0" cy="0"/>
          <a:chOff x="0" y="0"/>
          <a:chExt cx="0" cy="0"/>
        </a:xfrm>
      </p:grpSpPr>
      <p:grpSp>
        <p:nvGrpSpPr>
          <p:cNvPr id="24" name="Background Images">
            <a:extLst>
              <a:ext uri="{FF2B5EF4-FFF2-40B4-BE49-F238E27FC236}">
                <a16:creationId xmlns:a16="http://schemas.microsoft.com/office/drawing/2014/main" id="{EE3862B2-782C-42D5-9515-66EBE7A19C9A}"/>
              </a:ext>
            </a:extLst>
          </p:cNvPr>
          <p:cNvGrpSpPr/>
          <p:nvPr/>
        </p:nvGrpSpPr>
        <p:grpSpPr>
          <a:xfrm>
            <a:off x="0" y="1"/>
            <a:ext cx="12192000" cy="6858000"/>
            <a:chOff x="0" y="1"/>
            <a:chExt cx="12192000" cy="6858000"/>
          </a:xfrm>
        </p:grpSpPr>
        <p:sp>
          <p:nvSpPr>
            <p:cNvPr id="25" name="BKG-TP">
              <a:extLst>
                <a:ext uri="{FF2B5EF4-FFF2-40B4-BE49-F238E27FC236}">
                  <a16:creationId xmlns:a16="http://schemas.microsoft.com/office/drawing/2014/main" id="{C6078C7F-2E33-426C-96FF-E7084DD86E7E}"/>
                </a:ext>
                <a:ext uri="{C183D7F6-B498-43B3-948B-1728B52AA6E4}">
                  <adec:decorative xmlns:adec="http://schemas.microsoft.com/office/drawing/2017/decorative" val="1"/>
                </a:ext>
              </a:extLst>
            </p:cNvPr>
            <p:cNvSpPr/>
            <p:nvPr userDrawn="1"/>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BKG-RT">
              <a:extLst>
                <a:ext uri="{FF2B5EF4-FFF2-40B4-BE49-F238E27FC236}">
                  <a16:creationId xmlns:a16="http://schemas.microsoft.com/office/drawing/2014/main" id="{5D3C4E6B-760F-4EC0-919D-D0EEACF9ACA9}"/>
                </a:ext>
                <a:ext uri="{C183D7F6-B498-43B3-948B-1728B52AA6E4}">
                  <adec:decorative xmlns:adec="http://schemas.microsoft.com/office/drawing/2017/decorative" val="1"/>
                </a:ext>
              </a:extLst>
            </p:cNvPr>
            <p:cNvSpPr/>
            <p:nvPr/>
          </p:nvSpPr>
          <p:spPr>
            <a:xfrm>
              <a:off x="4584699" y="1005354"/>
              <a:ext cx="7607301" cy="54293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pic>
          <p:nvPicPr>
            <p:cNvPr id="28" name="AWS Logo">
              <a:extLst>
                <a:ext uri="{FF2B5EF4-FFF2-40B4-BE49-F238E27FC236}">
                  <a16:creationId xmlns:a16="http://schemas.microsoft.com/office/drawing/2014/main" id="{90E6AE4C-E744-4586-850E-BEDD7EE7AB80}"/>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3599" y="6461879"/>
              <a:ext cx="366979" cy="219456"/>
            </a:xfrm>
            <a:prstGeom prst="rect">
              <a:avLst/>
            </a:prstGeom>
          </p:spPr>
        </p:pic>
      </p:grpSp>
      <p:sp>
        <p:nvSpPr>
          <p:cNvPr id="6"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bg2"/>
                </a:solidFill>
                <a:latin typeface="+mn-lt"/>
              </a:defRPr>
            </a:lvl1pPr>
          </a:lstStyle>
          <a:p>
            <a:fld id="{930176A1-BCF0-4712-97A6-6B495F55390B}" type="slidenum">
              <a:rPr lang="en-US" smtClean="0"/>
              <a:pPr/>
              <a:t>‹#›</a:t>
            </a:fld>
            <a:endParaRPr lang="en-US" dirty="0"/>
          </a:p>
        </p:txBody>
      </p:sp>
      <p:sp>
        <p:nvSpPr>
          <p:cNvPr id="2" name="Question Number">
            <a:extLst>
              <a:ext uri="{FF2B5EF4-FFF2-40B4-BE49-F238E27FC236}">
                <a16:creationId xmlns:a16="http://schemas.microsoft.com/office/drawing/2014/main" id="{C2824936-64E1-4A65-A88E-FF9DDF72FA2F}"/>
              </a:ext>
            </a:extLst>
          </p:cNvPr>
          <p:cNvSpPr>
            <a:spLocks noGrp="1"/>
          </p:cNvSpPr>
          <p:nvPr>
            <p:ph type="title" hasCustomPrompt="1"/>
          </p:nvPr>
        </p:nvSpPr>
        <p:spPr>
          <a:xfrm>
            <a:off x="179240" y="179881"/>
            <a:ext cx="4324394" cy="825473"/>
          </a:xfrm>
        </p:spPr>
        <p:txBody>
          <a:bodyPr/>
          <a:lstStyle>
            <a:lvl1pPr>
              <a:defRPr>
                <a:solidFill>
                  <a:schemeClr val="bg2"/>
                </a:solidFill>
              </a:defRPr>
            </a:lvl1pPr>
          </a:lstStyle>
          <a:p>
            <a:r>
              <a:rPr lang="en-US" dirty="0"/>
              <a:t>Question and Responses</a:t>
            </a:r>
          </a:p>
        </p:txBody>
      </p:sp>
      <p:sp>
        <p:nvSpPr>
          <p:cNvPr id="7" name="Question">
            <a:extLst>
              <a:ext uri="{FF2B5EF4-FFF2-40B4-BE49-F238E27FC236}">
                <a16:creationId xmlns:a16="http://schemas.microsoft.com/office/drawing/2014/main" id="{44F57E91-15F3-4802-8B9A-31B722148228}"/>
              </a:ext>
            </a:extLst>
          </p:cNvPr>
          <p:cNvSpPr>
            <a:spLocks noGrp="1"/>
          </p:cNvSpPr>
          <p:nvPr>
            <p:ph type="body" idx="1" hasCustomPrompt="1"/>
          </p:nvPr>
        </p:nvSpPr>
        <p:spPr>
          <a:xfrm>
            <a:off x="179239" y="1005357"/>
            <a:ext cx="4401650" cy="5429387"/>
          </a:xfrm>
          <a:solidFill>
            <a:schemeClr val="accent1"/>
          </a:solidFill>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400">
                <a:solidFill>
                  <a:schemeClr val="bg2"/>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t>
            </a:r>
            <a:br>
              <a:rPr lang="en-US" dirty="0"/>
            </a:br>
            <a:r>
              <a:rPr lang="en-US" dirty="0"/>
              <a:t>4 responses can only have 1 correct response</a:t>
            </a:r>
            <a:br>
              <a:rPr lang="en-US" dirty="0"/>
            </a:br>
            <a:r>
              <a:rPr lang="en-US" dirty="0"/>
              <a:t>5 responses must have 2 correct responses</a:t>
            </a:r>
            <a:br>
              <a:rPr lang="en-US" dirty="0"/>
            </a:br>
            <a:r>
              <a:rPr lang="en-US" dirty="0"/>
              <a:t>6 responses must have 3 correct responses.</a:t>
            </a:r>
          </a:p>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You can make this field wider if needed. The background color moves with this field. Simply adjust the placement of the response fields to the right to accommodate the wider question field.</a:t>
            </a:r>
          </a:p>
        </p:txBody>
      </p:sp>
      <p:sp>
        <p:nvSpPr>
          <p:cNvPr id="3" name="Choice Header">
            <a:extLst>
              <a:ext uri="{FF2B5EF4-FFF2-40B4-BE49-F238E27FC236}">
                <a16:creationId xmlns:a16="http://schemas.microsoft.com/office/drawing/2014/main" id="{94A86AAC-E12E-4379-82C3-110918D47BB2}"/>
              </a:ext>
            </a:extLst>
          </p:cNvPr>
          <p:cNvSpPr>
            <a:spLocks noGrp="1"/>
          </p:cNvSpPr>
          <p:nvPr>
            <p:ph type="subTitle" idx="13" hasCustomPrompt="1"/>
          </p:nvPr>
        </p:nvSpPr>
        <p:spPr>
          <a:xfrm>
            <a:off x="4581525" y="1008063"/>
            <a:ext cx="847725" cy="323850"/>
          </a:xfrm>
        </p:spPr>
        <p:txBody>
          <a:bodyPr lIns="0" rIns="0">
            <a:noAutofit/>
          </a:bodyPr>
          <a:lstStyle>
            <a:lvl1pPr marL="0" indent="0" algn="ctr">
              <a:buNone/>
              <a:defRPr sz="1800">
                <a:solidFill>
                  <a:schemeClr val="tx2"/>
                </a:solidFill>
              </a:defRPr>
            </a:lvl1pPr>
          </a:lstStyle>
          <a:p>
            <a:pPr lvl="0"/>
            <a:r>
              <a:rPr lang="en-US" dirty="0"/>
              <a:t>Choice</a:t>
            </a:r>
          </a:p>
        </p:txBody>
      </p:sp>
      <p:sp>
        <p:nvSpPr>
          <p:cNvPr id="4" name="Response Header">
            <a:extLst>
              <a:ext uri="{FF2B5EF4-FFF2-40B4-BE49-F238E27FC236}">
                <a16:creationId xmlns:a16="http://schemas.microsoft.com/office/drawing/2014/main" id="{49A546CD-B784-4C60-8DF1-04299A8BD8DC}"/>
              </a:ext>
            </a:extLst>
          </p:cNvPr>
          <p:cNvSpPr>
            <a:spLocks noGrp="1"/>
          </p:cNvSpPr>
          <p:nvPr>
            <p:ph type="subTitle" idx="14" hasCustomPrompt="1"/>
          </p:nvPr>
        </p:nvSpPr>
        <p:spPr>
          <a:xfrm>
            <a:off x="5429250" y="1008063"/>
            <a:ext cx="2457450" cy="323850"/>
          </a:xfrm>
        </p:spPr>
        <p:txBody>
          <a:bodyPr lIns="91440" rIns="0">
            <a:noAutofit/>
          </a:bodyPr>
          <a:lstStyle>
            <a:lvl1pPr marL="0" indent="0" algn="l">
              <a:buNone/>
              <a:defRPr sz="1800">
                <a:solidFill>
                  <a:schemeClr val="tx2"/>
                </a:solidFill>
              </a:defRPr>
            </a:lvl1pPr>
          </a:lstStyle>
          <a:p>
            <a:pPr lvl="0"/>
            <a:r>
              <a:rPr lang="en-US" dirty="0"/>
              <a:t>Response</a:t>
            </a:r>
          </a:p>
        </p:txBody>
      </p:sp>
      <p:sp>
        <p:nvSpPr>
          <p:cNvPr id="9" name="First Resp #">
            <a:extLst>
              <a:ext uri="{FF2B5EF4-FFF2-40B4-BE49-F238E27FC236}">
                <a16:creationId xmlns:a16="http://schemas.microsoft.com/office/drawing/2014/main" id="{DF65B8F8-C411-4217-9956-036774AA94F8}"/>
              </a:ext>
            </a:extLst>
          </p:cNvPr>
          <p:cNvSpPr>
            <a:spLocks noGrp="1"/>
          </p:cNvSpPr>
          <p:nvPr>
            <p:ph type="body" idx="2" hasCustomPrompt="1"/>
          </p:nvPr>
        </p:nvSpPr>
        <p:spPr>
          <a:xfrm>
            <a:off x="4584699" y="1344286"/>
            <a:ext cx="822960" cy="804672"/>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8" name="First Resp Text">
            <a:extLst>
              <a:ext uri="{FF2B5EF4-FFF2-40B4-BE49-F238E27FC236}">
                <a16:creationId xmlns:a16="http://schemas.microsoft.com/office/drawing/2014/main" id="{FFCADE15-0CD9-4F7B-9FFC-6A2C71B4D226}"/>
              </a:ext>
            </a:extLst>
          </p:cNvPr>
          <p:cNvSpPr>
            <a:spLocks noGrp="1"/>
          </p:cNvSpPr>
          <p:nvPr>
            <p:ph type="body" idx="3" hasCustomPrompt="1"/>
          </p:nvPr>
        </p:nvSpPr>
        <p:spPr>
          <a:xfrm>
            <a:off x="5429250" y="1344286"/>
            <a:ext cx="6724689" cy="804672"/>
          </a:xfrm>
          <a:solidFill>
            <a:schemeClr val="bg1"/>
          </a:solidFill>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32" name="Second Resp #">
            <a:extLst>
              <a:ext uri="{FF2B5EF4-FFF2-40B4-BE49-F238E27FC236}">
                <a16:creationId xmlns:a16="http://schemas.microsoft.com/office/drawing/2014/main" id="{B27347F1-D178-4BA7-947D-9C3316CA7F55}"/>
              </a:ext>
            </a:extLst>
          </p:cNvPr>
          <p:cNvSpPr>
            <a:spLocks noGrp="1"/>
          </p:cNvSpPr>
          <p:nvPr>
            <p:ph type="body" idx="4" hasCustomPrompt="1"/>
          </p:nvPr>
        </p:nvSpPr>
        <p:spPr>
          <a:xfrm>
            <a:off x="4584699" y="2189689"/>
            <a:ext cx="822960" cy="804672"/>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0" name="Second Resp Text">
            <a:extLst>
              <a:ext uri="{FF2B5EF4-FFF2-40B4-BE49-F238E27FC236}">
                <a16:creationId xmlns:a16="http://schemas.microsoft.com/office/drawing/2014/main" id="{9762E385-4F68-4D4A-BE57-EDA108A285B5}"/>
              </a:ext>
            </a:extLst>
          </p:cNvPr>
          <p:cNvSpPr>
            <a:spLocks noGrp="1"/>
          </p:cNvSpPr>
          <p:nvPr>
            <p:ph type="body" idx="5" hasCustomPrompt="1"/>
          </p:nvPr>
        </p:nvSpPr>
        <p:spPr>
          <a:xfrm>
            <a:off x="5429250" y="2189689"/>
            <a:ext cx="6724689" cy="804672"/>
          </a:xfrm>
          <a:solidFill>
            <a:schemeClr val="bg1"/>
          </a:solidFill>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38" name="Third Resp #">
            <a:extLst>
              <a:ext uri="{FF2B5EF4-FFF2-40B4-BE49-F238E27FC236}">
                <a16:creationId xmlns:a16="http://schemas.microsoft.com/office/drawing/2014/main" id="{2ACAFB9D-8E9C-4408-85E1-A3501374C2E9}"/>
              </a:ext>
            </a:extLst>
          </p:cNvPr>
          <p:cNvSpPr>
            <a:spLocks noGrp="1"/>
          </p:cNvSpPr>
          <p:nvPr>
            <p:ph type="body" idx="6" hasCustomPrompt="1"/>
          </p:nvPr>
        </p:nvSpPr>
        <p:spPr>
          <a:xfrm>
            <a:off x="4584699" y="3035092"/>
            <a:ext cx="822960" cy="804672"/>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35" name="Third Resp Text">
            <a:extLst>
              <a:ext uri="{FF2B5EF4-FFF2-40B4-BE49-F238E27FC236}">
                <a16:creationId xmlns:a16="http://schemas.microsoft.com/office/drawing/2014/main" id="{22884D39-7004-49D5-8E88-C45BE1C9BFCB}"/>
              </a:ext>
            </a:extLst>
          </p:cNvPr>
          <p:cNvSpPr>
            <a:spLocks noGrp="1"/>
          </p:cNvSpPr>
          <p:nvPr>
            <p:ph type="body" idx="7" hasCustomPrompt="1"/>
          </p:nvPr>
        </p:nvSpPr>
        <p:spPr>
          <a:xfrm>
            <a:off x="5429250" y="3035092"/>
            <a:ext cx="6724689" cy="804672"/>
          </a:xfrm>
          <a:solidFill>
            <a:schemeClr val="bg1"/>
          </a:solidFill>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42" name="Fourth Resp #">
            <a:extLst>
              <a:ext uri="{FF2B5EF4-FFF2-40B4-BE49-F238E27FC236}">
                <a16:creationId xmlns:a16="http://schemas.microsoft.com/office/drawing/2014/main" id="{310C83DA-41AE-4CBA-AA96-EB5CB2226FCF}"/>
              </a:ext>
            </a:extLst>
          </p:cNvPr>
          <p:cNvSpPr>
            <a:spLocks noGrp="1"/>
          </p:cNvSpPr>
          <p:nvPr>
            <p:ph type="body" idx="8" hasCustomPrompt="1"/>
          </p:nvPr>
        </p:nvSpPr>
        <p:spPr>
          <a:xfrm>
            <a:off x="4584699" y="3880495"/>
            <a:ext cx="822960" cy="804672"/>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41" name="Fourth Resp Text">
            <a:extLst>
              <a:ext uri="{FF2B5EF4-FFF2-40B4-BE49-F238E27FC236}">
                <a16:creationId xmlns:a16="http://schemas.microsoft.com/office/drawing/2014/main" id="{AEE05FA0-DD58-4D0B-A7E0-EAC7B789E7A7}"/>
              </a:ext>
            </a:extLst>
          </p:cNvPr>
          <p:cNvSpPr>
            <a:spLocks noGrp="1"/>
          </p:cNvSpPr>
          <p:nvPr>
            <p:ph type="body" idx="9" hasCustomPrompt="1"/>
          </p:nvPr>
        </p:nvSpPr>
        <p:spPr>
          <a:xfrm>
            <a:off x="5429250" y="3880495"/>
            <a:ext cx="6724689" cy="804672"/>
          </a:xfrm>
          <a:solidFill>
            <a:schemeClr val="bg1"/>
          </a:solidFill>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44" name="Fifth Resp #">
            <a:extLst>
              <a:ext uri="{FF2B5EF4-FFF2-40B4-BE49-F238E27FC236}">
                <a16:creationId xmlns:a16="http://schemas.microsoft.com/office/drawing/2014/main" id="{B6D2D170-961D-4140-B087-C6CFDF7BBD75}"/>
              </a:ext>
            </a:extLst>
          </p:cNvPr>
          <p:cNvSpPr>
            <a:spLocks noGrp="1"/>
          </p:cNvSpPr>
          <p:nvPr>
            <p:ph type="body" idx="10" hasCustomPrompt="1"/>
          </p:nvPr>
        </p:nvSpPr>
        <p:spPr>
          <a:xfrm>
            <a:off x="4584699" y="4725898"/>
            <a:ext cx="822960" cy="804672"/>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43" name="Fifth Resp Text">
            <a:extLst>
              <a:ext uri="{FF2B5EF4-FFF2-40B4-BE49-F238E27FC236}">
                <a16:creationId xmlns:a16="http://schemas.microsoft.com/office/drawing/2014/main" id="{B428E384-92E9-495A-9CAE-E33E3164F939}"/>
              </a:ext>
            </a:extLst>
          </p:cNvPr>
          <p:cNvSpPr>
            <a:spLocks noGrp="1"/>
          </p:cNvSpPr>
          <p:nvPr>
            <p:ph type="body" idx="11" hasCustomPrompt="1"/>
          </p:nvPr>
        </p:nvSpPr>
        <p:spPr>
          <a:xfrm>
            <a:off x="5429250" y="4725898"/>
            <a:ext cx="6724689" cy="804672"/>
          </a:xfrm>
          <a:solidFill>
            <a:schemeClr val="bg1"/>
          </a:solidFill>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46" name="Sixth Resp #">
            <a:extLst>
              <a:ext uri="{FF2B5EF4-FFF2-40B4-BE49-F238E27FC236}">
                <a16:creationId xmlns:a16="http://schemas.microsoft.com/office/drawing/2014/main" id="{DC41B7B5-B438-4885-90AE-758ABF2CA9F9}"/>
              </a:ext>
            </a:extLst>
          </p:cNvPr>
          <p:cNvSpPr>
            <a:spLocks noGrp="1"/>
          </p:cNvSpPr>
          <p:nvPr>
            <p:ph type="body" idx="12" hasCustomPrompt="1"/>
          </p:nvPr>
        </p:nvSpPr>
        <p:spPr>
          <a:xfrm>
            <a:off x="4584699" y="5571303"/>
            <a:ext cx="822960" cy="804672"/>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45" name="Sixth Resp Text">
            <a:extLst>
              <a:ext uri="{FF2B5EF4-FFF2-40B4-BE49-F238E27FC236}">
                <a16:creationId xmlns:a16="http://schemas.microsoft.com/office/drawing/2014/main" id="{09F72B28-4CF6-4FD1-BA4A-5A98215324E2}"/>
              </a:ext>
            </a:extLst>
          </p:cNvPr>
          <p:cNvSpPr>
            <a:spLocks noGrp="1"/>
          </p:cNvSpPr>
          <p:nvPr>
            <p:ph type="body" idx="13" hasCustomPrompt="1"/>
          </p:nvPr>
        </p:nvSpPr>
        <p:spPr>
          <a:xfrm>
            <a:off x="5429250" y="5571303"/>
            <a:ext cx="6724689" cy="804672"/>
          </a:xfrm>
          <a:solidFill>
            <a:schemeClr val="bg1"/>
          </a:solidFill>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Tree>
    <p:custDataLst>
      <p:tags r:id="rId1"/>
    </p:custDataLst>
    <p:extLst>
      <p:ext uri="{BB962C8B-B14F-4D97-AF65-F5344CB8AC3E}">
        <p14:creationId xmlns:p14="http://schemas.microsoft.com/office/powerpoint/2010/main" val="362606434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KC-Vertical-Answer">
    <p:bg>
      <p:bgPr>
        <a:solidFill>
          <a:schemeClr val="bg1"/>
        </a:solidFill>
        <a:effectLst/>
      </p:bgPr>
    </p:bg>
    <p:spTree>
      <p:nvGrpSpPr>
        <p:cNvPr id="1" name=""/>
        <p:cNvGrpSpPr/>
        <p:nvPr/>
      </p:nvGrpSpPr>
      <p:grpSpPr>
        <a:xfrm>
          <a:off x="0" y="0"/>
          <a:ext cx="0" cy="0"/>
          <a:chOff x="0" y="0"/>
          <a:chExt cx="0" cy="0"/>
        </a:xfrm>
      </p:grpSpPr>
      <p:grpSp>
        <p:nvGrpSpPr>
          <p:cNvPr id="12" name="Background Images">
            <a:extLst>
              <a:ext uri="{FF2B5EF4-FFF2-40B4-BE49-F238E27FC236}">
                <a16:creationId xmlns:a16="http://schemas.microsoft.com/office/drawing/2014/main" id="{9D893736-31CD-4275-8671-3253868EBB81}"/>
              </a:ext>
            </a:extLst>
          </p:cNvPr>
          <p:cNvGrpSpPr/>
          <p:nvPr/>
        </p:nvGrpSpPr>
        <p:grpSpPr>
          <a:xfrm>
            <a:off x="0" y="1"/>
            <a:ext cx="12192000" cy="6858000"/>
            <a:chOff x="0" y="1"/>
            <a:chExt cx="12192000" cy="6858000"/>
          </a:xfrm>
        </p:grpSpPr>
        <p:sp>
          <p:nvSpPr>
            <p:cNvPr id="13" name="BKG-TP">
              <a:extLst>
                <a:ext uri="{FF2B5EF4-FFF2-40B4-BE49-F238E27FC236}">
                  <a16:creationId xmlns:a16="http://schemas.microsoft.com/office/drawing/2014/main" id="{BF122BEF-CA51-4B5F-A9D2-5B4722001489}"/>
                </a:ext>
                <a:ext uri="{C183D7F6-B498-43B3-948B-1728B52AA6E4}">
                  <adec:decorative xmlns:adec="http://schemas.microsoft.com/office/drawing/2017/decorative" val="1"/>
                </a:ext>
              </a:extLst>
            </p:cNvPr>
            <p:cNvSpPr/>
            <p:nvPr userDrawn="1"/>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BKG-RT">
              <a:extLst>
                <a:ext uri="{FF2B5EF4-FFF2-40B4-BE49-F238E27FC236}">
                  <a16:creationId xmlns:a16="http://schemas.microsoft.com/office/drawing/2014/main" id="{80E3899F-10AE-440C-9957-5E3536890A76}"/>
                </a:ext>
                <a:ext uri="{C183D7F6-B498-43B3-948B-1728B52AA6E4}">
                  <adec:decorative xmlns:adec="http://schemas.microsoft.com/office/drawing/2017/decorative" val="1"/>
                </a:ext>
              </a:extLst>
            </p:cNvPr>
            <p:cNvSpPr/>
            <p:nvPr/>
          </p:nvSpPr>
          <p:spPr>
            <a:xfrm>
              <a:off x="4584699" y="1005354"/>
              <a:ext cx="7607301" cy="54293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pic>
          <p:nvPicPr>
            <p:cNvPr id="16" name="AWS Logo">
              <a:extLst>
                <a:ext uri="{FF2B5EF4-FFF2-40B4-BE49-F238E27FC236}">
                  <a16:creationId xmlns:a16="http://schemas.microsoft.com/office/drawing/2014/main" id="{AFED23B7-B88C-4046-B460-7E08C859BC75}"/>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3599" y="6461879"/>
              <a:ext cx="366979" cy="219456"/>
            </a:xfrm>
            <a:prstGeom prst="rect">
              <a:avLst/>
            </a:prstGeom>
          </p:spPr>
        </p:pic>
      </p:grpSp>
      <p:sp>
        <p:nvSpPr>
          <p:cNvPr id="4"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bg2"/>
                </a:solidFill>
                <a:latin typeface="+mn-lt"/>
              </a:defRPr>
            </a:lvl1pPr>
          </a:lstStyle>
          <a:p>
            <a:fld id="{930176A1-BCF0-4712-97A6-6B495F55390B}" type="slidenum">
              <a:rPr lang="en-US" smtClean="0"/>
              <a:pPr/>
              <a:t>‹#›</a:t>
            </a:fld>
            <a:endParaRPr lang="en-US" dirty="0"/>
          </a:p>
        </p:txBody>
      </p:sp>
      <p:sp>
        <p:nvSpPr>
          <p:cNvPr id="2" name="Question Number">
            <a:extLst>
              <a:ext uri="{FF2B5EF4-FFF2-40B4-BE49-F238E27FC236}">
                <a16:creationId xmlns:a16="http://schemas.microsoft.com/office/drawing/2014/main" id="{C2824936-64E1-4A65-A88E-FF9DDF72FA2F}"/>
              </a:ext>
            </a:extLst>
          </p:cNvPr>
          <p:cNvSpPr>
            <a:spLocks noGrp="1"/>
          </p:cNvSpPr>
          <p:nvPr>
            <p:ph type="title" hasCustomPrompt="1"/>
          </p:nvPr>
        </p:nvSpPr>
        <p:spPr>
          <a:xfrm>
            <a:off x="179240" y="179881"/>
            <a:ext cx="4324394" cy="825473"/>
          </a:xfrm>
        </p:spPr>
        <p:txBody>
          <a:bodyPr/>
          <a:lstStyle>
            <a:lvl1pPr>
              <a:defRPr>
                <a:solidFill>
                  <a:schemeClr val="bg1"/>
                </a:solidFill>
              </a:defRPr>
            </a:lvl1pPr>
          </a:lstStyle>
          <a:p>
            <a:r>
              <a:rPr lang="en-US" dirty="0"/>
              <a:t>Answer and explanation</a:t>
            </a:r>
          </a:p>
        </p:txBody>
      </p:sp>
      <p:sp>
        <p:nvSpPr>
          <p:cNvPr id="7" name="Question">
            <a:extLst>
              <a:ext uri="{FF2B5EF4-FFF2-40B4-BE49-F238E27FC236}">
                <a16:creationId xmlns:a16="http://schemas.microsoft.com/office/drawing/2014/main" id="{44F57E91-15F3-4802-8B9A-31B722148228}"/>
              </a:ext>
            </a:extLst>
          </p:cNvPr>
          <p:cNvSpPr>
            <a:spLocks noGrp="1"/>
          </p:cNvSpPr>
          <p:nvPr>
            <p:ph type="body" idx="1" hasCustomPrompt="1"/>
          </p:nvPr>
        </p:nvSpPr>
        <p:spPr>
          <a:xfrm>
            <a:off x="179239" y="1005356"/>
            <a:ext cx="4401650" cy="5429386"/>
          </a:xfrm>
        </p:spPr>
        <p:txBody>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again –</a:t>
            </a:r>
            <a:br>
              <a:rPr lang="en-US" dirty="0"/>
            </a:br>
            <a:r>
              <a:rPr lang="en-US" dirty="0"/>
              <a:t>Here you can explain why the responses are correct or incorrect.</a:t>
            </a:r>
          </a:p>
        </p:txBody>
      </p:sp>
      <p:sp>
        <p:nvSpPr>
          <p:cNvPr id="3" name="AnswerHeader">
            <a:extLst>
              <a:ext uri="{FF2B5EF4-FFF2-40B4-BE49-F238E27FC236}">
                <a16:creationId xmlns:a16="http://schemas.microsoft.com/office/drawing/2014/main" id="{7C8472BF-3681-4E98-B87B-5FA7A5C19359}"/>
              </a:ext>
            </a:extLst>
          </p:cNvPr>
          <p:cNvSpPr>
            <a:spLocks noGrp="1"/>
          </p:cNvSpPr>
          <p:nvPr>
            <p:ph type="subTitle" idx="4" hasCustomPrompt="1"/>
          </p:nvPr>
        </p:nvSpPr>
        <p:spPr>
          <a:xfrm>
            <a:off x="4580888" y="1020685"/>
            <a:ext cx="7611111" cy="400050"/>
          </a:xfrm>
          <a:solidFill>
            <a:schemeClr val="accent2"/>
          </a:solidFill>
        </p:spPr>
        <p:txBody>
          <a:bodyPr lIns="91440">
            <a:noAutofit/>
          </a:bodyPr>
          <a:lstStyle>
            <a:lvl1pPr marL="0" indent="0">
              <a:buNone/>
              <a:defRPr sz="2000"/>
            </a:lvl1pPr>
          </a:lstStyle>
          <a:p>
            <a:pPr lvl="0"/>
            <a:r>
              <a:rPr lang="en-US" dirty="0"/>
              <a:t>Enter “The correct response is x”</a:t>
            </a:r>
          </a:p>
        </p:txBody>
      </p:sp>
      <p:sp>
        <p:nvSpPr>
          <p:cNvPr id="8" name="Answer Text">
            <a:extLst>
              <a:ext uri="{FF2B5EF4-FFF2-40B4-BE49-F238E27FC236}">
                <a16:creationId xmlns:a16="http://schemas.microsoft.com/office/drawing/2014/main" id="{FFCADE15-0CD9-4F7B-9FFC-6A2C71B4D226}"/>
              </a:ext>
            </a:extLst>
          </p:cNvPr>
          <p:cNvSpPr>
            <a:spLocks noGrp="1"/>
          </p:cNvSpPr>
          <p:nvPr>
            <p:ph type="body" idx="2" hasCustomPrompt="1"/>
          </p:nvPr>
        </p:nvSpPr>
        <p:spPr>
          <a:xfrm>
            <a:off x="4886326" y="1420597"/>
            <a:ext cx="7267614" cy="4955378"/>
          </a:xfrm>
          <a:solidFill>
            <a:schemeClr val="bg1"/>
          </a:solidFill>
        </p:spPr>
        <p:txBody>
          <a:bodyPr lIns="91440" tIns="91440" rIns="182880" bIns="0" anchor="t"/>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spTree>
    <p:custDataLst>
      <p:tags r:id="rId1"/>
    </p:custDataLst>
    <p:extLst>
      <p:ext uri="{BB962C8B-B14F-4D97-AF65-F5344CB8AC3E}">
        <p14:creationId xmlns:p14="http://schemas.microsoft.com/office/powerpoint/2010/main" val="47289492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QA-Horizontal">
    <p:bg>
      <p:bgPr>
        <a:solidFill>
          <a:schemeClr val="bg1"/>
        </a:solidFill>
        <a:effectLst/>
      </p:bgPr>
    </p:bg>
    <p:spTree>
      <p:nvGrpSpPr>
        <p:cNvPr id="1" name=""/>
        <p:cNvGrpSpPr/>
        <p:nvPr/>
      </p:nvGrpSpPr>
      <p:grpSpPr>
        <a:xfrm>
          <a:off x="0" y="0"/>
          <a:ext cx="0" cy="0"/>
          <a:chOff x="0" y="0"/>
          <a:chExt cx="0" cy="0"/>
        </a:xfrm>
      </p:grpSpPr>
      <p:grpSp>
        <p:nvGrpSpPr>
          <p:cNvPr id="19" name="Background Images">
            <a:extLst>
              <a:ext uri="{FF2B5EF4-FFF2-40B4-BE49-F238E27FC236}">
                <a16:creationId xmlns:a16="http://schemas.microsoft.com/office/drawing/2014/main" id="{18C277CC-8FC8-4D78-AB63-9513759C0783}"/>
              </a:ext>
            </a:extLst>
          </p:cNvPr>
          <p:cNvGrpSpPr/>
          <p:nvPr userDrawn="1"/>
        </p:nvGrpSpPr>
        <p:grpSpPr>
          <a:xfrm>
            <a:off x="0" y="1"/>
            <a:ext cx="12192000" cy="6858000"/>
            <a:chOff x="0" y="1"/>
            <a:chExt cx="12192000" cy="6858000"/>
          </a:xfrm>
        </p:grpSpPr>
        <p:sp>
          <p:nvSpPr>
            <p:cNvPr id="20" name="BKG-TP">
              <a:extLst>
                <a:ext uri="{FF2B5EF4-FFF2-40B4-BE49-F238E27FC236}">
                  <a16:creationId xmlns:a16="http://schemas.microsoft.com/office/drawing/2014/main" id="{1C269943-78A1-4304-AE96-B1F32EC214E6}"/>
                </a:ext>
                <a:ext uri="{C183D7F6-B498-43B3-948B-1728B52AA6E4}">
                  <adec:decorative xmlns:adec="http://schemas.microsoft.com/office/drawing/2017/decorative" val="1"/>
                </a:ext>
              </a:extLst>
            </p:cNvPr>
            <p:cNvSpPr/>
            <p:nvPr userDrawn="1"/>
          </p:nvSpPr>
          <p:spPr>
            <a:xfrm>
              <a:off x="0"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2" name="AWS Logo">
              <a:extLst>
                <a:ext uri="{FF2B5EF4-FFF2-40B4-BE49-F238E27FC236}">
                  <a16:creationId xmlns:a16="http://schemas.microsoft.com/office/drawing/2014/main" id="{A49D8E1E-772D-46F7-9ACE-C06929884B05}"/>
                </a:ext>
                <a:ext uri="{C183D7F6-B498-43B3-948B-1728B52AA6E4}">
                  <adec:decorative xmlns:adec="http://schemas.microsoft.com/office/drawing/2017/decorative" val="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3599" y="6461879"/>
              <a:ext cx="366979" cy="219456"/>
            </a:xfrm>
            <a:prstGeom prst="rect">
              <a:avLst/>
            </a:prstGeom>
          </p:spPr>
        </p:pic>
      </p:grpSp>
      <p:sp>
        <p:nvSpPr>
          <p:cNvPr id="4"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bg2"/>
                </a:solidFill>
                <a:latin typeface="+mn-lt"/>
              </a:defRPr>
            </a:lvl1pPr>
          </a:lstStyle>
          <a:p>
            <a:fld id="{930176A1-BCF0-4712-97A6-6B495F55390B}" type="slidenum">
              <a:rPr lang="en-US" smtClean="0"/>
              <a:pPr/>
              <a:t>‹#›</a:t>
            </a:fld>
            <a:endParaRPr lang="en-US"/>
          </a:p>
        </p:txBody>
      </p:sp>
      <p:sp>
        <p:nvSpPr>
          <p:cNvPr id="2" name="Question Number">
            <a:extLst>
              <a:ext uri="{FF2B5EF4-FFF2-40B4-BE49-F238E27FC236}">
                <a16:creationId xmlns:a16="http://schemas.microsoft.com/office/drawing/2014/main" id="{C2824936-64E1-4A65-A88E-FF9DDF72FA2F}"/>
              </a:ext>
            </a:extLst>
          </p:cNvPr>
          <p:cNvSpPr>
            <a:spLocks noGrp="1"/>
          </p:cNvSpPr>
          <p:nvPr>
            <p:ph type="title" hasCustomPrompt="1"/>
          </p:nvPr>
        </p:nvSpPr>
        <p:spPr>
          <a:xfrm>
            <a:off x="179240" y="179881"/>
            <a:ext cx="11774410" cy="825473"/>
          </a:xfrm>
        </p:spPr>
        <p:txBody>
          <a:bodyPr/>
          <a:lstStyle>
            <a:lvl1pPr>
              <a:defRPr>
                <a:solidFill>
                  <a:schemeClr val="bg1"/>
                </a:solidFill>
              </a:defRPr>
            </a:lvl1pPr>
          </a:lstStyle>
          <a:p>
            <a:r>
              <a:rPr lang="en-US" dirty="0"/>
              <a:t>Answer and explanation</a:t>
            </a:r>
          </a:p>
        </p:txBody>
      </p:sp>
      <p:sp>
        <p:nvSpPr>
          <p:cNvPr id="7" name="Question 1">
            <a:extLst>
              <a:ext uri="{FF2B5EF4-FFF2-40B4-BE49-F238E27FC236}">
                <a16:creationId xmlns:a16="http://schemas.microsoft.com/office/drawing/2014/main" id="{44F57E91-15F3-4802-8B9A-31B722148228}"/>
              </a:ext>
            </a:extLst>
          </p:cNvPr>
          <p:cNvSpPr>
            <a:spLocks noGrp="1"/>
          </p:cNvSpPr>
          <p:nvPr>
            <p:ph type="body" idx="1" hasCustomPrompt="1"/>
          </p:nvPr>
        </p:nvSpPr>
        <p:spPr>
          <a:xfrm>
            <a:off x="179238" y="1185497"/>
            <a:ext cx="5472261" cy="1164004"/>
          </a:xfrm>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again –</a:t>
            </a:r>
            <a:br>
              <a:rPr lang="en-US" dirty="0"/>
            </a:br>
            <a:r>
              <a:rPr lang="en-US" dirty="0"/>
              <a:t>Here you can explain why the responses are correct or incorrect.</a:t>
            </a:r>
          </a:p>
        </p:txBody>
      </p:sp>
      <p:sp>
        <p:nvSpPr>
          <p:cNvPr id="8" name="Answer Text 1">
            <a:extLst>
              <a:ext uri="{FF2B5EF4-FFF2-40B4-BE49-F238E27FC236}">
                <a16:creationId xmlns:a16="http://schemas.microsoft.com/office/drawing/2014/main" id="{FFCADE15-0CD9-4F7B-9FFC-6A2C71B4D226}"/>
              </a:ext>
            </a:extLst>
          </p:cNvPr>
          <p:cNvSpPr>
            <a:spLocks noGrp="1"/>
          </p:cNvSpPr>
          <p:nvPr>
            <p:ph type="body" idx="2" hasCustomPrompt="1"/>
          </p:nvPr>
        </p:nvSpPr>
        <p:spPr>
          <a:xfrm>
            <a:off x="5651500" y="1185497"/>
            <a:ext cx="6400840" cy="1164004"/>
          </a:xfrm>
          <a:solidFill>
            <a:schemeClr val="bg1"/>
          </a:solidFill>
          <a:ln w="57150">
            <a:solidFill>
              <a:schemeClr val="accent2"/>
            </a:solidFill>
          </a:ln>
        </p:spPr>
        <p:txBody>
          <a:bodyPr lIns="91440" tIns="91440" rIns="182880" bIns="0" anchor="t"/>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sp>
        <p:nvSpPr>
          <p:cNvPr id="12" name="Question 2">
            <a:extLst>
              <a:ext uri="{FF2B5EF4-FFF2-40B4-BE49-F238E27FC236}">
                <a16:creationId xmlns:a16="http://schemas.microsoft.com/office/drawing/2014/main" id="{2733FE88-66AC-4110-B77F-059B3D638C2E}"/>
              </a:ext>
            </a:extLst>
          </p:cNvPr>
          <p:cNvSpPr>
            <a:spLocks noGrp="1"/>
          </p:cNvSpPr>
          <p:nvPr>
            <p:ph type="body" idx="21" hasCustomPrompt="1"/>
          </p:nvPr>
        </p:nvSpPr>
        <p:spPr>
          <a:xfrm>
            <a:off x="179237" y="2526456"/>
            <a:ext cx="5472261" cy="1164004"/>
          </a:xfrm>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again –</a:t>
            </a:r>
            <a:br>
              <a:rPr lang="en-US" dirty="0"/>
            </a:br>
            <a:r>
              <a:rPr lang="en-US" dirty="0"/>
              <a:t>Here you can explain why the responses are correct or incorrect.</a:t>
            </a:r>
          </a:p>
        </p:txBody>
      </p:sp>
      <p:sp>
        <p:nvSpPr>
          <p:cNvPr id="13" name="Answer Text 2">
            <a:extLst>
              <a:ext uri="{FF2B5EF4-FFF2-40B4-BE49-F238E27FC236}">
                <a16:creationId xmlns:a16="http://schemas.microsoft.com/office/drawing/2014/main" id="{E33DAA71-DCA3-491A-8A97-143BF1813197}"/>
              </a:ext>
            </a:extLst>
          </p:cNvPr>
          <p:cNvSpPr>
            <a:spLocks noGrp="1"/>
          </p:cNvSpPr>
          <p:nvPr>
            <p:ph type="body" idx="22" hasCustomPrompt="1"/>
          </p:nvPr>
        </p:nvSpPr>
        <p:spPr>
          <a:xfrm>
            <a:off x="5651499" y="2526456"/>
            <a:ext cx="6400840" cy="1164004"/>
          </a:xfrm>
          <a:solidFill>
            <a:schemeClr val="bg1"/>
          </a:solidFill>
          <a:ln w="57150">
            <a:solidFill>
              <a:schemeClr val="accent2"/>
            </a:solidFill>
          </a:ln>
        </p:spPr>
        <p:txBody>
          <a:bodyPr lIns="91440" tIns="91440" rIns="182880" bIns="0" anchor="t"/>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sp>
        <p:nvSpPr>
          <p:cNvPr id="14" name="Question 3">
            <a:extLst>
              <a:ext uri="{FF2B5EF4-FFF2-40B4-BE49-F238E27FC236}">
                <a16:creationId xmlns:a16="http://schemas.microsoft.com/office/drawing/2014/main" id="{85011FB9-28FB-42F5-8639-AFB8DE09EDB0}"/>
              </a:ext>
            </a:extLst>
          </p:cNvPr>
          <p:cNvSpPr>
            <a:spLocks noGrp="1"/>
          </p:cNvSpPr>
          <p:nvPr>
            <p:ph type="body" idx="23" hasCustomPrompt="1"/>
          </p:nvPr>
        </p:nvSpPr>
        <p:spPr>
          <a:xfrm>
            <a:off x="179237" y="3883100"/>
            <a:ext cx="5472261" cy="1164004"/>
          </a:xfrm>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again –</a:t>
            </a:r>
            <a:br>
              <a:rPr lang="en-US" dirty="0"/>
            </a:br>
            <a:r>
              <a:rPr lang="en-US" dirty="0"/>
              <a:t>Here you can explain why the responses are correct or incorrect.</a:t>
            </a:r>
          </a:p>
        </p:txBody>
      </p:sp>
      <p:sp>
        <p:nvSpPr>
          <p:cNvPr id="16" name="Answer Text 3">
            <a:extLst>
              <a:ext uri="{FF2B5EF4-FFF2-40B4-BE49-F238E27FC236}">
                <a16:creationId xmlns:a16="http://schemas.microsoft.com/office/drawing/2014/main" id="{BBA625A9-591B-4F80-B2C0-C8B9B7ED58AF}"/>
              </a:ext>
            </a:extLst>
          </p:cNvPr>
          <p:cNvSpPr>
            <a:spLocks noGrp="1"/>
          </p:cNvSpPr>
          <p:nvPr>
            <p:ph type="body" idx="24" hasCustomPrompt="1"/>
          </p:nvPr>
        </p:nvSpPr>
        <p:spPr>
          <a:xfrm>
            <a:off x="5651499" y="3883100"/>
            <a:ext cx="6400840" cy="1164004"/>
          </a:xfrm>
          <a:solidFill>
            <a:schemeClr val="bg1"/>
          </a:solidFill>
          <a:ln w="57150">
            <a:solidFill>
              <a:schemeClr val="accent2"/>
            </a:solidFill>
          </a:ln>
        </p:spPr>
        <p:txBody>
          <a:bodyPr lIns="91440" tIns="91440" rIns="182880" bIns="0" anchor="t"/>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sp>
        <p:nvSpPr>
          <p:cNvPr id="17" name="Question 4">
            <a:extLst>
              <a:ext uri="{FF2B5EF4-FFF2-40B4-BE49-F238E27FC236}">
                <a16:creationId xmlns:a16="http://schemas.microsoft.com/office/drawing/2014/main" id="{94FE6022-0B4D-44CE-B9CB-F3EF8689FC0E}"/>
              </a:ext>
            </a:extLst>
          </p:cNvPr>
          <p:cNvSpPr>
            <a:spLocks noGrp="1"/>
          </p:cNvSpPr>
          <p:nvPr>
            <p:ph type="body" idx="25" hasCustomPrompt="1"/>
          </p:nvPr>
        </p:nvSpPr>
        <p:spPr>
          <a:xfrm>
            <a:off x="179236" y="5239557"/>
            <a:ext cx="5472261" cy="1164004"/>
          </a:xfrm>
        </p:spPr>
        <p:txBody>
          <a:bodyPr>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again –</a:t>
            </a:r>
            <a:br>
              <a:rPr lang="en-US" dirty="0"/>
            </a:br>
            <a:r>
              <a:rPr lang="en-US" dirty="0"/>
              <a:t>Here you can explain why the responses are correct or incorrect.</a:t>
            </a:r>
          </a:p>
        </p:txBody>
      </p:sp>
      <p:sp>
        <p:nvSpPr>
          <p:cNvPr id="18" name="Answer Text 4">
            <a:extLst>
              <a:ext uri="{FF2B5EF4-FFF2-40B4-BE49-F238E27FC236}">
                <a16:creationId xmlns:a16="http://schemas.microsoft.com/office/drawing/2014/main" id="{A6B202E1-04E5-4362-96B3-ED5EF312171C}"/>
              </a:ext>
            </a:extLst>
          </p:cNvPr>
          <p:cNvSpPr>
            <a:spLocks noGrp="1"/>
          </p:cNvSpPr>
          <p:nvPr>
            <p:ph type="body" idx="26" hasCustomPrompt="1"/>
          </p:nvPr>
        </p:nvSpPr>
        <p:spPr>
          <a:xfrm>
            <a:off x="5651498" y="5239557"/>
            <a:ext cx="6400840" cy="1164004"/>
          </a:xfrm>
          <a:solidFill>
            <a:schemeClr val="bg1"/>
          </a:solidFill>
          <a:ln w="57150">
            <a:solidFill>
              <a:schemeClr val="accent2"/>
            </a:solidFill>
          </a:ln>
        </p:spPr>
        <p:txBody>
          <a:bodyPr lIns="91440" tIns="91440" rIns="182880" bIns="0" anchor="t"/>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spTree>
    <p:custDataLst>
      <p:tags r:id="rId1"/>
    </p:custDataLst>
    <p:extLst>
      <p:ext uri="{BB962C8B-B14F-4D97-AF65-F5344CB8AC3E}">
        <p14:creationId xmlns:p14="http://schemas.microsoft.com/office/powerpoint/2010/main" val="1344222302"/>
      </p:ext>
    </p:extLst>
  </p:cSld>
  <p:clrMapOvr>
    <a:masterClrMapping/>
  </p:clrMapOvr>
  <p:hf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KC-Horizontal-Question">
    <p:bg>
      <p:bgPr>
        <a:solidFill>
          <a:schemeClr val="bg1"/>
        </a:solidFill>
        <a:effectLst/>
      </p:bgPr>
    </p:bg>
    <p:spTree>
      <p:nvGrpSpPr>
        <p:cNvPr id="1" name=""/>
        <p:cNvGrpSpPr/>
        <p:nvPr/>
      </p:nvGrpSpPr>
      <p:grpSpPr>
        <a:xfrm>
          <a:off x="0" y="0"/>
          <a:ext cx="0" cy="0"/>
          <a:chOff x="0" y="0"/>
          <a:chExt cx="0" cy="0"/>
        </a:xfrm>
      </p:grpSpPr>
      <p:grpSp>
        <p:nvGrpSpPr>
          <p:cNvPr id="99" name="Background">
            <a:extLst>
              <a:ext uri="{FF2B5EF4-FFF2-40B4-BE49-F238E27FC236}">
                <a16:creationId xmlns:a16="http://schemas.microsoft.com/office/drawing/2014/main" id="{E9CD1AC9-3AAD-4061-9815-CA2A755752E2}"/>
              </a:ext>
              <a:ext uri="{C183D7F6-B498-43B3-948B-1728B52AA6E4}">
                <adec:decorative xmlns:adec="http://schemas.microsoft.com/office/drawing/2017/decorative" val="1"/>
              </a:ext>
            </a:extLst>
          </p:cNvPr>
          <p:cNvGrpSpPr/>
          <p:nvPr/>
        </p:nvGrpSpPr>
        <p:grpSpPr>
          <a:xfrm>
            <a:off x="0" y="0"/>
            <a:ext cx="12192000" cy="6858000"/>
            <a:chOff x="0" y="0"/>
            <a:chExt cx="12192000" cy="6858000"/>
          </a:xfrm>
        </p:grpSpPr>
        <p:sp>
          <p:nvSpPr>
            <p:cNvPr id="92" name="BKG-TP">
              <a:extLst>
                <a:ext uri="{FF2B5EF4-FFF2-40B4-BE49-F238E27FC236}">
                  <a16:creationId xmlns:a16="http://schemas.microsoft.com/office/drawing/2014/main" id="{E0B6FD1A-B839-4C89-A4D5-3B9A5AA24C31}"/>
                </a:ext>
                <a:ext uri="{C183D7F6-B498-43B3-948B-1728B52AA6E4}">
                  <adec:decorative xmlns:adec="http://schemas.microsoft.com/office/drawing/2017/decorative" val="1"/>
                </a:ext>
              </a:extLst>
            </p:cNvPr>
            <p:cNvSpPr/>
            <p:nvPr/>
          </p:nvSpPr>
          <p:spPr>
            <a:xfrm>
              <a:off x="0" y="0"/>
              <a:ext cx="12192000" cy="211421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BKG-BM">
              <a:extLst>
                <a:ext uri="{FF2B5EF4-FFF2-40B4-BE49-F238E27FC236}">
                  <a16:creationId xmlns:a16="http://schemas.microsoft.com/office/drawing/2014/main" id="{71CA29FE-029C-470F-8B2A-DE98B38B26DF}"/>
                </a:ext>
                <a:ext uri="{C183D7F6-B498-43B3-948B-1728B52AA6E4}">
                  <adec:decorative xmlns:adec="http://schemas.microsoft.com/office/drawing/2017/decorative" val="1"/>
                </a:ext>
              </a:extLst>
            </p:cNvPr>
            <p:cNvSpPr/>
            <p:nvPr/>
          </p:nvSpPr>
          <p:spPr>
            <a:xfrm>
              <a:off x="0" y="2114217"/>
              <a:ext cx="12191999" cy="47437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8" name="AWS Logo">
              <a:extLst>
                <a:ext uri="{FF2B5EF4-FFF2-40B4-BE49-F238E27FC236}">
                  <a16:creationId xmlns:a16="http://schemas.microsoft.com/office/drawing/2014/main" id="{8B560738-A5A3-492F-8E11-B91E6716C30C}"/>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11539728" y="252740"/>
              <a:ext cx="366979" cy="219456"/>
            </a:xfrm>
            <a:prstGeom prst="rect">
              <a:avLst/>
            </a:prstGeom>
          </p:spPr>
        </p:pic>
      </p:grpSp>
      <p:sp>
        <p:nvSpPr>
          <p:cNvPr id="5"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Question Number">
            <a:extLst>
              <a:ext uri="{FF2B5EF4-FFF2-40B4-BE49-F238E27FC236}">
                <a16:creationId xmlns:a16="http://schemas.microsoft.com/office/drawing/2014/main" id="{1A8961C4-E232-4CFC-9419-572E417488B7}"/>
              </a:ext>
            </a:extLst>
          </p:cNvPr>
          <p:cNvSpPr>
            <a:spLocks noGrp="1"/>
          </p:cNvSpPr>
          <p:nvPr>
            <p:ph type="title" hasCustomPrompt="1"/>
          </p:nvPr>
        </p:nvSpPr>
        <p:spPr>
          <a:xfrm>
            <a:off x="179239" y="179881"/>
            <a:ext cx="11771597" cy="498849"/>
          </a:xfrm>
        </p:spPr>
        <p:txBody>
          <a:bodyPr/>
          <a:lstStyle>
            <a:lvl1pPr>
              <a:defRPr>
                <a:solidFill>
                  <a:schemeClr val="bg1"/>
                </a:solidFill>
              </a:defRPr>
            </a:lvl1pPr>
          </a:lstStyle>
          <a:p>
            <a:r>
              <a:rPr lang="en-US" dirty="0"/>
              <a:t>Question and Responses</a:t>
            </a:r>
          </a:p>
        </p:txBody>
      </p:sp>
      <p:sp>
        <p:nvSpPr>
          <p:cNvPr id="7" name="Question">
            <a:extLst>
              <a:ext uri="{FF2B5EF4-FFF2-40B4-BE49-F238E27FC236}">
                <a16:creationId xmlns:a16="http://schemas.microsoft.com/office/drawing/2014/main" id="{B4965E6E-0F4A-477A-B4B0-DF739088DCEC}"/>
              </a:ext>
            </a:extLst>
          </p:cNvPr>
          <p:cNvSpPr>
            <a:spLocks noGrp="1"/>
          </p:cNvSpPr>
          <p:nvPr>
            <p:ph type="body" idx="1" hasCustomPrompt="1"/>
          </p:nvPr>
        </p:nvSpPr>
        <p:spPr>
          <a:xfrm>
            <a:off x="1" y="697780"/>
            <a:ext cx="12191998" cy="1405081"/>
          </a:xfrm>
          <a:solidFill>
            <a:schemeClr val="accent1"/>
          </a:solidFill>
        </p:spPr>
        <p:txBody>
          <a:bodyPr lIns="228600" tIns="0" rIns="182880" bIns="0">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 4 responses can only have 1 correct response; 5 responses must have 2 correct responses; 6 responses must have 3 correct responses.</a:t>
            </a:r>
          </a:p>
        </p:txBody>
      </p:sp>
      <p:sp>
        <p:nvSpPr>
          <p:cNvPr id="3" name="Choice Header">
            <a:extLst>
              <a:ext uri="{FF2B5EF4-FFF2-40B4-BE49-F238E27FC236}">
                <a16:creationId xmlns:a16="http://schemas.microsoft.com/office/drawing/2014/main" id="{819C768D-12EC-41EC-9F85-ED13A7CA6D52}"/>
              </a:ext>
            </a:extLst>
          </p:cNvPr>
          <p:cNvSpPr>
            <a:spLocks noGrp="1"/>
          </p:cNvSpPr>
          <p:nvPr>
            <p:ph type="subTitle" idx="13" hasCustomPrompt="1"/>
          </p:nvPr>
        </p:nvSpPr>
        <p:spPr>
          <a:xfrm>
            <a:off x="0" y="2109788"/>
            <a:ext cx="887413" cy="317500"/>
          </a:xfrm>
          <a:solidFill>
            <a:schemeClr val="accent2"/>
          </a:solidFill>
          <a:ln>
            <a:noFill/>
          </a:ln>
        </p:spPr>
        <p:txBody>
          <a:bodyPr lIns="0" rIns="0">
            <a:noAutofit/>
          </a:bodyPr>
          <a:lstStyle>
            <a:lvl1pPr marL="0" indent="0" algn="ctr">
              <a:buNone/>
              <a:defRPr sz="1800">
                <a:solidFill>
                  <a:schemeClr val="tx2"/>
                </a:solidFill>
              </a:defRPr>
            </a:lvl1pPr>
          </a:lstStyle>
          <a:p>
            <a:pPr lvl="0"/>
            <a:r>
              <a:rPr lang="en-US" dirty="0"/>
              <a:t>Choice</a:t>
            </a:r>
          </a:p>
        </p:txBody>
      </p:sp>
      <p:sp>
        <p:nvSpPr>
          <p:cNvPr id="4" name="Response Header">
            <a:extLst>
              <a:ext uri="{FF2B5EF4-FFF2-40B4-BE49-F238E27FC236}">
                <a16:creationId xmlns:a16="http://schemas.microsoft.com/office/drawing/2014/main" id="{AFAAB670-BBCA-4429-9F6C-C9ABD61E6B0C}"/>
              </a:ext>
            </a:extLst>
          </p:cNvPr>
          <p:cNvSpPr>
            <a:spLocks noGrp="1"/>
          </p:cNvSpPr>
          <p:nvPr>
            <p:ph type="subTitle" idx="14" hasCustomPrompt="1"/>
          </p:nvPr>
        </p:nvSpPr>
        <p:spPr>
          <a:xfrm>
            <a:off x="907950" y="2109788"/>
            <a:ext cx="11284050" cy="317500"/>
          </a:xfrm>
          <a:solidFill>
            <a:schemeClr val="accent2"/>
          </a:solidFill>
          <a:ln>
            <a:noFill/>
          </a:ln>
        </p:spPr>
        <p:txBody>
          <a:bodyPr lIns="91440" rIns="0">
            <a:noAutofit/>
          </a:bodyPr>
          <a:lstStyle>
            <a:lvl1pPr marL="0" indent="0" algn="l">
              <a:buNone/>
              <a:defRPr sz="1800">
                <a:solidFill>
                  <a:schemeClr val="tx2"/>
                </a:solidFill>
              </a:defRPr>
            </a:lvl1pPr>
          </a:lstStyle>
          <a:p>
            <a:pPr lvl="0"/>
            <a:r>
              <a:rPr lang="en-US" dirty="0"/>
              <a:t>Response</a:t>
            </a:r>
          </a:p>
        </p:txBody>
      </p:sp>
      <p:sp>
        <p:nvSpPr>
          <p:cNvPr id="9" name="First Resp #">
            <a:extLst>
              <a:ext uri="{FF2B5EF4-FFF2-40B4-BE49-F238E27FC236}">
                <a16:creationId xmlns:a16="http://schemas.microsoft.com/office/drawing/2014/main" id="{B4EC449C-918E-4AF9-9E90-0E8D47CF3DD9}"/>
              </a:ext>
            </a:extLst>
          </p:cNvPr>
          <p:cNvSpPr>
            <a:spLocks noGrp="1"/>
          </p:cNvSpPr>
          <p:nvPr>
            <p:ph type="body" idx="2" hasCustomPrompt="1"/>
          </p:nvPr>
        </p:nvSpPr>
        <p:spPr>
          <a:xfrm>
            <a:off x="1" y="2427252"/>
            <a:ext cx="888136" cy="640080"/>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8" name="First Resp Text">
            <a:extLst>
              <a:ext uri="{FF2B5EF4-FFF2-40B4-BE49-F238E27FC236}">
                <a16:creationId xmlns:a16="http://schemas.microsoft.com/office/drawing/2014/main" id="{35CD1FAE-5D7E-4F04-B017-89D4732E2444}"/>
              </a:ext>
            </a:extLst>
          </p:cNvPr>
          <p:cNvSpPr>
            <a:spLocks noGrp="1"/>
          </p:cNvSpPr>
          <p:nvPr>
            <p:ph type="body" idx="3" hasCustomPrompt="1"/>
          </p:nvPr>
        </p:nvSpPr>
        <p:spPr>
          <a:xfrm>
            <a:off x="907950" y="2427252"/>
            <a:ext cx="11233250" cy="640080"/>
          </a:xfrm>
          <a:solidFill>
            <a:schemeClr val="bg1"/>
          </a:solidFill>
          <a:ln>
            <a:solidFill>
              <a:schemeClr val="bg1"/>
            </a:solidFill>
          </a:ln>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32" name="Second Resp #">
            <a:extLst>
              <a:ext uri="{FF2B5EF4-FFF2-40B4-BE49-F238E27FC236}">
                <a16:creationId xmlns:a16="http://schemas.microsoft.com/office/drawing/2014/main" id="{05FFB414-A546-4A6C-B7E8-B6D9C7AC88C9}"/>
              </a:ext>
            </a:extLst>
          </p:cNvPr>
          <p:cNvSpPr>
            <a:spLocks noGrp="1"/>
          </p:cNvSpPr>
          <p:nvPr>
            <p:ph type="body" idx="4" hasCustomPrompt="1"/>
          </p:nvPr>
        </p:nvSpPr>
        <p:spPr>
          <a:xfrm>
            <a:off x="1" y="3100734"/>
            <a:ext cx="888136" cy="640080"/>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10" name="Second Resp Text">
            <a:extLst>
              <a:ext uri="{FF2B5EF4-FFF2-40B4-BE49-F238E27FC236}">
                <a16:creationId xmlns:a16="http://schemas.microsoft.com/office/drawing/2014/main" id="{840EA72F-053D-43C4-A0AA-4F71D345F1E1}"/>
              </a:ext>
            </a:extLst>
          </p:cNvPr>
          <p:cNvSpPr>
            <a:spLocks noGrp="1"/>
          </p:cNvSpPr>
          <p:nvPr>
            <p:ph type="body" idx="5" hasCustomPrompt="1"/>
          </p:nvPr>
        </p:nvSpPr>
        <p:spPr>
          <a:xfrm>
            <a:off x="907950" y="3100734"/>
            <a:ext cx="11233250" cy="640080"/>
          </a:xfrm>
          <a:solidFill>
            <a:schemeClr val="bg1"/>
          </a:solidFill>
          <a:ln>
            <a:solidFill>
              <a:schemeClr val="bg1"/>
            </a:solidFill>
          </a:ln>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38" name="Third Resp #">
            <a:extLst>
              <a:ext uri="{FF2B5EF4-FFF2-40B4-BE49-F238E27FC236}">
                <a16:creationId xmlns:a16="http://schemas.microsoft.com/office/drawing/2014/main" id="{F00955FE-A162-474C-BFF8-0AB0FBF10130}"/>
              </a:ext>
            </a:extLst>
          </p:cNvPr>
          <p:cNvSpPr>
            <a:spLocks noGrp="1"/>
          </p:cNvSpPr>
          <p:nvPr>
            <p:ph type="body" idx="6" hasCustomPrompt="1"/>
          </p:nvPr>
        </p:nvSpPr>
        <p:spPr>
          <a:xfrm>
            <a:off x="1" y="3774216"/>
            <a:ext cx="888136" cy="640080"/>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35" name="Third Resp Text">
            <a:extLst>
              <a:ext uri="{FF2B5EF4-FFF2-40B4-BE49-F238E27FC236}">
                <a16:creationId xmlns:a16="http://schemas.microsoft.com/office/drawing/2014/main" id="{55974934-D7D0-4C4C-B76C-558C1028590E}"/>
              </a:ext>
            </a:extLst>
          </p:cNvPr>
          <p:cNvSpPr>
            <a:spLocks noGrp="1"/>
          </p:cNvSpPr>
          <p:nvPr>
            <p:ph type="body" idx="7" hasCustomPrompt="1"/>
          </p:nvPr>
        </p:nvSpPr>
        <p:spPr>
          <a:xfrm>
            <a:off x="907950" y="3774216"/>
            <a:ext cx="11233250" cy="640080"/>
          </a:xfrm>
          <a:solidFill>
            <a:schemeClr val="bg1"/>
          </a:solidFill>
          <a:ln>
            <a:solidFill>
              <a:schemeClr val="bg1"/>
            </a:solidFill>
          </a:ln>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42" name="Fourth Resp #">
            <a:extLst>
              <a:ext uri="{FF2B5EF4-FFF2-40B4-BE49-F238E27FC236}">
                <a16:creationId xmlns:a16="http://schemas.microsoft.com/office/drawing/2014/main" id="{9A682F4A-836A-42BD-B18F-482CDD9FE392}"/>
              </a:ext>
            </a:extLst>
          </p:cNvPr>
          <p:cNvSpPr>
            <a:spLocks noGrp="1"/>
          </p:cNvSpPr>
          <p:nvPr>
            <p:ph type="body" idx="8" hasCustomPrompt="1"/>
          </p:nvPr>
        </p:nvSpPr>
        <p:spPr>
          <a:xfrm>
            <a:off x="1" y="4447698"/>
            <a:ext cx="888136" cy="640080"/>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41" name="Fourth Resp Text">
            <a:extLst>
              <a:ext uri="{FF2B5EF4-FFF2-40B4-BE49-F238E27FC236}">
                <a16:creationId xmlns:a16="http://schemas.microsoft.com/office/drawing/2014/main" id="{2A075B8F-DFA0-46B1-A70C-B12937892D4B}"/>
              </a:ext>
            </a:extLst>
          </p:cNvPr>
          <p:cNvSpPr>
            <a:spLocks noGrp="1"/>
          </p:cNvSpPr>
          <p:nvPr>
            <p:ph type="body" idx="9" hasCustomPrompt="1"/>
          </p:nvPr>
        </p:nvSpPr>
        <p:spPr>
          <a:xfrm>
            <a:off x="907950" y="4447698"/>
            <a:ext cx="11233250" cy="640080"/>
          </a:xfrm>
          <a:solidFill>
            <a:schemeClr val="bg1"/>
          </a:solidFill>
          <a:ln>
            <a:solidFill>
              <a:schemeClr val="bg1"/>
            </a:solidFill>
          </a:ln>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44" name="Fifth Resp #">
            <a:extLst>
              <a:ext uri="{FF2B5EF4-FFF2-40B4-BE49-F238E27FC236}">
                <a16:creationId xmlns:a16="http://schemas.microsoft.com/office/drawing/2014/main" id="{B3A4AC8A-DBAB-477E-8F79-6EFB6340CE48}"/>
              </a:ext>
            </a:extLst>
          </p:cNvPr>
          <p:cNvSpPr>
            <a:spLocks noGrp="1"/>
          </p:cNvSpPr>
          <p:nvPr>
            <p:ph type="body" idx="10" hasCustomPrompt="1"/>
          </p:nvPr>
        </p:nvSpPr>
        <p:spPr>
          <a:xfrm>
            <a:off x="1" y="5121180"/>
            <a:ext cx="888136" cy="640080"/>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43" name="Fifth Resp Text">
            <a:extLst>
              <a:ext uri="{FF2B5EF4-FFF2-40B4-BE49-F238E27FC236}">
                <a16:creationId xmlns:a16="http://schemas.microsoft.com/office/drawing/2014/main" id="{0B4A450D-E822-44AA-8298-11D531D74483}"/>
              </a:ext>
            </a:extLst>
          </p:cNvPr>
          <p:cNvSpPr>
            <a:spLocks noGrp="1"/>
          </p:cNvSpPr>
          <p:nvPr>
            <p:ph type="body" idx="11" hasCustomPrompt="1"/>
          </p:nvPr>
        </p:nvSpPr>
        <p:spPr>
          <a:xfrm>
            <a:off x="907950" y="5121180"/>
            <a:ext cx="11233250" cy="640080"/>
          </a:xfrm>
          <a:solidFill>
            <a:schemeClr val="bg1"/>
          </a:solidFill>
          <a:ln>
            <a:solidFill>
              <a:schemeClr val="bg1"/>
            </a:solidFill>
          </a:ln>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
        <p:nvSpPr>
          <p:cNvPr id="46" name="Sixth Resp #">
            <a:extLst>
              <a:ext uri="{FF2B5EF4-FFF2-40B4-BE49-F238E27FC236}">
                <a16:creationId xmlns:a16="http://schemas.microsoft.com/office/drawing/2014/main" id="{4075988B-8657-4CA4-A4CB-EAEA7B298681}"/>
              </a:ext>
            </a:extLst>
          </p:cNvPr>
          <p:cNvSpPr>
            <a:spLocks noGrp="1"/>
          </p:cNvSpPr>
          <p:nvPr>
            <p:ph type="body" idx="12" hasCustomPrompt="1"/>
          </p:nvPr>
        </p:nvSpPr>
        <p:spPr>
          <a:xfrm>
            <a:off x="1" y="5794664"/>
            <a:ext cx="888136" cy="640080"/>
          </a:xfrm>
          <a:noFill/>
          <a:ln>
            <a:noFill/>
          </a:ln>
        </p:spPr>
        <p:txBody>
          <a:bodyPr lIns="0" tIns="0" rIns="0" bIns="0" anchor="ctr"/>
          <a:lstStyle>
            <a:lvl1pPr marL="0" indent="0" algn="ctr">
              <a:spcBef>
                <a:spcPts val="0"/>
              </a:spcBef>
              <a:spcAft>
                <a:spcPts val="0"/>
              </a:spcAft>
              <a:buNone/>
              <a:defRPr sz="2000">
                <a:solidFill>
                  <a:schemeClr val="tx2"/>
                </a:solidFill>
                <a:latin typeface="+mj-lt"/>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a:t>
            </a:r>
          </a:p>
        </p:txBody>
      </p:sp>
      <p:sp>
        <p:nvSpPr>
          <p:cNvPr id="45" name="Sixth Resp Text">
            <a:extLst>
              <a:ext uri="{FF2B5EF4-FFF2-40B4-BE49-F238E27FC236}">
                <a16:creationId xmlns:a16="http://schemas.microsoft.com/office/drawing/2014/main" id="{327445DD-9D42-491C-969B-C7919BE2E3F0}"/>
              </a:ext>
            </a:extLst>
          </p:cNvPr>
          <p:cNvSpPr>
            <a:spLocks noGrp="1"/>
          </p:cNvSpPr>
          <p:nvPr>
            <p:ph type="body" idx="13" hasCustomPrompt="1"/>
          </p:nvPr>
        </p:nvSpPr>
        <p:spPr>
          <a:xfrm>
            <a:off x="907950" y="5794664"/>
            <a:ext cx="11233250" cy="640080"/>
          </a:xfrm>
          <a:solidFill>
            <a:schemeClr val="bg1"/>
          </a:solidFill>
          <a:ln>
            <a:solidFill>
              <a:schemeClr val="bg1"/>
            </a:solidFill>
          </a:ln>
        </p:spPr>
        <p:txBody>
          <a:bodyPr lIns="91440" tIns="0" rIns="0" bIns="0" anchor="ctr"/>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Value</a:t>
            </a:r>
          </a:p>
        </p:txBody>
      </p:sp>
    </p:spTree>
    <p:custDataLst>
      <p:tags r:id="rId1"/>
    </p:custDataLst>
    <p:extLst>
      <p:ext uri="{BB962C8B-B14F-4D97-AF65-F5344CB8AC3E}">
        <p14:creationId xmlns:p14="http://schemas.microsoft.com/office/powerpoint/2010/main" val="390075568"/>
      </p:ext>
    </p:extLst>
  </p:cSld>
  <p:clrMapOvr>
    <a:masterClrMapping/>
  </p:clrMapOvr>
  <p:hf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KC-Horizontal-Answer">
    <p:bg>
      <p:bgPr>
        <a:solidFill>
          <a:schemeClr val="bg1"/>
        </a:solidFill>
        <a:effectLst/>
      </p:bgPr>
    </p:bg>
    <p:spTree>
      <p:nvGrpSpPr>
        <p:cNvPr id="1" name=""/>
        <p:cNvGrpSpPr/>
        <p:nvPr/>
      </p:nvGrpSpPr>
      <p:grpSpPr>
        <a:xfrm>
          <a:off x="0" y="0"/>
          <a:ext cx="0" cy="0"/>
          <a:chOff x="0" y="0"/>
          <a:chExt cx="0" cy="0"/>
        </a:xfrm>
      </p:grpSpPr>
      <p:grpSp>
        <p:nvGrpSpPr>
          <p:cNvPr id="5" name="Background Images">
            <a:extLst>
              <a:ext uri="{FF2B5EF4-FFF2-40B4-BE49-F238E27FC236}">
                <a16:creationId xmlns:a16="http://schemas.microsoft.com/office/drawing/2014/main" id="{9AC63EDD-BEE2-404E-8399-2AA11023CDAB}"/>
              </a:ext>
            </a:extLst>
          </p:cNvPr>
          <p:cNvGrpSpPr/>
          <p:nvPr/>
        </p:nvGrpSpPr>
        <p:grpSpPr>
          <a:xfrm>
            <a:off x="0" y="0"/>
            <a:ext cx="12192000" cy="6858000"/>
            <a:chOff x="0" y="0"/>
            <a:chExt cx="12192000" cy="6858000"/>
          </a:xfrm>
        </p:grpSpPr>
        <p:sp>
          <p:nvSpPr>
            <p:cNvPr id="92" name="BKG-TP">
              <a:extLst>
                <a:ext uri="{FF2B5EF4-FFF2-40B4-BE49-F238E27FC236}">
                  <a16:creationId xmlns:a16="http://schemas.microsoft.com/office/drawing/2014/main" id="{7A68BE18-C9FD-4D64-BD55-20302868F06E}"/>
                </a:ext>
                <a:ext uri="{C183D7F6-B498-43B3-948B-1728B52AA6E4}">
                  <adec:decorative xmlns:adec="http://schemas.microsoft.com/office/drawing/2017/decorative" val="1"/>
                </a:ext>
              </a:extLst>
            </p:cNvPr>
            <p:cNvSpPr/>
            <p:nvPr/>
          </p:nvSpPr>
          <p:spPr>
            <a:xfrm>
              <a:off x="0" y="0"/>
              <a:ext cx="12192000" cy="211421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BKG-BM">
              <a:extLst>
                <a:ext uri="{FF2B5EF4-FFF2-40B4-BE49-F238E27FC236}">
                  <a16:creationId xmlns:a16="http://schemas.microsoft.com/office/drawing/2014/main" id="{31622DCA-CB0C-4601-9C65-55CE8CDC7503}"/>
                </a:ext>
                <a:ext uri="{C183D7F6-B498-43B3-948B-1728B52AA6E4}">
                  <adec:decorative xmlns:adec="http://schemas.microsoft.com/office/drawing/2017/decorative" val="1"/>
                </a:ext>
              </a:extLst>
            </p:cNvPr>
            <p:cNvSpPr/>
            <p:nvPr/>
          </p:nvSpPr>
          <p:spPr>
            <a:xfrm>
              <a:off x="0" y="2114217"/>
              <a:ext cx="12191999" cy="47437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AWS Logo">
              <a:extLst>
                <a:ext uri="{FF2B5EF4-FFF2-40B4-BE49-F238E27FC236}">
                  <a16:creationId xmlns:a16="http://schemas.microsoft.com/office/drawing/2014/main" id="{18A3C304-3B7F-434E-99A7-8B8C386B4EFC}"/>
                </a:ext>
                <a:ext uri="{C183D7F6-B498-43B3-948B-1728B52AA6E4}">
                  <adec:decorative xmlns:adec="http://schemas.microsoft.com/office/drawing/2017/decorative" val="1"/>
                </a:ext>
              </a:extLst>
            </p:cNvPr>
            <p:cNvPicPr>
              <a:picLocks noSelect="1"/>
            </p:cNvPicPr>
            <p:nvPr/>
          </p:nvPicPr>
          <p:blipFill>
            <a:blip r:embed="rId3">
              <a:extLst>
                <a:ext uri="{96DAC541-7B7A-43D3-8B79-37D633B846F1}">
                  <asvg:svgBlip xmlns:asvg="http://schemas.microsoft.com/office/drawing/2016/SVG/main" r:embed="rId4"/>
                </a:ext>
              </a:extLst>
            </a:blip>
            <a:stretch>
              <a:fillRect/>
            </a:stretch>
          </p:blipFill>
          <p:spPr>
            <a:xfrm>
              <a:off x="11536233" y="252740"/>
              <a:ext cx="366979" cy="219456"/>
            </a:xfrm>
            <a:prstGeom prst="rect">
              <a:avLst/>
            </a:prstGeom>
          </p:spPr>
        </p:pic>
      </p:grpSp>
      <p:sp>
        <p:nvSpPr>
          <p:cNvPr id="4"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dirty="0"/>
          </a:p>
        </p:txBody>
      </p:sp>
      <p:sp>
        <p:nvSpPr>
          <p:cNvPr id="2" name="Answer Number">
            <a:extLst>
              <a:ext uri="{FF2B5EF4-FFF2-40B4-BE49-F238E27FC236}">
                <a16:creationId xmlns:a16="http://schemas.microsoft.com/office/drawing/2014/main" id="{1A8961C4-E232-4CFC-9419-572E417488B7}"/>
              </a:ext>
            </a:extLst>
          </p:cNvPr>
          <p:cNvSpPr>
            <a:spLocks noGrp="1"/>
          </p:cNvSpPr>
          <p:nvPr>
            <p:ph type="title" hasCustomPrompt="1"/>
          </p:nvPr>
        </p:nvSpPr>
        <p:spPr>
          <a:xfrm>
            <a:off x="179239" y="179881"/>
            <a:ext cx="11771597" cy="498849"/>
          </a:xfrm>
        </p:spPr>
        <p:txBody>
          <a:bodyPr/>
          <a:lstStyle>
            <a:lvl1pPr>
              <a:defRPr>
                <a:solidFill>
                  <a:schemeClr val="bg1"/>
                </a:solidFill>
              </a:defRPr>
            </a:lvl1pPr>
          </a:lstStyle>
          <a:p>
            <a:r>
              <a:rPr lang="en-US" dirty="0"/>
              <a:t>Answer and explanation</a:t>
            </a:r>
          </a:p>
        </p:txBody>
      </p:sp>
      <p:sp>
        <p:nvSpPr>
          <p:cNvPr id="7" name="Question">
            <a:extLst>
              <a:ext uri="{FF2B5EF4-FFF2-40B4-BE49-F238E27FC236}">
                <a16:creationId xmlns:a16="http://schemas.microsoft.com/office/drawing/2014/main" id="{B4965E6E-0F4A-477A-B4B0-DF739088DCEC}"/>
              </a:ext>
            </a:extLst>
          </p:cNvPr>
          <p:cNvSpPr>
            <a:spLocks noGrp="1"/>
          </p:cNvSpPr>
          <p:nvPr>
            <p:ph type="body" idx="1" hasCustomPrompt="1"/>
          </p:nvPr>
        </p:nvSpPr>
        <p:spPr>
          <a:xfrm>
            <a:off x="1" y="697780"/>
            <a:ext cx="12191998" cy="1405081"/>
          </a:xfrm>
          <a:solidFill>
            <a:schemeClr val="accent1"/>
          </a:solidFill>
        </p:spPr>
        <p:txBody>
          <a:bodyPr lIns="228600" tIns="0" rIns="182880" bIns="0">
            <a:normAutofit/>
          </a:bodyPr>
          <a:lstStyle>
            <a:lvl1pPr marL="0" marR="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sz="2000">
                <a:solidFill>
                  <a:schemeClr val="bg1"/>
                </a:solidFill>
              </a:defRPr>
            </a:lvl1pPr>
          </a:lstStyle>
          <a:p>
            <a:pPr marL="0" marR="0" lvl="0" indent="0" algn="l" defTabSz="914400" rtl="0" eaLnBrk="1" fontAlgn="auto" latinLnBrk="0" hangingPunct="1">
              <a:lnSpc>
                <a:spcPct val="100000"/>
              </a:lnSpc>
              <a:spcBef>
                <a:spcPts val="1000"/>
              </a:spcBef>
              <a:spcAft>
                <a:spcPts val="600"/>
              </a:spcAft>
              <a:buClrTx/>
              <a:buSzTx/>
              <a:buFont typeface="Arial" panose="020B0604020202020204" pitchFamily="34" charset="0"/>
              <a:buNone/>
              <a:tabLst/>
              <a:defRPr/>
            </a:pPr>
            <a:r>
              <a:rPr lang="en-US" dirty="0"/>
              <a:t>Enter question – 4 responses can only have 1 correct response; 5 responses must have 2 correct responses; 6 responses must have 3 correct responses.</a:t>
            </a:r>
          </a:p>
        </p:txBody>
      </p:sp>
      <p:sp>
        <p:nvSpPr>
          <p:cNvPr id="3" name="Answer Header">
            <a:extLst>
              <a:ext uri="{FF2B5EF4-FFF2-40B4-BE49-F238E27FC236}">
                <a16:creationId xmlns:a16="http://schemas.microsoft.com/office/drawing/2014/main" id="{4CF18732-63A0-43A6-B5E9-C4F74190ED76}"/>
              </a:ext>
            </a:extLst>
          </p:cNvPr>
          <p:cNvSpPr>
            <a:spLocks noGrp="1"/>
          </p:cNvSpPr>
          <p:nvPr>
            <p:ph type="subTitle" idx="4" hasCustomPrompt="1"/>
          </p:nvPr>
        </p:nvSpPr>
        <p:spPr>
          <a:xfrm>
            <a:off x="0" y="2114550"/>
            <a:ext cx="12192000" cy="400050"/>
          </a:xfrm>
          <a:solidFill>
            <a:schemeClr val="accent2"/>
          </a:solidFill>
        </p:spPr>
        <p:txBody>
          <a:bodyPr lIns="228600">
            <a:noAutofit/>
          </a:bodyPr>
          <a:lstStyle>
            <a:lvl1pPr marL="0" indent="0">
              <a:buNone/>
              <a:defRPr sz="2000"/>
            </a:lvl1pPr>
          </a:lstStyle>
          <a:p>
            <a:pPr lvl="0"/>
            <a:r>
              <a:rPr lang="en-US" dirty="0"/>
              <a:t>Enter “The correct response is x”</a:t>
            </a:r>
          </a:p>
        </p:txBody>
      </p:sp>
      <p:sp>
        <p:nvSpPr>
          <p:cNvPr id="8" name="Answer Text">
            <a:extLst>
              <a:ext uri="{FF2B5EF4-FFF2-40B4-BE49-F238E27FC236}">
                <a16:creationId xmlns:a16="http://schemas.microsoft.com/office/drawing/2014/main" id="{35CD1FAE-5D7E-4F04-B017-89D4732E2444}"/>
              </a:ext>
            </a:extLst>
          </p:cNvPr>
          <p:cNvSpPr>
            <a:spLocks noGrp="1"/>
          </p:cNvSpPr>
          <p:nvPr>
            <p:ph type="body" idx="2" hasCustomPrompt="1"/>
          </p:nvPr>
        </p:nvSpPr>
        <p:spPr>
          <a:xfrm>
            <a:off x="907950" y="2427252"/>
            <a:ext cx="11245989" cy="4007816"/>
          </a:xfrm>
          <a:solidFill>
            <a:schemeClr val="bg1"/>
          </a:solidFill>
          <a:ln>
            <a:noFill/>
          </a:ln>
        </p:spPr>
        <p:txBody>
          <a:bodyPr lIns="91440" tIns="91440" rIns="182880" bIns="0" anchor="t"/>
          <a:lstStyle>
            <a:lvl1pPr marL="0" indent="0" algn="l">
              <a:spcBef>
                <a:spcPts val="0"/>
              </a:spcBef>
              <a:spcAft>
                <a:spcPts val="0"/>
              </a:spcAft>
              <a:buNone/>
              <a:defRPr sz="2000">
                <a:solidFill>
                  <a:schemeClr val="tx2"/>
                </a:solidFill>
              </a:defRPr>
            </a:lvl1pPr>
            <a:lvl2pPr marL="228600" indent="0">
              <a:buNone/>
              <a:defRPr/>
            </a:lvl2pPr>
            <a:lvl3pPr marL="502920" indent="0">
              <a:buNone/>
              <a:defRPr/>
            </a:lvl3pPr>
            <a:lvl4pPr marL="777240" indent="0">
              <a:buNone/>
              <a:defRPr/>
            </a:lvl4pPr>
            <a:lvl5pPr marL="1051560" indent="0">
              <a:buNone/>
              <a:defRPr/>
            </a:lvl5pPr>
          </a:lstStyle>
          <a:p>
            <a:pPr lvl="0"/>
            <a:r>
              <a:rPr lang="en-US" dirty="0"/>
              <a:t>Enter a description of the correct and incorrect responses.</a:t>
            </a:r>
          </a:p>
        </p:txBody>
      </p:sp>
    </p:spTree>
    <p:custDataLst>
      <p:tags r:id="rId1"/>
    </p:custDataLst>
    <p:extLst>
      <p:ext uri="{BB962C8B-B14F-4D97-AF65-F5344CB8AC3E}">
        <p14:creationId xmlns:p14="http://schemas.microsoft.com/office/powerpoint/2010/main" val="388928947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 and Vertical Text">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9A1AD47A-644D-4968-9CC8-C9014D5497DB}"/>
              </a:ext>
            </a:extLst>
          </p:cNvPr>
          <p:cNvSpPr>
            <a:spLocks noGrp="1"/>
          </p:cNvSpPr>
          <p:nvPr>
            <p:ph type="title" hasCustomPrompt="1"/>
          </p:nvPr>
        </p:nvSpPr>
        <p:spPr>
          <a:xfrm>
            <a:off x="365760" y="301752"/>
            <a:ext cx="11569209" cy="731318"/>
          </a:xfrm>
        </p:spPr>
        <p:txBody>
          <a:bodyPr/>
          <a:lstStyle>
            <a:lvl1pPr>
              <a:defRPr>
                <a:solidFill>
                  <a:schemeClr val="tx2"/>
                </a:solidFill>
              </a:defRPr>
            </a:lvl1pPr>
          </a:lstStyle>
          <a:p>
            <a:r>
              <a:rPr lang="en-US" dirty="0"/>
              <a:t>Title and vertical text layout (international) </a:t>
            </a:r>
          </a:p>
        </p:txBody>
      </p:sp>
      <p:sp>
        <p:nvSpPr>
          <p:cNvPr id="7" name="Content">
            <a:extLst>
              <a:ext uri="{FF2B5EF4-FFF2-40B4-BE49-F238E27FC236}">
                <a16:creationId xmlns:a16="http://schemas.microsoft.com/office/drawing/2014/main" id="{E03519C3-01DC-4A54-BFE9-0527DA2D5160}"/>
              </a:ext>
            </a:extLst>
          </p:cNvPr>
          <p:cNvSpPr>
            <a:spLocks noGrp="1"/>
          </p:cNvSpPr>
          <p:nvPr>
            <p:ph type="body" orient="vert" idx="1" hasCustomPrompt="1"/>
          </p:nvPr>
        </p:nvSpPr>
        <p:spPr>
          <a:xfrm>
            <a:off x="435716" y="1033070"/>
            <a:ext cx="11499253" cy="5389244"/>
          </a:xfrm>
        </p:spPr>
        <p:txBody>
          <a:bodyPr vert="eaVert"/>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7F823AF2-999D-4175-8C01-402CA4924585}"/>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311608423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Vertical Title and Content">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noSelect="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1FDB7DAC-24E1-411C-8D5F-3A7FDF188C1D}"/>
              </a:ext>
            </a:extLst>
          </p:cNvPr>
          <p:cNvSpPr>
            <a:spLocks noGrp="1"/>
          </p:cNvSpPr>
          <p:nvPr>
            <p:ph type="title" hasCustomPrompt="1"/>
          </p:nvPr>
        </p:nvSpPr>
        <p:spPr>
          <a:xfrm rot="5400000">
            <a:off x="8324028" y="2805126"/>
            <a:ext cx="6127095" cy="1132145"/>
          </a:xfrm>
        </p:spPr>
        <p:txBody>
          <a:bodyPr/>
          <a:lstStyle>
            <a:lvl1pPr marL="0" marR="0" indent="0" algn="l" defTabSz="914400" rtl="0" eaLnBrk="1" fontAlgn="auto" latinLnBrk="0" hangingPunct="1">
              <a:lnSpc>
                <a:spcPct val="100000"/>
              </a:lnSpc>
              <a:spcBef>
                <a:spcPct val="0"/>
              </a:spcBef>
              <a:spcAft>
                <a:spcPts val="0"/>
              </a:spcAft>
              <a:buClrTx/>
              <a:buSzTx/>
              <a:buFontTx/>
              <a:buNone/>
              <a:tabLst/>
              <a:defRPr>
                <a:solidFill>
                  <a:schemeClr val="tx2"/>
                </a:solidFill>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dirty="0"/>
              <a:t>Vertical title and text layout (international) </a:t>
            </a:r>
          </a:p>
        </p:txBody>
      </p:sp>
      <p:sp>
        <p:nvSpPr>
          <p:cNvPr id="7" name="Content">
            <a:extLst>
              <a:ext uri="{FF2B5EF4-FFF2-40B4-BE49-F238E27FC236}">
                <a16:creationId xmlns:a16="http://schemas.microsoft.com/office/drawing/2014/main" id="{E03519C3-01DC-4A54-BFE9-0527DA2D5160}"/>
              </a:ext>
            </a:extLst>
          </p:cNvPr>
          <p:cNvSpPr>
            <a:spLocks noGrp="1"/>
          </p:cNvSpPr>
          <p:nvPr>
            <p:ph type="body" orient="vert" idx="1" hasCustomPrompt="1"/>
          </p:nvPr>
        </p:nvSpPr>
        <p:spPr>
          <a:xfrm>
            <a:off x="365760" y="307649"/>
            <a:ext cx="10455743" cy="6127095"/>
          </a:xfrm>
        </p:spPr>
        <p:txBody>
          <a:bodyPr vert="eaVert"/>
          <a:lstStyle>
            <a:lvl1pPr>
              <a:lnSpc>
                <a:spcPct val="100000"/>
              </a:lnSpc>
              <a:spcAft>
                <a:spcPts val="0"/>
              </a:spcAft>
              <a:defRPr sz="2400">
                <a:solidFill>
                  <a:schemeClr val="tx2"/>
                </a:solidFill>
              </a:defRPr>
            </a:lvl1pPr>
            <a:lvl2pPr marL="461963" indent="-228600">
              <a:lnSpc>
                <a:spcPct val="100000"/>
              </a:lnSpc>
              <a:spcAft>
                <a:spcPts val="0"/>
              </a:spcAft>
              <a:defRPr sz="2000">
                <a:solidFill>
                  <a:schemeClr val="tx2"/>
                </a:solidFill>
              </a:defRPr>
            </a:lvl2pPr>
            <a:lvl3pPr marL="684213" indent="-228600">
              <a:lnSpc>
                <a:spcPct val="100000"/>
              </a:lnSpc>
              <a:spcAft>
                <a:spcPts val="0"/>
              </a:spcAft>
              <a:defRPr sz="1800">
                <a:solidFill>
                  <a:schemeClr val="tx2"/>
                </a:solidFill>
              </a:defRPr>
            </a:lvl3pPr>
            <a:lvl4pPr marL="914400" indent="-228600">
              <a:lnSpc>
                <a:spcPct val="100000"/>
              </a:lnSpc>
              <a:spcAft>
                <a:spcPts val="0"/>
              </a:spcAft>
              <a:defRPr sz="1600">
                <a:solidFill>
                  <a:schemeClr val="tx2"/>
                </a:solidFill>
              </a:defRPr>
            </a:lvl4pPr>
            <a:lvl5pPr marL="1144588" indent="-228600">
              <a:lnSpc>
                <a:spcPct val="100000"/>
              </a:lnSpc>
              <a:spcAft>
                <a:spcPts val="0"/>
              </a:spcAft>
              <a:defRPr sz="1600">
                <a:solidFill>
                  <a:schemeClr val="tx2"/>
                </a:solidFill>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19" name="Title Border">
            <a:extLst>
              <a:ext uri="{FF2B5EF4-FFF2-40B4-BE49-F238E27FC236}">
                <a16:creationId xmlns:a16="http://schemas.microsoft.com/office/drawing/2014/main" id="{A9006E65-0AC6-4AEC-9676-8B754EE037E9}"/>
              </a:ext>
              <a:ext uri="{C183D7F6-B498-43B3-948B-1728B52AA6E4}">
                <adec:decorative xmlns:adec="http://schemas.microsoft.com/office/drawing/2017/decorative" val="1"/>
              </a:ext>
            </a:extLst>
          </p:cNvPr>
          <p:cNvSpPr/>
          <p:nvPr/>
        </p:nvSpPr>
        <p:spPr>
          <a:xfrm rot="5400000">
            <a:off x="7803983" y="3371504"/>
            <a:ext cx="60807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4228895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204700" h="6858000">
                <a:moveTo>
                  <a:pt x="12204192" y="0"/>
                </a:moveTo>
                <a:lnTo>
                  <a:pt x="0" y="0"/>
                </a:lnTo>
                <a:lnTo>
                  <a:pt x="0" y="6858000"/>
                </a:lnTo>
                <a:lnTo>
                  <a:pt x="12204192" y="6858000"/>
                </a:lnTo>
                <a:lnTo>
                  <a:pt x="12204192" y="0"/>
                </a:lnTo>
                <a:close/>
              </a:path>
            </a:pathLst>
          </a:custGeom>
          <a:solidFill>
            <a:srgbClr val="F4F4F4"/>
          </a:solidFill>
        </p:spPr>
        <p:txBody>
          <a:bodyPr wrap="square" lIns="0" tIns="0" rIns="0" bIns="0" rtlCol="0"/>
          <a:lstStyle/>
          <a:p>
            <a:endParaRPr sz="1798"/>
          </a:p>
        </p:txBody>
      </p:sp>
      <p:sp>
        <p:nvSpPr>
          <p:cNvPr id="2" name="Holder 2"/>
          <p:cNvSpPr>
            <a:spLocks noGrp="1"/>
          </p:cNvSpPr>
          <p:nvPr>
            <p:ph type="ctrTitle"/>
          </p:nvPr>
        </p:nvSpPr>
        <p:spPr>
          <a:xfrm>
            <a:off x="346907" y="2498726"/>
            <a:ext cx="5763606" cy="491994"/>
          </a:xfrm>
          <a:prstGeom prst="rect">
            <a:avLst/>
          </a:prstGeom>
        </p:spPr>
        <p:txBody>
          <a:bodyPr wrap="square" lIns="0" tIns="0" rIns="0" bIns="0">
            <a:spAutoFit/>
          </a:bodyPr>
          <a:lstStyle>
            <a:lvl1pPr>
              <a:defRPr sz="3197" b="1" i="0">
                <a:solidFill>
                  <a:srgbClr val="005589"/>
                </a:solidFill>
                <a:latin typeface="Trebuchet MS"/>
                <a:cs typeface="Trebuchet MS"/>
              </a:defRPr>
            </a:lvl1pPr>
          </a:lstStyle>
          <a:p>
            <a:endParaRPr/>
          </a:p>
        </p:txBody>
      </p:sp>
      <p:sp>
        <p:nvSpPr>
          <p:cNvPr id="3" name="Holder 3"/>
          <p:cNvSpPr>
            <a:spLocks noGrp="1"/>
          </p:cNvSpPr>
          <p:nvPr>
            <p:ph type="subTitle" idx="4"/>
          </p:nvPr>
        </p:nvSpPr>
        <p:spPr>
          <a:xfrm>
            <a:off x="3062843" y="5197737"/>
            <a:ext cx="6798214" cy="430887"/>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11/14/24</a:t>
            </a:fld>
            <a:endParaRPr lang="en-US"/>
          </a:p>
        </p:txBody>
      </p:sp>
      <p:sp>
        <p:nvSpPr>
          <p:cNvPr id="6" name="Holder 6"/>
          <p:cNvSpPr>
            <a:spLocks noGrp="1"/>
          </p:cNvSpPr>
          <p:nvPr>
            <p:ph type="sldNum" sz="quarter" idx="7"/>
          </p:nvPr>
        </p:nvSpPr>
        <p:spPr/>
        <p:txBody>
          <a:bodyPr lIns="0" tIns="0" rIns="0" bIns="0"/>
          <a:lstStyle>
            <a:lvl1pPr>
              <a:defRPr sz="1449" b="1" i="0">
                <a:solidFill>
                  <a:srgbClr val="005589"/>
                </a:solidFill>
                <a:latin typeface="Trebuchet MS"/>
                <a:cs typeface="Trebuchet MS"/>
              </a:defRPr>
            </a:lvl1pPr>
          </a:lstStyle>
          <a:p>
            <a:pPr marL="1802231">
              <a:lnSpc>
                <a:spcPts val="1503"/>
              </a:lnSpc>
            </a:pPr>
            <a:fld id="{81D60167-4931-47E6-BA6A-407CBD079E47}" type="slidenum">
              <a:rPr lang="en-DE" spc="-20" smtClean="0"/>
              <a:pPr marL="1802231">
                <a:lnSpc>
                  <a:spcPts val="1503"/>
                </a:lnSpc>
              </a:pPr>
              <a:t>‹#›</a:t>
            </a:fld>
            <a:endParaRPr lang="en-DE" spc="-20" dirty="0"/>
          </a:p>
        </p:txBody>
      </p:sp>
      <p:pic>
        <p:nvPicPr>
          <p:cNvPr id="7" name="Picture 6">
            <a:extLst>
              <a:ext uri="{FF2B5EF4-FFF2-40B4-BE49-F238E27FC236}">
                <a16:creationId xmlns:a16="http://schemas.microsoft.com/office/drawing/2014/main" id="{4D6803FE-B66A-E2D2-240B-5C71AF300747}"/>
              </a:ext>
            </a:extLst>
          </p:cNvPr>
          <p:cNvPicPr>
            <a:picLocks noChangeAspect="1" noChangeArrowheads="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734603" y="535260"/>
            <a:ext cx="3058011" cy="700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0200430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ags" Target="../tags/tag2.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47">
            <a:lum/>
          </a:blip>
          <a:srcRect/>
          <a:stretch>
            <a:fillRect/>
          </a:stretch>
        </a:blipFill>
        <a:effectLst/>
      </p:bgPr>
    </p:bg>
    <p:spTree>
      <p:nvGrpSpPr>
        <p:cNvPr id="1" name=""/>
        <p:cNvGrpSpPr/>
        <p:nvPr/>
      </p:nvGrpSpPr>
      <p:grpSpPr>
        <a:xfrm>
          <a:off x="0" y="0"/>
          <a:ext cx="0" cy="0"/>
          <a:chOff x="0" y="0"/>
          <a:chExt cx="0" cy="0"/>
        </a:xfrm>
      </p:grpSpPr>
      <p:sp>
        <p:nvSpPr>
          <p:cNvPr id="6" name="Slide Number">
            <a:extLst>
              <a:ext uri="{FF2B5EF4-FFF2-40B4-BE49-F238E27FC236}">
                <a16:creationId xmlns:a16="http://schemas.microsoft.com/office/drawing/2014/main" id="{740ACF5A-6DEA-4283-95F3-28BFCB00D1FE}"/>
              </a:ext>
            </a:extLst>
          </p:cNvPr>
          <p:cNvSpPr>
            <a:spLocks noGrp="1"/>
          </p:cNvSpPr>
          <p:nvPr>
            <p:ph type="sldNum" sz="quarter" idx="4"/>
          </p:nvPr>
        </p:nvSpPr>
        <p:spPr>
          <a:xfrm>
            <a:off x="11469389" y="6445721"/>
            <a:ext cx="484261" cy="289591"/>
          </a:xfrm>
          <a:prstGeom prst="rect">
            <a:avLst/>
          </a:prstGeom>
        </p:spPr>
        <p:txBody>
          <a:bodyPr vert="horz" lIns="91440" tIns="45720" rIns="91440" bIns="45720" rtlCol="0" anchor="ctr"/>
          <a:lstStyle>
            <a:lvl1pPr algn="r">
              <a:defRPr sz="1600">
                <a:solidFill>
                  <a:schemeClr val="tx2"/>
                </a:solidFill>
                <a:latin typeface="Amazon Ember" panose="020B0603020204020204" pitchFamily="34" charset="0"/>
                <a:ea typeface="Amazon Ember" panose="020B0603020204020204" pitchFamily="34" charset="0"/>
                <a:cs typeface="Amazon Ember" panose="020B0603020204020204" pitchFamily="34" charset="0"/>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C6E65ACB-7BFD-4D12-ACB2-501576A6711D}"/>
              </a:ext>
            </a:extLst>
          </p:cNvPr>
          <p:cNvSpPr>
            <a:spLocks noGrp="1"/>
          </p:cNvSpPr>
          <p:nvPr>
            <p:ph type="title"/>
          </p:nvPr>
        </p:nvSpPr>
        <p:spPr>
          <a:xfrm>
            <a:off x="365760" y="299526"/>
            <a:ext cx="11569209" cy="731318"/>
          </a:xfrm>
          <a:prstGeom prst="rect">
            <a:avLst/>
          </a:prstGeom>
        </p:spPr>
        <p:txBody>
          <a:bodyPr vert="horz" lIns="91440" tIns="45720" rIns="91440" bIns="45720" rtlCol="0" anchor="ctr">
            <a:normAutofit/>
          </a:bodyPr>
          <a:lstStyle/>
          <a:p>
            <a:r>
              <a:rPr lang="en-US" dirty="0"/>
              <a:t>Click to edit Master title style</a:t>
            </a:r>
          </a:p>
        </p:txBody>
      </p:sp>
      <p:sp>
        <p:nvSpPr>
          <p:cNvPr id="3" name="Content">
            <a:extLst>
              <a:ext uri="{FF2B5EF4-FFF2-40B4-BE49-F238E27FC236}">
                <a16:creationId xmlns:a16="http://schemas.microsoft.com/office/drawing/2014/main" id="{BD9FB2C3-6E12-492D-B6C4-46373C49E3FD}"/>
              </a:ext>
            </a:extLst>
          </p:cNvPr>
          <p:cNvSpPr>
            <a:spLocks noGrp="1"/>
          </p:cNvSpPr>
          <p:nvPr>
            <p:ph type="body" idx="1"/>
          </p:nvPr>
        </p:nvSpPr>
        <p:spPr>
          <a:xfrm>
            <a:off x="365760" y="1143000"/>
            <a:ext cx="11569209" cy="5291750"/>
          </a:xfrm>
          <a:prstGeom prst="rect">
            <a:avLst/>
          </a:prstGeom>
        </p:spPr>
        <p:txBody>
          <a:bodyPr vert="horz" lIns="91440" tIns="45720" rIns="91440" bIns="45720" rtlCol="0">
            <a:normAutofit/>
          </a:body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Tree>
    <p:custDataLst>
      <p:tags r:id="rId46"/>
    </p:custDataLst>
    <p:extLst>
      <p:ext uri="{BB962C8B-B14F-4D97-AF65-F5344CB8AC3E}">
        <p14:creationId xmlns:p14="http://schemas.microsoft.com/office/powerpoint/2010/main" val="1924365284"/>
      </p:ext>
    </p:extLst>
  </p:cSld>
  <p:clrMap bg1="lt1" tx1="dk1" bg2="lt2" tx2="dk2" accent1="accent1" accent2="accent2" accent3="accent3" accent4="accent4" accent5="accent5" accent6="accent6" hlink="hlink" folHlink="folHlink"/>
  <p:sldLayoutIdLst>
    <p:sldLayoutId id="2147483999" r:id="rId1"/>
    <p:sldLayoutId id="2147484000" r:id="rId2"/>
    <p:sldLayoutId id="2147484001" r:id="rId3"/>
    <p:sldLayoutId id="2147484002" r:id="rId4"/>
    <p:sldLayoutId id="2147484003" r:id="rId5"/>
    <p:sldLayoutId id="2147484004" r:id="rId6"/>
    <p:sldLayoutId id="2147484005" r:id="rId7"/>
    <p:sldLayoutId id="2147484006" r:id="rId8"/>
    <p:sldLayoutId id="2147484008" r:id="rId9"/>
    <p:sldLayoutId id="2147484009" r:id="rId10"/>
    <p:sldLayoutId id="2147484010" r:id="rId11"/>
    <p:sldLayoutId id="2147484011" r:id="rId12"/>
    <p:sldLayoutId id="2147484012" r:id="rId13"/>
    <p:sldLayoutId id="2147484013" r:id="rId14"/>
    <p:sldLayoutId id="2147484014" r:id="rId15"/>
    <p:sldLayoutId id="2147484015" r:id="rId16"/>
    <p:sldLayoutId id="2147484016" r:id="rId17"/>
    <p:sldLayoutId id="2147484017" r:id="rId18"/>
    <p:sldLayoutId id="2147484018" r:id="rId19"/>
    <p:sldLayoutId id="2147484019" r:id="rId20"/>
    <p:sldLayoutId id="2147484020" r:id="rId21"/>
    <p:sldLayoutId id="2147484021" r:id="rId22"/>
    <p:sldLayoutId id="2147484022" r:id="rId23"/>
    <p:sldLayoutId id="2147484023" r:id="rId24"/>
    <p:sldLayoutId id="2147484024" r:id="rId25"/>
    <p:sldLayoutId id="2147484025" r:id="rId26"/>
    <p:sldLayoutId id="2147484026" r:id="rId27"/>
    <p:sldLayoutId id="2147484027" r:id="rId28"/>
    <p:sldLayoutId id="2147484028" r:id="rId29"/>
    <p:sldLayoutId id="2147484029" r:id="rId30"/>
    <p:sldLayoutId id="2147484030" r:id="rId31"/>
    <p:sldLayoutId id="2147484031" r:id="rId32"/>
    <p:sldLayoutId id="2147484032" r:id="rId33"/>
    <p:sldLayoutId id="2147484033" r:id="rId34"/>
    <p:sldLayoutId id="2147484034" r:id="rId35"/>
    <p:sldLayoutId id="2147484035" r:id="rId36"/>
    <p:sldLayoutId id="2147484036" r:id="rId37"/>
    <p:sldLayoutId id="2147484037" r:id="rId38"/>
    <p:sldLayoutId id="2147484038" r:id="rId39"/>
    <p:sldLayoutId id="2147484039" r:id="rId40"/>
    <p:sldLayoutId id="2147484040" r:id="rId41"/>
    <p:sldLayoutId id="2147484041" r:id="rId42"/>
    <p:sldLayoutId id="2147484042" r:id="rId43"/>
    <p:sldLayoutId id="2147484089" r:id="rId44"/>
  </p:sldLayoutIdLst>
  <p:hf hdr="0" ftr="0" dt="0"/>
  <p:txStyles>
    <p:titleStyle>
      <a:lvl1pPr algn="l" defTabSz="228600" rtl="0" eaLnBrk="1" latinLnBrk="0" hangingPunct="1">
        <a:lnSpc>
          <a:spcPct val="100000"/>
        </a:lnSpc>
        <a:spcBef>
          <a:spcPct val="0"/>
        </a:spcBef>
        <a:buNone/>
        <a:defRPr sz="3200" kern="1200">
          <a:solidFill>
            <a:schemeClr val="tx2"/>
          </a:solidFill>
          <a:latin typeface="Amazon Ember Heavy"/>
        </a:defRPr>
      </a:lvl1pPr>
    </p:titleStyle>
    <p:bodyStyle>
      <a:defPPr>
        <a:defRPr lang="en-US"/>
      </a:defPPr>
      <a:lvl1pPr marL="230188" indent="-230188" algn="l" defTabSz="228600" rtl="0" eaLnBrk="1" latinLnBrk="0" hangingPunct="1">
        <a:lnSpc>
          <a:spcPct val="100000"/>
        </a:lnSpc>
        <a:spcBef>
          <a:spcPts val="500"/>
        </a:spcBef>
        <a:spcAft>
          <a:spcPts val="600"/>
        </a:spcAft>
        <a:buFont typeface="Amazon Ember"/>
        <a:buChar char="•"/>
        <a:defRPr sz="2800" kern="1200">
          <a:solidFill>
            <a:schemeClr val="tx2"/>
          </a:solidFill>
          <a:latin typeface="Amazon Ember"/>
        </a:defRPr>
      </a:lvl1pPr>
      <a:lvl2pPr marL="457200" indent="-230188" algn="l" defTabSz="228600" rtl="0" eaLnBrk="1" latinLnBrk="0" hangingPunct="1">
        <a:lnSpc>
          <a:spcPct val="100000"/>
        </a:lnSpc>
        <a:spcBef>
          <a:spcPts val="500"/>
        </a:spcBef>
        <a:spcAft>
          <a:spcPts val="600"/>
        </a:spcAft>
        <a:buFont typeface="Amazon Ember"/>
        <a:buChar char="•"/>
        <a:defRPr sz="2400" kern="1200">
          <a:solidFill>
            <a:schemeClr val="tx2"/>
          </a:solidFill>
          <a:latin typeface="Amazon Ember"/>
        </a:defRPr>
      </a:lvl2pPr>
      <a:lvl3pPr marL="685800" indent="-230188" algn="l" defTabSz="228600" rtl="0" eaLnBrk="1" latinLnBrk="0" hangingPunct="1">
        <a:lnSpc>
          <a:spcPct val="100000"/>
        </a:lnSpc>
        <a:spcBef>
          <a:spcPts val="500"/>
        </a:spcBef>
        <a:spcAft>
          <a:spcPts val="600"/>
        </a:spcAft>
        <a:buFont typeface="Amazon Ember"/>
        <a:buChar char="•"/>
        <a:defRPr sz="2000" kern="1200">
          <a:solidFill>
            <a:schemeClr val="tx2"/>
          </a:solidFill>
          <a:latin typeface="Amazon Ember"/>
        </a:defRPr>
      </a:lvl3pPr>
      <a:lvl4pPr marL="914400" indent="-230188" algn="l" defTabSz="228600" rtl="0" eaLnBrk="1" latinLnBrk="0" hangingPunct="1">
        <a:lnSpc>
          <a:spcPct val="100000"/>
        </a:lnSpc>
        <a:spcBef>
          <a:spcPts val="500"/>
        </a:spcBef>
        <a:spcAft>
          <a:spcPts val="600"/>
        </a:spcAft>
        <a:buFont typeface="Amazon Ember"/>
        <a:buChar char="•"/>
        <a:defRPr sz="1800" kern="1200">
          <a:solidFill>
            <a:schemeClr val="tx2"/>
          </a:solidFill>
          <a:latin typeface="Amazon Ember"/>
        </a:defRPr>
      </a:lvl4pPr>
      <a:lvl5pPr marL="1143000" indent="-230188" algn="l" defTabSz="228600" rtl="0" eaLnBrk="1" latinLnBrk="0" hangingPunct="1">
        <a:lnSpc>
          <a:spcPct val="100000"/>
        </a:lnSpc>
        <a:spcBef>
          <a:spcPts val="500"/>
        </a:spcBef>
        <a:spcAft>
          <a:spcPts val="600"/>
        </a:spcAft>
        <a:buFont typeface="Amazon Ember"/>
        <a:buChar char="•"/>
        <a:defRPr sz="1800" kern="1200">
          <a:solidFill>
            <a:schemeClr val="tx2"/>
          </a:solidFill>
          <a:latin typeface="Amazon Ember"/>
        </a:defRPr>
      </a:lvl5pPr>
      <a:lvl6pPr marL="13716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6pPr>
      <a:lvl7pPr marL="16002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7pPr>
      <a:lvl8pPr marL="18288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8pPr>
      <a:lvl9pPr marL="2057400" indent="-230188" algn="l" defTabSz="228600" rtl="0" eaLnBrk="1" latinLnBrk="0" hangingPunct="1">
        <a:lnSpc>
          <a:spcPct val="100000"/>
        </a:lnSpc>
        <a:spcBef>
          <a:spcPts val="0"/>
        </a:spcBef>
        <a:spcAft>
          <a:spcPts val="600"/>
        </a:spcAft>
        <a:buFont typeface="Amazon Ember"/>
        <a:buChar char="•"/>
        <a:defRPr sz="1600" kern="1200">
          <a:solidFill>
            <a:schemeClr val="tx2"/>
          </a:solidFill>
          <a:latin typeface="Amazon Ember"/>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44.xml"/></Relationships>
</file>

<file path=ppt/slides/_rels/slide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59D1110-9633-D320-6C31-583D2511B71C}"/>
              </a:ext>
            </a:extLst>
          </p:cNvPr>
          <p:cNvPicPr>
            <a:picLocks noChangeAspect="1"/>
          </p:cNvPicPr>
          <p:nvPr/>
        </p:nvPicPr>
        <p:blipFill>
          <a:blip r:embed="rId2"/>
          <a:stretch>
            <a:fillRect/>
          </a:stretch>
        </p:blipFill>
        <p:spPr>
          <a:xfrm>
            <a:off x="380604" y="305509"/>
            <a:ext cx="11494227" cy="6205883"/>
          </a:xfrm>
          <a:prstGeom prst="rect">
            <a:avLst/>
          </a:prstGeom>
        </p:spPr>
      </p:pic>
      <p:sp>
        <p:nvSpPr>
          <p:cNvPr id="4" name="Title 3">
            <a:extLst>
              <a:ext uri="{FF2B5EF4-FFF2-40B4-BE49-F238E27FC236}">
                <a16:creationId xmlns:a16="http://schemas.microsoft.com/office/drawing/2014/main" id="{1E39F0E3-8C0D-B9FB-C5FC-26F66EBAD397}"/>
              </a:ext>
            </a:extLst>
          </p:cNvPr>
          <p:cNvSpPr>
            <a:spLocks noGrp="1"/>
          </p:cNvSpPr>
          <p:nvPr>
            <p:ph type="ctrTitle"/>
          </p:nvPr>
        </p:nvSpPr>
        <p:spPr>
          <a:xfrm>
            <a:off x="3407671" y="3258033"/>
            <a:ext cx="7255571" cy="983987"/>
          </a:xfrm>
        </p:spPr>
        <p:txBody>
          <a:bodyPr/>
          <a:lstStyle/>
          <a:p>
            <a:r>
              <a:rPr lang="en-US" dirty="0">
                <a:solidFill>
                  <a:schemeClr val="bg1"/>
                </a:solidFill>
              </a:rPr>
              <a:t>Master - Security</a:t>
            </a:r>
            <a:br>
              <a:rPr lang="en-US" dirty="0">
                <a:solidFill>
                  <a:schemeClr val="bg1"/>
                </a:solidFill>
              </a:rPr>
            </a:br>
            <a:r>
              <a:rPr lang="en-US" dirty="0">
                <a:solidFill>
                  <a:schemeClr val="bg1"/>
                </a:solidFill>
              </a:rPr>
              <a:t>– Threat Modelling</a:t>
            </a:r>
          </a:p>
        </p:txBody>
      </p:sp>
      <p:sp>
        <p:nvSpPr>
          <p:cNvPr id="5" name="Subtitle 4">
            <a:extLst>
              <a:ext uri="{FF2B5EF4-FFF2-40B4-BE49-F238E27FC236}">
                <a16:creationId xmlns:a16="http://schemas.microsoft.com/office/drawing/2014/main" id="{9D07C4BB-AF59-5A16-7633-E602C0400043}"/>
              </a:ext>
            </a:extLst>
          </p:cNvPr>
          <p:cNvSpPr>
            <a:spLocks noGrp="1"/>
          </p:cNvSpPr>
          <p:nvPr>
            <p:ph type="subTitle" idx="4"/>
          </p:nvPr>
        </p:nvSpPr>
        <p:spPr>
          <a:xfrm>
            <a:off x="3431776" y="4766243"/>
            <a:ext cx="7404390" cy="1433726"/>
          </a:xfrm>
        </p:spPr>
        <p:txBody>
          <a:bodyPr/>
          <a:lstStyle/>
          <a:p>
            <a:pPr marL="0" indent="0">
              <a:buNone/>
            </a:pPr>
            <a:r>
              <a:rPr lang="en-US" dirty="0">
                <a:solidFill>
                  <a:schemeClr val="bg1"/>
                </a:solidFill>
              </a:rPr>
              <a:t>Prof. Dr.-Ing. Sebastian Schlesinger</a:t>
            </a:r>
          </a:p>
          <a:p>
            <a:pPr marL="0" indent="0">
              <a:buNone/>
            </a:pPr>
            <a:r>
              <a:rPr lang="en-US" dirty="0">
                <a:solidFill>
                  <a:schemeClr val="bg1"/>
                </a:solidFill>
              </a:rPr>
              <a:t>Professor of Business Computer Science (Security and Embedded Systems Engineering)</a:t>
            </a:r>
          </a:p>
        </p:txBody>
      </p:sp>
      <p:pic>
        <p:nvPicPr>
          <p:cNvPr id="7" name="Picture 6">
            <a:extLst>
              <a:ext uri="{FF2B5EF4-FFF2-40B4-BE49-F238E27FC236}">
                <a16:creationId xmlns:a16="http://schemas.microsoft.com/office/drawing/2014/main" id="{93CC4B0E-AB6C-A87E-6FB8-832AC4F028B6}"/>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8927269" y="305509"/>
            <a:ext cx="2947563" cy="683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39478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4AD17-42FB-3DBE-B0CD-2321F3CE1EFA}"/>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4493CB34-B739-E8C6-E081-DA41505CE358}"/>
              </a:ext>
            </a:extLst>
          </p:cNvPr>
          <p:cNvPicPr>
            <a:picLocks noChangeAspect="1"/>
          </p:cNvPicPr>
          <p:nvPr/>
        </p:nvPicPr>
        <p:blipFill>
          <a:blip r:embed="rId2"/>
          <a:srcRect b="16974"/>
          <a:stretch/>
        </p:blipFill>
        <p:spPr>
          <a:xfrm>
            <a:off x="20" y="10"/>
            <a:ext cx="12191980" cy="6857990"/>
          </a:xfrm>
          <a:prstGeom prst="rect">
            <a:avLst/>
          </a:prstGeom>
          <a:noFill/>
        </p:spPr>
      </p:pic>
      <p:sp>
        <p:nvSpPr>
          <p:cNvPr id="4" name="Slide Number Placeholder 3" hidden="1">
            <a:extLst>
              <a:ext uri="{FF2B5EF4-FFF2-40B4-BE49-F238E27FC236}">
                <a16:creationId xmlns:a16="http://schemas.microsoft.com/office/drawing/2014/main" id="{0F7130A6-E908-EC04-5709-B4C83076473F}"/>
              </a:ext>
            </a:extLst>
          </p:cNvPr>
          <p:cNvSpPr>
            <a:spLocks noGrp="1"/>
          </p:cNvSpPr>
          <p:nvPr>
            <p:ph type="sldNum" sz="quarter" idx="20"/>
          </p:nvPr>
        </p:nvSpPr>
        <p:spPr/>
        <p:txBody>
          <a:bodyPr/>
          <a:lstStyle/>
          <a:p>
            <a:pPr marL="1802231">
              <a:lnSpc>
                <a:spcPts val="1503"/>
              </a:lnSpc>
              <a:spcAft>
                <a:spcPts val="600"/>
              </a:spcAft>
            </a:pPr>
            <a:fld id="{81D60167-4931-47E6-BA6A-407CBD079E47}" type="slidenum">
              <a:rPr lang="en-DE" spc="-20" smtClean="0"/>
              <a:pPr marL="1802231">
                <a:lnSpc>
                  <a:spcPts val="1503"/>
                </a:lnSpc>
                <a:spcAft>
                  <a:spcPts val="600"/>
                </a:spcAft>
              </a:pPr>
              <a:t>2</a:t>
            </a:fld>
            <a:endParaRPr lang="en-DE" spc="-20"/>
          </a:p>
        </p:txBody>
      </p:sp>
    </p:spTree>
    <p:extLst>
      <p:ext uri="{BB962C8B-B14F-4D97-AF65-F5344CB8AC3E}">
        <p14:creationId xmlns:p14="http://schemas.microsoft.com/office/powerpoint/2010/main" val="26005383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46176105-14A7-CFC2-BFA0-7CFC6899AA45}"/>
              </a:ext>
            </a:extLst>
          </p:cNvPr>
          <p:cNvSpPr>
            <a:spLocks noGrp="1"/>
          </p:cNvSpPr>
          <p:nvPr>
            <p:ph sz="quarter" idx="21"/>
          </p:nvPr>
        </p:nvSpPr>
        <p:spPr/>
        <p:txBody>
          <a:bodyPr/>
          <a:lstStyle/>
          <a:p>
            <a:endParaRPr lang="en-DE" dirty="0"/>
          </a:p>
        </p:txBody>
      </p:sp>
      <p:sp>
        <p:nvSpPr>
          <p:cNvPr id="2" name="Slide Number Placeholder 1">
            <a:extLst>
              <a:ext uri="{FF2B5EF4-FFF2-40B4-BE49-F238E27FC236}">
                <a16:creationId xmlns:a16="http://schemas.microsoft.com/office/drawing/2014/main" id="{6A6098CF-AE94-C677-F1E1-DF0C96C61596}"/>
              </a:ext>
            </a:extLst>
          </p:cNvPr>
          <p:cNvSpPr>
            <a:spLocks noGrp="1"/>
          </p:cNvSpPr>
          <p:nvPr>
            <p:ph type="sldNum" sz="quarter" idx="20"/>
          </p:nvPr>
        </p:nvSpPr>
        <p:spPr/>
        <p:txBody>
          <a:bodyPr/>
          <a:lstStyle/>
          <a:p>
            <a:fld id="{930176A1-BCF0-4712-97A6-6B495F55390B}" type="slidenum">
              <a:rPr lang="en-US" smtClean="0"/>
              <a:t>3</a:t>
            </a:fld>
            <a:endParaRPr lang="en-US"/>
          </a:p>
        </p:txBody>
      </p:sp>
      <p:sp>
        <p:nvSpPr>
          <p:cNvPr id="7" name="Title 6">
            <a:extLst>
              <a:ext uri="{FF2B5EF4-FFF2-40B4-BE49-F238E27FC236}">
                <a16:creationId xmlns:a16="http://schemas.microsoft.com/office/drawing/2014/main" id="{4189C325-F646-279A-4A33-7E950D3694AC}"/>
              </a:ext>
            </a:extLst>
          </p:cNvPr>
          <p:cNvSpPr>
            <a:spLocks noGrp="1"/>
          </p:cNvSpPr>
          <p:nvPr>
            <p:ph type="title"/>
          </p:nvPr>
        </p:nvSpPr>
        <p:spPr/>
        <p:txBody>
          <a:bodyPr/>
          <a:lstStyle/>
          <a:p>
            <a:r>
              <a:rPr lang="en-DE" dirty="0"/>
              <a:t>Use Case</a:t>
            </a:r>
          </a:p>
        </p:txBody>
      </p:sp>
      <p:pic>
        <p:nvPicPr>
          <p:cNvPr id="9" name="Picture 8">
            <a:extLst>
              <a:ext uri="{FF2B5EF4-FFF2-40B4-BE49-F238E27FC236}">
                <a16:creationId xmlns:a16="http://schemas.microsoft.com/office/drawing/2014/main" id="{9BADA4AA-FB74-D10E-6304-C303E44C57CF}"/>
              </a:ext>
            </a:extLst>
          </p:cNvPr>
          <p:cNvPicPr>
            <a:picLocks noChangeAspect="1"/>
          </p:cNvPicPr>
          <p:nvPr/>
        </p:nvPicPr>
        <p:blipFill>
          <a:blip r:embed="rId2"/>
          <a:stretch>
            <a:fillRect/>
          </a:stretch>
        </p:blipFill>
        <p:spPr>
          <a:xfrm>
            <a:off x="2211398" y="0"/>
            <a:ext cx="7769203" cy="6858000"/>
          </a:xfrm>
          <a:prstGeom prst="rect">
            <a:avLst/>
          </a:prstGeom>
        </p:spPr>
      </p:pic>
    </p:spTree>
    <p:extLst>
      <p:ext uri="{BB962C8B-B14F-4D97-AF65-F5344CB8AC3E}">
        <p14:creationId xmlns:p14="http://schemas.microsoft.com/office/powerpoint/2010/main" val="306667708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4_TC-2022-OneBrand">
  <a:themeElements>
    <a:clrScheme name="AWS Light 01">
      <a:dk1>
        <a:sysClr val="windowText" lastClr="000000"/>
      </a:dk1>
      <a:lt1>
        <a:sysClr val="window" lastClr="FFFFFF"/>
      </a:lt1>
      <a:dk2>
        <a:srgbClr val="232F3E"/>
      </a:dk2>
      <a:lt2>
        <a:srgbClr val="F1F3F3"/>
      </a:lt2>
      <a:accent1>
        <a:srgbClr val="00464F"/>
      </a:accent1>
      <a:accent2>
        <a:srgbClr val="36C2B4"/>
      </a:accent2>
      <a:accent3>
        <a:srgbClr val="F1F3F3"/>
      </a:accent3>
      <a:accent4>
        <a:srgbClr val="ADE422"/>
      </a:accent4>
      <a:accent5>
        <a:srgbClr val="C9208A"/>
      </a:accent5>
      <a:accent6>
        <a:srgbClr val="504BAB"/>
      </a:accent6>
      <a:hlink>
        <a:srgbClr val="504BAB"/>
      </a:hlink>
      <a:folHlink>
        <a:srgbClr val="504BAB"/>
      </a:folHlink>
    </a:clrScheme>
    <a:fontScheme name="Custom 1">
      <a:majorFont>
        <a:latin typeface="Amazon Ember Heavy"/>
        <a:ea typeface=""/>
        <a:cs typeface=""/>
      </a:majorFont>
      <a:minorFont>
        <a:latin typeface="Amazon Ember"/>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Plum">
      <a:srgbClr val="262262"/>
    </a:custClr>
    <a:custClr name="Plum-Medium">
      <a:srgbClr val="504BAB"/>
    </a:custClr>
    <a:custClr name="Plum-Bright">
      <a:srgbClr val="7E93EE"/>
    </a:custClr>
    <a:custClr name="Berry">
      <a:srgbClr val="9E1F63"/>
    </a:custClr>
    <a:custClr name="Berry-Medium">
      <a:srgbClr val="C9208A"/>
    </a:custClr>
    <a:custClr name="Berry-Bright">
      <a:srgbClr val="FF99FF"/>
    </a:custClr>
    <a:custClr name="AWS Orange">
      <a:srgbClr val="FF6633"/>
    </a:custClr>
    <a:custClr name="Smile">
      <a:srgbClr val="FF9900"/>
    </a:custClr>
    <a:custClr name="AWS Yellow">
      <a:srgbClr val="F3E502"/>
    </a:custClr>
    <a:custClr name="Green Apple">
      <a:srgbClr val="18AB4B"/>
    </a:custClr>
    <a:custClr name="Green Apple-Medium">
      <a:srgbClr val="ADE422"/>
    </a:custClr>
    <a:custClr name="Green Apple-Bright">
      <a:srgbClr val="E4FDBF"/>
    </a:custClr>
    <a:custClr name="Aqua">
      <a:srgbClr val="00464F"/>
    </a:custClr>
    <a:custClr name="Aqua-Medium">
      <a:srgbClr val="36C2B4"/>
    </a:custClr>
    <a:custClr name="Aqua-Bright">
      <a:srgbClr val="A6E7CE"/>
    </a:custClr>
    <a:custClr name="Sea Blue">
      <a:srgbClr val="005276"/>
    </a:custClr>
    <a:custClr name="Sea Blue-Medium">
      <a:srgbClr val="008296"/>
    </a:custClr>
    <a:custClr name="Sea Blue-Bright">
      <a:srgbClr val="7CD1EA"/>
    </a:custClr>
    <a:custClr name="Squid Ink">
      <a:srgbClr val="232F3E"/>
    </a:custClr>
    <a:custClr name="Stone">
      <a:srgbClr val="D4DADA"/>
    </a:custClr>
    <a:custClr name="Paper">
      <a:srgbClr val="F1F3F3"/>
    </a:custClr>
  </a:custClrLst>
  <a:extLst>
    <a:ext uri="{05A4C25C-085E-4340-85A3-A5531E510DB2}">
      <thm15:themeFamily xmlns:thm15="http://schemas.microsoft.com/office/thememl/2012/main" name="TC OneBrand Template.potx" id="{8954FABC-D5B5-44EC-B821-8FEC440C779C}" vid="{BC45DC1F-5B79-46F6-A8BD-962AD48C18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TC OneBrand Template</Template>
  <TotalTime>9072</TotalTime>
  <Words>31</Words>
  <Application>Microsoft Macintosh PowerPoint</Application>
  <PresentationFormat>Widescreen</PresentationFormat>
  <Paragraphs>6</Paragraphs>
  <Slides>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vt:i4>
      </vt:variant>
    </vt:vector>
  </HeadingPairs>
  <TitlesOfParts>
    <vt:vector size="10" baseType="lpstr">
      <vt:lpstr>Amazon Ember</vt:lpstr>
      <vt:lpstr>Amazon Ember Heavy</vt:lpstr>
      <vt:lpstr>Arial</vt:lpstr>
      <vt:lpstr>Calibri</vt:lpstr>
      <vt:lpstr>Lucida Console</vt:lpstr>
      <vt:lpstr>Trebuchet MS</vt:lpstr>
      <vt:lpstr>4_TC-2022-OneBrand</vt:lpstr>
      <vt:lpstr>Master - Security – Threat Modelling</vt:lpstr>
      <vt:lpstr>PowerPoint Presentation</vt:lpstr>
      <vt:lpstr>Use Case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Title</dc:title>
  <dc:creator>Stading, Katrina</dc:creator>
  <cp:lastModifiedBy>Schlesinger, Sebastian</cp:lastModifiedBy>
  <cp:revision>65</cp:revision>
  <dcterms:created xsi:type="dcterms:W3CDTF">2022-03-28T19:31:41Z</dcterms:created>
  <dcterms:modified xsi:type="dcterms:W3CDTF">2024-11-14T21:52:20Z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F165A876-8CAE-4A38-BCA6-3F02F794F0E7</vt:lpwstr>
  </property>
  <property fmtid="{D5CDD505-2E9C-101B-9397-08002B2CF9AE}" pid="3" name="ArticulatePath">
    <vt:lpwstr>Presentation1</vt:lpwstr>
  </property>
</Properties>
</file>